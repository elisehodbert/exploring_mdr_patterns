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246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309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807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2807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2293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247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3501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298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46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46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678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293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630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1683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246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3350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2824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246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309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2678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2477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158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2678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3662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1834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298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2440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246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309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2807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1834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989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888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46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2678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2293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1834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298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353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3088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246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2910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335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3429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246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309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2807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3359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429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2950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2807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2293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223774" y="194410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247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350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298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246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309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2807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246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090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2678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2807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293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47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3350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2824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344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246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09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2807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353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088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367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246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09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936629" y="3170392"/>
              <a:ext cx="47149" cy="167167"/>
            </a:xfrm>
            <a:custGeom>
              <a:avLst/>
              <a:pathLst>
                <a:path w="47149" h="167167">
                  <a:moveTo>
                    <a:pt x="47149" y="0"/>
                  </a:moveTo>
                  <a:lnTo>
                    <a:pt x="41176" y="106"/>
                  </a:lnTo>
                  <a:lnTo>
                    <a:pt x="35210" y="426"/>
                  </a:lnTo>
                  <a:lnTo>
                    <a:pt x="29259" y="960"/>
                  </a:lnTo>
                  <a:lnTo>
                    <a:pt x="23331" y="1705"/>
                  </a:lnTo>
                  <a:lnTo>
                    <a:pt x="17434" y="2662"/>
                  </a:lnTo>
                  <a:lnTo>
                    <a:pt x="11575" y="3829"/>
                  </a:lnTo>
                  <a:lnTo>
                    <a:pt x="5761" y="5204"/>
                  </a:lnTo>
                  <a:lnTo>
                    <a:pt x="0" y="6787"/>
                  </a:lnTo>
                  <a:lnTo>
                    <a:pt x="4714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936629" y="3177179"/>
              <a:ext cx="47149" cy="160380"/>
            </a:xfrm>
            <a:custGeom>
              <a:avLst/>
              <a:pathLst>
                <a:path w="47149" h="160380">
                  <a:moveTo>
                    <a:pt x="0" y="0"/>
                  </a:moveTo>
                  <a:lnTo>
                    <a:pt x="47149" y="16038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936629" y="3177179"/>
              <a:ext cx="47149" cy="160380"/>
            </a:xfrm>
            <a:custGeom>
              <a:avLst/>
              <a:pathLst>
                <a:path w="47149" h="160380">
                  <a:moveTo>
                    <a:pt x="0" y="0"/>
                  </a:moveTo>
                  <a:lnTo>
                    <a:pt x="47149" y="16038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36629" y="3177179"/>
              <a:ext cx="47149" cy="160380"/>
            </a:xfrm>
            <a:custGeom>
              <a:avLst/>
              <a:pathLst>
                <a:path w="47149" h="160380">
                  <a:moveTo>
                    <a:pt x="0" y="0"/>
                  </a:moveTo>
                  <a:lnTo>
                    <a:pt x="47149" y="16038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36629" y="3177179"/>
              <a:ext cx="47149" cy="160380"/>
            </a:xfrm>
            <a:custGeom>
              <a:avLst/>
              <a:pathLst>
                <a:path w="47149" h="160380">
                  <a:moveTo>
                    <a:pt x="0" y="0"/>
                  </a:moveTo>
                  <a:lnTo>
                    <a:pt x="47149" y="16038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36629" y="3177179"/>
              <a:ext cx="47149" cy="160380"/>
            </a:xfrm>
            <a:custGeom>
              <a:avLst/>
              <a:pathLst>
                <a:path w="47149" h="160380">
                  <a:moveTo>
                    <a:pt x="0" y="0"/>
                  </a:moveTo>
                  <a:lnTo>
                    <a:pt x="47149" y="16038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36629" y="3177179"/>
              <a:ext cx="47149" cy="160380"/>
            </a:xfrm>
            <a:custGeom>
              <a:avLst/>
              <a:pathLst>
                <a:path w="47149" h="160380">
                  <a:moveTo>
                    <a:pt x="0" y="0"/>
                  </a:moveTo>
                  <a:lnTo>
                    <a:pt x="47149" y="16038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36629" y="3177179"/>
              <a:ext cx="47149" cy="160380"/>
            </a:xfrm>
            <a:custGeom>
              <a:avLst/>
              <a:pathLst>
                <a:path w="47149" h="160380">
                  <a:moveTo>
                    <a:pt x="0" y="0"/>
                  </a:moveTo>
                  <a:lnTo>
                    <a:pt x="47149" y="16038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36629" y="3177179"/>
              <a:ext cx="47149" cy="160380"/>
            </a:xfrm>
            <a:custGeom>
              <a:avLst/>
              <a:pathLst>
                <a:path w="47149" h="160380">
                  <a:moveTo>
                    <a:pt x="0" y="0"/>
                  </a:moveTo>
                  <a:lnTo>
                    <a:pt x="47149" y="16038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36629" y="3177179"/>
              <a:ext cx="47149" cy="160380"/>
            </a:xfrm>
            <a:custGeom>
              <a:avLst/>
              <a:pathLst>
                <a:path w="47149" h="160380">
                  <a:moveTo>
                    <a:pt x="0" y="0"/>
                  </a:moveTo>
                  <a:lnTo>
                    <a:pt x="47149" y="16038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36629" y="3177179"/>
              <a:ext cx="47149" cy="160380"/>
            </a:xfrm>
            <a:custGeom>
              <a:avLst/>
              <a:pathLst>
                <a:path w="47149" h="160380">
                  <a:moveTo>
                    <a:pt x="0" y="0"/>
                  </a:moveTo>
                  <a:lnTo>
                    <a:pt x="47149" y="16038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36629" y="3177179"/>
              <a:ext cx="47149" cy="160380"/>
            </a:xfrm>
            <a:custGeom>
              <a:avLst/>
              <a:pathLst>
                <a:path w="47149" h="160380">
                  <a:moveTo>
                    <a:pt x="0" y="0"/>
                  </a:moveTo>
                  <a:lnTo>
                    <a:pt x="47149" y="16038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36629" y="3177179"/>
              <a:ext cx="47149" cy="160380"/>
            </a:xfrm>
            <a:custGeom>
              <a:avLst/>
              <a:pathLst>
                <a:path w="47149" h="160380">
                  <a:moveTo>
                    <a:pt x="0" y="0"/>
                  </a:moveTo>
                  <a:lnTo>
                    <a:pt x="47149" y="1603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36629" y="3177179"/>
              <a:ext cx="47149" cy="160380"/>
            </a:xfrm>
            <a:custGeom>
              <a:avLst/>
              <a:pathLst>
                <a:path w="47149" h="160380">
                  <a:moveTo>
                    <a:pt x="0" y="0"/>
                  </a:moveTo>
                  <a:lnTo>
                    <a:pt x="47149" y="1603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36629" y="3177179"/>
              <a:ext cx="47149" cy="160380"/>
            </a:xfrm>
            <a:custGeom>
              <a:avLst/>
              <a:pathLst>
                <a:path w="47149" h="160380">
                  <a:moveTo>
                    <a:pt x="0" y="0"/>
                  </a:moveTo>
                  <a:lnTo>
                    <a:pt x="47149" y="1603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36629" y="3177179"/>
              <a:ext cx="47149" cy="160380"/>
            </a:xfrm>
            <a:custGeom>
              <a:avLst/>
              <a:pathLst>
                <a:path w="47149" h="160380">
                  <a:moveTo>
                    <a:pt x="0" y="0"/>
                  </a:moveTo>
                  <a:lnTo>
                    <a:pt x="47149" y="1603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36629" y="3177179"/>
              <a:ext cx="47149" cy="160380"/>
            </a:xfrm>
            <a:custGeom>
              <a:avLst/>
              <a:pathLst>
                <a:path w="47149" h="160380">
                  <a:moveTo>
                    <a:pt x="0" y="0"/>
                  </a:moveTo>
                  <a:lnTo>
                    <a:pt x="47149" y="16038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36629" y="3177179"/>
              <a:ext cx="47149" cy="160380"/>
            </a:xfrm>
            <a:custGeom>
              <a:avLst/>
              <a:pathLst>
                <a:path w="47149" h="160380">
                  <a:moveTo>
                    <a:pt x="0" y="0"/>
                  </a:moveTo>
                  <a:lnTo>
                    <a:pt x="47149" y="1603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36629" y="3177179"/>
              <a:ext cx="47149" cy="160380"/>
            </a:xfrm>
            <a:custGeom>
              <a:avLst/>
              <a:pathLst>
                <a:path w="47149" h="160380">
                  <a:moveTo>
                    <a:pt x="0" y="0"/>
                  </a:moveTo>
                  <a:lnTo>
                    <a:pt x="47149" y="1603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36629" y="3177179"/>
              <a:ext cx="47149" cy="160380"/>
            </a:xfrm>
            <a:custGeom>
              <a:avLst/>
              <a:pathLst>
                <a:path w="47149" h="160380">
                  <a:moveTo>
                    <a:pt x="0" y="0"/>
                  </a:moveTo>
                  <a:lnTo>
                    <a:pt x="47149" y="16038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36629" y="3177179"/>
              <a:ext cx="47149" cy="160380"/>
            </a:xfrm>
            <a:custGeom>
              <a:avLst/>
              <a:pathLst>
                <a:path w="47149" h="160380">
                  <a:moveTo>
                    <a:pt x="0" y="0"/>
                  </a:moveTo>
                  <a:lnTo>
                    <a:pt x="47149" y="1603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36629" y="3177179"/>
              <a:ext cx="47149" cy="160380"/>
            </a:xfrm>
            <a:custGeom>
              <a:avLst/>
              <a:pathLst>
                <a:path w="47149" h="160380">
                  <a:moveTo>
                    <a:pt x="0" y="0"/>
                  </a:moveTo>
                  <a:lnTo>
                    <a:pt x="47149" y="1603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36629" y="3177179"/>
              <a:ext cx="47149" cy="160380"/>
            </a:xfrm>
            <a:custGeom>
              <a:avLst/>
              <a:pathLst>
                <a:path w="47149" h="160380">
                  <a:moveTo>
                    <a:pt x="0" y="0"/>
                  </a:moveTo>
                  <a:lnTo>
                    <a:pt x="47149" y="1603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36629" y="3177179"/>
              <a:ext cx="47149" cy="160380"/>
            </a:xfrm>
            <a:custGeom>
              <a:avLst/>
              <a:pathLst>
                <a:path w="47149" h="160380">
                  <a:moveTo>
                    <a:pt x="0" y="0"/>
                  </a:moveTo>
                  <a:lnTo>
                    <a:pt x="47149" y="1603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36629" y="3177179"/>
              <a:ext cx="47149" cy="160380"/>
            </a:xfrm>
            <a:custGeom>
              <a:avLst/>
              <a:pathLst>
                <a:path w="47149" h="160380">
                  <a:moveTo>
                    <a:pt x="0" y="0"/>
                  </a:moveTo>
                  <a:lnTo>
                    <a:pt x="47149" y="16038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36629" y="3177179"/>
              <a:ext cx="47149" cy="160380"/>
            </a:xfrm>
            <a:custGeom>
              <a:avLst/>
              <a:pathLst>
                <a:path w="47149" h="160380">
                  <a:moveTo>
                    <a:pt x="0" y="0"/>
                  </a:moveTo>
                  <a:lnTo>
                    <a:pt x="47149" y="16038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816621" y="3171039"/>
              <a:ext cx="334324" cy="333677"/>
            </a:xfrm>
            <a:custGeom>
              <a:avLst/>
              <a:pathLst>
                <a:path w="334324" h="333677">
                  <a:moveTo>
                    <a:pt x="120007" y="6140"/>
                  </a:moveTo>
                  <a:lnTo>
                    <a:pt x="114964" y="7710"/>
                  </a:lnTo>
                  <a:lnTo>
                    <a:pt x="109972" y="9438"/>
                  </a:lnTo>
                  <a:lnTo>
                    <a:pt x="105038" y="11323"/>
                  </a:lnTo>
                  <a:lnTo>
                    <a:pt x="100165" y="13364"/>
                  </a:lnTo>
                  <a:lnTo>
                    <a:pt x="95360" y="15557"/>
                  </a:lnTo>
                  <a:lnTo>
                    <a:pt x="90626" y="17901"/>
                  </a:lnTo>
                  <a:lnTo>
                    <a:pt x="85968" y="20393"/>
                  </a:lnTo>
                  <a:lnTo>
                    <a:pt x="81392" y="23031"/>
                  </a:lnTo>
                  <a:lnTo>
                    <a:pt x="76901" y="25812"/>
                  </a:lnTo>
                  <a:lnTo>
                    <a:pt x="72500" y="28734"/>
                  </a:lnTo>
                  <a:lnTo>
                    <a:pt x="68194" y="31794"/>
                  </a:lnTo>
                  <a:lnTo>
                    <a:pt x="63987" y="34988"/>
                  </a:lnTo>
                  <a:lnTo>
                    <a:pt x="59883" y="38313"/>
                  </a:lnTo>
                  <a:lnTo>
                    <a:pt x="55886" y="41766"/>
                  </a:lnTo>
                  <a:lnTo>
                    <a:pt x="51999" y="45344"/>
                  </a:lnTo>
                  <a:lnTo>
                    <a:pt x="48228" y="49043"/>
                  </a:lnTo>
                  <a:lnTo>
                    <a:pt x="44576" y="52859"/>
                  </a:lnTo>
                  <a:lnTo>
                    <a:pt x="41046" y="56789"/>
                  </a:lnTo>
                  <a:lnTo>
                    <a:pt x="37642" y="60828"/>
                  </a:lnTo>
                  <a:lnTo>
                    <a:pt x="34367" y="64973"/>
                  </a:lnTo>
                  <a:lnTo>
                    <a:pt x="31225" y="69219"/>
                  </a:lnTo>
                  <a:lnTo>
                    <a:pt x="28219" y="73563"/>
                  </a:lnTo>
                  <a:lnTo>
                    <a:pt x="25351" y="77999"/>
                  </a:lnTo>
                  <a:lnTo>
                    <a:pt x="22625" y="82524"/>
                  </a:lnTo>
                  <a:lnTo>
                    <a:pt x="20044" y="87132"/>
                  </a:lnTo>
                  <a:lnTo>
                    <a:pt x="17609" y="91820"/>
                  </a:lnTo>
                  <a:lnTo>
                    <a:pt x="15323" y="96582"/>
                  </a:lnTo>
                  <a:lnTo>
                    <a:pt x="13189" y="101414"/>
                  </a:lnTo>
                  <a:lnTo>
                    <a:pt x="11209" y="106311"/>
                  </a:lnTo>
                  <a:lnTo>
                    <a:pt x="9385" y="111269"/>
                  </a:lnTo>
                  <a:lnTo>
                    <a:pt x="7718" y="116281"/>
                  </a:lnTo>
                  <a:lnTo>
                    <a:pt x="6210" y="121344"/>
                  </a:lnTo>
                  <a:lnTo>
                    <a:pt x="4863" y="126451"/>
                  </a:lnTo>
                  <a:lnTo>
                    <a:pt x="3678" y="131599"/>
                  </a:lnTo>
                  <a:lnTo>
                    <a:pt x="2656" y="136782"/>
                  </a:lnTo>
                  <a:lnTo>
                    <a:pt x="1799" y="141994"/>
                  </a:lnTo>
                  <a:lnTo>
                    <a:pt x="1107" y="147231"/>
                  </a:lnTo>
                  <a:lnTo>
                    <a:pt x="580" y="152487"/>
                  </a:lnTo>
                  <a:lnTo>
                    <a:pt x="220" y="157757"/>
                  </a:lnTo>
                  <a:lnTo>
                    <a:pt x="26" y="163036"/>
                  </a:lnTo>
                  <a:lnTo>
                    <a:pt x="0" y="168318"/>
                  </a:lnTo>
                  <a:lnTo>
                    <a:pt x="140" y="173598"/>
                  </a:lnTo>
                  <a:lnTo>
                    <a:pt x="447" y="178872"/>
                  </a:lnTo>
                  <a:lnTo>
                    <a:pt x="920" y="184133"/>
                  </a:lnTo>
                  <a:lnTo>
                    <a:pt x="1560" y="189376"/>
                  </a:lnTo>
                  <a:lnTo>
                    <a:pt x="2364" y="194597"/>
                  </a:lnTo>
                  <a:lnTo>
                    <a:pt x="3334" y="199790"/>
                  </a:lnTo>
                  <a:lnTo>
                    <a:pt x="4467" y="204949"/>
                  </a:lnTo>
                  <a:lnTo>
                    <a:pt x="5762" y="210070"/>
                  </a:lnTo>
                  <a:lnTo>
                    <a:pt x="7219" y="215148"/>
                  </a:lnTo>
                  <a:lnTo>
                    <a:pt x="8835" y="220177"/>
                  </a:lnTo>
                  <a:lnTo>
                    <a:pt x="10609" y="225152"/>
                  </a:lnTo>
                  <a:lnTo>
                    <a:pt x="12540" y="230069"/>
                  </a:lnTo>
                  <a:lnTo>
                    <a:pt x="14625" y="234922"/>
                  </a:lnTo>
                  <a:lnTo>
                    <a:pt x="16862" y="239707"/>
                  </a:lnTo>
                  <a:lnTo>
                    <a:pt x="19250" y="244419"/>
                  </a:lnTo>
                  <a:lnTo>
                    <a:pt x="21785" y="249054"/>
                  </a:lnTo>
                  <a:lnTo>
                    <a:pt x="24465" y="253606"/>
                  </a:lnTo>
                  <a:lnTo>
                    <a:pt x="27288" y="258071"/>
                  </a:lnTo>
                  <a:lnTo>
                    <a:pt x="30250" y="262444"/>
                  </a:lnTo>
                  <a:lnTo>
                    <a:pt x="33349" y="266722"/>
                  </a:lnTo>
                  <a:lnTo>
                    <a:pt x="36582" y="270899"/>
                  </a:lnTo>
                  <a:lnTo>
                    <a:pt x="39945" y="274973"/>
                  </a:lnTo>
                  <a:lnTo>
                    <a:pt x="43435" y="278938"/>
                  </a:lnTo>
                  <a:lnTo>
                    <a:pt x="47048" y="282791"/>
                  </a:lnTo>
                  <a:lnTo>
                    <a:pt x="50782" y="286528"/>
                  </a:lnTo>
                  <a:lnTo>
                    <a:pt x="54632" y="290145"/>
                  </a:lnTo>
                  <a:lnTo>
                    <a:pt x="58594" y="293638"/>
                  </a:lnTo>
                  <a:lnTo>
                    <a:pt x="62664" y="297005"/>
                  </a:lnTo>
                  <a:lnTo>
                    <a:pt x="66839" y="300241"/>
                  </a:lnTo>
                  <a:lnTo>
                    <a:pt x="71114" y="303344"/>
                  </a:lnTo>
                  <a:lnTo>
                    <a:pt x="75485" y="306310"/>
                  </a:lnTo>
                  <a:lnTo>
                    <a:pt x="79948" y="309137"/>
                  </a:lnTo>
                  <a:lnTo>
                    <a:pt x="84497" y="311821"/>
                  </a:lnTo>
                  <a:lnTo>
                    <a:pt x="89129" y="314360"/>
                  </a:lnTo>
                  <a:lnTo>
                    <a:pt x="93839" y="316752"/>
                  </a:lnTo>
                  <a:lnTo>
                    <a:pt x="98622" y="318993"/>
                  </a:lnTo>
                  <a:lnTo>
                    <a:pt x="103474" y="321082"/>
                  </a:lnTo>
                  <a:lnTo>
                    <a:pt x="108389" y="323017"/>
                  </a:lnTo>
                  <a:lnTo>
                    <a:pt x="113363" y="324796"/>
                  </a:lnTo>
                  <a:lnTo>
                    <a:pt x="118391" y="326416"/>
                  </a:lnTo>
                  <a:lnTo>
                    <a:pt x="123467" y="327877"/>
                  </a:lnTo>
                  <a:lnTo>
                    <a:pt x="128587" y="329177"/>
                  </a:lnTo>
                  <a:lnTo>
                    <a:pt x="133745" y="330315"/>
                  </a:lnTo>
                  <a:lnTo>
                    <a:pt x="138937" y="331289"/>
                  </a:lnTo>
                  <a:lnTo>
                    <a:pt x="144157" y="332098"/>
                  </a:lnTo>
                  <a:lnTo>
                    <a:pt x="149400" y="332742"/>
                  </a:lnTo>
                  <a:lnTo>
                    <a:pt x="154661" y="333220"/>
                  </a:lnTo>
                  <a:lnTo>
                    <a:pt x="159934" y="333532"/>
                  </a:lnTo>
                  <a:lnTo>
                    <a:pt x="165214" y="333677"/>
                  </a:lnTo>
                  <a:lnTo>
                    <a:pt x="170496" y="333654"/>
                  </a:lnTo>
                  <a:lnTo>
                    <a:pt x="175775" y="333466"/>
                  </a:lnTo>
                  <a:lnTo>
                    <a:pt x="181046" y="333110"/>
                  </a:lnTo>
                  <a:lnTo>
                    <a:pt x="186302" y="332588"/>
                  </a:lnTo>
                  <a:lnTo>
                    <a:pt x="191540" y="331900"/>
                  </a:lnTo>
                  <a:lnTo>
                    <a:pt x="196753" y="331047"/>
                  </a:lnTo>
                  <a:lnTo>
                    <a:pt x="201936" y="330030"/>
                  </a:lnTo>
                  <a:lnTo>
                    <a:pt x="207085" y="328850"/>
                  </a:lnTo>
                  <a:lnTo>
                    <a:pt x="212194" y="327507"/>
                  </a:lnTo>
                  <a:lnTo>
                    <a:pt x="217258" y="326004"/>
                  </a:lnTo>
                  <a:lnTo>
                    <a:pt x="222271" y="324341"/>
                  </a:lnTo>
                  <a:lnTo>
                    <a:pt x="227230" y="322521"/>
                  </a:lnTo>
                  <a:lnTo>
                    <a:pt x="232129" y="320545"/>
                  </a:lnTo>
                  <a:lnTo>
                    <a:pt x="236963" y="318415"/>
                  </a:lnTo>
                  <a:lnTo>
                    <a:pt x="241727" y="316134"/>
                  </a:lnTo>
                  <a:lnTo>
                    <a:pt x="246417" y="313703"/>
                  </a:lnTo>
                  <a:lnTo>
                    <a:pt x="251028" y="311126"/>
                  </a:lnTo>
                  <a:lnTo>
                    <a:pt x="255555" y="308403"/>
                  </a:lnTo>
                  <a:lnTo>
                    <a:pt x="259994" y="305540"/>
                  </a:lnTo>
                  <a:lnTo>
                    <a:pt x="264340" y="302537"/>
                  </a:lnTo>
                  <a:lnTo>
                    <a:pt x="268589" y="299399"/>
                  </a:lnTo>
                  <a:lnTo>
                    <a:pt x="272736" y="296128"/>
                  </a:lnTo>
                  <a:lnTo>
                    <a:pt x="276778" y="292727"/>
                  </a:lnTo>
                  <a:lnTo>
                    <a:pt x="280711" y="289201"/>
                  </a:lnTo>
                  <a:lnTo>
                    <a:pt x="284531" y="285552"/>
                  </a:lnTo>
                  <a:lnTo>
                    <a:pt x="288233" y="281784"/>
                  </a:lnTo>
                  <a:lnTo>
                    <a:pt x="291814" y="277901"/>
                  </a:lnTo>
                  <a:lnTo>
                    <a:pt x="295271" y="273907"/>
                  </a:lnTo>
                  <a:lnTo>
                    <a:pt x="298600" y="269805"/>
                  </a:lnTo>
                  <a:lnTo>
                    <a:pt x="301798" y="265601"/>
                  </a:lnTo>
                  <a:lnTo>
                    <a:pt x="304861" y="261297"/>
                  </a:lnTo>
                  <a:lnTo>
                    <a:pt x="307787" y="256899"/>
                  </a:lnTo>
                  <a:lnTo>
                    <a:pt x="310572" y="252411"/>
                  </a:lnTo>
                  <a:lnTo>
                    <a:pt x="313214" y="247837"/>
                  </a:lnTo>
                  <a:lnTo>
                    <a:pt x="315710" y="243182"/>
                  </a:lnTo>
                  <a:lnTo>
                    <a:pt x="318058" y="238450"/>
                  </a:lnTo>
                  <a:lnTo>
                    <a:pt x="320256" y="233646"/>
                  </a:lnTo>
                  <a:lnTo>
                    <a:pt x="322300" y="228775"/>
                  </a:lnTo>
                  <a:lnTo>
                    <a:pt x="324189" y="223843"/>
                  </a:lnTo>
                  <a:lnTo>
                    <a:pt x="325922" y="218853"/>
                  </a:lnTo>
                  <a:lnTo>
                    <a:pt x="327496" y="213810"/>
                  </a:lnTo>
                  <a:lnTo>
                    <a:pt x="328910" y="208721"/>
                  </a:lnTo>
                  <a:lnTo>
                    <a:pt x="330163" y="203589"/>
                  </a:lnTo>
                  <a:lnTo>
                    <a:pt x="331253" y="198420"/>
                  </a:lnTo>
                  <a:lnTo>
                    <a:pt x="332179" y="193220"/>
                  </a:lnTo>
                  <a:lnTo>
                    <a:pt x="332940" y="187993"/>
                  </a:lnTo>
                  <a:lnTo>
                    <a:pt x="333536" y="182744"/>
                  </a:lnTo>
                  <a:lnTo>
                    <a:pt x="333965" y="177479"/>
                  </a:lnTo>
                  <a:lnTo>
                    <a:pt x="334228" y="172203"/>
                  </a:lnTo>
                  <a:lnTo>
                    <a:pt x="334324" y="166922"/>
                  </a:lnTo>
                  <a:lnTo>
                    <a:pt x="334253" y="161640"/>
                  </a:lnTo>
                  <a:lnTo>
                    <a:pt x="334016" y="156363"/>
                  </a:lnTo>
                  <a:lnTo>
                    <a:pt x="333612" y="151096"/>
                  </a:lnTo>
                  <a:lnTo>
                    <a:pt x="333041" y="145845"/>
                  </a:lnTo>
                  <a:lnTo>
                    <a:pt x="332305" y="140614"/>
                  </a:lnTo>
                  <a:lnTo>
                    <a:pt x="331404" y="135409"/>
                  </a:lnTo>
                  <a:lnTo>
                    <a:pt x="330339" y="130235"/>
                  </a:lnTo>
                  <a:lnTo>
                    <a:pt x="329111" y="125097"/>
                  </a:lnTo>
                  <a:lnTo>
                    <a:pt x="327722" y="120001"/>
                  </a:lnTo>
                  <a:lnTo>
                    <a:pt x="326172" y="114951"/>
                  </a:lnTo>
                  <a:lnTo>
                    <a:pt x="324463" y="109953"/>
                  </a:lnTo>
                  <a:lnTo>
                    <a:pt x="322597" y="105011"/>
                  </a:lnTo>
                  <a:lnTo>
                    <a:pt x="320576" y="100131"/>
                  </a:lnTo>
                  <a:lnTo>
                    <a:pt x="318402" y="95317"/>
                  </a:lnTo>
                  <a:lnTo>
                    <a:pt x="316077" y="90574"/>
                  </a:lnTo>
                  <a:lnTo>
                    <a:pt x="313603" y="85906"/>
                  </a:lnTo>
                  <a:lnTo>
                    <a:pt x="310983" y="81320"/>
                  </a:lnTo>
                  <a:lnTo>
                    <a:pt x="308219" y="76818"/>
                  </a:lnTo>
                  <a:lnTo>
                    <a:pt x="305314" y="72406"/>
                  </a:lnTo>
                  <a:lnTo>
                    <a:pt x="302272" y="68088"/>
                  </a:lnTo>
                  <a:lnTo>
                    <a:pt x="299094" y="63868"/>
                  </a:lnTo>
                  <a:lnTo>
                    <a:pt x="295785" y="59751"/>
                  </a:lnTo>
                  <a:lnTo>
                    <a:pt x="292348" y="55740"/>
                  </a:lnTo>
                  <a:lnTo>
                    <a:pt x="288785" y="51840"/>
                  </a:lnTo>
                  <a:lnTo>
                    <a:pt x="285101" y="48054"/>
                  </a:lnTo>
                  <a:lnTo>
                    <a:pt x="281299" y="44387"/>
                  </a:lnTo>
                  <a:lnTo>
                    <a:pt x="277383" y="40842"/>
                  </a:lnTo>
                  <a:lnTo>
                    <a:pt x="273357" y="37422"/>
                  </a:lnTo>
                  <a:lnTo>
                    <a:pt x="269226" y="34131"/>
                  </a:lnTo>
                  <a:lnTo>
                    <a:pt x="264992" y="30972"/>
                  </a:lnTo>
                  <a:lnTo>
                    <a:pt x="260660" y="27949"/>
                  </a:lnTo>
                  <a:lnTo>
                    <a:pt x="256235" y="25063"/>
                  </a:lnTo>
                  <a:lnTo>
                    <a:pt x="251721" y="22320"/>
                  </a:lnTo>
                  <a:lnTo>
                    <a:pt x="247123" y="19720"/>
                  </a:lnTo>
                  <a:lnTo>
                    <a:pt x="242445" y="17267"/>
                  </a:lnTo>
                  <a:lnTo>
                    <a:pt x="237692" y="14962"/>
                  </a:lnTo>
                  <a:lnTo>
                    <a:pt x="232868" y="12810"/>
                  </a:lnTo>
                  <a:lnTo>
                    <a:pt x="227979" y="10810"/>
                  </a:lnTo>
                  <a:lnTo>
                    <a:pt x="223029" y="8966"/>
                  </a:lnTo>
                  <a:lnTo>
                    <a:pt x="218023" y="7280"/>
                  </a:lnTo>
                  <a:lnTo>
                    <a:pt x="212966" y="5752"/>
                  </a:lnTo>
                  <a:lnTo>
                    <a:pt x="207864" y="4385"/>
                  </a:lnTo>
                  <a:lnTo>
                    <a:pt x="202721" y="3180"/>
                  </a:lnTo>
                  <a:lnTo>
                    <a:pt x="197542" y="2138"/>
                  </a:lnTo>
                  <a:lnTo>
                    <a:pt x="192334" y="1260"/>
                  </a:lnTo>
                  <a:lnTo>
                    <a:pt x="187099" y="547"/>
                  </a:lnTo>
                  <a:lnTo>
                    <a:pt x="181846" y="0"/>
                  </a:lnTo>
                  <a:lnTo>
                    <a:pt x="167157" y="1665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83779" y="3170392"/>
              <a:ext cx="14688" cy="167167"/>
            </a:xfrm>
            <a:custGeom>
              <a:avLst/>
              <a:pathLst>
                <a:path w="14688" h="167167">
                  <a:moveTo>
                    <a:pt x="14688" y="64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51848" y="2633064"/>
              <a:ext cx="167163" cy="179106"/>
            </a:xfrm>
            <a:custGeom>
              <a:avLst/>
              <a:pathLst>
                <a:path w="167163" h="179106">
                  <a:moveTo>
                    <a:pt x="167163" y="0"/>
                  </a:moveTo>
                  <a:lnTo>
                    <a:pt x="161781" y="86"/>
                  </a:lnTo>
                  <a:lnTo>
                    <a:pt x="156404" y="346"/>
                  </a:lnTo>
                  <a:lnTo>
                    <a:pt x="151039" y="779"/>
                  </a:lnTo>
                  <a:lnTo>
                    <a:pt x="145690" y="1384"/>
                  </a:lnTo>
                  <a:lnTo>
                    <a:pt x="140364" y="2162"/>
                  </a:lnTo>
                  <a:lnTo>
                    <a:pt x="135065" y="3110"/>
                  </a:lnTo>
                  <a:lnTo>
                    <a:pt x="129800" y="4228"/>
                  </a:lnTo>
                  <a:lnTo>
                    <a:pt x="124573" y="5516"/>
                  </a:lnTo>
                  <a:lnTo>
                    <a:pt x="119391" y="6971"/>
                  </a:lnTo>
                  <a:lnTo>
                    <a:pt x="114258" y="8592"/>
                  </a:lnTo>
                  <a:lnTo>
                    <a:pt x="109180" y="10378"/>
                  </a:lnTo>
                  <a:lnTo>
                    <a:pt x="104162" y="12326"/>
                  </a:lnTo>
                  <a:lnTo>
                    <a:pt x="99209" y="14434"/>
                  </a:lnTo>
                  <a:lnTo>
                    <a:pt x="94327" y="16701"/>
                  </a:lnTo>
                  <a:lnTo>
                    <a:pt x="89520" y="19124"/>
                  </a:lnTo>
                  <a:lnTo>
                    <a:pt x="84794" y="21701"/>
                  </a:lnTo>
                  <a:lnTo>
                    <a:pt x="80154" y="24428"/>
                  </a:lnTo>
                  <a:lnTo>
                    <a:pt x="75603" y="27304"/>
                  </a:lnTo>
                  <a:lnTo>
                    <a:pt x="71147" y="30324"/>
                  </a:lnTo>
                  <a:lnTo>
                    <a:pt x="66791" y="33486"/>
                  </a:lnTo>
                  <a:lnTo>
                    <a:pt x="62539" y="36787"/>
                  </a:lnTo>
                  <a:lnTo>
                    <a:pt x="58396" y="40223"/>
                  </a:lnTo>
                  <a:lnTo>
                    <a:pt x="54365" y="43791"/>
                  </a:lnTo>
                  <a:lnTo>
                    <a:pt x="50452" y="47486"/>
                  </a:lnTo>
                  <a:lnTo>
                    <a:pt x="46659" y="51306"/>
                  </a:lnTo>
                  <a:lnTo>
                    <a:pt x="42991" y="55246"/>
                  </a:lnTo>
                  <a:lnTo>
                    <a:pt x="39452" y="59302"/>
                  </a:lnTo>
                  <a:lnTo>
                    <a:pt x="36045" y="63469"/>
                  </a:lnTo>
                  <a:lnTo>
                    <a:pt x="32775" y="67745"/>
                  </a:lnTo>
                  <a:lnTo>
                    <a:pt x="29643" y="72123"/>
                  </a:lnTo>
                  <a:lnTo>
                    <a:pt x="26655" y="76600"/>
                  </a:lnTo>
                  <a:lnTo>
                    <a:pt x="23812" y="81170"/>
                  </a:lnTo>
                  <a:lnTo>
                    <a:pt x="21117" y="85830"/>
                  </a:lnTo>
                  <a:lnTo>
                    <a:pt x="18574" y="90575"/>
                  </a:lnTo>
                  <a:lnTo>
                    <a:pt x="16185" y="95398"/>
                  </a:lnTo>
                  <a:lnTo>
                    <a:pt x="13953" y="100296"/>
                  </a:lnTo>
                  <a:lnTo>
                    <a:pt x="11879" y="105264"/>
                  </a:lnTo>
                  <a:lnTo>
                    <a:pt x="9967" y="110295"/>
                  </a:lnTo>
                  <a:lnTo>
                    <a:pt x="8217" y="115386"/>
                  </a:lnTo>
                  <a:lnTo>
                    <a:pt x="6632" y="120530"/>
                  </a:lnTo>
                  <a:lnTo>
                    <a:pt x="5214" y="125723"/>
                  </a:lnTo>
                  <a:lnTo>
                    <a:pt x="3964" y="130958"/>
                  </a:lnTo>
                  <a:lnTo>
                    <a:pt x="2883" y="136232"/>
                  </a:lnTo>
                  <a:lnTo>
                    <a:pt x="1972" y="141537"/>
                  </a:lnTo>
                  <a:lnTo>
                    <a:pt x="1232" y="146868"/>
                  </a:lnTo>
                  <a:lnTo>
                    <a:pt x="665" y="152221"/>
                  </a:lnTo>
                  <a:lnTo>
                    <a:pt x="270" y="157590"/>
                  </a:lnTo>
                  <a:lnTo>
                    <a:pt x="48" y="162968"/>
                  </a:lnTo>
                  <a:lnTo>
                    <a:pt x="0" y="168350"/>
                  </a:lnTo>
                  <a:lnTo>
                    <a:pt x="124" y="173732"/>
                  </a:lnTo>
                  <a:lnTo>
                    <a:pt x="422" y="179106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52270" y="2800231"/>
              <a:ext cx="166740" cy="11939"/>
            </a:xfrm>
            <a:custGeom>
              <a:avLst/>
              <a:pathLst>
                <a:path w="166740" h="11939">
                  <a:moveTo>
                    <a:pt x="0" y="11939"/>
                  </a:moveTo>
                  <a:lnTo>
                    <a:pt x="166740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52270" y="2800231"/>
              <a:ext cx="166740" cy="11939"/>
            </a:xfrm>
            <a:custGeom>
              <a:avLst/>
              <a:pathLst>
                <a:path w="166740" h="11939">
                  <a:moveTo>
                    <a:pt x="0" y="11939"/>
                  </a:moveTo>
                  <a:lnTo>
                    <a:pt x="166740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52270" y="2800231"/>
              <a:ext cx="166740" cy="11939"/>
            </a:xfrm>
            <a:custGeom>
              <a:avLst/>
              <a:pathLst>
                <a:path w="166740" h="11939">
                  <a:moveTo>
                    <a:pt x="0" y="11939"/>
                  </a:moveTo>
                  <a:lnTo>
                    <a:pt x="16674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52270" y="2800231"/>
              <a:ext cx="166740" cy="11939"/>
            </a:xfrm>
            <a:custGeom>
              <a:avLst/>
              <a:pathLst>
                <a:path w="166740" h="11939">
                  <a:moveTo>
                    <a:pt x="0" y="11939"/>
                  </a:moveTo>
                  <a:lnTo>
                    <a:pt x="16674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2270" y="2800231"/>
              <a:ext cx="166740" cy="11939"/>
            </a:xfrm>
            <a:custGeom>
              <a:avLst/>
              <a:pathLst>
                <a:path w="166740" h="11939">
                  <a:moveTo>
                    <a:pt x="0" y="11939"/>
                  </a:moveTo>
                  <a:lnTo>
                    <a:pt x="16674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2270" y="2800231"/>
              <a:ext cx="166740" cy="11939"/>
            </a:xfrm>
            <a:custGeom>
              <a:avLst/>
              <a:pathLst>
                <a:path w="166740" h="11939">
                  <a:moveTo>
                    <a:pt x="0" y="11939"/>
                  </a:moveTo>
                  <a:lnTo>
                    <a:pt x="16674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2270" y="2800231"/>
              <a:ext cx="166740" cy="11939"/>
            </a:xfrm>
            <a:custGeom>
              <a:avLst/>
              <a:pathLst>
                <a:path w="166740" h="11939">
                  <a:moveTo>
                    <a:pt x="0" y="11939"/>
                  </a:moveTo>
                  <a:lnTo>
                    <a:pt x="16674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2270" y="2800231"/>
              <a:ext cx="166740" cy="11939"/>
            </a:xfrm>
            <a:custGeom>
              <a:avLst/>
              <a:pathLst>
                <a:path w="166740" h="11939">
                  <a:moveTo>
                    <a:pt x="0" y="11939"/>
                  </a:moveTo>
                  <a:lnTo>
                    <a:pt x="16674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2270" y="2800231"/>
              <a:ext cx="166740" cy="11939"/>
            </a:xfrm>
            <a:custGeom>
              <a:avLst/>
              <a:pathLst>
                <a:path w="166740" h="11939">
                  <a:moveTo>
                    <a:pt x="0" y="11939"/>
                  </a:moveTo>
                  <a:lnTo>
                    <a:pt x="16674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2270" y="2800231"/>
              <a:ext cx="166740" cy="11939"/>
            </a:xfrm>
            <a:custGeom>
              <a:avLst/>
              <a:pathLst>
                <a:path w="166740" h="11939">
                  <a:moveTo>
                    <a:pt x="0" y="11939"/>
                  </a:moveTo>
                  <a:lnTo>
                    <a:pt x="16674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2270" y="2800231"/>
              <a:ext cx="166740" cy="11939"/>
            </a:xfrm>
            <a:custGeom>
              <a:avLst/>
              <a:pathLst>
                <a:path w="166740" h="11939">
                  <a:moveTo>
                    <a:pt x="0" y="11939"/>
                  </a:moveTo>
                  <a:lnTo>
                    <a:pt x="16674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2270" y="2800231"/>
              <a:ext cx="166740" cy="11939"/>
            </a:xfrm>
            <a:custGeom>
              <a:avLst/>
              <a:pathLst>
                <a:path w="166740" h="11939">
                  <a:moveTo>
                    <a:pt x="0" y="11939"/>
                  </a:moveTo>
                  <a:lnTo>
                    <a:pt x="16674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2270" y="2800231"/>
              <a:ext cx="166740" cy="11939"/>
            </a:xfrm>
            <a:custGeom>
              <a:avLst/>
              <a:pathLst>
                <a:path w="166740" h="11939">
                  <a:moveTo>
                    <a:pt x="0" y="11939"/>
                  </a:moveTo>
                  <a:lnTo>
                    <a:pt x="16674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2270" y="2800231"/>
              <a:ext cx="166740" cy="11939"/>
            </a:xfrm>
            <a:custGeom>
              <a:avLst/>
              <a:pathLst>
                <a:path w="166740" h="11939">
                  <a:moveTo>
                    <a:pt x="0" y="11939"/>
                  </a:moveTo>
                  <a:lnTo>
                    <a:pt x="16674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2270" y="2800231"/>
              <a:ext cx="166740" cy="11939"/>
            </a:xfrm>
            <a:custGeom>
              <a:avLst/>
              <a:pathLst>
                <a:path w="166740" h="11939">
                  <a:moveTo>
                    <a:pt x="0" y="11939"/>
                  </a:moveTo>
                  <a:lnTo>
                    <a:pt x="16674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2270" y="2800231"/>
              <a:ext cx="166740" cy="11939"/>
            </a:xfrm>
            <a:custGeom>
              <a:avLst/>
              <a:pathLst>
                <a:path w="166740" h="11939">
                  <a:moveTo>
                    <a:pt x="0" y="11939"/>
                  </a:moveTo>
                  <a:lnTo>
                    <a:pt x="16674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2270" y="2800231"/>
              <a:ext cx="166740" cy="11939"/>
            </a:xfrm>
            <a:custGeom>
              <a:avLst/>
              <a:pathLst>
                <a:path w="166740" h="11939">
                  <a:moveTo>
                    <a:pt x="0" y="11939"/>
                  </a:moveTo>
                  <a:lnTo>
                    <a:pt x="16674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2270" y="2800231"/>
              <a:ext cx="166740" cy="11939"/>
            </a:xfrm>
            <a:custGeom>
              <a:avLst/>
              <a:pathLst>
                <a:path w="166740" h="11939">
                  <a:moveTo>
                    <a:pt x="0" y="11939"/>
                  </a:moveTo>
                  <a:lnTo>
                    <a:pt x="16674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2270" y="2800231"/>
              <a:ext cx="166740" cy="11939"/>
            </a:xfrm>
            <a:custGeom>
              <a:avLst/>
              <a:pathLst>
                <a:path w="166740" h="11939">
                  <a:moveTo>
                    <a:pt x="0" y="11939"/>
                  </a:moveTo>
                  <a:lnTo>
                    <a:pt x="16674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2270" y="2800231"/>
              <a:ext cx="166740" cy="11939"/>
            </a:xfrm>
            <a:custGeom>
              <a:avLst/>
              <a:pathLst>
                <a:path w="166740" h="11939">
                  <a:moveTo>
                    <a:pt x="0" y="11939"/>
                  </a:moveTo>
                  <a:lnTo>
                    <a:pt x="16674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2270" y="2800231"/>
              <a:ext cx="166740" cy="11939"/>
            </a:xfrm>
            <a:custGeom>
              <a:avLst/>
              <a:pathLst>
                <a:path w="166740" h="11939">
                  <a:moveTo>
                    <a:pt x="0" y="11939"/>
                  </a:moveTo>
                  <a:lnTo>
                    <a:pt x="16674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2270" y="2800231"/>
              <a:ext cx="166740" cy="11939"/>
            </a:xfrm>
            <a:custGeom>
              <a:avLst/>
              <a:pathLst>
                <a:path w="166740" h="11939">
                  <a:moveTo>
                    <a:pt x="0" y="11939"/>
                  </a:moveTo>
                  <a:lnTo>
                    <a:pt x="16674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2270" y="2800231"/>
              <a:ext cx="166740" cy="11939"/>
            </a:xfrm>
            <a:custGeom>
              <a:avLst/>
              <a:pathLst>
                <a:path w="166740" h="11939">
                  <a:moveTo>
                    <a:pt x="0" y="11939"/>
                  </a:moveTo>
                  <a:lnTo>
                    <a:pt x="16674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52270" y="2800231"/>
              <a:ext cx="166740" cy="11939"/>
            </a:xfrm>
            <a:custGeom>
              <a:avLst/>
              <a:pathLst>
                <a:path w="166740" h="11939">
                  <a:moveTo>
                    <a:pt x="0" y="11939"/>
                  </a:moveTo>
                  <a:lnTo>
                    <a:pt x="16674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52270" y="2662375"/>
              <a:ext cx="333888" cy="305022"/>
            </a:xfrm>
            <a:custGeom>
              <a:avLst/>
              <a:pathLst>
                <a:path w="333888" h="305022">
                  <a:moveTo>
                    <a:pt x="0" y="149796"/>
                  </a:moveTo>
                  <a:lnTo>
                    <a:pt x="464" y="155093"/>
                  </a:lnTo>
                  <a:lnTo>
                    <a:pt x="1096" y="160372"/>
                  </a:lnTo>
                  <a:lnTo>
                    <a:pt x="1896" y="165629"/>
                  </a:lnTo>
                  <a:lnTo>
                    <a:pt x="2862" y="170857"/>
                  </a:lnTo>
                  <a:lnTo>
                    <a:pt x="3995" y="176052"/>
                  </a:lnTo>
                  <a:lnTo>
                    <a:pt x="5292" y="181209"/>
                  </a:lnTo>
                  <a:lnTo>
                    <a:pt x="6752" y="186322"/>
                  </a:lnTo>
                  <a:lnTo>
                    <a:pt x="8375" y="191385"/>
                  </a:lnTo>
                  <a:lnTo>
                    <a:pt x="10157" y="196395"/>
                  </a:lnTo>
                  <a:lnTo>
                    <a:pt x="12098" y="201345"/>
                  </a:lnTo>
                  <a:lnTo>
                    <a:pt x="14195" y="206231"/>
                  </a:lnTo>
                  <a:lnTo>
                    <a:pt x="16447" y="211048"/>
                  </a:lnTo>
                  <a:lnTo>
                    <a:pt x="18851" y="215791"/>
                  </a:lnTo>
                  <a:lnTo>
                    <a:pt x="21404" y="220455"/>
                  </a:lnTo>
                  <a:lnTo>
                    <a:pt x="24105" y="225035"/>
                  </a:lnTo>
                  <a:lnTo>
                    <a:pt x="26950" y="229527"/>
                  </a:lnTo>
                  <a:lnTo>
                    <a:pt x="29936" y="233927"/>
                  </a:lnTo>
                  <a:lnTo>
                    <a:pt x="33060" y="238229"/>
                  </a:lnTo>
                  <a:lnTo>
                    <a:pt x="36320" y="242430"/>
                  </a:lnTo>
                  <a:lnTo>
                    <a:pt x="39712" y="246524"/>
                  </a:lnTo>
                  <a:lnTo>
                    <a:pt x="43232" y="250509"/>
                  </a:lnTo>
                  <a:lnTo>
                    <a:pt x="46877" y="254380"/>
                  </a:lnTo>
                  <a:lnTo>
                    <a:pt x="50644" y="258133"/>
                  </a:lnTo>
                  <a:lnTo>
                    <a:pt x="54528" y="261765"/>
                  </a:lnTo>
                  <a:lnTo>
                    <a:pt x="58525" y="265271"/>
                  </a:lnTo>
                  <a:lnTo>
                    <a:pt x="62632" y="268648"/>
                  </a:lnTo>
                  <a:lnTo>
                    <a:pt x="66845" y="271893"/>
                  </a:lnTo>
                  <a:lnTo>
                    <a:pt x="71158" y="275002"/>
                  </a:lnTo>
                  <a:lnTo>
                    <a:pt x="75568" y="277973"/>
                  </a:lnTo>
                  <a:lnTo>
                    <a:pt x="80070" y="280801"/>
                  </a:lnTo>
                  <a:lnTo>
                    <a:pt x="84660" y="283485"/>
                  </a:lnTo>
                  <a:lnTo>
                    <a:pt x="89333" y="286022"/>
                  </a:lnTo>
                  <a:lnTo>
                    <a:pt x="94085" y="288409"/>
                  </a:lnTo>
                  <a:lnTo>
                    <a:pt x="98909" y="290643"/>
                  </a:lnTo>
                  <a:lnTo>
                    <a:pt x="103803" y="292723"/>
                  </a:lnTo>
                  <a:lnTo>
                    <a:pt x="108760" y="294647"/>
                  </a:lnTo>
                  <a:lnTo>
                    <a:pt x="113776" y="296411"/>
                  </a:lnTo>
                  <a:lnTo>
                    <a:pt x="118845" y="298016"/>
                  </a:lnTo>
                  <a:lnTo>
                    <a:pt x="123963" y="299458"/>
                  </a:lnTo>
                  <a:lnTo>
                    <a:pt x="129124" y="300737"/>
                  </a:lnTo>
                  <a:lnTo>
                    <a:pt x="134323" y="301850"/>
                  </a:lnTo>
                  <a:lnTo>
                    <a:pt x="139555" y="302798"/>
                  </a:lnTo>
                  <a:lnTo>
                    <a:pt x="144815" y="303580"/>
                  </a:lnTo>
                  <a:lnTo>
                    <a:pt x="150097" y="304193"/>
                  </a:lnTo>
                  <a:lnTo>
                    <a:pt x="155395" y="304638"/>
                  </a:lnTo>
                  <a:lnTo>
                    <a:pt x="160705" y="304915"/>
                  </a:lnTo>
                  <a:lnTo>
                    <a:pt x="166021" y="305022"/>
                  </a:lnTo>
                  <a:lnTo>
                    <a:pt x="171338" y="304960"/>
                  </a:lnTo>
                  <a:lnTo>
                    <a:pt x="176650" y="304730"/>
                  </a:lnTo>
                  <a:lnTo>
                    <a:pt x="181952" y="304330"/>
                  </a:lnTo>
                  <a:lnTo>
                    <a:pt x="187239" y="303762"/>
                  </a:lnTo>
                  <a:lnTo>
                    <a:pt x="192505" y="303026"/>
                  </a:lnTo>
                  <a:lnTo>
                    <a:pt x="197745" y="302123"/>
                  </a:lnTo>
                  <a:lnTo>
                    <a:pt x="202953" y="301054"/>
                  </a:lnTo>
                  <a:lnTo>
                    <a:pt x="208125" y="299820"/>
                  </a:lnTo>
                  <a:lnTo>
                    <a:pt x="213255" y="298422"/>
                  </a:lnTo>
                  <a:lnTo>
                    <a:pt x="218338" y="296861"/>
                  </a:lnTo>
                  <a:lnTo>
                    <a:pt x="223369" y="295140"/>
                  </a:lnTo>
                  <a:lnTo>
                    <a:pt x="228343" y="293259"/>
                  </a:lnTo>
                  <a:lnTo>
                    <a:pt x="233254" y="291221"/>
                  </a:lnTo>
                  <a:lnTo>
                    <a:pt x="238098" y="289028"/>
                  </a:lnTo>
                  <a:lnTo>
                    <a:pt x="242869" y="286682"/>
                  </a:lnTo>
                  <a:lnTo>
                    <a:pt x="247564" y="284186"/>
                  </a:lnTo>
                  <a:lnTo>
                    <a:pt x="252177" y="281541"/>
                  </a:lnTo>
                  <a:lnTo>
                    <a:pt x="256704" y="278752"/>
                  </a:lnTo>
                  <a:lnTo>
                    <a:pt x="261139" y="275819"/>
                  </a:lnTo>
                  <a:lnTo>
                    <a:pt x="265479" y="272747"/>
                  </a:lnTo>
                  <a:lnTo>
                    <a:pt x="269719" y="269539"/>
                  </a:lnTo>
                  <a:lnTo>
                    <a:pt x="273855" y="266197"/>
                  </a:lnTo>
                  <a:lnTo>
                    <a:pt x="277882" y="262726"/>
                  </a:lnTo>
                  <a:lnTo>
                    <a:pt x="281797" y="259128"/>
                  </a:lnTo>
                  <a:lnTo>
                    <a:pt x="285596" y="255407"/>
                  </a:lnTo>
                  <a:lnTo>
                    <a:pt x="289274" y="251568"/>
                  </a:lnTo>
                  <a:lnTo>
                    <a:pt x="292829" y="247613"/>
                  </a:lnTo>
                  <a:lnTo>
                    <a:pt x="296256" y="243547"/>
                  </a:lnTo>
                  <a:lnTo>
                    <a:pt x="299551" y="239375"/>
                  </a:lnTo>
                  <a:lnTo>
                    <a:pt x="302713" y="235100"/>
                  </a:lnTo>
                  <a:lnTo>
                    <a:pt x="305737" y="230726"/>
                  </a:lnTo>
                  <a:lnTo>
                    <a:pt x="308620" y="226259"/>
                  </a:lnTo>
                  <a:lnTo>
                    <a:pt x="311360" y="221702"/>
                  </a:lnTo>
                  <a:lnTo>
                    <a:pt x="313953" y="217060"/>
                  </a:lnTo>
                  <a:lnTo>
                    <a:pt x="316398" y="212338"/>
                  </a:lnTo>
                  <a:lnTo>
                    <a:pt x="318691" y="207541"/>
                  </a:lnTo>
                  <a:lnTo>
                    <a:pt x="320830" y="202673"/>
                  </a:lnTo>
                  <a:lnTo>
                    <a:pt x="322814" y="197739"/>
                  </a:lnTo>
                  <a:lnTo>
                    <a:pt x="324639" y="192745"/>
                  </a:lnTo>
                  <a:lnTo>
                    <a:pt x="326305" y="187696"/>
                  </a:lnTo>
                  <a:lnTo>
                    <a:pt x="327809" y="182596"/>
                  </a:lnTo>
                  <a:lnTo>
                    <a:pt x="329151" y="177451"/>
                  </a:lnTo>
                  <a:lnTo>
                    <a:pt x="330328" y="172266"/>
                  </a:lnTo>
                  <a:lnTo>
                    <a:pt x="331339" y="167046"/>
                  </a:lnTo>
                  <a:lnTo>
                    <a:pt x="332184" y="161796"/>
                  </a:lnTo>
                  <a:lnTo>
                    <a:pt x="332862" y="156522"/>
                  </a:lnTo>
                  <a:lnTo>
                    <a:pt x="333372" y="151229"/>
                  </a:lnTo>
                  <a:lnTo>
                    <a:pt x="333713" y="145923"/>
                  </a:lnTo>
                  <a:lnTo>
                    <a:pt x="333885" y="140609"/>
                  </a:lnTo>
                  <a:lnTo>
                    <a:pt x="333888" y="135292"/>
                  </a:lnTo>
                  <a:lnTo>
                    <a:pt x="333722" y="129977"/>
                  </a:lnTo>
                  <a:lnTo>
                    <a:pt x="333387" y="124670"/>
                  </a:lnTo>
                  <a:lnTo>
                    <a:pt x="332883" y="119377"/>
                  </a:lnTo>
                  <a:lnTo>
                    <a:pt x="332211" y="114103"/>
                  </a:lnTo>
                  <a:lnTo>
                    <a:pt x="331372" y="108852"/>
                  </a:lnTo>
                  <a:lnTo>
                    <a:pt x="330366" y="103631"/>
                  </a:lnTo>
                  <a:lnTo>
                    <a:pt x="329195" y="98444"/>
                  </a:lnTo>
                  <a:lnTo>
                    <a:pt x="327860" y="93298"/>
                  </a:lnTo>
                  <a:lnTo>
                    <a:pt x="326361" y="88196"/>
                  </a:lnTo>
                  <a:lnTo>
                    <a:pt x="324701" y="83145"/>
                  </a:lnTo>
                  <a:lnTo>
                    <a:pt x="322881" y="78149"/>
                  </a:lnTo>
                  <a:lnTo>
                    <a:pt x="320903" y="73213"/>
                  </a:lnTo>
                  <a:lnTo>
                    <a:pt x="318769" y="68343"/>
                  </a:lnTo>
                  <a:lnTo>
                    <a:pt x="316481" y="63543"/>
                  </a:lnTo>
                  <a:lnTo>
                    <a:pt x="314042" y="58818"/>
                  </a:lnTo>
                  <a:lnTo>
                    <a:pt x="311454" y="54174"/>
                  </a:lnTo>
                  <a:lnTo>
                    <a:pt x="308720" y="49614"/>
                  </a:lnTo>
                  <a:lnTo>
                    <a:pt x="305841" y="45143"/>
                  </a:lnTo>
                  <a:lnTo>
                    <a:pt x="302822" y="40766"/>
                  </a:lnTo>
                  <a:lnTo>
                    <a:pt x="299666" y="36487"/>
                  </a:lnTo>
                  <a:lnTo>
                    <a:pt x="296375" y="32311"/>
                  </a:lnTo>
                  <a:lnTo>
                    <a:pt x="292952" y="28241"/>
                  </a:lnTo>
                  <a:lnTo>
                    <a:pt x="289402" y="24283"/>
                  </a:lnTo>
                  <a:lnTo>
                    <a:pt x="285728" y="20439"/>
                  </a:lnTo>
                  <a:lnTo>
                    <a:pt x="281934" y="16714"/>
                  </a:lnTo>
                  <a:lnTo>
                    <a:pt x="278023" y="13112"/>
                  </a:lnTo>
                  <a:lnTo>
                    <a:pt x="273999" y="9636"/>
                  </a:lnTo>
                  <a:lnTo>
                    <a:pt x="269867" y="6290"/>
                  </a:lnTo>
                  <a:lnTo>
                    <a:pt x="265631" y="3076"/>
                  </a:lnTo>
                  <a:lnTo>
                    <a:pt x="261294" y="0"/>
                  </a:lnTo>
                  <a:lnTo>
                    <a:pt x="166740" y="1378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919011" y="2633064"/>
              <a:ext cx="94554" cy="167167"/>
            </a:xfrm>
            <a:custGeom>
              <a:avLst/>
              <a:pathLst>
                <a:path w="94554" h="167167">
                  <a:moveTo>
                    <a:pt x="94554" y="29310"/>
                  </a:moveTo>
                  <a:lnTo>
                    <a:pt x="89897" y="26230"/>
                  </a:lnTo>
                  <a:lnTo>
                    <a:pt x="85141" y="23306"/>
                  </a:lnTo>
                  <a:lnTo>
                    <a:pt x="80289" y="20543"/>
                  </a:lnTo>
                  <a:lnTo>
                    <a:pt x="75348" y="17944"/>
                  </a:lnTo>
                  <a:lnTo>
                    <a:pt x="70323" y="15511"/>
                  </a:lnTo>
                  <a:lnTo>
                    <a:pt x="65220" y="13247"/>
                  </a:lnTo>
                  <a:lnTo>
                    <a:pt x="60044" y="11155"/>
                  </a:lnTo>
                  <a:lnTo>
                    <a:pt x="54800" y="9237"/>
                  </a:lnTo>
                  <a:lnTo>
                    <a:pt x="49496" y="7495"/>
                  </a:lnTo>
                  <a:lnTo>
                    <a:pt x="44136" y="5931"/>
                  </a:lnTo>
                  <a:lnTo>
                    <a:pt x="38728" y="4547"/>
                  </a:lnTo>
                  <a:lnTo>
                    <a:pt x="33276" y="3345"/>
                  </a:lnTo>
                  <a:lnTo>
                    <a:pt x="27786" y="2325"/>
                  </a:lnTo>
                  <a:lnTo>
                    <a:pt x="22266" y="1489"/>
                  </a:lnTo>
                  <a:lnTo>
                    <a:pt x="16721" y="838"/>
                  </a:lnTo>
                  <a:lnTo>
                    <a:pt x="11158" y="372"/>
                  </a:lnTo>
                  <a:lnTo>
                    <a:pt x="5582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658395" y="2126963"/>
              <a:ext cx="70076" cy="167167"/>
            </a:xfrm>
            <a:custGeom>
              <a:avLst/>
              <a:pathLst>
                <a:path w="70076" h="167167">
                  <a:moveTo>
                    <a:pt x="70076" y="0"/>
                  </a:moveTo>
                  <a:lnTo>
                    <a:pt x="64052" y="108"/>
                  </a:lnTo>
                  <a:lnTo>
                    <a:pt x="58035" y="434"/>
                  </a:lnTo>
                  <a:lnTo>
                    <a:pt x="52034" y="976"/>
                  </a:lnTo>
                  <a:lnTo>
                    <a:pt x="46056" y="1734"/>
                  </a:lnTo>
                  <a:lnTo>
                    <a:pt x="40110" y="2707"/>
                  </a:lnTo>
                  <a:lnTo>
                    <a:pt x="34202" y="3894"/>
                  </a:lnTo>
                  <a:lnTo>
                    <a:pt x="28341" y="5293"/>
                  </a:lnTo>
                  <a:lnTo>
                    <a:pt x="22534" y="6902"/>
                  </a:lnTo>
                  <a:lnTo>
                    <a:pt x="16789" y="8720"/>
                  </a:lnTo>
                  <a:lnTo>
                    <a:pt x="11114" y="10743"/>
                  </a:lnTo>
                  <a:lnTo>
                    <a:pt x="5515" y="12970"/>
                  </a:lnTo>
                  <a:lnTo>
                    <a:pt x="0" y="15397"/>
                  </a:lnTo>
                  <a:lnTo>
                    <a:pt x="7007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658395" y="2142360"/>
              <a:ext cx="70076" cy="151770"/>
            </a:xfrm>
            <a:custGeom>
              <a:avLst/>
              <a:pathLst>
                <a:path w="70076" h="151770">
                  <a:moveTo>
                    <a:pt x="0" y="0"/>
                  </a:moveTo>
                  <a:lnTo>
                    <a:pt x="70076" y="15177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658395" y="2142360"/>
              <a:ext cx="70076" cy="151770"/>
            </a:xfrm>
            <a:custGeom>
              <a:avLst/>
              <a:pathLst>
                <a:path w="70076" h="151770">
                  <a:moveTo>
                    <a:pt x="0" y="0"/>
                  </a:moveTo>
                  <a:lnTo>
                    <a:pt x="70076" y="15177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658395" y="2142360"/>
              <a:ext cx="70076" cy="151770"/>
            </a:xfrm>
            <a:custGeom>
              <a:avLst/>
              <a:pathLst>
                <a:path w="70076" h="151770">
                  <a:moveTo>
                    <a:pt x="0" y="0"/>
                  </a:moveTo>
                  <a:lnTo>
                    <a:pt x="70076" y="15177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58395" y="2142360"/>
              <a:ext cx="70076" cy="151770"/>
            </a:xfrm>
            <a:custGeom>
              <a:avLst/>
              <a:pathLst>
                <a:path w="70076" h="151770">
                  <a:moveTo>
                    <a:pt x="0" y="0"/>
                  </a:moveTo>
                  <a:lnTo>
                    <a:pt x="70076" y="15177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58395" y="2142360"/>
              <a:ext cx="70076" cy="151770"/>
            </a:xfrm>
            <a:custGeom>
              <a:avLst/>
              <a:pathLst>
                <a:path w="70076" h="151770">
                  <a:moveTo>
                    <a:pt x="0" y="0"/>
                  </a:moveTo>
                  <a:lnTo>
                    <a:pt x="70076" y="15177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58395" y="2142360"/>
              <a:ext cx="70076" cy="151770"/>
            </a:xfrm>
            <a:custGeom>
              <a:avLst/>
              <a:pathLst>
                <a:path w="70076" h="151770">
                  <a:moveTo>
                    <a:pt x="0" y="0"/>
                  </a:moveTo>
                  <a:lnTo>
                    <a:pt x="70076" y="15177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58395" y="2142360"/>
              <a:ext cx="70076" cy="151770"/>
            </a:xfrm>
            <a:custGeom>
              <a:avLst/>
              <a:pathLst>
                <a:path w="70076" h="151770">
                  <a:moveTo>
                    <a:pt x="0" y="0"/>
                  </a:moveTo>
                  <a:lnTo>
                    <a:pt x="70076" y="15177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58395" y="2142360"/>
              <a:ext cx="70076" cy="151770"/>
            </a:xfrm>
            <a:custGeom>
              <a:avLst/>
              <a:pathLst>
                <a:path w="70076" h="151770">
                  <a:moveTo>
                    <a:pt x="0" y="0"/>
                  </a:moveTo>
                  <a:lnTo>
                    <a:pt x="70076" y="15177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58395" y="2142360"/>
              <a:ext cx="70076" cy="151770"/>
            </a:xfrm>
            <a:custGeom>
              <a:avLst/>
              <a:pathLst>
                <a:path w="70076" h="151770">
                  <a:moveTo>
                    <a:pt x="0" y="0"/>
                  </a:moveTo>
                  <a:lnTo>
                    <a:pt x="70076" y="15177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58395" y="2142360"/>
              <a:ext cx="70076" cy="151770"/>
            </a:xfrm>
            <a:custGeom>
              <a:avLst/>
              <a:pathLst>
                <a:path w="70076" h="151770">
                  <a:moveTo>
                    <a:pt x="0" y="0"/>
                  </a:moveTo>
                  <a:lnTo>
                    <a:pt x="70076" y="1517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58395" y="2142360"/>
              <a:ext cx="70076" cy="151770"/>
            </a:xfrm>
            <a:custGeom>
              <a:avLst/>
              <a:pathLst>
                <a:path w="70076" h="151770">
                  <a:moveTo>
                    <a:pt x="0" y="0"/>
                  </a:moveTo>
                  <a:lnTo>
                    <a:pt x="70076" y="1517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58395" y="2142360"/>
              <a:ext cx="70076" cy="151770"/>
            </a:xfrm>
            <a:custGeom>
              <a:avLst/>
              <a:pathLst>
                <a:path w="70076" h="151770">
                  <a:moveTo>
                    <a:pt x="0" y="0"/>
                  </a:moveTo>
                  <a:lnTo>
                    <a:pt x="70076" y="1517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58395" y="2142360"/>
              <a:ext cx="70076" cy="151770"/>
            </a:xfrm>
            <a:custGeom>
              <a:avLst/>
              <a:pathLst>
                <a:path w="70076" h="151770">
                  <a:moveTo>
                    <a:pt x="0" y="0"/>
                  </a:moveTo>
                  <a:lnTo>
                    <a:pt x="70076" y="1517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58395" y="2142360"/>
              <a:ext cx="70076" cy="151770"/>
            </a:xfrm>
            <a:custGeom>
              <a:avLst/>
              <a:pathLst>
                <a:path w="70076" h="151770">
                  <a:moveTo>
                    <a:pt x="0" y="0"/>
                  </a:moveTo>
                  <a:lnTo>
                    <a:pt x="70076" y="15177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58395" y="2142360"/>
              <a:ext cx="70076" cy="151770"/>
            </a:xfrm>
            <a:custGeom>
              <a:avLst/>
              <a:pathLst>
                <a:path w="70076" h="151770">
                  <a:moveTo>
                    <a:pt x="0" y="0"/>
                  </a:moveTo>
                  <a:lnTo>
                    <a:pt x="70076" y="15177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58395" y="2142360"/>
              <a:ext cx="70076" cy="151770"/>
            </a:xfrm>
            <a:custGeom>
              <a:avLst/>
              <a:pathLst>
                <a:path w="70076" h="151770">
                  <a:moveTo>
                    <a:pt x="0" y="0"/>
                  </a:moveTo>
                  <a:lnTo>
                    <a:pt x="70076" y="15177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58395" y="2142360"/>
              <a:ext cx="70076" cy="151770"/>
            </a:xfrm>
            <a:custGeom>
              <a:avLst/>
              <a:pathLst>
                <a:path w="70076" h="151770">
                  <a:moveTo>
                    <a:pt x="0" y="0"/>
                  </a:moveTo>
                  <a:lnTo>
                    <a:pt x="70076" y="15177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58395" y="2142360"/>
              <a:ext cx="70076" cy="151770"/>
            </a:xfrm>
            <a:custGeom>
              <a:avLst/>
              <a:pathLst>
                <a:path w="70076" h="151770">
                  <a:moveTo>
                    <a:pt x="0" y="0"/>
                  </a:moveTo>
                  <a:lnTo>
                    <a:pt x="70076" y="1517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58395" y="2142360"/>
              <a:ext cx="70076" cy="151770"/>
            </a:xfrm>
            <a:custGeom>
              <a:avLst/>
              <a:pathLst>
                <a:path w="70076" h="151770">
                  <a:moveTo>
                    <a:pt x="0" y="0"/>
                  </a:moveTo>
                  <a:lnTo>
                    <a:pt x="70076" y="1517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58395" y="2142360"/>
              <a:ext cx="70076" cy="151770"/>
            </a:xfrm>
            <a:custGeom>
              <a:avLst/>
              <a:pathLst>
                <a:path w="70076" h="151770">
                  <a:moveTo>
                    <a:pt x="0" y="0"/>
                  </a:moveTo>
                  <a:lnTo>
                    <a:pt x="70076" y="1517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58395" y="2142360"/>
              <a:ext cx="70076" cy="151770"/>
            </a:xfrm>
            <a:custGeom>
              <a:avLst/>
              <a:pathLst>
                <a:path w="70076" h="151770">
                  <a:moveTo>
                    <a:pt x="0" y="0"/>
                  </a:moveTo>
                  <a:lnTo>
                    <a:pt x="70076" y="1517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58395" y="2142360"/>
              <a:ext cx="70076" cy="151770"/>
            </a:xfrm>
            <a:custGeom>
              <a:avLst/>
              <a:pathLst>
                <a:path w="70076" h="151770">
                  <a:moveTo>
                    <a:pt x="0" y="0"/>
                  </a:moveTo>
                  <a:lnTo>
                    <a:pt x="70076" y="15177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58395" y="2142360"/>
              <a:ext cx="70076" cy="151770"/>
            </a:xfrm>
            <a:custGeom>
              <a:avLst/>
              <a:pathLst>
                <a:path w="70076" h="151770">
                  <a:moveTo>
                    <a:pt x="0" y="0"/>
                  </a:moveTo>
                  <a:lnTo>
                    <a:pt x="70076" y="15177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561312" y="2142360"/>
              <a:ext cx="271078" cy="318937"/>
            </a:xfrm>
            <a:custGeom>
              <a:avLst/>
              <a:pathLst>
                <a:path w="271078" h="318937">
                  <a:moveTo>
                    <a:pt x="97082" y="0"/>
                  </a:moveTo>
                  <a:lnTo>
                    <a:pt x="92280" y="2311"/>
                  </a:lnTo>
                  <a:lnTo>
                    <a:pt x="87553" y="4774"/>
                  </a:lnTo>
                  <a:lnTo>
                    <a:pt x="82907" y="7386"/>
                  </a:lnTo>
                  <a:lnTo>
                    <a:pt x="78347" y="10146"/>
                  </a:lnTo>
                  <a:lnTo>
                    <a:pt x="73877" y="13049"/>
                  </a:lnTo>
                  <a:lnTo>
                    <a:pt x="69502" y="16093"/>
                  </a:lnTo>
                  <a:lnTo>
                    <a:pt x="65226" y="19276"/>
                  </a:lnTo>
                  <a:lnTo>
                    <a:pt x="61054" y="22593"/>
                  </a:lnTo>
                  <a:lnTo>
                    <a:pt x="56990" y="26041"/>
                  </a:lnTo>
                  <a:lnTo>
                    <a:pt x="53038" y="29617"/>
                  </a:lnTo>
                  <a:lnTo>
                    <a:pt x="49202" y="33317"/>
                  </a:lnTo>
                  <a:lnTo>
                    <a:pt x="45485" y="37138"/>
                  </a:lnTo>
                  <a:lnTo>
                    <a:pt x="41893" y="41075"/>
                  </a:lnTo>
                  <a:lnTo>
                    <a:pt x="38427" y="45125"/>
                  </a:lnTo>
                  <a:lnTo>
                    <a:pt x="35093" y="49283"/>
                  </a:lnTo>
                  <a:lnTo>
                    <a:pt x="31893" y="53546"/>
                  </a:lnTo>
                  <a:lnTo>
                    <a:pt x="28830" y="57908"/>
                  </a:lnTo>
                  <a:lnTo>
                    <a:pt x="25908" y="62366"/>
                  </a:lnTo>
                  <a:lnTo>
                    <a:pt x="23130" y="66914"/>
                  </a:lnTo>
                  <a:lnTo>
                    <a:pt x="20498" y="71549"/>
                  </a:lnTo>
                  <a:lnTo>
                    <a:pt x="18015" y="76265"/>
                  </a:lnTo>
                  <a:lnTo>
                    <a:pt x="15683" y="81059"/>
                  </a:lnTo>
                  <a:lnTo>
                    <a:pt x="13506" y="85924"/>
                  </a:lnTo>
                  <a:lnTo>
                    <a:pt x="11485" y="90856"/>
                  </a:lnTo>
                  <a:lnTo>
                    <a:pt x="9622" y="95849"/>
                  </a:lnTo>
                  <a:lnTo>
                    <a:pt x="7920" y="100900"/>
                  </a:lnTo>
                  <a:lnTo>
                    <a:pt x="6379" y="106003"/>
                  </a:lnTo>
                  <a:lnTo>
                    <a:pt x="5001" y="111152"/>
                  </a:lnTo>
                  <a:lnTo>
                    <a:pt x="3789" y="116342"/>
                  </a:lnTo>
                  <a:lnTo>
                    <a:pt x="2743" y="121568"/>
                  </a:lnTo>
                  <a:lnTo>
                    <a:pt x="1863" y="126825"/>
                  </a:lnTo>
                  <a:lnTo>
                    <a:pt x="1152" y="132107"/>
                  </a:lnTo>
                  <a:lnTo>
                    <a:pt x="610" y="137410"/>
                  </a:lnTo>
                  <a:lnTo>
                    <a:pt x="236" y="142727"/>
                  </a:lnTo>
                  <a:lnTo>
                    <a:pt x="33" y="148053"/>
                  </a:lnTo>
                  <a:lnTo>
                    <a:pt x="0" y="153383"/>
                  </a:lnTo>
                  <a:lnTo>
                    <a:pt x="136" y="158711"/>
                  </a:lnTo>
                  <a:lnTo>
                    <a:pt x="442" y="164032"/>
                  </a:lnTo>
                  <a:lnTo>
                    <a:pt x="918" y="169341"/>
                  </a:lnTo>
                  <a:lnTo>
                    <a:pt x="1562" y="174632"/>
                  </a:lnTo>
                  <a:lnTo>
                    <a:pt x="2375" y="179899"/>
                  </a:lnTo>
                  <a:lnTo>
                    <a:pt x="3356" y="185138"/>
                  </a:lnTo>
                  <a:lnTo>
                    <a:pt x="4503" y="190344"/>
                  </a:lnTo>
                  <a:lnTo>
                    <a:pt x="5815" y="195509"/>
                  </a:lnTo>
                  <a:lnTo>
                    <a:pt x="7292" y="200631"/>
                  </a:lnTo>
                  <a:lnTo>
                    <a:pt x="8931" y="205703"/>
                  </a:lnTo>
                  <a:lnTo>
                    <a:pt x="10731" y="210720"/>
                  </a:lnTo>
                  <a:lnTo>
                    <a:pt x="12689" y="215677"/>
                  </a:lnTo>
                  <a:lnTo>
                    <a:pt x="14805" y="220569"/>
                  </a:lnTo>
                  <a:lnTo>
                    <a:pt x="17076" y="225391"/>
                  </a:lnTo>
                  <a:lnTo>
                    <a:pt x="19499" y="230138"/>
                  </a:lnTo>
                  <a:lnTo>
                    <a:pt x="22073" y="234805"/>
                  </a:lnTo>
                  <a:lnTo>
                    <a:pt x="24794" y="239389"/>
                  </a:lnTo>
                  <a:lnTo>
                    <a:pt x="27660" y="243883"/>
                  </a:lnTo>
                  <a:lnTo>
                    <a:pt x="30667" y="248283"/>
                  </a:lnTo>
                  <a:lnTo>
                    <a:pt x="33813" y="252586"/>
                  </a:lnTo>
                  <a:lnTo>
                    <a:pt x="37095" y="256785"/>
                  </a:lnTo>
                  <a:lnTo>
                    <a:pt x="40509" y="260878"/>
                  </a:lnTo>
                  <a:lnTo>
                    <a:pt x="44052" y="264861"/>
                  </a:lnTo>
                  <a:lnTo>
                    <a:pt x="47720" y="268728"/>
                  </a:lnTo>
                  <a:lnTo>
                    <a:pt x="51509" y="272476"/>
                  </a:lnTo>
                  <a:lnTo>
                    <a:pt x="55416" y="276102"/>
                  </a:lnTo>
                  <a:lnTo>
                    <a:pt x="59437" y="279601"/>
                  </a:lnTo>
                  <a:lnTo>
                    <a:pt x="63567" y="282970"/>
                  </a:lnTo>
                  <a:lnTo>
                    <a:pt x="67802" y="286206"/>
                  </a:lnTo>
                  <a:lnTo>
                    <a:pt x="72138" y="289305"/>
                  </a:lnTo>
                  <a:lnTo>
                    <a:pt x="76571" y="292265"/>
                  </a:lnTo>
                  <a:lnTo>
                    <a:pt x="81096" y="295081"/>
                  </a:lnTo>
                  <a:lnTo>
                    <a:pt x="85709" y="297752"/>
                  </a:lnTo>
                  <a:lnTo>
                    <a:pt x="90404" y="300274"/>
                  </a:lnTo>
                  <a:lnTo>
                    <a:pt x="95178" y="302646"/>
                  </a:lnTo>
                  <a:lnTo>
                    <a:pt x="100024" y="304864"/>
                  </a:lnTo>
                  <a:lnTo>
                    <a:pt x="104939" y="306926"/>
                  </a:lnTo>
                  <a:lnTo>
                    <a:pt x="109917" y="308831"/>
                  </a:lnTo>
                  <a:lnTo>
                    <a:pt x="114953" y="310576"/>
                  </a:lnTo>
                  <a:lnTo>
                    <a:pt x="120042" y="312160"/>
                  </a:lnTo>
                  <a:lnTo>
                    <a:pt x="125180" y="313580"/>
                  </a:lnTo>
                  <a:lnTo>
                    <a:pt x="130360" y="314836"/>
                  </a:lnTo>
                  <a:lnTo>
                    <a:pt x="135577" y="315927"/>
                  </a:lnTo>
                  <a:lnTo>
                    <a:pt x="140826" y="316850"/>
                  </a:lnTo>
                  <a:lnTo>
                    <a:pt x="146102" y="317606"/>
                  </a:lnTo>
                  <a:lnTo>
                    <a:pt x="151400" y="318193"/>
                  </a:lnTo>
                  <a:lnTo>
                    <a:pt x="156714" y="318611"/>
                  </a:lnTo>
                  <a:lnTo>
                    <a:pt x="162038" y="318859"/>
                  </a:lnTo>
                  <a:lnTo>
                    <a:pt x="167367" y="318937"/>
                  </a:lnTo>
                  <a:lnTo>
                    <a:pt x="172696" y="318845"/>
                  </a:lnTo>
                  <a:lnTo>
                    <a:pt x="178020" y="318584"/>
                  </a:lnTo>
                  <a:lnTo>
                    <a:pt x="183333" y="318153"/>
                  </a:lnTo>
                  <a:lnTo>
                    <a:pt x="188629" y="317553"/>
                  </a:lnTo>
                  <a:lnTo>
                    <a:pt x="193903" y="316784"/>
                  </a:lnTo>
                  <a:lnTo>
                    <a:pt x="199150" y="315848"/>
                  </a:lnTo>
                  <a:lnTo>
                    <a:pt x="204365" y="314744"/>
                  </a:lnTo>
                  <a:lnTo>
                    <a:pt x="209541" y="313475"/>
                  </a:lnTo>
                  <a:lnTo>
                    <a:pt x="214675" y="312042"/>
                  </a:lnTo>
                  <a:lnTo>
                    <a:pt x="219760" y="310446"/>
                  </a:lnTo>
                  <a:lnTo>
                    <a:pt x="224792" y="308688"/>
                  </a:lnTo>
                  <a:lnTo>
                    <a:pt x="229766" y="306771"/>
                  </a:lnTo>
                  <a:lnTo>
                    <a:pt x="234675" y="304696"/>
                  </a:lnTo>
                  <a:lnTo>
                    <a:pt x="239516" y="302466"/>
                  </a:lnTo>
                  <a:lnTo>
                    <a:pt x="244284" y="300083"/>
                  </a:lnTo>
                  <a:lnTo>
                    <a:pt x="248973" y="297549"/>
                  </a:lnTo>
                  <a:lnTo>
                    <a:pt x="253579" y="294866"/>
                  </a:lnTo>
                  <a:lnTo>
                    <a:pt x="258097" y="292039"/>
                  </a:lnTo>
                  <a:lnTo>
                    <a:pt x="262522" y="289068"/>
                  </a:lnTo>
                  <a:lnTo>
                    <a:pt x="266851" y="285958"/>
                  </a:lnTo>
                  <a:lnTo>
                    <a:pt x="271078" y="282712"/>
                  </a:lnTo>
                  <a:lnTo>
                    <a:pt x="167159" y="15177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728472" y="2126963"/>
              <a:ext cx="167167" cy="298109"/>
            </a:xfrm>
            <a:custGeom>
              <a:avLst/>
              <a:pathLst>
                <a:path w="167167" h="298109">
                  <a:moveTo>
                    <a:pt x="103918" y="298109"/>
                  </a:moveTo>
                  <a:lnTo>
                    <a:pt x="108066" y="294708"/>
                  </a:lnTo>
                  <a:lnTo>
                    <a:pt x="112102" y="291175"/>
                  </a:lnTo>
                  <a:lnTo>
                    <a:pt x="116023" y="287515"/>
                  </a:lnTo>
                  <a:lnTo>
                    <a:pt x="119824" y="283730"/>
                  </a:lnTo>
                  <a:lnTo>
                    <a:pt x="123502" y="279826"/>
                  </a:lnTo>
                  <a:lnTo>
                    <a:pt x="127053" y="275806"/>
                  </a:lnTo>
                  <a:lnTo>
                    <a:pt x="130473" y="271674"/>
                  </a:lnTo>
                  <a:lnTo>
                    <a:pt x="133758" y="267434"/>
                  </a:lnTo>
                  <a:lnTo>
                    <a:pt x="136906" y="263091"/>
                  </a:lnTo>
                  <a:lnTo>
                    <a:pt x="139913" y="258650"/>
                  </a:lnTo>
                  <a:lnTo>
                    <a:pt x="142776" y="254114"/>
                  </a:lnTo>
                  <a:lnTo>
                    <a:pt x="145492" y="249489"/>
                  </a:lnTo>
                  <a:lnTo>
                    <a:pt x="148058" y="244778"/>
                  </a:lnTo>
                  <a:lnTo>
                    <a:pt x="150472" y="239988"/>
                  </a:lnTo>
                  <a:lnTo>
                    <a:pt x="152731" y="235123"/>
                  </a:lnTo>
                  <a:lnTo>
                    <a:pt x="154832" y="230189"/>
                  </a:lnTo>
                  <a:lnTo>
                    <a:pt x="156775" y="225189"/>
                  </a:lnTo>
                  <a:lnTo>
                    <a:pt x="158555" y="220129"/>
                  </a:lnTo>
                  <a:lnTo>
                    <a:pt x="160173" y="215015"/>
                  </a:lnTo>
                  <a:lnTo>
                    <a:pt x="161625" y="209852"/>
                  </a:lnTo>
                  <a:lnTo>
                    <a:pt x="162912" y="204644"/>
                  </a:lnTo>
                  <a:lnTo>
                    <a:pt x="164030" y="199399"/>
                  </a:lnTo>
                  <a:lnTo>
                    <a:pt x="164980" y="194120"/>
                  </a:lnTo>
                  <a:lnTo>
                    <a:pt x="165760" y="188813"/>
                  </a:lnTo>
                  <a:lnTo>
                    <a:pt x="166369" y="183484"/>
                  </a:lnTo>
                  <a:lnTo>
                    <a:pt x="166807" y="178138"/>
                  </a:lnTo>
                  <a:lnTo>
                    <a:pt x="167073" y="172781"/>
                  </a:lnTo>
                  <a:lnTo>
                    <a:pt x="167167" y="167418"/>
                  </a:lnTo>
                  <a:lnTo>
                    <a:pt x="167089" y="162054"/>
                  </a:lnTo>
                  <a:lnTo>
                    <a:pt x="166839" y="156696"/>
                  </a:lnTo>
                  <a:lnTo>
                    <a:pt x="166417" y="151349"/>
                  </a:lnTo>
                  <a:lnTo>
                    <a:pt x="165824" y="146018"/>
                  </a:lnTo>
                  <a:lnTo>
                    <a:pt x="165060" y="140709"/>
                  </a:lnTo>
                  <a:lnTo>
                    <a:pt x="164126" y="135427"/>
                  </a:lnTo>
                  <a:lnTo>
                    <a:pt x="163023" y="130178"/>
                  </a:lnTo>
                  <a:lnTo>
                    <a:pt x="161753" y="124967"/>
                  </a:lnTo>
                  <a:lnTo>
                    <a:pt x="160316" y="119799"/>
                  </a:lnTo>
                  <a:lnTo>
                    <a:pt x="158713" y="114681"/>
                  </a:lnTo>
                  <a:lnTo>
                    <a:pt x="156948" y="109616"/>
                  </a:lnTo>
                  <a:lnTo>
                    <a:pt x="155021" y="104610"/>
                  </a:lnTo>
                  <a:lnTo>
                    <a:pt x="152934" y="99669"/>
                  </a:lnTo>
                  <a:lnTo>
                    <a:pt x="150690" y="94797"/>
                  </a:lnTo>
                  <a:lnTo>
                    <a:pt x="148290" y="90000"/>
                  </a:lnTo>
                  <a:lnTo>
                    <a:pt x="145738" y="85282"/>
                  </a:lnTo>
                  <a:lnTo>
                    <a:pt x="143036" y="80649"/>
                  </a:lnTo>
                  <a:lnTo>
                    <a:pt x="140187" y="76104"/>
                  </a:lnTo>
                  <a:lnTo>
                    <a:pt x="137193" y="71654"/>
                  </a:lnTo>
                  <a:lnTo>
                    <a:pt x="134058" y="67301"/>
                  </a:lnTo>
                  <a:lnTo>
                    <a:pt x="130786" y="63052"/>
                  </a:lnTo>
                  <a:lnTo>
                    <a:pt x="127378" y="58909"/>
                  </a:lnTo>
                  <a:lnTo>
                    <a:pt x="123839" y="54879"/>
                  </a:lnTo>
                  <a:lnTo>
                    <a:pt x="120173" y="50963"/>
                  </a:lnTo>
                  <a:lnTo>
                    <a:pt x="116383" y="47168"/>
                  </a:lnTo>
                  <a:lnTo>
                    <a:pt x="112473" y="43496"/>
                  </a:lnTo>
                  <a:lnTo>
                    <a:pt x="108448" y="39951"/>
                  </a:lnTo>
                  <a:lnTo>
                    <a:pt x="104311" y="36537"/>
                  </a:lnTo>
                  <a:lnTo>
                    <a:pt x="100066" y="33258"/>
                  </a:lnTo>
                  <a:lnTo>
                    <a:pt x="95718" y="30116"/>
                  </a:lnTo>
                  <a:lnTo>
                    <a:pt x="91272" y="27116"/>
                  </a:lnTo>
                  <a:lnTo>
                    <a:pt x="86732" y="24260"/>
                  </a:lnTo>
                  <a:lnTo>
                    <a:pt x="82103" y="21551"/>
                  </a:lnTo>
                  <a:lnTo>
                    <a:pt x="77389" y="18992"/>
                  </a:lnTo>
                  <a:lnTo>
                    <a:pt x="72595" y="16585"/>
                  </a:lnTo>
                  <a:lnTo>
                    <a:pt x="67727" y="14334"/>
                  </a:lnTo>
                  <a:lnTo>
                    <a:pt x="62789" y="12240"/>
                  </a:lnTo>
                  <a:lnTo>
                    <a:pt x="57786" y="10305"/>
                  </a:lnTo>
                  <a:lnTo>
                    <a:pt x="52724" y="8532"/>
                  </a:lnTo>
                  <a:lnTo>
                    <a:pt x="47607" y="6922"/>
                  </a:lnTo>
                  <a:lnTo>
                    <a:pt x="42442" y="5477"/>
                  </a:lnTo>
                  <a:lnTo>
                    <a:pt x="37233" y="4199"/>
                  </a:lnTo>
                  <a:lnTo>
                    <a:pt x="31985" y="3088"/>
                  </a:lnTo>
                  <a:lnTo>
                    <a:pt x="26705" y="2146"/>
                  </a:lnTo>
                  <a:lnTo>
                    <a:pt x="21397" y="1375"/>
                  </a:lnTo>
                  <a:lnTo>
                    <a:pt x="16067" y="773"/>
                  </a:lnTo>
                  <a:lnTo>
                    <a:pt x="10720" y="344"/>
                  </a:lnTo>
                  <a:lnTo>
                    <a:pt x="5363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380808" y="1681503"/>
              <a:ext cx="42426" cy="167167"/>
            </a:xfrm>
            <a:custGeom>
              <a:avLst/>
              <a:pathLst>
                <a:path w="42426" h="167167">
                  <a:moveTo>
                    <a:pt x="42426" y="0"/>
                  </a:moveTo>
                  <a:lnTo>
                    <a:pt x="36300" y="112"/>
                  </a:lnTo>
                  <a:lnTo>
                    <a:pt x="30181" y="449"/>
                  </a:lnTo>
                  <a:lnTo>
                    <a:pt x="24079" y="1009"/>
                  </a:lnTo>
                  <a:lnTo>
                    <a:pt x="18002" y="1793"/>
                  </a:lnTo>
                  <a:lnTo>
                    <a:pt x="11958" y="2800"/>
                  </a:lnTo>
                  <a:lnTo>
                    <a:pt x="5954" y="4027"/>
                  </a:lnTo>
                  <a:lnTo>
                    <a:pt x="0" y="5473"/>
                  </a:lnTo>
                  <a:lnTo>
                    <a:pt x="42426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380808" y="168697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380808" y="168697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380808" y="168697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80808" y="168697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80808" y="168697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80808" y="168697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80808" y="168697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80808" y="168697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80808" y="168697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80808" y="168697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80808" y="168697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80808" y="168697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80808" y="168697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80808" y="168697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80808" y="168697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80808" y="168697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80808" y="168697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80808" y="168697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80808" y="168697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80808" y="168697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80808" y="168697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80808" y="168697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256086" y="1686976"/>
              <a:ext cx="334303" cy="328861"/>
            </a:xfrm>
            <a:custGeom>
              <a:avLst/>
              <a:pathLst>
                <a:path w="334303" h="328861">
                  <a:moveTo>
                    <a:pt x="124721" y="0"/>
                  </a:moveTo>
                  <a:lnTo>
                    <a:pt x="119620" y="1425"/>
                  </a:lnTo>
                  <a:lnTo>
                    <a:pt x="114566" y="3011"/>
                  </a:lnTo>
                  <a:lnTo>
                    <a:pt x="109565" y="4757"/>
                  </a:lnTo>
                  <a:lnTo>
                    <a:pt x="104622" y="6660"/>
                  </a:lnTo>
                  <a:lnTo>
                    <a:pt x="99741" y="8719"/>
                  </a:lnTo>
                  <a:lnTo>
                    <a:pt x="94929" y="10931"/>
                  </a:lnTo>
                  <a:lnTo>
                    <a:pt x="90188" y="13295"/>
                  </a:lnTo>
                  <a:lnTo>
                    <a:pt x="85525" y="15808"/>
                  </a:lnTo>
                  <a:lnTo>
                    <a:pt x="80944" y="18467"/>
                  </a:lnTo>
                  <a:lnTo>
                    <a:pt x="76450" y="21270"/>
                  </a:lnTo>
                  <a:lnTo>
                    <a:pt x="72047" y="24214"/>
                  </a:lnTo>
                  <a:lnTo>
                    <a:pt x="67739" y="27296"/>
                  </a:lnTo>
                  <a:lnTo>
                    <a:pt x="63531" y="30513"/>
                  </a:lnTo>
                  <a:lnTo>
                    <a:pt x="59426" y="33861"/>
                  </a:lnTo>
                  <a:lnTo>
                    <a:pt x="55431" y="37338"/>
                  </a:lnTo>
                  <a:lnTo>
                    <a:pt x="51547" y="40940"/>
                  </a:lnTo>
                  <a:lnTo>
                    <a:pt x="47779" y="44663"/>
                  </a:lnTo>
                  <a:lnTo>
                    <a:pt x="44131" y="48504"/>
                  </a:lnTo>
                  <a:lnTo>
                    <a:pt x="40607" y="52458"/>
                  </a:lnTo>
                  <a:lnTo>
                    <a:pt x="37210" y="56522"/>
                  </a:lnTo>
                  <a:lnTo>
                    <a:pt x="33943" y="60692"/>
                  </a:lnTo>
                  <a:lnTo>
                    <a:pt x="30810" y="64963"/>
                  </a:lnTo>
                  <a:lnTo>
                    <a:pt x="27814" y="69331"/>
                  </a:lnTo>
                  <a:lnTo>
                    <a:pt x="24957" y="73792"/>
                  </a:lnTo>
                  <a:lnTo>
                    <a:pt x="22244" y="78341"/>
                  </a:lnTo>
                  <a:lnTo>
                    <a:pt x="19676" y="82973"/>
                  </a:lnTo>
                  <a:lnTo>
                    <a:pt x="17256" y="87685"/>
                  </a:lnTo>
                  <a:lnTo>
                    <a:pt x="14986" y="92471"/>
                  </a:lnTo>
                  <a:lnTo>
                    <a:pt x="12870" y="97327"/>
                  </a:lnTo>
                  <a:lnTo>
                    <a:pt x="10908" y="102247"/>
                  </a:lnTo>
                  <a:lnTo>
                    <a:pt x="9103" y="107227"/>
                  </a:lnTo>
                  <a:lnTo>
                    <a:pt x="7456" y="112261"/>
                  </a:lnTo>
                  <a:lnTo>
                    <a:pt x="5971" y="117346"/>
                  </a:lnTo>
                  <a:lnTo>
                    <a:pt x="4646" y="122474"/>
                  </a:lnTo>
                  <a:lnTo>
                    <a:pt x="3485" y="127642"/>
                  </a:lnTo>
                  <a:lnTo>
                    <a:pt x="2489" y="132845"/>
                  </a:lnTo>
                  <a:lnTo>
                    <a:pt x="1657" y="138076"/>
                  </a:lnTo>
                  <a:lnTo>
                    <a:pt x="992" y="143331"/>
                  </a:lnTo>
                  <a:lnTo>
                    <a:pt x="494" y="148604"/>
                  </a:lnTo>
                  <a:lnTo>
                    <a:pt x="163" y="153891"/>
                  </a:lnTo>
                  <a:lnTo>
                    <a:pt x="0" y="159185"/>
                  </a:lnTo>
                  <a:lnTo>
                    <a:pt x="4" y="164482"/>
                  </a:lnTo>
                  <a:lnTo>
                    <a:pt x="176" y="169776"/>
                  </a:lnTo>
                  <a:lnTo>
                    <a:pt x="516" y="175062"/>
                  </a:lnTo>
                  <a:lnTo>
                    <a:pt x="1023" y="180335"/>
                  </a:lnTo>
                  <a:lnTo>
                    <a:pt x="1697" y="185588"/>
                  </a:lnTo>
                  <a:lnTo>
                    <a:pt x="2537" y="190818"/>
                  </a:lnTo>
                  <a:lnTo>
                    <a:pt x="3543" y="196019"/>
                  </a:lnTo>
                  <a:lnTo>
                    <a:pt x="4712" y="201185"/>
                  </a:lnTo>
                  <a:lnTo>
                    <a:pt x="6045" y="206312"/>
                  </a:lnTo>
                  <a:lnTo>
                    <a:pt x="7540" y="211393"/>
                  </a:lnTo>
                  <a:lnTo>
                    <a:pt x="9194" y="216425"/>
                  </a:lnTo>
                  <a:lnTo>
                    <a:pt x="11008" y="221402"/>
                  </a:lnTo>
                  <a:lnTo>
                    <a:pt x="12978" y="226319"/>
                  </a:lnTo>
                  <a:lnTo>
                    <a:pt x="15103" y="231171"/>
                  </a:lnTo>
                  <a:lnTo>
                    <a:pt x="17380" y="235953"/>
                  </a:lnTo>
                  <a:lnTo>
                    <a:pt x="19808" y="240661"/>
                  </a:lnTo>
                  <a:lnTo>
                    <a:pt x="22384" y="245289"/>
                  </a:lnTo>
                  <a:lnTo>
                    <a:pt x="25105" y="249834"/>
                  </a:lnTo>
                  <a:lnTo>
                    <a:pt x="27969" y="254290"/>
                  </a:lnTo>
                  <a:lnTo>
                    <a:pt x="30972" y="258653"/>
                  </a:lnTo>
                  <a:lnTo>
                    <a:pt x="34112" y="262918"/>
                  </a:lnTo>
                  <a:lnTo>
                    <a:pt x="37386" y="267082"/>
                  </a:lnTo>
                  <a:lnTo>
                    <a:pt x="40790" y="271140"/>
                  </a:lnTo>
                  <a:lnTo>
                    <a:pt x="44321" y="275089"/>
                  </a:lnTo>
                  <a:lnTo>
                    <a:pt x="47976" y="278923"/>
                  </a:lnTo>
                  <a:lnTo>
                    <a:pt x="51750" y="282640"/>
                  </a:lnTo>
                  <a:lnTo>
                    <a:pt x="55639" y="286235"/>
                  </a:lnTo>
                  <a:lnTo>
                    <a:pt x="59641" y="289706"/>
                  </a:lnTo>
                  <a:lnTo>
                    <a:pt x="63751" y="293048"/>
                  </a:lnTo>
                  <a:lnTo>
                    <a:pt x="67964" y="296257"/>
                  </a:lnTo>
                  <a:lnTo>
                    <a:pt x="72277" y="299332"/>
                  </a:lnTo>
                  <a:lnTo>
                    <a:pt x="76686" y="302269"/>
                  </a:lnTo>
                  <a:lnTo>
                    <a:pt x="81185" y="305064"/>
                  </a:lnTo>
                  <a:lnTo>
                    <a:pt x="85770" y="307716"/>
                  </a:lnTo>
                  <a:lnTo>
                    <a:pt x="90437" y="310221"/>
                  </a:lnTo>
                  <a:lnTo>
                    <a:pt x="95182" y="312577"/>
                  </a:lnTo>
                  <a:lnTo>
                    <a:pt x="99998" y="314781"/>
                  </a:lnTo>
                  <a:lnTo>
                    <a:pt x="104882" y="316832"/>
                  </a:lnTo>
                  <a:lnTo>
                    <a:pt x="109828" y="318726"/>
                  </a:lnTo>
                  <a:lnTo>
                    <a:pt x="114832" y="320464"/>
                  </a:lnTo>
                  <a:lnTo>
                    <a:pt x="119889" y="322041"/>
                  </a:lnTo>
                  <a:lnTo>
                    <a:pt x="124992" y="323458"/>
                  </a:lnTo>
                  <a:lnTo>
                    <a:pt x="130139" y="324713"/>
                  </a:lnTo>
                  <a:lnTo>
                    <a:pt x="135322" y="325803"/>
                  </a:lnTo>
                  <a:lnTo>
                    <a:pt x="140537" y="326729"/>
                  </a:lnTo>
                  <a:lnTo>
                    <a:pt x="145779" y="327489"/>
                  </a:lnTo>
                  <a:lnTo>
                    <a:pt x="151043" y="328083"/>
                  </a:lnTo>
                  <a:lnTo>
                    <a:pt x="156323" y="328510"/>
                  </a:lnTo>
                  <a:lnTo>
                    <a:pt x="161613" y="328769"/>
                  </a:lnTo>
                  <a:lnTo>
                    <a:pt x="166909" y="328861"/>
                  </a:lnTo>
                  <a:lnTo>
                    <a:pt x="172206" y="328784"/>
                  </a:lnTo>
                  <a:lnTo>
                    <a:pt x="177497" y="328540"/>
                  </a:lnTo>
                  <a:lnTo>
                    <a:pt x="182778" y="328129"/>
                  </a:lnTo>
                  <a:lnTo>
                    <a:pt x="188043" y="327550"/>
                  </a:lnTo>
                  <a:lnTo>
                    <a:pt x="193287" y="326805"/>
                  </a:lnTo>
                  <a:lnTo>
                    <a:pt x="198505" y="325894"/>
                  </a:lnTo>
                  <a:lnTo>
                    <a:pt x="203692" y="324818"/>
                  </a:lnTo>
                  <a:lnTo>
                    <a:pt x="208841" y="323578"/>
                  </a:lnTo>
                  <a:lnTo>
                    <a:pt x="213949" y="322176"/>
                  </a:lnTo>
                  <a:lnTo>
                    <a:pt x="219010" y="320612"/>
                  </a:lnTo>
                  <a:lnTo>
                    <a:pt x="224019" y="318890"/>
                  </a:lnTo>
                  <a:lnTo>
                    <a:pt x="228971" y="317009"/>
                  </a:lnTo>
                  <a:lnTo>
                    <a:pt x="233860" y="314972"/>
                  </a:lnTo>
                  <a:lnTo>
                    <a:pt x="238683" y="312782"/>
                  </a:lnTo>
                  <a:lnTo>
                    <a:pt x="243434" y="310439"/>
                  </a:lnTo>
                  <a:lnTo>
                    <a:pt x="248108" y="307948"/>
                  </a:lnTo>
                  <a:lnTo>
                    <a:pt x="252701" y="305309"/>
                  </a:lnTo>
                  <a:lnTo>
                    <a:pt x="257208" y="302527"/>
                  </a:lnTo>
                  <a:lnTo>
                    <a:pt x="261625" y="299603"/>
                  </a:lnTo>
                  <a:lnTo>
                    <a:pt x="265947" y="296540"/>
                  </a:lnTo>
                  <a:lnTo>
                    <a:pt x="270170" y="293343"/>
                  </a:lnTo>
                  <a:lnTo>
                    <a:pt x="274289" y="290013"/>
                  </a:lnTo>
                  <a:lnTo>
                    <a:pt x="278301" y="286554"/>
                  </a:lnTo>
                  <a:lnTo>
                    <a:pt x="282201" y="282969"/>
                  </a:lnTo>
                  <a:lnTo>
                    <a:pt x="285985" y="279263"/>
                  </a:lnTo>
                  <a:lnTo>
                    <a:pt x="289650" y="275439"/>
                  </a:lnTo>
                  <a:lnTo>
                    <a:pt x="293193" y="271501"/>
                  </a:lnTo>
                  <a:lnTo>
                    <a:pt x="296608" y="267453"/>
                  </a:lnTo>
                  <a:lnTo>
                    <a:pt x="299894" y="263298"/>
                  </a:lnTo>
                  <a:lnTo>
                    <a:pt x="303046" y="259041"/>
                  </a:lnTo>
                  <a:lnTo>
                    <a:pt x="306062" y="254687"/>
                  </a:lnTo>
                  <a:lnTo>
                    <a:pt x="308939" y="250239"/>
                  </a:lnTo>
                  <a:lnTo>
                    <a:pt x="311673" y="245702"/>
                  </a:lnTo>
                  <a:lnTo>
                    <a:pt x="314262" y="241081"/>
                  </a:lnTo>
                  <a:lnTo>
                    <a:pt x="316703" y="236381"/>
                  </a:lnTo>
                  <a:lnTo>
                    <a:pt x="318994" y="231605"/>
                  </a:lnTo>
                  <a:lnTo>
                    <a:pt x="321133" y="226759"/>
                  </a:lnTo>
                  <a:lnTo>
                    <a:pt x="323117" y="221848"/>
                  </a:lnTo>
                  <a:lnTo>
                    <a:pt x="324945" y="216876"/>
                  </a:lnTo>
                  <a:lnTo>
                    <a:pt x="326614" y="211849"/>
                  </a:lnTo>
                  <a:lnTo>
                    <a:pt x="328123" y="206772"/>
                  </a:lnTo>
                  <a:lnTo>
                    <a:pt x="329470" y="201649"/>
                  </a:lnTo>
                  <a:lnTo>
                    <a:pt x="330655" y="196486"/>
                  </a:lnTo>
                  <a:lnTo>
                    <a:pt x="331675" y="191289"/>
                  </a:lnTo>
                  <a:lnTo>
                    <a:pt x="332530" y="186061"/>
                  </a:lnTo>
                  <a:lnTo>
                    <a:pt x="333219" y="180809"/>
                  </a:lnTo>
                  <a:lnTo>
                    <a:pt x="333741" y="175538"/>
                  </a:lnTo>
                  <a:lnTo>
                    <a:pt x="334096" y="170253"/>
                  </a:lnTo>
                  <a:lnTo>
                    <a:pt x="334284" y="164960"/>
                  </a:lnTo>
                  <a:lnTo>
                    <a:pt x="334303" y="159663"/>
                  </a:lnTo>
                  <a:lnTo>
                    <a:pt x="334155" y="154368"/>
                  </a:lnTo>
                  <a:lnTo>
                    <a:pt x="333839" y="149081"/>
                  </a:lnTo>
                  <a:lnTo>
                    <a:pt x="333356" y="143806"/>
                  </a:lnTo>
                  <a:lnTo>
                    <a:pt x="332706" y="138549"/>
                  </a:lnTo>
                  <a:lnTo>
                    <a:pt x="331889" y="133315"/>
                  </a:lnTo>
                  <a:lnTo>
                    <a:pt x="330907" y="128110"/>
                  </a:lnTo>
                  <a:lnTo>
                    <a:pt x="329761" y="122939"/>
                  </a:lnTo>
                  <a:lnTo>
                    <a:pt x="328452" y="117806"/>
                  </a:lnTo>
                  <a:lnTo>
                    <a:pt x="326980" y="112718"/>
                  </a:lnTo>
                  <a:lnTo>
                    <a:pt x="325349" y="107679"/>
                  </a:lnTo>
                  <a:lnTo>
                    <a:pt x="323558" y="102694"/>
                  </a:lnTo>
                  <a:lnTo>
                    <a:pt x="321610" y="97768"/>
                  </a:lnTo>
                  <a:lnTo>
                    <a:pt x="319507" y="92906"/>
                  </a:lnTo>
                  <a:lnTo>
                    <a:pt x="317251" y="88114"/>
                  </a:lnTo>
                  <a:lnTo>
                    <a:pt x="314845" y="83395"/>
                  </a:lnTo>
                  <a:lnTo>
                    <a:pt x="312290" y="78755"/>
                  </a:lnTo>
                  <a:lnTo>
                    <a:pt x="309590" y="74198"/>
                  </a:lnTo>
                  <a:lnTo>
                    <a:pt x="306746" y="69729"/>
                  </a:lnTo>
                  <a:lnTo>
                    <a:pt x="303762" y="65353"/>
                  </a:lnTo>
                  <a:lnTo>
                    <a:pt x="300642" y="61073"/>
                  </a:lnTo>
                  <a:lnTo>
                    <a:pt x="297387" y="56894"/>
                  </a:lnTo>
                  <a:lnTo>
                    <a:pt x="294001" y="52820"/>
                  </a:lnTo>
                  <a:lnTo>
                    <a:pt x="290488" y="48856"/>
                  </a:lnTo>
                  <a:lnTo>
                    <a:pt x="286851" y="45005"/>
                  </a:lnTo>
                  <a:lnTo>
                    <a:pt x="283094" y="41271"/>
                  </a:lnTo>
                  <a:lnTo>
                    <a:pt x="279221" y="37658"/>
                  </a:lnTo>
                  <a:lnTo>
                    <a:pt x="275235" y="34170"/>
                  </a:lnTo>
                  <a:lnTo>
                    <a:pt x="271140" y="30809"/>
                  </a:lnTo>
                  <a:lnTo>
                    <a:pt x="266941" y="27580"/>
                  </a:lnTo>
                  <a:lnTo>
                    <a:pt x="262642" y="24486"/>
                  </a:lnTo>
                  <a:lnTo>
                    <a:pt x="258247" y="21530"/>
                  </a:lnTo>
                  <a:lnTo>
                    <a:pt x="253761" y="18714"/>
                  </a:lnTo>
                  <a:lnTo>
                    <a:pt x="249188" y="16041"/>
                  </a:lnTo>
                  <a:lnTo>
                    <a:pt x="244532" y="13515"/>
                  </a:lnTo>
                  <a:lnTo>
                    <a:pt x="239798" y="11138"/>
                  </a:lnTo>
                  <a:lnTo>
                    <a:pt x="234992" y="8912"/>
                  </a:lnTo>
                  <a:lnTo>
                    <a:pt x="167148" y="16169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423235" y="1681503"/>
              <a:ext cx="67843" cy="167167"/>
            </a:xfrm>
            <a:custGeom>
              <a:avLst/>
              <a:pathLst>
                <a:path w="67843" h="167167">
                  <a:moveTo>
                    <a:pt x="67843" y="14385"/>
                  </a:moveTo>
                  <a:lnTo>
                    <a:pt x="62483" y="12116"/>
                  </a:lnTo>
                  <a:lnTo>
                    <a:pt x="57046" y="10034"/>
                  </a:lnTo>
                  <a:lnTo>
                    <a:pt x="51541" y="8143"/>
                  </a:lnTo>
                  <a:lnTo>
                    <a:pt x="45972" y="6445"/>
                  </a:lnTo>
                  <a:lnTo>
                    <a:pt x="40348" y="4942"/>
                  </a:lnTo>
                  <a:lnTo>
                    <a:pt x="34676" y="3636"/>
                  </a:lnTo>
                  <a:lnTo>
                    <a:pt x="28961" y="2527"/>
                  </a:lnTo>
                  <a:lnTo>
                    <a:pt x="23211" y="1619"/>
                  </a:lnTo>
                  <a:lnTo>
                    <a:pt x="17433" y="911"/>
                  </a:lnTo>
                  <a:lnTo>
                    <a:pt x="11633" y="405"/>
                  </a:lnTo>
                  <a:lnTo>
                    <a:pt x="5820" y="10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853880" y="1322571"/>
              <a:ext cx="334325" cy="334324"/>
            </a:xfrm>
            <a:custGeom>
              <a:avLst/>
              <a:pathLst>
                <a:path w="334325" h="334324">
                  <a:moveTo>
                    <a:pt x="167158" y="0"/>
                  </a:moveTo>
                  <a:lnTo>
                    <a:pt x="161873" y="83"/>
                  </a:lnTo>
                  <a:lnTo>
                    <a:pt x="156593" y="334"/>
                  </a:lnTo>
                  <a:lnTo>
                    <a:pt x="151323" y="751"/>
                  </a:lnTo>
                  <a:lnTo>
                    <a:pt x="146070" y="1335"/>
                  </a:lnTo>
                  <a:lnTo>
                    <a:pt x="140837" y="2085"/>
                  </a:lnTo>
                  <a:lnTo>
                    <a:pt x="135631" y="2999"/>
                  </a:lnTo>
                  <a:lnTo>
                    <a:pt x="130456" y="4078"/>
                  </a:lnTo>
                  <a:lnTo>
                    <a:pt x="125318" y="5320"/>
                  </a:lnTo>
                  <a:lnTo>
                    <a:pt x="120222" y="6724"/>
                  </a:lnTo>
                  <a:lnTo>
                    <a:pt x="115173" y="8288"/>
                  </a:lnTo>
                  <a:lnTo>
                    <a:pt x="110175" y="10011"/>
                  </a:lnTo>
                  <a:lnTo>
                    <a:pt x="105235" y="11891"/>
                  </a:lnTo>
                  <a:lnTo>
                    <a:pt x="100357" y="13927"/>
                  </a:lnTo>
                  <a:lnTo>
                    <a:pt x="95545" y="16115"/>
                  </a:lnTo>
                  <a:lnTo>
                    <a:pt x="90805" y="18455"/>
                  </a:lnTo>
                  <a:lnTo>
                    <a:pt x="86142" y="20944"/>
                  </a:lnTo>
                  <a:lnTo>
                    <a:pt x="81559" y="23578"/>
                  </a:lnTo>
                  <a:lnTo>
                    <a:pt x="77062" y="26356"/>
                  </a:lnTo>
                  <a:lnTo>
                    <a:pt x="72655" y="29275"/>
                  </a:lnTo>
                  <a:lnTo>
                    <a:pt x="68342" y="32332"/>
                  </a:lnTo>
                  <a:lnTo>
                    <a:pt x="64129" y="35524"/>
                  </a:lnTo>
                  <a:lnTo>
                    <a:pt x="60018" y="38847"/>
                  </a:lnTo>
                  <a:lnTo>
                    <a:pt x="56015" y="42299"/>
                  </a:lnTo>
                  <a:lnTo>
                    <a:pt x="52122" y="45875"/>
                  </a:lnTo>
                  <a:lnTo>
                    <a:pt x="48345" y="49573"/>
                  </a:lnTo>
                  <a:lnTo>
                    <a:pt x="44686" y="53388"/>
                  </a:lnTo>
                  <a:lnTo>
                    <a:pt x="41150" y="57317"/>
                  </a:lnTo>
                  <a:lnTo>
                    <a:pt x="37740" y="61356"/>
                  </a:lnTo>
                  <a:lnTo>
                    <a:pt x="34459" y="65501"/>
                  </a:lnTo>
                  <a:lnTo>
                    <a:pt x="31311" y="69747"/>
                  </a:lnTo>
                  <a:lnTo>
                    <a:pt x="28299" y="74091"/>
                  </a:lnTo>
                  <a:lnTo>
                    <a:pt x="25426" y="78528"/>
                  </a:lnTo>
                  <a:lnTo>
                    <a:pt x="22694" y="83053"/>
                  </a:lnTo>
                  <a:lnTo>
                    <a:pt x="20107" y="87663"/>
                  </a:lnTo>
                  <a:lnTo>
                    <a:pt x="17667" y="92352"/>
                  </a:lnTo>
                  <a:lnTo>
                    <a:pt x="15376" y="97116"/>
                  </a:lnTo>
                  <a:lnTo>
                    <a:pt x="13237" y="101949"/>
                  </a:lnTo>
                  <a:lnTo>
                    <a:pt x="11252" y="106849"/>
                  </a:lnTo>
                  <a:lnTo>
                    <a:pt x="9423" y="111808"/>
                  </a:lnTo>
                  <a:lnTo>
                    <a:pt x="7752" y="116823"/>
                  </a:lnTo>
                  <a:lnTo>
                    <a:pt x="6240" y="121888"/>
                  </a:lnTo>
                  <a:lnTo>
                    <a:pt x="4888" y="126998"/>
                  </a:lnTo>
                  <a:lnTo>
                    <a:pt x="3700" y="132149"/>
                  </a:lnTo>
                  <a:lnTo>
                    <a:pt x="2674" y="137334"/>
                  </a:lnTo>
                  <a:lnTo>
                    <a:pt x="1813" y="142550"/>
                  </a:lnTo>
                  <a:lnTo>
                    <a:pt x="1117" y="147790"/>
                  </a:lnTo>
                  <a:lnTo>
                    <a:pt x="588" y="153049"/>
                  </a:lnTo>
                  <a:lnTo>
                    <a:pt x="225" y="158323"/>
                  </a:lnTo>
                  <a:lnTo>
                    <a:pt x="29" y="163605"/>
                  </a:lnTo>
                  <a:lnTo>
                    <a:pt x="0" y="168891"/>
                  </a:lnTo>
                  <a:lnTo>
                    <a:pt x="138" y="174175"/>
                  </a:lnTo>
                  <a:lnTo>
                    <a:pt x="443" y="179452"/>
                  </a:lnTo>
                  <a:lnTo>
                    <a:pt x="914" y="184717"/>
                  </a:lnTo>
                  <a:lnTo>
                    <a:pt x="1552" y="189964"/>
                  </a:lnTo>
                  <a:lnTo>
                    <a:pt x="2356" y="195189"/>
                  </a:lnTo>
                  <a:lnTo>
                    <a:pt x="3324" y="200385"/>
                  </a:lnTo>
                  <a:lnTo>
                    <a:pt x="4457" y="205549"/>
                  </a:lnTo>
                  <a:lnTo>
                    <a:pt x="5751" y="210674"/>
                  </a:lnTo>
                  <a:lnTo>
                    <a:pt x="7208" y="215755"/>
                  </a:lnTo>
                  <a:lnTo>
                    <a:pt x="8824" y="220788"/>
                  </a:lnTo>
                  <a:lnTo>
                    <a:pt x="10598" y="225767"/>
                  </a:lnTo>
                  <a:lnTo>
                    <a:pt x="12529" y="230688"/>
                  </a:lnTo>
                  <a:lnTo>
                    <a:pt x="14615" y="235545"/>
                  </a:lnTo>
                  <a:lnTo>
                    <a:pt x="16853" y="240334"/>
                  </a:lnTo>
                  <a:lnTo>
                    <a:pt x="19242" y="245049"/>
                  </a:lnTo>
                  <a:lnTo>
                    <a:pt x="21778" y="249687"/>
                  </a:lnTo>
                  <a:lnTo>
                    <a:pt x="24460" y="254242"/>
                  </a:lnTo>
                  <a:lnTo>
                    <a:pt x="27284" y="258710"/>
                  </a:lnTo>
                  <a:lnTo>
                    <a:pt x="30248" y="263087"/>
                  </a:lnTo>
                  <a:lnTo>
                    <a:pt x="33349" y="267368"/>
                  </a:lnTo>
                  <a:lnTo>
                    <a:pt x="36584" y="271548"/>
                  </a:lnTo>
                  <a:lnTo>
                    <a:pt x="39950" y="275624"/>
                  </a:lnTo>
                  <a:lnTo>
                    <a:pt x="43443" y="279592"/>
                  </a:lnTo>
                  <a:lnTo>
                    <a:pt x="47059" y="283447"/>
                  </a:lnTo>
                  <a:lnTo>
                    <a:pt x="50795" y="287186"/>
                  </a:lnTo>
                  <a:lnTo>
                    <a:pt x="54648" y="290805"/>
                  </a:lnTo>
                  <a:lnTo>
                    <a:pt x="58613" y="294301"/>
                  </a:lnTo>
                  <a:lnTo>
                    <a:pt x="62687" y="297669"/>
                  </a:lnTo>
                  <a:lnTo>
                    <a:pt x="66866" y="300907"/>
                  </a:lnTo>
                  <a:lnTo>
                    <a:pt x="71144" y="304011"/>
                  </a:lnTo>
                  <a:lnTo>
                    <a:pt x="75519" y="306978"/>
                  </a:lnTo>
                  <a:lnTo>
                    <a:pt x="79985" y="309806"/>
                  </a:lnTo>
                  <a:lnTo>
                    <a:pt x="84538" y="312491"/>
                  </a:lnTo>
                  <a:lnTo>
                    <a:pt x="89174" y="315030"/>
                  </a:lnTo>
                  <a:lnTo>
                    <a:pt x="93888" y="317422"/>
                  </a:lnTo>
                  <a:lnTo>
                    <a:pt x="98676" y="319663"/>
                  </a:lnTo>
                  <a:lnTo>
                    <a:pt x="103531" y="321752"/>
                  </a:lnTo>
                  <a:lnTo>
                    <a:pt x="108451" y="323687"/>
                  </a:lnTo>
                  <a:lnTo>
                    <a:pt x="113429" y="325464"/>
                  </a:lnTo>
                  <a:lnTo>
                    <a:pt x="118460" y="327084"/>
                  </a:lnTo>
                  <a:lnTo>
                    <a:pt x="123541" y="328544"/>
                  </a:lnTo>
                  <a:lnTo>
                    <a:pt x="128665" y="329842"/>
                  </a:lnTo>
                  <a:lnTo>
                    <a:pt x="133827" y="330978"/>
                  </a:lnTo>
                  <a:lnTo>
                    <a:pt x="139023" y="331950"/>
                  </a:lnTo>
                  <a:lnTo>
                    <a:pt x="144247" y="332757"/>
                  </a:lnTo>
                  <a:lnTo>
                    <a:pt x="149494" y="333399"/>
                  </a:lnTo>
                  <a:lnTo>
                    <a:pt x="154759" y="333874"/>
                  </a:lnTo>
                  <a:lnTo>
                    <a:pt x="160036" y="334183"/>
                  </a:lnTo>
                  <a:lnTo>
                    <a:pt x="165320" y="334324"/>
                  </a:lnTo>
                  <a:lnTo>
                    <a:pt x="170606" y="334299"/>
                  </a:lnTo>
                  <a:lnTo>
                    <a:pt x="175888" y="334106"/>
                  </a:lnTo>
                  <a:lnTo>
                    <a:pt x="181162" y="333747"/>
                  </a:lnTo>
                  <a:lnTo>
                    <a:pt x="186422" y="333221"/>
                  </a:lnTo>
                  <a:lnTo>
                    <a:pt x="191662" y="332529"/>
                  </a:lnTo>
                  <a:lnTo>
                    <a:pt x="196878" y="331671"/>
                  </a:lnTo>
                  <a:lnTo>
                    <a:pt x="202064" y="330649"/>
                  </a:lnTo>
                  <a:lnTo>
                    <a:pt x="207216" y="329464"/>
                  </a:lnTo>
                  <a:lnTo>
                    <a:pt x="212327" y="328116"/>
                  </a:lnTo>
                  <a:lnTo>
                    <a:pt x="217393" y="326608"/>
                  </a:lnTo>
                  <a:lnTo>
                    <a:pt x="222409" y="324940"/>
                  </a:lnTo>
                  <a:lnTo>
                    <a:pt x="227370" y="323114"/>
                  </a:lnTo>
                  <a:lnTo>
                    <a:pt x="232270" y="321132"/>
                  </a:lnTo>
                  <a:lnTo>
                    <a:pt x="237105" y="318997"/>
                  </a:lnTo>
                  <a:lnTo>
                    <a:pt x="241871" y="316709"/>
                  </a:lnTo>
                  <a:lnTo>
                    <a:pt x="246562" y="314272"/>
                  </a:lnTo>
                  <a:lnTo>
                    <a:pt x="251173" y="311688"/>
                  </a:lnTo>
                  <a:lnTo>
                    <a:pt x="255700" y="308960"/>
                  </a:lnTo>
                  <a:lnTo>
                    <a:pt x="260139" y="306090"/>
                  </a:lnTo>
                  <a:lnTo>
                    <a:pt x="264485" y="303080"/>
                  </a:lnTo>
                  <a:lnTo>
                    <a:pt x="268733" y="299935"/>
                  </a:lnTo>
                  <a:lnTo>
                    <a:pt x="272880" y="296657"/>
                  </a:lnTo>
                  <a:lnTo>
                    <a:pt x="276922" y="293250"/>
                  </a:lnTo>
                  <a:lnTo>
                    <a:pt x="280853" y="289717"/>
                  </a:lnTo>
                  <a:lnTo>
                    <a:pt x="284671" y="286061"/>
                  </a:lnTo>
                  <a:lnTo>
                    <a:pt x="288371" y="282286"/>
                  </a:lnTo>
                  <a:lnTo>
                    <a:pt x="291950" y="278396"/>
                  </a:lnTo>
                  <a:lnTo>
                    <a:pt x="295405" y="274395"/>
                  </a:lnTo>
                  <a:lnTo>
                    <a:pt x="298731" y="270286"/>
                  </a:lnTo>
                  <a:lnTo>
                    <a:pt x="301925" y="266075"/>
                  </a:lnTo>
                  <a:lnTo>
                    <a:pt x="304985" y="261765"/>
                  </a:lnTo>
                  <a:lnTo>
                    <a:pt x="307907" y="257360"/>
                  </a:lnTo>
                  <a:lnTo>
                    <a:pt x="310688" y="252864"/>
                  </a:lnTo>
                  <a:lnTo>
                    <a:pt x="313326" y="248284"/>
                  </a:lnTo>
                  <a:lnTo>
                    <a:pt x="315817" y="243622"/>
                  </a:lnTo>
                  <a:lnTo>
                    <a:pt x="318160" y="238883"/>
                  </a:lnTo>
                  <a:lnTo>
                    <a:pt x="320352" y="234073"/>
                  </a:lnTo>
                  <a:lnTo>
                    <a:pt x="322391" y="229196"/>
                  </a:lnTo>
                  <a:lnTo>
                    <a:pt x="324275" y="224257"/>
                  </a:lnTo>
                  <a:lnTo>
                    <a:pt x="326001" y="219261"/>
                  </a:lnTo>
                  <a:lnTo>
                    <a:pt x="327569" y="214213"/>
                  </a:lnTo>
                  <a:lnTo>
                    <a:pt x="328976" y="209118"/>
                  </a:lnTo>
                  <a:lnTo>
                    <a:pt x="330222" y="203981"/>
                  </a:lnTo>
                  <a:lnTo>
                    <a:pt x="331304" y="198807"/>
                  </a:lnTo>
                  <a:lnTo>
                    <a:pt x="332222" y="193601"/>
                  </a:lnTo>
                  <a:lnTo>
                    <a:pt x="332976" y="188369"/>
                  </a:lnTo>
                  <a:lnTo>
                    <a:pt x="333563" y="183116"/>
                  </a:lnTo>
                  <a:lnTo>
                    <a:pt x="333984" y="177847"/>
                  </a:lnTo>
                  <a:lnTo>
                    <a:pt x="334238" y="172567"/>
                  </a:lnTo>
                  <a:lnTo>
                    <a:pt x="334325" y="167281"/>
                  </a:lnTo>
                  <a:lnTo>
                    <a:pt x="334246" y="161996"/>
                  </a:lnTo>
                  <a:lnTo>
                    <a:pt x="333998" y="156716"/>
                  </a:lnTo>
                  <a:lnTo>
                    <a:pt x="333585" y="151446"/>
                  </a:lnTo>
                  <a:lnTo>
                    <a:pt x="333004" y="146192"/>
                  </a:lnTo>
                  <a:lnTo>
                    <a:pt x="332258" y="140959"/>
                  </a:lnTo>
                  <a:lnTo>
                    <a:pt x="331347" y="135752"/>
                  </a:lnTo>
                  <a:lnTo>
                    <a:pt x="330272" y="130577"/>
                  </a:lnTo>
                  <a:lnTo>
                    <a:pt x="329033" y="125438"/>
                  </a:lnTo>
                  <a:lnTo>
                    <a:pt x="327633" y="120341"/>
                  </a:lnTo>
                  <a:lnTo>
                    <a:pt x="326072" y="115290"/>
                  </a:lnTo>
                  <a:lnTo>
                    <a:pt x="324353" y="110292"/>
                  </a:lnTo>
                  <a:lnTo>
                    <a:pt x="322476" y="105350"/>
                  </a:lnTo>
                  <a:lnTo>
                    <a:pt x="320444" y="100471"/>
                  </a:lnTo>
                  <a:lnTo>
                    <a:pt x="318259" y="95658"/>
                  </a:lnTo>
                  <a:lnTo>
                    <a:pt x="315922" y="90916"/>
                  </a:lnTo>
                  <a:lnTo>
                    <a:pt x="313437" y="86251"/>
                  </a:lnTo>
                  <a:lnTo>
                    <a:pt x="310805" y="81666"/>
                  </a:lnTo>
                  <a:lnTo>
                    <a:pt x="308030" y="77167"/>
                  </a:lnTo>
                  <a:lnTo>
                    <a:pt x="305114" y="72758"/>
                  </a:lnTo>
                  <a:lnTo>
                    <a:pt x="302061" y="68444"/>
                  </a:lnTo>
                  <a:lnTo>
                    <a:pt x="298872" y="64228"/>
                  </a:lnTo>
                  <a:lnTo>
                    <a:pt x="295551" y="60115"/>
                  </a:lnTo>
                  <a:lnTo>
                    <a:pt x="292102" y="56109"/>
                  </a:lnTo>
                  <a:lnTo>
                    <a:pt x="288529" y="52214"/>
                  </a:lnTo>
                  <a:lnTo>
                    <a:pt x="284834" y="48434"/>
                  </a:lnTo>
                  <a:lnTo>
                    <a:pt x="281021" y="44773"/>
                  </a:lnTo>
                  <a:lnTo>
                    <a:pt x="277094" y="41234"/>
                  </a:lnTo>
                  <a:lnTo>
                    <a:pt x="273058" y="37822"/>
                  </a:lnTo>
                  <a:lnTo>
                    <a:pt x="268915" y="34538"/>
                  </a:lnTo>
                  <a:lnTo>
                    <a:pt x="264671" y="31387"/>
                  </a:lnTo>
                  <a:lnTo>
                    <a:pt x="260329" y="28372"/>
                  </a:lnTo>
                  <a:lnTo>
                    <a:pt x="255894" y="25495"/>
                  </a:lnTo>
                  <a:lnTo>
                    <a:pt x="251371" y="22761"/>
                  </a:lnTo>
                  <a:lnTo>
                    <a:pt x="246763" y="20170"/>
                  </a:lnTo>
                  <a:lnTo>
                    <a:pt x="242076" y="17727"/>
                  </a:lnTo>
                  <a:lnTo>
                    <a:pt x="237313" y="15433"/>
                  </a:lnTo>
                  <a:lnTo>
                    <a:pt x="232481" y="13291"/>
                  </a:lnTo>
                  <a:lnTo>
                    <a:pt x="227583" y="11302"/>
                  </a:lnTo>
                  <a:lnTo>
                    <a:pt x="222625" y="9470"/>
                  </a:lnTo>
                  <a:lnTo>
                    <a:pt x="217611" y="7795"/>
                  </a:lnTo>
                  <a:lnTo>
                    <a:pt x="212547" y="6280"/>
                  </a:lnTo>
                  <a:lnTo>
                    <a:pt x="207438" y="4925"/>
                  </a:lnTo>
                  <a:lnTo>
                    <a:pt x="202288" y="3732"/>
                  </a:lnTo>
                  <a:lnTo>
                    <a:pt x="197103" y="2703"/>
                  </a:lnTo>
                  <a:lnTo>
                    <a:pt x="191889" y="1839"/>
                  </a:lnTo>
                  <a:lnTo>
                    <a:pt x="186649" y="1140"/>
                  </a:lnTo>
                  <a:lnTo>
                    <a:pt x="181390" y="606"/>
                  </a:lnTo>
                  <a:lnTo>
                    <a:pt x="176117" y="240"/>
                  </a:lnTo>
                  <a:lnTo>
                    <a:pt x="170835" y="40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22612"/>
              <a:ext cx="3676" cy="167127"/>
            </a:xfrm>
            <a:custGeom>
              <a:avLst/>
              <a:pathLst>
                <a:path w="3676" h="167127">
                  <a:moveTo>
                    <a:pt x="3676" y="0"/>
                  </a:moveTo>
                  <a:lnTo>
                    <a:pt x="0" y="1671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22571"/>
              <a:ext cx="3676" cy="167167"/>
            </a:xfrm>
            <a:custGeom>
              <a:avLst/>
              <a:pathLst>
                <a:path w="3676" h="167167">
                  <a:moveTo>
                    <a:pt x="3676" y="4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378105" y="1071028"/>
              <a:ext cx="334314" cy="334332"/>
            </a:xfrm>
            <a:custGeom>
              <a:avLst/>
              <a:pathLst>
                <a:path w="334314" h="334332">
                  <a:moveTo>
                    <a:pt x="167152" y="0"/>
                  </a:moveTo>
                  <a:lnTo>
                    <a:pt x="161840" y="84"/>
                  </a:lnTo>
                  <a:lnTo>
                    <a:pt x="156532" y="337"/>
                  </a:lnTo>
                  <a:lnTo>
                    <a:pt x="151236" y="759"/>
                  </a:lnTo>
                  <a:lnTo>
                    <a:pt x="145956" y="1349"/>
                  </a:lnTo>
                  <a:lnTo>
                    <a:pt x="140697" y="2106"/>
                  </a:lnTo>
                  <a:lnTo>
                    <a:pt x="135464" y="3030"/>
                  </a:lnTo>
                  <a:lnTo>
                    <a:pt x="130264" y="4120"/>
                  </a:lnTo>
                  <a:lnTo>
                    <a:pt x="125101" y="5375"/>
                  </a:lnTo>
                  <a:lnTo>
                    <a:pt x="119981" y="6793"/>
                  </a:lnTo>
                  <a:lnTo>
                    <a:pt x="114908" y="8373"/>
                  </a:lnTo>
                  <a:lnTo>
                    <a:pt x="109888" y="10114"/>
                  </a:lnTo>
                  <a:lnTo>
                    <a:pt x="104926" y="12013"/>
                  </a:lnTo>
                  <a:lnTo>
                    <a:pt x="100026" y="14069"/>
                  </a:lnTo>
                  <a:lnTo>
                    <a:pt x="95195" y="16279"/>
                  </a:lnTo>
                  <a:lnTo>
                    <a:pt x="90436" y="18642"/>
                  </a:lnTo>
                  <a:lnTo>
                    <a:pt x="85754" y="21155"/>
                  </a:lnTo>
                  <a:lnTo>
                    <a:pt x="81155" y="23816"/>
                  </a:lnTo>
                  <a:lnTo>
                    <a:pt x="76643" y="26621"/>
                  </a:lnTo>
                  <a:lnTo>
                    <a:pt x="72222" y="29569"/>
                  </a:lnTo>
                  <a:lnTo>
                    <a:pt x="67897" y="32655"/>
                  </a:lnTo>
                  <a:lnTo>
                    <a:pt x="63673" y="35877"/>
                  </a:lnTo>
                  <a:lnTo>
                    <a:pt x="59553" y="39232"/>
                  </a:lnTo>
                  <a:lnTo>
                    <a:pt x="55541" y="42716"/>
                  </a:lnTo>
                  <a:lnTo>
                    <a:pt x="51643" y="46326"/>
                  </a:lnTo>
                  <a:lnTo>
                    <a:pt x="47861" y="50058"/>
                  </a:lnTo>
                  <a:lnTo>
                    <a:pt x="44199" y="53908"/>
                  </a:lnTo>
                  <a:lnTo>
                    <a:pt x="40662" y="57873"/>
                  </a:lnTo>
                  <a:lnTo>
                    <a:pt x="37253" y="61948"/>
                  </a:lnTo>
                  <a:lnTo>
                    <a:pt x="33974" y="66129"/>
                  </a:lnTo>
                  <a:lnTo>
                    <a:pt x="30831" y="70413"/>
                  </a:lnTo>
                  <a:lnTo>
                    <a:pt x="27825" y="74794"/>
                  </a:lnTo>
                  <a:lnTo>
                    <a:pt x="24959" y="79268"/>
                  </a:lnTo>
                  <a:lnTo>
                    <a:pt x="22238" y="83831"/>
                  </a:lnTo>
                  <a:lnTo>
                    <a:pt x="19663" y="88479"/>
                  </a:lnTo>
                  <a:lnTo>
                    <a:pt x="17236" y="93206"/>
                  </a:lnTo>
                  <a:lnTo>
                    <a:pt x="14962" y="98007"/>
                  </a:lnTo>
                  <a:lnTo>
                    <a:pt x="12841" y="102879"/>
                  </a:lnTo>
                  <a:lnTo>
                    <a:pt x="10876" y="107815"/>
                  </a:lnTo>
                  <a:lnTo>
                    <a:pt x="9068" y="112812"/>
                  </a:lnTo>
                  <a:lnTo>
                    <a:pt x="7421" y="117863"/>
                  </a:lnTo>
                  <a:lnTo>
                    <a:pt x="5935" y="122964"/>
                  </a:lnTo>
                  <a:lnTo>
                    <a:pt x="4611" y="128110"/>
                  </a:lnTo>
                  <a:lnTo>
                    <a:pt x="3452" y="133295"/>
                  </a:lnTo>
                  <a:lnTo>
                    <a:pt x="2458" y="138515"/>
                  </a:lnTo>
                  <a:lnTo>
                    <a:pt x="1631" y="143763"/>
                  </a:lnTo>
                  <a:lnTo>
                    <a:pt x="971" y="149035"/>
                  </a:lnTo>
                  <a:lnTo>
                    <a:pt x="479" y="154326"/>
                  </a:lnTo>
                  <a:lnTo>
                    <a:pt x="155" y="159629"/>
                  </a:lnTo>
                  <a:lnTo>
                    <a:pt x="0" y="164940"/>
                  </a:lnTo>
                  <a:lnTo>
                    <a:pt x="13" y="170253"/>
                  </a:lnTo>
                  <a:lnTo>
                    <a:pt x="196" y="175563"/>
                  </a:lnTo>
                  <a:lnTo>
                    <a:pt x="547" y="180865"/>
                  </a:lnTo>
                  <a:lnTo>
                    <a:pt x="1066" y="186153"/>
                  </a:lnTo>
                  <a:lnTo>
                    <a:pt x="1754" y="191421"/>
                  </a:lnTo>
                  <a:lnTo>
                    <a:pt x="2608" y="196665"/>
                  </a:lnTo>
                  <a:lnTo>
                    <a:pt x="3628" y="201880"/>
                  </a:lnTo>
                  <a:lnTo>
                    <a:pt x="4814" y="207059"/>
                  </a:lnTo>
                  <a:lnTo>
                    <a:pt x="6164" y="212198"/>
                  </a:lnTo>
                  <a:lnTo>
                    <a:pt x="7676" y="217291"/>
                  </a:lnTo>
                  <a:lnTo>
                    <a:pt x="9350" y="222334"/>
                  </a:lnTo>
                  <a:lnTo>
                    <a:pt x="11183" y="227321"/>
                  </a:lnTo>
                  <a:lnTo>
                    <a:pt x="13173" y="232247"/>
                  </a:lnTo>
                  <a:lnTo>
                    <a:pt x="15319" y="237108"/>
                  </a:lnTo>
                  <a:lnTo>
                    <a:pt x="17619" y="241898"/>
                  </a:lnTo>
                  <a:lnTo>
                    <a:pt x="20069" y="246612"/>
                  </a:lnTo>
                  <a:lnTo>
                    <a:pt x="22668" y="251246"/>
                  </a:lnTo>
                  <a:lnTo>
                    <a:pt x="25413" y="255796"/>
                  </a:lnTo>
                  <a:lnTo>
                    <a:pt x="28301" y="260255"/>
                  </a:lnTo>
                  <a:lnTo>
                    <a:pt x="31330" y="264621"/>
                  </a:lnTo>
                  <a:lnTo>
                    <a:pt x="34496" y="268888"/>
                  </a:lnTo>
                  <a:lnTo>
                    <a:pt x="37795" y="273052"/>
                  </a:lnTo>
                  <a:lnTo>
                    <a:pt x="41226" y="277110"/>
                  </a:lnTo>
                  <a:lnTo>
                    <a:pt x="44783" y="281056"/>
                  </a:lnTo>
                  <a:lnTo>
                    <a:pt x="48464" y="284888"/>
                  </a:lnTo>
                  <a:lnTo>
                    <a:pt x="52265" y="288600"/>
                  </a:lnTo>
                  <a:lnTo>
                    <a:pt x="56183" y="292190"/>
                  </a:lnTo>
                  <a:lnTo>
                    <a:pt x="60212" y="295653"/>
                  </a:lnTo>
                  <a:lnTo>
                    <a:pt x="64349" y="298987"/>
                  </a:lnTo>
                  <a:lnTo>
                    <a:pt x="68590" y="302187"/>
                  </a:lnTo>
                  <a:lnTo>
                    <a:pt x="72931" y="305251"/>
                  </a:lnTo>
                  <a:lnTo>
                    <a:pt x="77367" y="308176"/>
                  </a:lnTo>
                  <a:lnTo>
                    <a:pt x="81893" y="310958"/>
                  </a:lnTo>
                  <a:lnTo>
                    <a:pt x="86506" y="313595"/>
                  </a:lnTo>
                  <a:lnTo>
                    <a:pt x="91200" y="316084"/>
                  </a:lnTo>
                  <a:lnTo>
                    <a:pt x="95971" y="318423"/>
                  </a:lnTo>
                  <a:lnTo>
                    <a:pt x="100814" y="320608"/>
                  </a:lnTo>
                  <a:lnTo>
                    <a:pt x="105724" y="322639"/>
                  </a:lnTo>
                  <a:lnTo>
                    <a:pt x="110696" y="324513"/>
                  </a:lnTo>
                  <a:lnTo>
                    <a:pt x="115725" y="326227"/>
                  </a:lnTo>
                  <a:lnTo>
                    <a:pt x="120806" y="327781"/>
                  </a:lnTo>
                  <a:lnTo>
                    <a:pt x="125933" y="329173"/>
                  </a:lnTo>
                  <a:lnTo>
                    <a:pt x="131103" y="330401"/>
                  </a:lnTo>
                  <a:lnTo>
                    <a:pt x="136309" y="331464"/>
                  </a:lnTo>
                  <a:lnTo>
                    <a:pt x="141545" y="332362"/>
                  </a:lnTo>
                  <a:lnTo>
                    <a:pt x="146808" y="333092"/>
                  </a:lnTo>
                  <a:lnTo>
                    <a:pt x="152092" y="333655"/>
                  </a:lnTo>
                  <a:lnTo>
                    <a:pt x="157390" y="334049"/>
                  </a:lnTo>
                  <a:lnTo>
                    <a:pt x="162699" y="334275"/>
                  </a:lnTo>
                  <a:lnTo>
                    <a:pt x="168012" y="334332"/>
                  </a:lnTo>
                  <a:lnTo>
                    <a:pt x="173324" y="334220"/>
                  </a:lnTo>
                  <a:lnTo>
                    <a:pt x="178629" y="333940"/>
                  </a:lnTo>
                  <a:lnTo>
                    <a:pt x="183924" y="333491"/>
                  </a:lnTo>
                  <a:lnTo>
                    <a:pt x="189201" y="332874"/>
                  </a:lnTo>
                  <a:lnTo>
                    <a:pt x="194456" y="332090"/>
                  </a:lnTo>
                  <a:lnTo>
                    <a:pt x="199683" y="331139"/>
                  </a:lnTo>
                  <a:lnTo>
                    <a:pt x="204878" y="330022"/>
                  </a:lnTo>
                  <a:lnTo>
                    <a:pt x="210034" y="328741"/>
                  </a:lnTo>
                  <a:lnTo>
                    <a:pt x="215147" y="327296"/>
                  </a:lnTo>
                  <a:lnTo>
                    <a:pt x="220212" y="325690"/>
                  </a:lnTo>
                  <a:lnTo>
                    <a:pt x="225223" y="323924"/>
                  </a:lnTo>
                  <a:lnTo>
                    <a:pt x="230175" y="321999"/>
                  </a:lnTo>
                  <a:lnTo>
                    <a:pt x="235064" y="319918"/>
                  </a:lnTo>
                  <a:lnTo>
                    <a:pt x="239884" y="317683"/>
                  </a:lnTo>
                  <a:lnTo>
                    <a:pt x="244631" y="315295"/>
                  </a:lnTo>
                  <a:lnTo>
                    <a:pt x="249299" y="312758"/>
                  </a:lnTo>
                  <a:lnTo>
                    <a:pt x="253885" y="310074"/>
                  </a:lnTo>
                  <a:lnTo>
                    <a:pt x="258382" y="307245"/>
                  </a:lnTo>
                  <a:lnTo>
                    <a:pt x="262788" y="304275"/>
                  </a:lnTo>
                  <a:lnTo>
                    <a:pt x="267097" y="301167"/>
                  </a:lnTo>
                  <a:lnTo>
                    <a:pt x="271305" y="297923"/>
                  </a:lnTo>
                  <a:lnTo>
                    <a:pt x="275408" y="294547"/>
                  </a:lnTo>
                  <a:lnTo>
                    <a:pt x="279401" y="291042"/>
                  </a:lnTo>
                  <a:lnTo>
                    <a:pt x="283281" y="287412"/>
                  </a:lnTo>
                  <a:lnTo>
                    <a:pt x="287044" y="283661"/>
                  </a:lnTo>
                  <a:lnTo>
                    <a:pt x="290686" y="279792"/>
                  </a:lnTo>
                  <a:lnTo>
                    <a:pt x="294202" y="275809"/>
                  </a:lnTo>
                  <a:lnTo>
                    <a:pt x="297591" y="271717"/>
                  </a:lnTo>
                  <a:lnTo>
                    <a:pt x="300848" y="267519"/>
                  </a:lnTo>
                  <a:lnTo>
                    <a:pt x="303969" y="263219"/>
                  </a:lnTo>
                  <a:lnTo>
                    <a:pt x="306953" y="258823"/>
                  </a:lnTo>
                  <a:lnTo>
                    <a:pt x="309795" y="254334"/>
                  </a:lnTo>
                  <a:lnTo>
                    <a:pt x="312493" y="249756"/>
                  </a:lnTo>
                  <a:lnTo>
                    <a:pt x="315044" y="245096"/>
                  </a:lnTo>
                  <a:lnTo>
                    <a:pt x="317446" y="240356"/>
                  </a:lnTo>
                  <a:lnTo>
                    <a:pt x="319696" y="235543"/>
                  </a:lnTo>
                  <a:lnTo>
                    <a:pt x="321792" y="230661"/>
                  </a:lnTo>
                  <a:lnTo>
                    <a:pt x="323732" y="225714"/>
                  </a:lnTo>
                  <a:lnTo>
                    <a:pt x="325513" y="220709"/>
                  </a:lnTo>
                  <a:lnTo>
                    <a:pt x="327135" y="215649"/>
                  </a:lnTo>
                  <a:lnTo>
                    <a:pt x="328595" y="210540"/>
                  </a:lnTo>
                  <a:lnTo>
                    <a:pt x="329892" y="205388"/>
                  </a:lnTo>
                  <a:lnTo>
                    <a:pt x="331024" y="200196"/>
                  </a:lnTo>
                  <a:lnTo>
                    <a:pt x="331991" y="194972"/>
                  </a:lnTo>
                  <a:lnTo>
                    <a:pt x="332791" y="189719"/>
                  </a:lnTo>
                  <a:lnTo>
                    <a:pt x="333424" y="184444"/>
                  </a:lnTo>
                  <a:lnTo>
                    <a:pt x="333889" y="179151"/>
                  </a:lnTo>
                  <a:lnTo>
                    <a:pt x="334186" y="173846"/>
                  </a:lnTo>
                  <a:lnTo>
                    <a:pt x="334314" y="168535"/>
                  </a:lnTo>
                  <a:lnTo>
                    <a:pt x="334273" y="163221"/>
                  </a:lnTo>
                  <a:lnTo>
                    <a:pt x="334063" y="157912"/>
                  </a:lnTo>
                  <a:lnTo>
                    <a:pt x="333685" y="152613"/>
                  </a:lnTo>
                  <a:lnTo>
                    <a:pt x="333138" y="147328"/>
                  </a:lnTo>
                  <a:lnTo>
                    <a:pt x="332424" y="142063"/>
                  </a:lnTo>
                  <a:lnTo>
                    <a:pt x="331542" y="136823"/>
                  </a:lnTo>
                  <a:lnTo>
                    <a:pt x="330495" y="131614"/>
                  </a:lnTo>
                  <a:lnTo>
                    <a:pt x="329283" y="126441"/>
                  </a:lnTo>
                  <a:lnTo>
                    <a:pt x="327907" y="121309"/>
                  </a:lnTo>
                  <a:lnTo>
                    <a:pt x="326368" y="116223"/>
                  </a:lnTo>
                  <a:lnTo>
                    <a:pt x="324669" y="111189"/>
                  </a:lnTo>
                  <a:lnTo>
                    <a:pt x="322810" y="106212"/>
                  </a:lnTo>
                  <a:lnTo>
                    <a:pt x="320794" y="101296"/>
                  </a:lnTo>
                  <a:lnTo>
                    <a:pt x="318623" y="96446"/>
                  </a:lnTo>
                  <a:lnTo>
                    <a:pt x="316299" y="91668"/>
                  </a:lnTo>
                  <a:lnTo>
                    <a:pt x="313825" y="86967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157995"/>
              <a:ext cx="146672" cy="80200"/>
            </a:xfrm>
            <a:custGeom>
              <a:avLst/>
              <a:pathLst>
                <a:path w="146672" h="80200">
                  <a:moveTo>
                    <a:pt x="146672" y="0"/>
                  </a:moveTo>
                  <a:lnTo>
                    <a:pt x="0" y="8020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157995"/>
              <a:ext cx="146672" cy="80200"/>
            </a:xfrm>
            <a:custGeom>
              <a:avLst/>
              <a:pathLst>
                <a:path w="146672" h="80200">
                  <a:moveTo>
                    <a:pt x="146672" y="0"/>
                  </a:moveTo>
                  <a:lnTo>
                    <a:pt x="0" y="8020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157995"/>
              <a:ext cx="146672" cy="80200"/>
            </a:xfrm>
            <a:custGeom>
              <a:avLst/>
              <a:pathLst>
                <a:path w="146672" h="80200">
                  <a:moveTo>
                    <a:pt x="146672" y="0"/>
                  </a:moveTo>
                  <a:lnTo>
                    <a:pt x="0" y="8020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157995"/>
              <a:ext cx="146672" cy="80200"/>
            </a:xfrm>
            <a:custGeom>
              <a:avLst/>
              <a:pathLst>
                <a:path w="146672" h="80200">
                  <a:moveTo>
                    <a:pt x="146672" y="0"/>
                  </a:moveTo>
                  <a:lnTo>
                    <a:pt x="0" y="8020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157995"/>
              <a:ext cx="146672" cy="80200"/>
            </a:xfrm>
            <a:custGeom>
              <a:avLst/>
              <a:pathLst>
                <a:path w="146672" h="80200">
                  <a:moveTo>
                    <a:pt x="146672" y="0"/>
                  </a:moveTo>
                  <a:lnTo>
                    <a:pt x="0" y="8020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157995"/>
              <a:ext cx="146672" cy="80200"/>
            </a:xfrm>
            <a:custGeom>
              <a:avLst/>
              <a:pathLst>
                <a:path w="146672" h="80200">
                  <a:moveTo>
                    <a:pt x="146672" y="0"/>
                  </a:moveTo>
                  <a:lnTo>
                    <a:pt x="0" y="8020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157995"/>
              <a:ext cx="146672" cy="80200"/>
            </a:xfrm>
            <a:custGeom>
              <a:avLst/>
              <a:pathLst>
                <a:path w="146672" h="80200">
                  <a:moveTo>
                    <a:pt x="146672" y="0"/>
                  </a:moveTo>
                  <a:lnTo>
                    <a:pt x="0" y="802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157995"/>
              <a:ext cx="146672" cy="80200"/>
            </a:xfrm>
            <a:custGeom>
              <a:avLst/>
              <a:pathLst>
                <a:path w="146672" h="80200">
                  <a:moveTo>
                    <a:pt x="146672" y="0"/>
                  </a:moveTo>
                  <a:lnTo>
                    <a:pt x="0" y="802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157995"/>
              <a:ext cx="146672" cy="80200"/>
            </a:xfrm>
            <a:custGeom>
              <a:avLst/>
              <a:pathLst>
                <a:path w="146672" h="80200">
                  <a:moveTo>
                    <a:pt x="146672" y="0"/>
                  </a:moveTo>
                  <a:lnTo>
                    <a:pt x="0" y="802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157995"/>
              <a:ext cx="146672" cy="80200"/>
            </a:xfrm>
            <a:custGeom>
              <a:avLst/>
              <a:pathLst>
                <a:path w="146672" h="80200">
                  <a:moveTo>
                    <a:pt x="146672" y="0"/>
                  </a:moveTo>
                  <a:lnTo>
                    <a:pt x="0" y="802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157995"/>
              <a:ext cx="146672" cy="80200"/>
            </a:xfrm>
            <a:custGeom>
              <a:avLst/>
              <a:pathLst>
                <a:path w="146672" h="80200">
                  <a:moveTo>
                    <a:pt x="146672" y="0"/>
                  </a:moveTo>
                  <a:lnTo>
                    <a:pt x="0" y="8020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157995"/>
              <a:ext cx="146672" cy="80200"/>
            </a:xfrm>
            <a:custGeom>
              <a:avLst/>
              <a:pathLst>
                <a:path w="146672" h="80200">
                  <a:moveTo>
                    <a:pt x="146672" y="0"/>
                  </a:moveTo>
                  <a:lnTo>
                    <a:pt x="0" y="802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157995"/>
              <a:ext cx="146672" cy="80200"/>
            </a:xfrm>
            <a:custGeom>
              <a:avLst/>
              <a:pathLst>
                <a:path w="146672" h="80200">
                  <a:moveTo>
                    <a:pt x="146672" y="0"/>
                  </a:moveTo>
                  <a:lnTo>
                    <a:pt x="0" y="802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157995"/>
              <a:ext cx="146672" cy="80200"/>
            </a:xfrm>
            <a:custGeom>
              <a:avLst/>
              <a:pathLst>
                <a:path w="146672" h="80200">
                  <a:moveTo>
                    <a:pt x="146672" y="0"/>
                  </a:moveTo>
                  <a:lnTo>
                    <a:pt x="0" y="8020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157995"/>
              <a:ext cx="146672" cy="80200"/>
            </a:xfrm>
            <a:custGeom>
              <a:avLst/>
              <a:pathLst>
                <a:path w="146672" h="80200">
                  <a:moveTo>
                    <a:pt x="146672" y="0"/>
                  </a:moveTo>
                  <a:lnTo>
                    <a:pt x="0" y="802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157995"/>
              <a:ext cx="146672" cy="80200"/>
            </a:xfrm>
            <a:custGeom>
              <a:avLst/>
              <a:pathLst>
                <a:path w="146672" h="80200">
                  <a:moveTo>
                    <a:pt x="146672" y="0"/>
                  </a:moveTo>
                  <a:lnTo>
                    <a:pt x="0" y="802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157995"/>
              <a:ext cx="146672" cy="80200"/>
            </a:xfrm>
            <a:custGeom>
              <a:avLst/>
              <a:pathLst>
                <a:path w="146672" h="80200">
                  <a:moveTo>
                    <a:pt x="146672" y="0"/>
                  </a:moveTo>
                  <a:lnTo>
                    <a:pt x="0" y="802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157995"/>
              <a:ext cx="146672" cy="80200"/>
            </a:xfrm>
            <a:custGeom>
              <a:avLst/>
              <a:pathLst>
                <a:path w="146672" h="80200">
                  <a:moveTo>
                    <a:pt x="146672" y="0"/>
                  </a:moveTo>
                  <a:lnTo>
                    <a:pt x="0" y="802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157995"/>
              <a:ext cx="146672" cy="80200"/>
            </a:xfrm>
            <a:custGeom>
              <a:avLst/>
              <a:pathLst>
                <a:path w="146672" h="80200">
                  <a:moveTo>
                    <a:pt x="146672" y="0"/>
                  </a:moveTo>
                  <a:lnTo>
                    <a:pt x="0" y="8020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157995"/>
              <a:ext cx="146672" cy="80200"/>
            </a:xfrm>
            <a:custGeom>
              <a:avLst/>
              <a:pathLst>
                <a:path w="146672" h="80200">
                  <a:moveTo>
                    <a:pt x="146672" y="0"/>
                  </a:moveTo>
                  <a:lnTo>
                    <a:pt x="0" y="8020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157995"/>
              <a:ext cx="146672" cy="80200"/>
            </a:xfrm>
            <a:custGeom>
              <a:avLst/>
              <a:pathLst>
                <a:path w="146672" h="80200">
                  <a:moveTo>
                    <a:pt x="146672" y="0"/>
                  </a:moveTo>
                  <a:lnTo>
                    <a:pt x="0" y="802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071028"/>
              <a:ext cx="146672" cy="167167"/>
            </a:xfrm>
            <a:custGeom>
              <a:avLst/>
              <a:pathLst>
                <a:path w="146672" h="167167">
                  <a:moveTo>
                    <a:pt x="146672" y="86967"/>
                  </a:moveTo>
                  <a:lnTo>
                    <a:pt x="143994" y="82252"/>
                  </a:lnTo>
                  <a:lnTo>
                    <a:pt x="141164" y="77627"/>
                  </a:lnTo>
                  <a:lnTo>
                    <a:pt x="138186" y="73096"/>
                  </a:lnTo>
                  <a:lnTo>
                    <a:pt x="135063" y="68664"/>
                  </a:lnTo>
                  <a:lnTo>
                    <a:pt x="131797" y="64335"/>
                  </a:lnTo>
                  <a:lnTo>
                    <a:pt x="128393" y="60115"/>
                  </a:lnTo>
                  <a:lnTo>
                    <a:pt x="124853" y="56007"/>
                  </a:lnTo>
                  <a:lnTo>
                    <a:pt x="121183" y="52017"/>
                  </a:lnTo>
                  <a:lnTo>
                    <a:pt x="117385" y="48147"/>
                  </a:lnTo>
                  <a:lnTo>
                    <a:pt x="113463" y="44403"/>
                  </a:lnTo>
                  <a:lnTo>
                    <a:pt x="109422" y="40788"/>
                  </a:lnTo>
                  <a:lnTo>
                    <a:pt x="105266" y="37305"/>
                  </a:lnTo>
                  <a:lnTo>
                    <a:pt x="100999" y="33960"/>
                  </a:lnTo>
                  <a:lnTo>
                    <a:pt x="96625" y="30754"/>
                  </a:lnTo>
                  <a:lnTo>
                    <a:pt x="92151" y="27692"/>
                  </a:lnTo>
                  <a:lnTo>
                    <a:pt x="87579" y="24777"/>
                  </a:lnTo>
                  <a:lnTo>
                    <a:pt x="82915" y="22012"/>
                  </a:lnTo>
                  <a:lnTo>
                    <a:pt x="78164" y="19399"/>
                  </a:lnTo>
                  <a:lnTo>
                    <a:pt x="73330" y="16942"/>
                  </a:lnTo>
                  <a:lnTo>
                    <a:pt x="68420" y="14643"/>
                  </a:lnTo>
                  <a:lnTo>
                    <a:pt x="63437" y="12504"/>
                  </a:lnTo>
                  <a:lnTo>
                    <a:pt x="58388" y="10528"/>
                  </a:lnTo>
                  <a:lnTo>
                    <a:pt x="53277" y="8717"/>
                  </a:lnTo>
                  <a:lnTo>
                    <a:pt x="48111" y="7072"/>
                  </a:lnTo>
                  <a:lnTo>
                    <a:pt x="42893" y="5596"/>
                  </a:lnTo>
                  <a:lnTo>
                    <a:pt x="37631" y="4290"/>
                  </a:lnTo>
                  <a:lnTo>
                    <a:pt x="32329" y="3155"/>
                  </a:lnTo>
                  <a:lnTo>
                    <a:pt x="26993" y="2193"/>
                  </a:lnTo>
                  <a:lnTo>
                    <a:pt x="21628" y="1405"/>
                  </a:lnTo>
                  <a:lnTo>
                    <a:pt x="16241" y="790"/>
                  </a:lnTo>
                  <a:lnTo>
                    <a:pt x="10837" y="351"/>
                  </a:lnTo>
                  <a:lnTo>
                    <a:pt x="5421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909862" y="941493"/>
              <a:ext cx="113681" cy="167167"/>
            </a:xfrm>
            <a:custGeom>
              <a:avLst/>
              <a:pathLst>
                <a:path w="113681" h="167167">
                  <a:moveTo>
                    <a:pt x="113681" y="0"/>
                  </a:moveTo>
                  <a:lnTo>
                    <a:pt x="108000" y="96"/>
                  </a:lnTo>
                  <a:lnTo>
                    <a:pt x="102325" y="386"/>
                  </a:lnTo>
                  <a:lnTo>
                    <a:pt x="96663" y="868"/>
                  </a:lnTo>
                  <a:lnTo>
                    <a:pt x="91021" y="1542"/>
                  </a:lnTo>
                  <a:lnTo>
                    <a:pt x="85406" y="2408"/>
                  </a:lnTo>
                  <a:lnTo>
                    <a:pt x="79823" y="3464"/>
                  </a:lnTo>
                  <a:lnTo>
                    <a:pt x="74279" y="4709"/>
                  </a:lnTo>
                  <a:lnTo>
                    <a:pt x="68780" y="6142"/>
                  </a:lnTo>
                  <a:lnTo>
                    <a:pt x="63334" y="7761"/>
                  </a:lnTo>
                  <a:lnTo>
                    <a:pt x="57945" y="9565"/>
                  </a:lnTo>
                  <a:lnTo>
                    <a:pt x="52621" y="11550"/>
                  </a:lnTo>
                  <a:lnTo>
                    <a:pt x="47368" y="13715"/>
                  </a:lnTo>
                  <a:lnTo>
                    <a:pt x="42191" y="16057"/>
                  </a:lnTo>
                  <a:lnTo>
                    <a:pt x="37097" y="18574"/>
                  </a:lnTo>
                  <a:lnTo>
                    <a:pt x="32091" y="21263"/>
                  </a:lnTo>
                  <a:lnTo>
                    <a:pt x="27180" y="24120"/>
                  </a:lnTo>
                  <a:lnTo>
                    <a:pt x="22368" y="27142"/>
                  </a:lnTo>
                  <a:lnTo>
                    <a:pt x="17662" y="30326"/>
                  </a:lnTo>
                  <a:lnTo>
                    <a:pt x="13067" y="33669"/>
                  </a:lnTo>
                  <a:lnTo>
                    <a:pt x="8588" y="37165"/>
                  </a:lnTo>
                  <a:lnTo>
                    <a:pt x="4231" y="40812"/>
                  </a:lnTo>
                  <a:lnTo>
                    <a:pt x="0" y="44605"/>
                  </a:lnTo>
                  <a:lnTo>
                    <a:pt x="11368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909862" y="986098"/>
              <a:ext cx="113681" cy="122562"/>
            </a:xfrm>
            <a:custGeom>
              <a:avLst/>
              <a:pathLst>
                <a:path w="113681" h="122562">
                  <a:moveTo>
                    <a:pt x="0" y="0"/>
                  </a:moveTo>
                  <a:lnTo>
                    <a:pt x="113681" y="1225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909862" y="986098"/>
              <a:ext cx="113681" cy="122562"/>
            </a:xfrm>
            <a:custGeom>
              <a:avLst/>
              <a:pathLst>
                <a:path w="113681" h="122562">
                  <a:moveTo>
                    <a:pt x="0" y="0"/>
                  </a:moveTo>
                  <a:lnTo>
                    <a:pt x="113681" y="12256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909862" y="986098"/>
              <a:ext cx="113681" cy="122562"/>
            </a:xfrm>
            <a:custGeom>
              <a:avLst/>
              <a:pathLst>
                <a:path w="113681" h="122562">
                  <a:moveTo>
                    <a:pt x="0" y="0"/>
                  </a:moveTo>
                  <a:lnTo>
                    <a:pt x="113681" y="12256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909862" y="986098"/>
              <a:ext cx="113681" cy="122562"/>
            </a:xfrm>
            <a:custGeom>
              <a:avLst/>
              <a:pathLst>
                <a:path w="113681" h="122562">
                  <a:moveTo>
                    <a:pt x="0" y="0"/>
                  </a:moveTo>
                  <a:lnTo>
                    <a:pt x="113681" y="12256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909862" y="986098"/>
              <a:ext cx="113681" cy="122562"/>
            </a:xfrm>
            <a:custGeom>
              <a:avLst/>
              <a:pathLst>
                <a:path w="113681" h="122562">
                  <a:moveTo>
                    <a:pt x="0" y="0"/>
                  </a:moveTo>
                  <a:lnTo>
                    <a:pt x="113681" y="12256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909862" y="986098"/>
              <a:ext cx="113681" cy="122562"/>
            </a:xfrm>
            <a:custGeom>
              <a:avLst/>
              <a:pathLst>
                <a:path w="113681" h="122562">
                  <a:moveTo>
                    <a:pt x="0" y="0"/>
                  </a:moveTo>
                  <a:lnTo>
                    <a:pt x="113681" y="1225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909862" y="986098"/>
              <a:ext cx="113681" cy="122562"/>
            </a:xfrm>
            <a:custGeom>
              <a:avLst/>
              <a:pathLst>
                <a:path w="113681" h="122562">
                  <a:moveTo>
                    <a:pt x="0" y="0"/>
                  </a:moveTo>
                  <a:lnTo>
                    <a:pt x="113681" y="1225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909862" y="986098"/>
              <a:ext cx="113681" cy="122562"/>
            </a:xfrm>
            <a:custGeom>
              <a:avLst/>
              <a:pathLst>
                <a:path w="113681" h="122562">
                  <a:moveTo>
                    <a:pt x="0" y="0"/>
                  </a:moveTo>
                  <a:lnTo>
                    <a:pt x="113681" y="1225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909862" y="986098"/>
              <a:ext cx="113681" cy="122562"/>
            </a:xfrm>
            <a:custGeom>
              <a:avLst/>
              <a:pathLst>
                <a:path w="113681" h="122562">
                  <a:moveTo>
                    <a:pt x="0" y="0"/>
                  </a:moveTo>
                  <a:lnTo>
                    <a:pt x="113681" y="1225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09862" y="986098"/>
              <a:ext cx="113681" cy="122562"/>
            </a:xfrm>
            <a:custGeom>
              <a:avLst/>
              <a:pathLst>
                <a:path w="113681" h="122562">
                  <a:moveTo>
                    <a:pt x="0" y="0"/>
                  </a:moveTo>
                  <a:lnTo>
                    <a:pt x="113681" y="12256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09862" y="986098"/>
              <a:ext cx="113681" cy="122562"/>
            </a:xfrm>
            <a:custGeom>
              <a:avLst/>
              <a:pathLst>
                <a:path w="113681" h="122562">
                  <a:moveTo>
                    <a:pt x="0" y="0"/>
                  </a:moveTo>
                  <a:lnTo>
                    <a:pt x="113681" y="1225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09862" y="986098"/>
              <a:ext cx="113681" cy="122562"/>
            </a:xfrm>
            <a:custGeom>
              <a:avLst/>
              <a:pathLst>
                <a:path w="113681" h="122562">
                  <a:moveTo>
                    <a:pt x="0" y="0"/>
                  </a:moveTo>
                  <a:lnTo>
                    <a:pt x="113681" y="1225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09862" y="986098"/>
              <a:ext cx="113681" cy="122562"/>
            </a:xfrm>
            <a:custGeom>
              <a:avLst/>
              <a:pathLst>
                <a:path w="113681" h="122562">
                  <a:moveTo>
                    <a:pt x="0" y="0"/>
                  </a:moveTo>
                  <a:lnTo>
                    <a:pt x="113681" y="1225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09862" y="986098"/>
              <a:ext cx="113681" cy="122562"/>
            </a:xfrm>
            <a:custGeom>
              <a:avLst/>
              <a:pathLst>
                <a:path w="113681" h="122562">
                  <a:moveTo>
                    <a:pt x="0" y="0"/>
                  </a:moveTo>
                  <a:lnTo>
                    <a:pt x="113681" y="1225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909862" y="986098"/>
              <a:ext cx="113681" cy="122562"/>
            </a:xfrm>
            <a:custGeom>
              <a:avLst/>
              <a:pathLst>
                <a:path w="113681" h="122562">
                  <a:moveTo>
                    <a:pt x="0" y="0"/>
                  </a:moveTo>
                  <a:lnTo>
                    <a:pt x="113681" y="1225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909862" y="986098"/>
              <a:ext cx="113681" cy="122562"/>
            </a:xfrm>
            <a:custGeom>
              <a:avLst/>
              <a:pathLst>
                <a:path w="113681" h="122562">
                  <a:moveTo>
                    <a:pt x="0" y="0"/>
                  </a:moveTo>
                  <a:lnTo>
                    <a:pt x="113681" y="1225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909862" y="986098"/>
              <a:ext cx="113681" cy="122562"/>
            </a:xfrm>
            <a:custGeom>
              <a:avLst/>
              <a:pathLst>
                <a:path w="113681" h="122562">
                  <a:moveTo>
                    <a:pt x="0" y="0"/>
                  </a:moveTo>
                  <a:lnTo>
                    <a:pt x="113681" y="1225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909862" y="986098"/>
              <a:ext cx="113681" cy="122562"/>
            </a:xfrm>
            <a:custGeom>
              <a:avLst/>
              <a:pathLst>
                <a:path w="113681" h="122562">
                  <a:moveTo>
                    <a:pt x="0" y="0"/>
                  </a:moveTo>
                  <a:lnTo>
                    <a:pt x="113681" y="1225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909862" y="986098"/>
              <a:ext cx="113681" cy="122562"/>
            </a:xfrm>
            <a:custGeom>
              <a:avLst/>
              <a:pathLst>
                <a:path w="113681" h="122562">
                  <a:moveTo>
                    <a:pt x="0" y="0"/>
                  </a:moveTo>
                  <a:lnTo>
                    <a:pt x="113681" y="1225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856376" y="952600"/>
              <a:ext cx="334334" cy="323207"/>
            </a:xfrm>
            <a:custGeom>
              <a:avLst/>
              <a:pathLst>
                <a:path w="334334" h="323207">
                  <a:moveTo>
                    <a:pt x="53485" y="33498"/>
                  </a:moveTo>
                  <a:lnTo>
                    <a:pt x="49657" y="37164"/>
                  </a:lnTo>
                  <a:lnTo>
                    <a:pt x="45946" y="40949"/>
                  </a:lnTo>
                  <a:lnTo>
                    <a:pt x="42358" y="44850"/>
                  </a:lnTo>
                  <a:lnTo>
                    <a:pt x="38894" y="48863"/>
                  </a:lnTo>
                  <a:lnTo>
                    <a:pt x="35560" y="52984"/>
                  </a:lnTo>
                  <a:lnTo>
                    <a:pt x="32358" y="57208"/>
                  </a:lnTo>
                  <a:lnTo>
                    <a:pt x="29292" y="61532"/>
                  </a:lnTo>
                  <a:lnTo>
                    <a:pt x="26364" y="65951"/>
                  </a:lnTo>
                  <a:lnTo>
                    <a:pt x="23578" y="70461"/>
                  </a:lnTo>
                  <a:lnTo>
                    <a:pt x="20936" y="75056"/>
                  </a:lnTo>
                  <a:lnTo>
                    <a:pt x="18442" y="79733"/>
                  </a:lnTo>
                  <a:lnTo>
                    <a:pt x="16097" y="84487"/>
                  </a:lnTo>
                  <a:lnTo>
                    <a:pt x="13903" y="89312"/>
                  </a:lnTo>
                  <a:lnTo>
                    <a:pt x="11864" y="94205"/>
                  </a:lnTo>
                  <a:lnTo>
                    <a:pt x="9981" y="99160"/>
                  </a:lnTo>
                  <a:lnTo>
                    <a:pt x="8256" y="104172"/>
                  </a:lnTo>
                  <a:lnTo>
                    <a:pt x="6691" y="109237"/>
                  </a:lnTo>
                  <a:lnTo>
                    <a:pt x="5287" y="114348"/>
                  </a:lnTo>
                  <a:lnTo>
                    <a:pt x="4046" y="119501"/>
                  </a:lnTo>
                  <a:lnTo>
                    <a:pt x="2969" y="124692"/>
                  </a:lnTo>
                  <a:lnTo>
                    <a:pt x="2057" y="129913"/>
                  </a:lnTo>
                  <a:lnTo>
                    <a:pt x="1311" y="135161"/>
                  </a:lnTo>
                  <a:lnTo>
                    <a:pt x="732" y="140430"/>
                  </a:lnTo>
                  <a:lnTo>
                    <a:pt x="320" y="145715"/>
                  </a:lnTo>
                  <a:lnTo>
                    <a:pt x="76" y="151010"/>
                  </a:lnTo>
                  <a:lnTo>
                    <a:pt x="0" y="156310"/>
                  </a:lnTo>
                  <a:lnTo>
                    <a:pt x="91" y="161610"/>
                  </a:lnTo>
                  <a:lnTo>
                    <a:pt x="351" y="166904"/>
                  </a:lnTo>
                  <a:lnTo>
                    <a:pt x="779" y="172188"/>
                  </a:lnTo>
                  <a:lnTo>
                    <a:pt x="1374" y="177455"/>
                  </a:lnTo>
                  <a:lnTo>
                    <a:pt x="2136" y="182701"/>
                  </a:lnTo>
                  <a:lnTo>
                    <a:pt x="3063" y="187920"/>
                  </a:lnTo>
                  <a:lnTo>
                    <a:pt x="4156" y="193106"/>
                  </a:lnTo>
                  <a:lnTo>
                    <a:pt x="5412" y="198256"/>
                  </a:lnTo>
                  <a:lnTo>
                    <a:pt x="6832" y="203363"/>
                  </a:lnTo>
                  <a:lnTo>
                    <a:pt x="8412" y="208423"/>
                  </a:lnTo>
                  <a:lnTo>
                    <a:pt x="10152" y="213430"/>
                  </a:lnTo>
                  <a:lnTo>
                    <a:pt x="12050" y="218379"/>
                  </a:lnTo>
                  <a:lnTo>
                    <a:pt x="14104" y="223266"/>
                  </a:lnTo>
                  <a:lnTo>
                    <a:pt x="16311" y="228085"/>
                  </a:lnTo>
                  <a:lnTo>
                    <a:pt x="18671" y="232832"/>
                  </a:lnTo>
                  <a:lnTo>
                    <a:pt x="21179" y="237501"/>
                  </a:lnTo>
                  <a:lnTo>
                    <a:pt x="23835" y="242089"/>
                  </a:lnTo>
                  <a:lnTo>
                    <a:pt x="26634" y="246590"/>
                  </a:lnTo>
                  <a:lnTo>
                    <a:pt x="29575" y="251000"/>
                  </a:lnTo>
                  <a:lnTo>
                    <a:pt x="32655" y="255314"/>
                  </a:lnTo>
                  <a:lnTo>
                    <a:pt x="35869" y="259529"/>
                  </a:lnTo>
                  <a:lnTo>
                    <a:pt x="39216" y="263640"/>
                  </a:lnTo>
                  <a:lnTo>
                    <a:pt x="42691" y="267643"/>
                  </a:lnTo>
                  <a:lnTo>
                    <a:pt x="46291" y="271533"/>
                  </a:lnTo>
                  <a:lnTo>
                    <a:pt x="50013" y="275307"/>
                  </a:lnTo>
                  <a:lnTo>
                    <a:pt x="53853" y="278962"/>
                  </a:lnTo>
                  <a:lnTo>
                    <a:pt x="57806" y="282493"/>
                  </a:lnTo>
                  <a:lnTo>
                    <a:pt x="61870" y="285896"/>
                  </a:lnTo>
                  <a:lnTo>
                    <a:pt x="66039" y="289170"/>
                  </a:lnTo>
                  <a:lnTo>
                    <a:pt x="70310" y="292309"/>
                  </a:lnTo>
                  <a:lnTo>
                    <a:pt x="74679" y="295311"/>
                  </a:lnTo>
                  <a:lnTo>
                    <a:pt x="79140" y="298174"/>
                  </a:lnTo>
                  <a:lnTo>
                    <a:pt x="83690" y="300893"/>
                  </a:lnTo>
                  <a:lnTo>
                    <a:pt x="88324" y="303467"/>
                  </a:lnTo>
                  <a:lnTo>
                    <a:pt x="93037" y="305892"/>
                  </a:lnTo>
                  <a:lnTo>
                    <a:pt x="97825" y="308167"/>
                  </a:lnTo>
                  <a:lnTo>
                    <a:pt x="102682" y="310289"/>
                  </a:lnTo>
                  <a:lnTo>
                    <a:pt x="107604" y="312256"/>
                  </a:lnTo>
                  <a:lnTo>
                    <a:pt x="112587" y="314066"/>
                  </a:lnTo>
                  <a:lnTo>
                    <a:pt x="117624" y="315717"/>
                  </a:lnTo>
                  <a:lnTo>
                    <a:pt x="122710" y="317208"/>
                  </a:lnTo>
                  <a:lnTo>
                    <a:pt x="127842" y="318536"/>
                  </a:lnTo>
                  <a:lnTo>
                    <a:pt x="133013" y="319701"/>
                  </a:lnTo>
                  <a:lnTo>
                    <a:pt x="138218" y="320702"/>
                  </a:lnTo>
                  <a:lnTo>
                    <a:pt x="143453" y="321537"/>
                  </a:lnTo>
                  <a:lnTo>
                    <a:pt x="148711" y="322206"/>
                  </a:lnTo>
                  <a:lnTo>
                    <a:pt x="153988" y="322707"/>
                  </a:lnTo>
                  <a:lnTo>
                    <a:pt x="159278" y="323041"/>
                  </a:lnTo>
                  <a:lnTo>
                    <a:pt x="164577" y="323207"/>
                  </a:lnTo>
                  <a:lnTo>
                    <a:pt x="169877" y="323206"/>
                  </a:lnTo>
                  <a:lnTo>
                    <a:pt x="175175" y="323036"/>
                  </a:lnTo>
                  <a:lnTo>
                    <a:pt x="180465" y="322698"/>
                  </a:lnTo>
                  <a:lnTo>
                    <a:pt x="185742" y="322192"/>
                  </a:lnTo>
                  <a:lnTo>
                    <a:pt x="191000" y="321520"/>
                  </a:lnTo>
                  <a:lnTo>
                    <a:pt x="196234" y="320681"/>
                  </a:lnTo>
                  <a:lnTo>
                    <a:pt x="201438" y="319677"/>
                  </a:lnTo>
                  <a:lnTo>
                    <a:pt x="206608" y="318508"/>
                  </a:lnTo>
                  <a:lnTo>
                    <a:pt x="211739" y="317176"/>
                  </a:lnTo>
                  <a:lnTo>
                    <a:pt x="216825" y="315682"/>
                  </a:lnTo>
                  <a:lnTo>
                    <a:pt x="221861" y="314027"/>
                  </a:lnTo>
                  <a:lnTo>
                    <a:pt x="226841" y="312213"/>
                  </a:lnTo>
                  <a:lnTo>
                    <a:pt x="231762" y="310243"/>
                  </a:lnTo>
                  <a:lnTo>
                    <a:pt x="236618" y="308117"/>
                  </a:lnTo>
                  <a:lnTo>
                    <a:pt x="241404" y="305839"/>
                  </a:lnTo>
                  <a:lnTo>
                    <a:pt x="246116" y="303410"/>
                  </a:lnTo>
                  <a:lnTo>
                    <a:pt x="250748" y="300833"/>
                  </a:lnTo>
                  <a:lnTo>
                    <a:pt x="255296" y="298110"/>
                  </a:lnTo>
                  <a:lnTo>
                    <a:pt x="259755" y="295245"/>
                  </a:lnTo>
                  <a:lnTo>
                    <a:pt x="264121" y="292239"/>
                  </a:lnTo>
                  <a:lnTo>
                    <a:pt x="268390" y="289097"/>
                  </a:lnTo>
                  <a:lnTo>
                    <a:pt x="272557" y="285821"/>
                  </a:lnTo>
                  <a:lnTo>
                    <a:pt x="276618" y="282414"/>
                  </a:lnTo>
                  <a:lnTo>
                    <a:pt x="280569" y="278880"/>
                  </a:lnTo>
                  <a:lnTo>
                    <a:pt x="284406" y="275223"/>
                  </a:lnTo>
                  <a:lnTo>
                    <a:pt x="288126" y="271446"/>
                  </a:lnTo>
                  <a:lnTo>
                    <a:pt x="291723" y="267553"/>
                  </a:lnTo>
                  <a:lnTo>
                    <a:pt x="295195" y="263548"/>
                  </a:lnTo>
                  <a:lnTo>
                    <a:pt x="298539" y="259435"/>
                  </a:lnTo>
                  <a:lnTo>
                    <a:pt x="301750" y="255218"/>
                  </a:lnTo>
                  <a:lnTo>
                    <a:pt x="304826" y="250901"/>
                  </a:lnTo>
                  <a:lnTo>
                    <a:pt x="307764" y="246489"/>
                  </a:lnTo>
                  <a:lnTo>
                    <a:pt x="310561" y="241986"/>
                  </a:lnTo>
                  <a:lnTo>
                    <a:pt x="313213" y="237396"/>
                  </a:lnTo>
                  <a:lnTo>
                    <a:pt x="315718" y="232725"/>
                  </a:lnTo>
                  <a:lnTo>
                    <a:pt x="318074" y="227976"/>
                  </a:lnTo>
                  <a:lnTo>
                    <a:pt x="320278" y="223156"/>
                  </a:lnTo>
                  <a:lnTo>
                    <a:pt x="322329" y="218268"/>
                  </a:lnTo>
                  <a:lnTo>
                    <a:pt x="324223" y="213317"/>
                  </a:lnTo>
                  <a:lnTo>
                    <a:pt x="325959" y="208309"/>
                  </a:lnTo>
                  <a:lnTo>
                    <a:pt x="327536" y="203248"/>
                  </a:lnTo>
                  <a:lnTo>
                    <a:pt x="328951" y="198140"/>
                  </a:lnTo>
                  <a:lnTo>
                    <a:pt x="330204" y="192989"/>
                  </a:lnTo>
                  <a:lnTo>
                    <a:pt x="331293" y="187801"/>
                  </a:lnTo>
                  <a:lnTo>
                    <a:pt x="332217" y="182582"/>
                  </a:lnTo>
                  <a:lnTo>
                    <a:pt x="332975" y="177336"/>
                  </a:lnTo>
                  <a:lnTo>
                    <a:pt x="333566" y="172068"/>
                  </a:lnTo>
                  <a:lnTo>
                    <a:pt x="333990" y="166784"/>
                  </a:lnTo>
                  <a:lnTo>
                    <a:pt x="334246" y="161490"/>
                  </a:lnTo>
                  <a:lnTo>
                    <a:pt x="334334" y="156190"/>
                  </a:lnTo>
                  <a:lnTo>
                    <a:pt x="334254" y="150890"/>
                  </a:lnTo>
                  <a:lnTo>
                    <a:pt x="334006" y="145595"/>
                  </a:lnTo>
                  <a:lnTo>
                    <a:pt x="333591" y="140310"/>
                  </a:lnTo>
                  <a:lnTo>
                    <a:pt x="333008" y="135042"/>
                  </a:lnTo>
                  <a:lnTo>
                    <a:pt x="332258" y="129794"/>
                  </a:lnTo>
                  <a:lnTo>
                    <a:pt x="331342" y="124573"/>
                  </a:lnTo>
                  <a:lnTo>
                    <a:pt x="330261" y="119384"/>
                  </a:lnTo>
                  <a:lnTo>
                    <a:pt x="329016" y="114232"/>
                  </a:lnTo>
                  <a:lnTo>
                    <a:pt x="327609" y="109121"/>
                  </a:lnTo>
                  <a:lnTo>
                    <a:pt x="326040" y="104058"/>
                  </a:lnTo>
                  <a:lnTo>
                    <a:pt x="324311" y="99047"/>
                  </a:lnTo>
                  <a:lnTo>
                    <a:pt x="322425" y="94093"/>
                  </a:lnTo>
                  <a:lnTo>
                    <a:pt x="320382" y="89202"/>
                  </a:lnTo>
                  <a:lnTo>
                    <a:pt x="318185" y="84378"/>
                  </a:lnTo>
                  <a:lnTo>
                    <a:pt x="315837" y="79626"/>
                  </a:lnTo>
                  <a:lnTo>
                    <a:pt x="313339" y="74951"/>
                  </a:lnTo>
                  <a:lnTo>
                    <a:pt x="310694" y="70357"/>
                  </a:lnTo>
                  <a:lnTo>
                    <a:pt x="307904" y="65850"/>
                  </a:lnTo>
                  <a:lnTo>
                    <a:pt x="304973" y="61433"/>
                  </a:lnTo>
                  <a:lnTo>
                    <a:pt x="301904" y="57111"/>
                  </a:lnTo>
                  <a:lnTo>
                    <a:pt x="298699" y="52889"/>
                  </a:lnTo>
                  <a:lnTo>
                    <a:pt x="295362" y="48771"/>
                  </a:lnTo>
                  <a:lnTo>
                    <a:pt x="291896" y="44761"/>
                  </a:lnTo>
                  <a:lnTo>
                    <a:pt x="288304" y="40862"/>
                  </a:lnTo>
                  <a:lnTo>
                    <a:pt x="284591" y="37079"/>
                  </a:lnTo>
                  <a:lnTo>
                    <a:pt x="280760" y="33416"/>
                  </a:lnTo>
                  <a:lnTo>
                    <a:pt x="276814" y="29876"/>
                  </a:lnTo>
                  <a:lnTo>
                    <a:pt x="272759" y="26463"/>
                  </a:lnTo>
                  <a:lnTo>
                    <a:pt x="268597" y="23181"/>
                  </a:lnTo>
                  <a:lnTo>
                    <a:pt x="264333" y="20032"/>
                  </a:lnTo>
                  <a:lnTo>
                    <a:pt x="259971" y="17019"/>
                  </a:lnTo>
                  <a:lnTo>
                    <a:pt x="255516" y="14147"/>
                  </a:lnTo>
                  <a:lnTo>
                    <a:pt x="250972" y="11417"/>
                  </a:lnTo>
                  <a:lnTo>
                    <a:pt x="246344" y="8833"/>
                  </a:lnTo>
                  <a:lnTo>
                    <a:pt x="241637" y="6397"/>
                  </a:lnTo>
                  <a:lnTo>
                    <a:pt x="236854" y="4111"/>
                  </a:lnTo>
                  <a:lnTo>
                    <a:pt x="232002" y="1978"/>
                  </a:lnTo>
                  <a:lnTo>
                    <a:pt x="227084" y="0"/>
                  </a:lnTo>
                  <a:lnTo>
                    <a:pt x="167167" y="1560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5023544" y="941493"/>
              <a:ext cx="59916" cy="167167"/>
            </a:xfrm>
            <a:custGeom>
              <a:avLst/>
              <a:pathLst>
                <a:path w="59916" h="167167">
                  <a:moveTo>
                    <a:pt x="59916" y="11106"/>
                  </a:moveTo>
                  <a:lnTo>
                    <a:pt x="54157" y="9015"/>
                  </a:lnTo>
                  <a:lnTo>
                    <a:pt x="48324" y="7137"/>
                  </a:lnTo>
                  <a:lnTo>
                    <a:pt x="42426" y="5473"/>
                  </a:lnTo>
                  <a:lnTo>
                    <a:pt x="36472" y="4027"/>
                  </a:lnTo>
                  <a:lnTo>
                    <a:pt x="30468" y="2800"/>
                  </a:lnTo>
                  <a:lnTo>
                    <a:pt x="24424" y="1793"/>
                  </a:lnTo>
                  <a:lnTo>
                    <a:pt x="18347" y="1009"/>
                  </a:lnTo>
                  <a:lnTo>
                    <a:pt x="12245" y="449"/>
                  </a:lnTo>
                  <a:lnTo>
                    <a:pt x="6126" y="11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384714" y="941493"/>
              <a:ext cx="101501" cy="167167"/>
            </a:xfrm>
            <a:custGeom>
              <a:avLst/>
              <a:pathLst>
                <a:path w="101501" h="167167">
                  <a:moveTo>
                    <a:pt x="101501" y="0"/>
                  </a:moveTo>
                  <a:lnTo>
                    <a:pt x="95761" y="98"/>
                  </a:lnTo>
                  <a:lnTo>
                    <a:pt x="90028" y="394"/>
                  </a:lnTo>
                  <a:lnTo>
                    <a:pt x="84309" y="886"/>
                  </a:lnTo>
                  <a:lnTo>
                    <a:pt x="78609" y="1574"/>
                  </a:lnTo>
                  <a:lnTo>
                    <a:pt x="72937" y="2458"/>
                  </a:lnTo>
                  <a:lnTo>
                    <a:pt x="67298" y="3536"/>
                  </a:lnTo>
                  <a:lnTo>
                    <a:pt x="61700" y="4807"/>
                  </a:lnTo>
                  <a:lnTo>
                    <a:pt x="56149" y="6269"/>
                  </a:lnTo>
                  <a:lnTo>
                    <a:pt x="50651" y="7921"/>
                  </a:lnTo>
                  <a:lnTo>
                    <a:pt x="45213" y="9761"/>
                  </a:lnTo>
                  <a:lnTo>
                    <a:pt x="39841" y="11787"/>
                  </a:lnTo>
                  <a:lnTo>
                    <a:pt x="34543" y="13995"/>
                  </a:lnTo>
                  <a:lnTo>
                    <a:pt x="29323" y="16385"/>
                  </a:lnTo>
                  <a:lnTo>
                    <a:pt x="24188" y="18952"/>
                  </a:lnTo>
                  <a:lnTo>
                    <a:pt x="19145" y="21694"/>
                  </a:lnTo>
                  <a:lnTo>
                    <a:pt x="14198" y="24608"/>
                  </a:lnTo>
                  <a:lnTo>
                    <a:pt x="9355" y="27689"/>
                  </a:lnTo>
                  <a:lnTo>
                    <a:pt x="4620" y="30935"/>
                  </a:lnTo>
                  <a:lnTo>
                    <a:pt x="0" y="34342"/>
                  </a:lnTo>
                  <a:lnTo>
                    <a:pt x="10150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384714" y="975836"/>
              <a:ext cx="101501" cy="132824"/>
            </a:xfrm>
            <a:custGeom>
              <a:avLst/>
              <a:pathLst>
                <a:path w="101501" h="132824">
                  <a:moveTo>
                    <a:pt x="0" y="0"/>
                  </a:moveTo>
                  <a:lnTo>
                    <a:pt x="101501" y="13282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384714" y="975836"/>
              <a:ext cx="101501" cy="132824"/>
            </a:xfrm>
            <a:custGeom>
              <a:avLst/>
              <a:pathLst>
                <a:path w="101501" h="132824">
                  <a:moveTo>
                    <a:pt x="0" y="0"/>
                  </a:moveTo>
                  <a:lnTo>
                    <a:pt x="101501" y="13282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384714" y="975836"/>
              <a:ext cx="101501" cy="132824"/>
            </a:xfrm>
            <a:custGeom>
              <a:avLst/>
              <a:pathLst>
                <a:path w="101501" h="132824">
                  <a:moveTo>
                    <a:pt x="0" y="0"/>
                  </a:moveTo>
                  <a:lnTo>
                    <a:pt x="101501" y="13282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384714" y="975836"/>
              <a:ext cx="101501" cy="132824"/>
            </a:xfrm>
            <a:custGeom>
              <a:avLst/>
              <a:pathLst>
                <a:path w="101501" h="132824">
                  <a:moveTo>
                    <a:pt x="0" y="0"/>
                  </a:moveTo>
                  <a:lnTo>
                    <a:pt x="101501" y="13282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84714" y="975836"/>
              <a:ext cx="101501" cy="132824"/>
            </a:xfrm>
            <a:custGeom>
              <a:avLst/>
              <a:pathLst>
                <a:path w="101501" h="132824">
                  <a:moveTo>
                    <a:pt x="0" y="0"/>
                  </a:moveTo>
                  <a:lnTo>
                    <a:pt x="101501" y="1328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84714" y="975836"/>
              <a:ext cx="101501" cy="132824"/>
            </a:xfrm>
            <a:custGeom>
              <a:avLst/>
              <a:pathLst>
                <a:path w="101501" h="132824">
                  <a:moveTo>
                    <a:pt x="0" y="0"/>
                  </a:moveTo>
                  <a:lnTo>
                    <a:pt x="101501" y="1328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84714" y="975836"/>
              <a:ext cx="101501" cy="132824"/>
            </a:xfrm>
            <a:custGeom>
              <a:avLst/>
              <a:pathLst>
                <a:path w="101501" h="132824">
                  <a:moveTo>
                    <a:pt x="0" y="0"/>
                  </a:moveTo>
                  <a:lnTo>
                    <a:pt x="101501" y="1328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84714" y="975836"/>
              <a:ext cx="101501" cy="132824"/>
            </a:xfrm>
            <a:custGeom>
              <a:avLst/>
              <a:pathLst>
                <a:path w="101501" h="132824">
                  <a:moveTo>
                    <a:pt x="0" y="0"/>
                  </a:moveTo>
                  <a:lnTo>
                    <a:pt x="101501" y="1328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84714" y="975836"/>
              <a:ext cx="101501" cy="132824"/>
            </a:xfrm>
            <a:custGeom>
              <a:avLst/>
              <a:pathLst>
                <a:path w="101501" h="132824">
                  <a:moveTo>
                    <a:pt x="0" y="0"/>
                  </a:moveTo>
                  <a:lnTo>
                    <a:pt x="101501" y="13282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84714" y="975836"/>
              <a:ext cx="101501" cy="132824"/>
            </a:xfrm>
            <a:custGeom>
              <a:avLst/>
              <a:pathLst>
                <a:path w="101501" h="132824">
                  <a:moveTo>
                    <a:pt x="0" y="0"/>
                  </a:moveTo>
                  <a:lnTo>
                    <a:pt x="101501" y="1328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84714" y="975836"/>
              <a:ext cx="101501" cy="132824"/>
            </a:xfrm>
            <a:custGeom>
              <a:avLst/>
              <a:pathLst>
                <a:path w="101501" h="132824">
                  <a:moveTo>
                    <a:pt x="0" y="0"/>
                  </a:moveTo>
                  <a:lnTo>
                    <a:pt x="101501" y="1328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84714" y="975836"/>
              <a:ext cx="101501" cy="132824"/>
            </a:xfrm>
            <a:custGeom>
              <a:avLst/>
              <a:pathLst>
                <a:path w="101501" h="132824">
                  <a:moveTo>
                    <a:pt x="0" y="0"/>
                  </a:moveTo>
                  <a:lnTo>
                    <a:pt x="101501" y="13282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84714" y="975836"/>
              <a:ext cx="101501" cy="132824"/>
            </a:xfrm>
            <a:custGeom>
              <a:avLst/>
              <a:pathLst>
                <a:path w="101501" h="132824">
                  <a:moveTo>
                    <a:pt x="0" y="0"/>
                  </a:moveTo>
                  <a:lnTo>
                    <a:pt x="101501" y="1328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84714" y="975836"/>
              <a:ext cx="101501" cy="132824"/>
            </a:xfrm>
            <a:custGeom>
              <a:avLst/>
              <a:pathLst>
                <a:path w="101501" h="132824">
                  <a:moveTo>
                    <a:pt x="0" y="0"/>
                  </a:moveTo>
                  <a:lnTo>
                    <a:pt x="101501" y="1328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84714" y="975836"/>
              <a:ext cx="101501" cy="132824"/>
            </a:xfrm>
            <a:custGeom>
              <a:avLst/>
              <a:pathLst>
                <a:path w="101501" h="132824">
                  <a:moveTo>
                    <a:pt x="0" y="0"/>
                  </a:moveTo>
                  <a:lnTo>
                    <a:pt x="101501" y="1328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84714" y="975836"/>
              <a:ext cx="101501" cy="132824"/>
            </a:xfrm>
            <a:custGeom>
              <a:avLst/>
              <a:pathLst>
                <a:path w="101501" h="132824">
                  <a:moveTo>
                    <a:pt x="0" y="0"/>
                  </a:moveTo>
                  <a:lnTo>
                    <a:pt x="101501" y="1328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84714" y="975836"/>
              <a:ext cx="101501" cy="132824"/>
            </a:xfrm>
            <a:custGeom>
              <a:avLst/>
              <a:pathLst>
                <a:path w="101501" h="132824">
                  <a:moveTo>
                    <a:pt x="0" y="0"/>
                  </a:moveTo>
                  <a:lnTo>
                    <a:pt x="101501" y="13282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84714" y="975836"/>
              <a:ext cx="101501" cy="132824"/>
            </a:xfrm>
            <a:custGeom>
              <a:avLst/>
              <a:pathLst>
                <a:path w="101501" h="132824">
                  <a:moveTo>
                    <a:pt x="0" y="0"/>
                  </a:moveTo>
                  <a:lnTo>
                    <a:pt x="101501" y="13282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19069" y="975836"/>
              <a:ext cx="167146" cy="268925"/>
            </a:xfrm>
            <a:custGeom>
              <a:avLst/>
              <a:pathLst>
                <a:path w="167146" h="268925">
                  <a:moveTo>
                    <a:pt x="65645" y="0"/>
                  </a:moveTo>
                  <a:lnTo>
                    <a:pt x="61417" y="3340"/>
                  </a:lnTo>
                  <a:lnTo>
                    <a:pt x="57299" y="6814"/>
                  </a:lnTo>
                  <a:lnTo>
                    <a:pt x="53295" y="10420"/>
                  </a:lnTo>
                  <a:lnTo>
                    <a:pt x="49409" y="14153"/>
                  </a:lnTo>
                  <a:lnTo>
                    <a:pt x="45645" y="18009"/>
                  </a:lnTo>
                  <a:lnTo>
                    <a:pt x="42008" y="21984"/>
                  </a:lnTo>
                  <a:lnTo>
                    <a:pt x="38501" y="26075"/>
                  </a:lnTo>
                  <a:lnTo>
                    <a:pt x="35128" y="30276"/>
                  </a:lnTo>
                  <a:lnTo>
                    <a:pt x="31891" y="34584"/>
                  </a:lnTo>
                  <a:lnTo>
                    <a:pt x="28795" y="38994"/>
                  </a:lnTo>
                  <a:lnTo>
                    <a:pt x="25843" y="43502"/>
                  </a:lnTo>
                  <a:lnTo>
                    <a:pt x="23038" y="48102"/>
                  </a:lnTo>
                  <a:lnTo>
                    <a:pt x="20382" y="52791"/>
                  </a:lnTo>
                  <a:lnTo>
                    <a:pt x="17879" y="57562"/>
                  </a:lnTo>
                  <a:lnTo>
                    <a:pt x="15531" y="62412"/>
                  </a:lnTo>
                  <a:lnTo>
                    <a:pt x="13341" y="67335"/>
                  </a:lnTo>
                  <a:lnTo>
                    <a:pt x="11310" y="72326"/>
                  </a:lnTo>
                  <a:lnTo>
                    <a:pt x="9441" y="77379"/>
                  </a:lnTo>
                  <a:lnTo>
                    <a:pt x="7736" y="82491"/>
                  </a:lnTo>
                  <a:lnTo>
                    <a:pt x="6197" y="87654"/>
                  </a:lnTo>
                  <a:lnTo>
                    <a:pt x="4825" y="92865"/>
                  </a:lnTo>
                  <a:lnTo>
                    <a:pt x="3621" y="98117"/>
                  </a:lnTo>
                  <a:lnTo>
                    <a:pt x="2588" y="103405"/>
                  </a:lnTo>
                  <a:lnTo>
                    <a:pt x="1725" y="108724"/>
                  </a:lnTo>
                  <a:lnTo>
                    <a:pt x="1034" y="114068"/>
                  </a:lnTo>
                  <a:lnTo>
                    <a:pt x="516" y="119431"/>
                  </a:lnTo>
                  <a:lnTo>
                    <a:pt x="171" y="124808"/>
                  </a:lnTo>
                  <a:lnTo>
                    <a:pt x="0" y="130193"/>
                  </a:lnTo>
                  <a:lnTo>
                    <a:pt x="2" y="135582"/>
                  </a:lnTo>
                  <a:lnTo>
                    <a:pt x="177" y="140967"/>
                  </a:lnTo>
                  <a:lnTo>
                    <a:pt x="526" y="146344"/>
                  </a:lnTo>
                  <a:lnTo>
                    <a:pt x="1049" y="151707"/>
                  </a:lnTo>
                  <a:lnTo>
                    <a:pt x="1744" y="157050"/>
                  </a:lnTo>
                  <a:lnTo>
                    <a:pt x="2610" y="162368"/>
                  </a:lnTo>
                  <a:lnTo>
                    <a:pt x="3648" y="167655"/>
                  </a:lnTo>
                  <a:lnTo>
                    <a:pt x="4855" y="172906"/>
                  </a:lnTo>
                  <a:lnTo>
                    <a:pt x="6231" y="178116"/>
                  </a:lnTo>
                  <a:lnTo>
                    <a:pt x="7775" y="183278"/>
                  </a:lnTo>
                  <a:lnTo>
                    <a:pt x="9483" y="188389"/>
                  </a:lnTo>
                  <a:lnTo>
                    <a:pt x="11356" y="193441"/>
                  </a:lnTo>
                  <a:lnTo>
                    <a:pt x="13391" y="198430"/>
                  </a:lnTo>
                  <a:lnTo>
                    <a:pt x="15585" y="203351"/>
                  </a:lnTo>
                  <a:lnTo>
                    <a:pt x="17937" y="208199"/>
                  </a:lnTo>
                  <a:lnTo>
                    <a:pt x="20443" y="212969"/>
                  </a:lnTo>
                  <a:lnTo>
                    <a:pt x="23102" y="217655"/>
                  </a:lnTo>
                  <a:lnTo>
                    <a:pt x="25911" y="222253"/>
                  </a:lnTo>
                  <a:lnTo>
                    <a:pt x="28867" y="226759"/>
                  </a:lnTo>
                  <a:lnTo>
                    <a:pt x="31966" y="231166"/>
                  </a:lnTo>
                  <a:lnTo>
                    <a:pt x="35205" y="235472"/>
                  </a:lnTo>
                  <a:lnTo>
                    <a:pt x="38582" y="239671"/>
                  </a:lnTo>
                  <a:lnTo>
                    <a:pt x="42092" y="243759"/>
                  </a:lnTo>
                  <a:lnTo>
                    <a:pt x="45733" y="247731"/>
                  </a:lnTo>
                  <a:lnTo>
                    <a:pt x="49499" y="251585"/>
                  </a:lnTo>
                  <a:lnTo>
                    <a:pt x="53387" y="255315"/>
                  </a:lnTo>
                  <a:lnTo>
                    <a:pt x="57394" y="258917"/>
                  </a:lnTo>
                  <a:lnTo>
                    <a:pt x="61515" y="262389"/>
                  </a:lnTo>
                  <a:lnTo>
                    <a:pt x="65745" y="265726"/>
                  </a:lnTo>
                  <a:lnTo>
                    <a:pt x="70081" y="268925"/>
                  </a:lnTo>
                  <a:lnTo>
                    <a:pt x="167146" y="1328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389150" y="941493"/>
              <a:ext cx="264225" cy="334318"/>
            </a:xfrm>
            <a:custGeom>
              <a:avLst/>
              <a:pathLst>
                <a:path w="264225" h="334318">
                  <a:moveTo>
                    <a:pt x="0" y="303267"/>
                  </a:moveTo>
                  <a:lnTo>
                    <a:pt x="4386" y="306292"/>
                  </a:lnTo>
                  <a:lnTo>
                    <a:pt x="8867" y="309174"/>
                  </a:lnTo>
                  <a:lnTo>
                    <a:pt x="13437" y="311913"/>
                  </a:lnTo>
                  <a:lnTo>
                    <a:pt x="18093" y="314505"/>
                  </a:lnTo>
                  <a:lnTo>
                    <a:pt x="22828" y="316947"/>
                  </a:lnTo>
                  <a:lnTo>
                    <a:pt x="27639" y="319236"/>
                  </a:lnTo>
                  <a:lnTo>
                    <a:pt x="32521" y="321371"/>
                  </a:lnTo>
                  <a:lnTo>
                    <a:pt x="37468" y="323350"/>
                  </a:lnTo>
                  <a:lnTo>
                    <a:pt x="42475" y="325170"/>
                  </a:lnTo>
                  <a:lnTo>
                    <a:pt x="47538" y="326829"/>
                  </a:lnTo>
                  <a:lnTo>
                    <a:pt x="52652" y="328327"/>
                  </a:lnTo>
                  <a:lnTo>
                    <a:pt x="57810" y="329660"/>
                  </a:lnTo>
                  <a:lnTo>
                    <a:pt x="63008" y="330829"/>
                  </a:lnTo>
                  <a:lnTo>
                    <a:pt x="68241" y="331831"/>
                  </a:lnTo>
                  <a:lnTo>
                    <a:pt x="73503" y="332666"/>
                  </a:lnTo>
                  <a:lnTo>
                    <a:pt x="78790" y="333332"/>
                  </a:lnTo>
                  <a:lnTo>
                    <a:pt x="84094" y="333830"/>
                  </a:lnTo>
                  <a:lnTo>
                    <a:pt x="89412" y="334159"/>
                  </a:lnTo>
                  <a:lnTo>
                    <a:pt x="94738" y="334318"/>
                  </a:lnTo>
                  <a:lnTo>
                    <a:pt x="100066" y="334307"/>
                  </a:lnTo>
                  <a:lnTo>
                    <a:pt x="105391" y="334127"/>
                  </a:lnTo>
                  <a:lnTo>
                    <a:pt x="110707" y="333777"/>
                  </a:lnTo>
                  <a:lnTo>
                    <a:pt x="116010" y="333257"/>
                  </a:lnTo>
                  <a:lnTo>
                    <a:pt x="121294" y="332569"/>
                  </a:lnTo>
                  <a:lnTo>
                    <a:pt x="126552" y="331713"/>
                  </a:lnTo>
                  <a:lnTo>
                    <a:pt x="131781" y="330690"/>
                  </a:lnTo>
                  <a:lnTo>
                    <a:pt x="136975" y="329500"/>
                  </a:lnTo>
                  <a:lnTo>
                    <a:pt x="142128" y="328146"/>
                  </a:lnTo>
                  <a:lnTo>
                    <a:pt x="147235" y="326628"/>
                  </a:lnTo>
                  <a:lnTo>
                    <a:pt x="152291" y="324948"/>
                  </a:lnTo>
                  <a:lnTo>
                    <a:pt x="157292" y="323108"/>
                  </a:lnTo>
                  <a:lnTo>
                    <a:pt x="162231" y="321110"/>
                  </a:lnTo>
                  <a:lnTo>
                    <a:pt x="167103" y="318955"/>
                  </a:lnTo>
                  <a:lnTo>
                    <a:pt x="171905" y="316645"/>
                  </a:lnTo>
                  <a:lnTo>
                    <a:pt x="176631" y="314184"/>
                  </a:lnTo>
                  <a:lnTo>
                    <a:pt x="181276" y="311574"/>
                  </a:lnTo>
                  <a:lnTo>
                    <a:pt x="185835" y="308817"/>
                  </a:lnTo>
                  <a:lnTo>
                    <a:pt x="190304" y="305916"/>
                  </a:lnTo>
                  <a:lnTo>
                    <a:pt x="194678" y="302874"/>
                  </a:lnTo>
                  <a:lnTo>
                    <a:pt x="198953" y="299695"/>
                  </a:lnTo>
                  <a:lnTo>
                    <a:pt x="203125" y="296380"/>
                  </a:lnTo>
                  <a:lnTo>
                    <a:pt x="207189" y="292935"/>
                  </a:lnTo>
                  <a:lnTo>
                    <a:pt x="211141" y="289361"/>
                  </a:lnTo>
                  <a:lnTo>
                    <a:pt x="214977" y="285664"/>
                  </a:lnTo>
                  <a:lnTo>
                    <a:pt x="218694" y="281846"/>
                  </a:lnTo>
                  <a:lnTo>
                    <a:pt x="222287" y="277911"/>
                  </a:lnTo>
                  <a:lnTo>
                    <a:pt x="225752" y="273865"/>
                  </a:lnTo>
                  <a:lnTo>
                    <a:pt x="229087" y="269709"/>
                  </a:lnTo>
                  <a:lnTo>
                    <a:pt x="232288" y="265450"/>
                  </a:lnTo>
                  <a:lnTo>
                    <a:pt x="235351" y="261091"/>
                  </a:lnTo>
                  <a:lnTo>
                    <a:pt x="238274" y="256636"/>
                  </a:lnTo>
                  <a:lnTo>
                    <a:pt x="241054" y="252090"/>
                  </a:lnTo>
                  <a:lnTo>
                    <a:pt x="243687" y="247458"/>
                  </a:lnTo>
                  <a:lnTo>
                    <a:pt x="246171" y="242745"/>
                  </a:lnTo>
                  <a:lnTo>
                    <a:pt x="248504" y="237955"/>
                  </a:lnTo>
                  <a:lnTo>
                    <a:pt x="250683" y="233093"/>
                  </a:lnTo>
                  <a:lnTo>
                    <a:pt x="252706" y="228164"/>
                  </a:lnTo>
                  <a:lnTo>
                    <a:pt x="254571" y="223173"/>
                  </a:lnTo>
                  <a:lnTo>
                    <a:pt x="256276" y="218125"/>
                  </a:lnTo>
                  <a:lnTo>
                    <a:pt x="257819" y="213025"/>
                  </a:lnTo>
                  <a:lnTo>
                    <a:pt x="259199" y="207879"/>
                  </a:lnTo>
                  <a:lnTo>
                    <a:pt x="260414" y="202691"/>
                  </a:lnTo>
                  <a:lnTo>
                    <a:pt x="261463" y="197467"/>
                  </a:lnTo>
                  <a:lnTo>
                    <a:pt x="262345" y="192213"/>
                  </a:lnTo>
                  <a:lnTo>
                    <a:pt x="263059" y="186933"/>
                  </a:lnTo>
                  <a:lnTo>
                    <a:pt x="263605" y="181633"/>
                  </a:lnTo>
                  <a:lnTo>
                    <a:pt x="263981" y="176318"/>
                  </a:lnTo>
                  <a:lnTo>
                    <a:pt x="264188" y="170994"/>
                  </a:lnTo>
                  <a:lnTo>
                    <a:pt x="264225" y="165666"/>
                  </a:lnTo>
                  <a:lnTo>
                    <a:pt x="264092" y="160340"/>
                  </a:lnTo>
                  <a:lnTo>
                    <a:pt x="263790" y="155020"/>
                  </a:lnTo>
                  <a:lnTo>
                    <a:pt x="263318" y="149713"/>
                  </a:lnTo>
                  <a:lnTo>
                    <a:pt x="262678" y="144424"/>
                  </a:lnTo>
                  <a:lnTo>
                    <a:pt x="261869" y="139157"/>
                  </a:lnTo>
                  <a:lnTo>
                    <a:pt x="260892" y="133920"/>
                  </a:lnTo>
                  <a:lnTo>
                    <a:pt x="259750" y="128716"/>
                  </a:lnTo>
                  <a:lnTo>
                    <a:pt x="258442" y="123551"/>
                  </a:lnTo>
                  <a:lnTo>
                    <a:pt x="256970" y="118430"/>
                  </a:lnTo>
                  <a:lnTo>
                    <a:pt x="255335" y="113359"/>
                  </a:lnTo>
                  <a:lnTo>
                    <a:pt x="253540" y="108342"/>
                  </a:lnTo>
                  <a:lnTo>
                    <a:pt x="251586" y="103385"/>
                  </a:lnTo>
                  <a:lnTo>
                    <a:pt x="249475" y="98494"/>
                  </a:lnTo>
                  <a:lnTo>
                    <a:pt x="247209" y="93671"/>
                  </a:lnTo>
                  <a:lnTo>
                    <a:pt x="244790" y="88924"/>
                  </a:lnTo>
                  <a:lnTo>
                    <a:pt x="242222" y="84256"/>
                  </a:lnTo>
                  <a:lnTo>
                    <a:pt x="239506" y="79672"/>
                  </a:lnTo>
                  <a:lnTo>
                    <a:pt x="236645" y="75177"/>
                  </a:lnTo>
                  <a:lnTo>
                    <a:pt x="233643" y="70775"/>
                  </a:lnTo>
                  <a:lnTo>
                    <a:pt x="230502" y="66472"/>
                  </a:lnTo>
                  <a:lnTo>
                    <a:pt x="227225" y="62271"/>
                  </a:lnTo>
                  <a:lnTo>
                    <a:pt x="223816" y="58176"/>
                  </a:lnTo>
                  <a:lnTo>
                    <a:pt x="220278" y="54192"/>
                  </a:lnTo>
                  <a:lnTo>
                    <a:pt x="216615" y="50323"/>
                  </a:lnTo>
                  <a:lnTo>
                    <a:pt x="212831" y="46572"/>
                  </a:lnTo>
                  <a:lnTo>
                    <a:pt x="208929" y="42944"/>
                  </a:lnTo>
                  <a:lnTo>
                    <a:pt x="204913" y="39442"/>
                  </a:lnTo>
                  <a:lnTo>
                    <a:pt x="200788" y="36070"/>
                  </a:lnTo>
                  <a:lnTo>
                    <a:pt x="196557" y="32831"/>
                  </a:lnTo>
                  <a:lnTo>
                    <a:pt x="192226" y="29729"/>
                  </a:lnTo>
                  <a:lnTo>
                    <a:pt x="187798" y="26766"/>
                  </a:lnTo>
                  <a:lnTo>
                    <a:pt x="183277" y="23946"/>
                  </a:lnTo>
                  <a:lnTo>
                    <a:pt x="178669" y="21271"/>
                  </a:lnTo>
                  <a:lnTo>
                    <a:pt x="173978" y="18744"/>
                  </a:lnTo>
                  <a:lnTo>
                    <a:pt x="169209" y="16369"/>
                  </a:lnTo>
                  <a:lnTo>
                    <a:pt x="164367" y="14146"/>
                  </a:lnTo>
                  <a:lnTo>
                    <a:pt x="159456" y="12079"/>
                  </a:lnTo>
                  <a:lnTo>
                    <a:pt x="154482" y="10170"/>
                  </a:lnTo>
                  <a:lnTo>
                    <a:pt x="149449" y="8419"/>
                  </a:lnTo>
                  <a:lnTo>
                    <a:pt x="144364" y="6831"/>
                  </a:lnTo>
                  <a:lnTo>
                    <a:pt x="139230" y="5405"/>
                  </a:lnTo>
                  <a:lnTo>
                    <a:pt x="134054" y="4143"/>
                  </a:lnTo>
                  <a:lnTo>
                    <a:pt x="128840" y="3047"/>
                  </a:lnTo>
                  <a:lnTo>
                    <a:pt x="123593" y="2118"/>
                  </a:lnTo>
                  <a:lnTo>
                    <a:pt x="118320" y="1356"/>
                  </a:lnTo>
                  <a:lnTo>
                    <a:pt x="113025" y="763"/>
                  </a:lnTo>
                  <a:lnTo>
                    <a:pt x="107714" y="339"/>
                  </a:lnTo>
                  <a:lnTo>
                    <a:pt x="102392" y="84"/>
                  </a:lnTo>
                  <a:lnTo>
                    <a:pt x="97064" y="0"/>
                  </a:lnTo>
                  <a:lnTo>
                    <a:pt x="9706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797342" y="1071028"/>
              <a:ext cx="255038" cy="334322"/>
            </a:xfrm>
            <a:custGeom>
              <a:avLst/>
              <a:pathLst>
                <a:path w="255038" h="334322">
                  <a:moveTo>
                    <a:pt x="167159" y="0"/>
                  </a:moveTo>
                  <a:lnTo>
                    <a:pt x="161835" y="84"/>
                  </a:lnTo>
                  <a:lnTo>
                    <a:pt x="156516" y="339"/>
                  </a:lnTo>
                  <a:lnTo>
                    <a:pt x="151208" y="762"/>
                  </a:lnTo>
                  <a:lnTo>
                    <a:pt x="145916" y="1355"/>
                  </a:lnTo>
                  <a:lnTo>
                    <a:pt x="140646" y="2115"/>
                  </a:lnTo>
                  <a:lnTo>
                    <a:pt x="135403" y="3044"/>
                  </a:lnTo>
                  <a:lnTo>
                    <a:pt x="130192" y="4138"/>
                  </a:lnTo>
                  <a:lnTo>
                    <a:pt x="125018" y="5398"/>
                  </a:lnTo>
                  <a:lnTo>
                    <a:pt x="119887" y="6822"/>
                  </a:lnTo>
                  <a:lnTo>
                    <a:pt x="114804" y="8409"/>
                  </a:lnTo>
                  <a:lnTo>
                    <a:pt x="109775" y="10157"/>
                  </a:lnTo>
                  <a:lnTo>
                    <a:pt x="104803" y="12065"/>
                  </a:lnTo>
                  <a:lnTo>
                    <a:pt x="99895" y="14129"/>
                  </a:lnTo>
                  <a:lnTo>
                    <a:pt x="95055" y="16349"/>
                  </a:lnTo>
                  <a:lnTo>
                    <a:pt x="90288" y="18722"/>
                  </a:lnTo>
                  <a:lnTo>
                    <a:pt x="85599" y="21246"/>
                  </a:lnTo>
                  <a:lnTo>
                    <a:pt x="80993" y="23917"/>
                  </a:lnTo>
                  <a:lnTo>
                    <a:pt x="76474" y="26734"/>
                  </a:lnTo>
                  <a:lnTo>
                    <a:pt x="72048" y="29694"/>
                  </a:lnTo>
                  <a:lnTo>
                    <a:pt x="67718" y="32793"/>
                  </a:lnTo>
                  <a:lnTo>
                    <a:pt x="63488" y="36028"/>
                  </a:lnTo>
                  <a:lnTo>
                    <a:pt x="59364" y="39396"/>
                  </a:lnTo>
                  <a:lnTo>
                    <a:pt x="55350" y="42894"/>
                  </a:lnTo>
                  <a:lnTo>
                    <a:pt x="51448" y="46519"/>
                  </a:lnTo>
                  <a:lnTo>
                    <a:pt x="47664" y="50265"/>
                  </a:lnTo>
                  <a:lnTo>
                    <a:pt x="44002" y="54130"/>
                  </a:lnTo>
                  <a:lnTo>
                    <a:pt x="40464" y="58110"/>
                  </a:lnTo>
                  <a:lnTo>
                    <a:pt x="37055" y="62200"/>
                  </a:lnTo>
                  <a:lnTo>
                    <a:pt x="33778" y="66397"/>
                  </a:lnTo>
                  <a:lnTo>
                    <a:pt x="30636" y="70696"/>
                  </a:lnTo>
                  <a:lnTo>
                    <a:pt x="27633" y="75094"/>
                  </a:lnTo>
                  <a:lnTo>
                    <a:pt x="24771" y="79584"/>
                  </a:lnTo>
                  <a:lnTo>
                    <a:pt x="22054" y="84163"/>
                  </a:lnTo>
                  <a:lnTo>
                    <a:pt x="19484" y="88827"/>
                  </a:lnTo>
                  <a:lnTo>
                    <a:pt x="17064" y="93570"/>
                  </a:lnTo>
                  <a:lnTo>
                    <a:pt x="14796" y="98388"/>
                  </a:lnTo>
                  <a:lnTo>
                    <a:pt x="12683" y="103275"/>
                  </a:lnTo>
                  <a:lnTo>
                    <a:pt x="10726" y="108228"/>
                  </a:lnTo>
                  <a:lnTo>
                    <a:pt x="8928" y="113240"/>
                  </a:lnTo>
                  <a:lnTo>
                    <a:pt x="7291" y="118307"/>
                  </a:lnTo>
                  <a:lnTo>
                    <a:pt x="5816" y="123423"/>
                  </a:lnTo>
                  <a:lnTo>
                    <a:pt x="4505" y="128584"/>
                  </a:lnTo>
                  <a:lnTo>
                    <a:pt x="3358" y="133784"/>
                  </a:lnTo>
                  <a:lnTo>
                    <a:pt x="2378" y="139018"/>
                  </a:lnTo>
                  <a:lnTo>
                    <a:pt x="1565" y="144280"/>
                  </a:lnTo>
                  <a:lnTo>
                    <a:pt x="920" y="149566"/>
                  </a:lnTo>
                  <a:lnTo>
                    <a:pt x="444" y="154869"/>
                  </a:lnTo>
                  <a:lnTo>
                    <a:pt x="137" y="160185"/>
                  </a:lnTo>
                  <a:lnTo>
                    <a:pt x="0" y="165508"/>
                  </a:lnTo>
                  <a:lnTo>
                    <a:pt x="31" y="170833"/>
                  </a:lnTo>
                  <a:lnTo>
                    <a:pt x="233" y="176154"/>
                  </a:lnTo>
                  <a:lnTo>
                    <a:pt x="604" y="181466"/>
                  </a:lnTo>
                  <a:lnTo>
                    <a:pt x="1144" y="186763"/>
                  </a:lnTo>
                  <a:lnTo>
                    <a:pt x="1852" y="192041"/>
                  </a:lnTo>
                  <a:lnTo>
                    <a:pt x="2728" y="197293"/>
                  </a:lnTo>
                  <a:lnTo>
                    <a:pt x="3771" y="202515"/>
                  </a:lnTo>
                  <a:lnTo>
                    <a:pt x="4980" y="207700"/>
                  </a:lnTo>
                  <a:lnTo>
                    <a:pt x="6353" y="212845"/>
                  </a:lnTo>
                  <a:lnTo>
                    <a:pt x="7889" y="217943"/>
                  </a:lnTo>
                  <a:lnTo>
                    <a:pt x="9587" y="222990"/>
                  </a:lnTo>
                  <a:lnTo>
                    <a:pt x="11445" y="227981"/>
                  </a:lnTo>
                  <a:lnTo>
                    <a:pt x="13461" y="232909"/>
                  </a:lnTo>
                  <a:lnTo>
                    <a:pt x="15633" y="237771"/>
                  </a:lnTo>
                  <a:lnTo>
                    <a:pt x="17959" y="242561"/>
                  </a:lnTo>
                  <a:lnTo>
                    <a:pt x="20435" y="247275"/>
                  </a:lnTo>
                  <a:lnTo>
                    <a:pt x="23061" y="251907"/>
                  </a:lnTo>
                  <a:lnTo>
                    <a:pt x="25833" y="256453"/>
                  </a:lnTo>
                  <a:lnTo>
                    <a:pt x="28749" y="260909"/>
                  </a:lnTo>
                  <a:lnTo>
                    <a:pt x="31804" y="265270"/>
                  </a:lnTo>
                  <a:lnTo>
                    <a:pt x="34998" y="269531"/>
                  </a:lnTo>
                  <a:lnTo>
                    <a:pt x="38325" y="273688"/>
                  </a:lnTo>
                  <a:lnTo>
                    <a:pt x="41783" y="277738"/>
                  </a:lnTo>
                  <a:lnTo>
                    <a:pt x="45368" y="281675"/>
                  </a:lnTo>
                  <a:lnTo>
                    <a:pt x="49077" y="285495"/>
                  </a:lnTo>
                  <a:lnTo>
                    <a:pt x="52905" y="289196"/>
                  </a:lnTo>
                  <a:lnTo>
                    <a:pt x="56850" y="292773"/>
                  </a:lnTo>
                  <a:lnTo>
                    <a:pt x="60906" y="296223"/>
                  </a:lnTo>
                  <a:lnTo>
                    <a:pt x="65071" y="299541"/>
                  </a:lnTo>
                  <a:lnTo>
                    <a:pt x="69338" y="302726"/>
                  </a:lnTo>
                  <a:lnTo>
                    <a:pt x="73705" y="305772"/>
                  </a:lnTo>
                  <a:lnTo>
                    <a:pt x="78167" y="308678"/>
                  </a:lnTo>
                  <a:lnTo>
                    <a:pt x="82719" y="311441"/>
                  </a:lnTo>
                  <a:lnTo>
                    <a:pt x="87357" y="314057"/>
                  </a:lnTo>
                  <a:lnTo>
                    <a:pt x="92076" y="316524"/>
                  </a:lnTo>
                  <a:lnTo>
                    <a:pt x="96871" y="318840"/>
                  </a:lnTo>
                  <a:lnTo>
                    <a:pt x="101737" y="321001"/>
                  </a:lnTo>
                  <a:lnTo>
                    <a:pt x="106670" y="323007"/>
                  </a:lnTo>
                  <a:lnTo>
                    <a:pt x="111664" y="324854"/>
                  </a:lnTo>
                  <a:lnTo>
                    <a:pt x="116714" y="326542"/>
                  </a:lnTo>
                  <a:lnTo>
                    <a:pt x="121816" y="328068"/>
                  </a:lnTo>
                  <a:lnTo>
                    <a:pt x="126964" y="329430"/>
                  </a:lnTo>
                  <a:lnTo>
                    <a:pt x="132152" y="330628"/>
                  </a:lnTo>
                  <a:lnTo>
                    <a:pt x="137376" y="331660"/>
                  </a:lnTo>
                  <a:lnTo>
                    <a:pt x="142630" y="332525"/>
                  </a:lnTo>
                  <a:lnTo>
                    <a:pt x="147909" y="333222"/>
                  </a:lnTo>
                  <a:lnTo>
                    <a:pt x="153207" y="333751"/>
                  </a:lnTo>
                  <a:lnTo>
                    <a:pt x="158520" y="334111"/>
                  </a:lnTo>
                  <a:lnTo>
                    <a:pt x="163841" y="334301"/>
                  </a:lnTo>
                  <a:lnTo>
                    <a:pt x="169166" y="334322"/>
                  </a:lnTo>
                  <a:lnTo>
                    <a:pt x="174489" y="334174"/>
                  </a:lnTo>
                  <a:lnTo>
                    <a:pt x="179804" y="333855"/>
                  </a:lnTo>
                  <a:lnTo>
                    <a:pt x="185107" y="333368"/>
                  </a:lnTo>
                  <a:lnTo>
                    <a:pt x="190391" y="332712"/>
                  </a:lnTo>
                  <a:lnTo>
                    <a:pt x="195652" y="331888"/>
                  </a:lnTo>
                  <a:lnTo>
                    <a:pt x="200883" y="330897"/>
                  </a:lnTo>
                  <a:lnTo>
                    <a:pt x="206081" y="329740"/>
                  </a:lnTo>
                  <a:lnTo>
                    <a:pt x="211239" y="328418"/>
                  </a:lnTo>
                  <a:lnTo>
                    <a:pt x="216352" y="326932"/>
                  </a:lnTo>
                  <a:lnTo>
                    <a:pt x="221416" y="325284"/>
                  </a:lnTo>
                  <a:lnTo>
                    <a:pt x="226424" y="323476"/>
                  </a:lnTo>
                  <a:lnTo>
                    <a:pt x="231372" y="321509"/>
                  </a:lnTo>
                  <a:lnTo>
                    <a:pt x="236256" y="319386"/>
                  </a:lnTo>
                  <a:lnTo>
                    <a:pt x="241069" y="317108"/>
                  </a:lnTo>
                  <a:lnTo>
                    <a:pt x="245807" y="314678"/>
                  </a:lnTo>
                  <a:lnTo>
                    <a:pt x="250465" y="312098"/>
                  </a:lnTo>
                  <a:lnTo>
                    <a:pt x="255038" y="309371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238196"/>
              <a:ext cx="87879" cy="142204"/>
            </a:xfrm>
            <a:custGeom>
              <a:avLst/>
              <a:pathLst>
                <a:path w="87879" h="142204">
                  <a:moveTo>
                    <a:pt x="87879" y="14220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238196"/>
              <a:ext cx="87879" cy="142204"/>
            </a:xfrm>
            <a:custGeom>
              <a:avLst/>
              <a:pathLst>
                <a:path w="87879" h="142204">
                  <a:moveTo>
                    <a:pt x="87879" y="14220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238196"/>
              <a:ext cx="87879" cy="142204"/>
            </a:xfrm>
            <a:custGeom>
              <a:avLst/>
              <a:pathLst>
                <a:path w="87879" h="142204">
                  <a:moveTo>
                    <a:pt x="87879" y="14220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238196"/>
              <a:ext cx="87879" cy="142204"/>
            </a:xfrm>
            <a:custGeom>
              <a:avLst/>
              <a:pathLst>
                <a:path w="87879" h="142204">
                  <a:moveTo>
                    <a:pt x="87879" y="14220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238196"/>
              <a:ext cx="87879" cy="142204"/>
            </a:xfrm>
            <a:custGeom>
              <a:avLst/>
              <a:pathLst>
                <a:path w="87879" h="142204">
                  <a:moveTo>
                    <a:pt x="87879" y="14220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238196"/>
              <a:ext cx="87879" cy="142204"/>
            </a:xfrm>
            <a:custGeom>
              <a:avLst/>
              <a:pathLst>
                <a:path w="87879" h="142204">
                  <a:moveTo>
                    <a:pt x="87879" y="14220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238196"/>
              <a:ext cx="87879" cy="142204"/>
            </a:xfrm>
            <a:custGeom>
              <a:avLst/>
              <a:pathLst>
                <a:path w="87879" h="142204">
                  <a:moveTo>
                    <a:pt x="87879" y="14220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238196"/>
              <a:ext cx="87879" cy="142204"/>
            </a:xfrm>
            <a:custGeom>
              <a:avLst/>
              <a:pathLst>
                <a:path w="87879" h="142204">
                  <a:moveTo>
                    <a:pt x="87879" y="14220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238196"/>
              <a:ext cx="87879" cy="142204"/>
            </a:xfrm>
            <a:custGeom>
              <a:avLst/>
              <a:pathLst>
                <a:path w="87879" h="142204">
                  <a:moveTo>
                    <a:pt x="87879" y="14220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238196"/>
              <a:ext cx="87879" cy="142204"/>
            </a:xfrm>
            <a:custGeom>
              <a:avLst/>
              <a:pathLst>
                <a:path w="87879" h="142204">
                  <a:moveTo>
                    <a:pt x="87879" y="14220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238196"/>
              <a:ext cx="87879" cy="142204"/>
            </a:xfrm>
            <a:custGeom>
              <a:avLst/>
              <a:pathLst>
                <a:path w="87879" h="142204">
                  <a:moveTo>
                    <a:pt x="87879" y="14220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238196"/>
              <a:ext cx="87879" cy="142204"/>
            </a:xfrm>
            <a:custGeom>
              <a:avLst/>
              <a:pathLst>
                <a:path w="87879" h="142204">
                  <a:moveTo>
                    <a:pt x="87879" y="14220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238196"/>
              <a:ext cx="87879" cy="142204"/>
            </a:xfrm>
            <a:custGeom>
              <a:avLst/>
              <a:pathLst>
                <a:path w="87879" h="142204">
                  <a:moveTo>
                    <a:pt x="87879" y="14220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4501" y="1238196"/>
              <a:ext cx="87879" cy="142204"/>
            </a:xfrm>
            <a:custGeom>
              <a:avLst/>
              <a:pathLst>
                <a:path w="87879" h="142204">
                  <a:moveTo>
                    <a:pt x="87879" y="14220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64501" y="1238196"/>
              <a:ext cx="87879" cy="142204"/>
            </a:xfrm>
            <a:custGeom>
              <a:avLst/>
              <a:pathLst>
                <a:path w="87879" h="142204">
                  <a:moveTo>
                    <a:pt x="87879" y="14220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64501" y="1238196"/>
              <a:ext cx="87879" cy="142204"/>
            </a:xfrm>
            <a:custGeom>
              <a:avLst/>
              <a:pathLst>
                <a:path w="87879" h="142204">
                  <a:moveTo>
                    <a:pt x="87879" y="14220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64501" y="1238196"/>
              <a:ext cx="87879" cy="142204"/>
            </a:xfrm>
            <a:custGeom>
              <a:avLst/>
              <a:pathLst>
                <a:path w="87879" h="142204">
                  <a:moveTo>
                    <a:pt x="87879" y="14220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64501" y="1084436"/>
              <a:ext cx="167157" cy="295964"/>
            </a:xfrm>
            <a:custGeom>
              <a:avLst/>
              <a:pathLst>
                <a:path w="167157" h="295964">
                  <a:moveTo>
                    <a:pt x="87879" y="295964"/>
                  </a:moveTo>
                  <a:lnTo>
                    <a:pt x="92402" y="293067"/>
                  </a:lnTo>
                  <a:lnTo>
                    <a:pt x="96829" y="290027"/>
                  </a:lnTo>
                  <a:lnTo>
                    <a:pt x="101157" y="286846"/>
                  </a:lnTo>
                  <a:lnTo>
                    <a:pt x="105380" y="283528"/>
                  </a:lnTo>
                  <a:lnTo>
                    <a:pt x="109494" y="280076"/>
                  </a:lnTo>
                  <a:lnTo>
                    <a:pt x="113496" y="276493"/>
                  </a:lnTo>
                  <a:lnTo>
                    <a:pt x="117380" y="272784"/>
                  </a:lnTo>
                  <a:lnTo>
                    <a:pt x="121143" y="268952"/>
                  </a:lnTo>
                  <a:lnTo>
                    <a:pt x="124781" y="265000"/>
                  </a:lnTo>
                  <a:lnTo>
                    <a:pt x="128290" y="260935"/>
                  </a:lnTo>
                  <a:lnTo>
                    <a:pt x="131667" y="256758"/>
                  </a:lnTo>
                  <a:lnTo>
                    <a:pt x="134907" y="252475"/>
                  </a:lnTo>
                  <a:lnTo>
                    <a:pt x="138009" y="248090"/>
                  </a:lnTo>
                  <a:lnTo>
                    <a:pt x="140968" y="243608"/>
                  </a:lnTo>
                  <a:lnTo>
                    <a:pt x="143782" y="239033"/>
                  </a:lnTo>
                  <a:lnTo>
                    <a:pt x="146447" y="234371"/>
                  </a:lnTo>
                  <a:lnTo>
                    <a:pt x="148961" y="229624"/>
                  </a:lnTo>
                  <a:lnTo>
                    <a:pt x="151321" y="224800"/>
                  </a:lnTo>
                  <a:lnTo>
                    <a:pt x="153525" y="219902"/>
                  </a:lnTo>
                  <a:lnTo>
                    <a:pt x="155570" y="214936"/>
                  </a:lnTo>
                  <a:lnTo>
                    <a:pt x="157455" y="209907"/>
                  </a:lnTo>
                  <a:lnTo>
                    <a:pt x="159178" y="204820"/>
                  </a:lnTo>
                  <a:lnTo>
                    <a:pt x="160736" y="199680"/>
                  </a:lnTo>
                  <a:lnTo>
                    <a:pt x="162128" y="194493"/>
                  </a:lnTo>
                  <a:lnTo>
                    <a:pt x="163353" y="189264"/>
                  </a:lnTo>
                  <a:lnTo>
                    <a:pt x="164409" y="183998"/>
                  </a:lnTo>
                  <a:lnTo>
                    <a:pt x="165296" y="178701"/>
                  </a:lnTo>
                  <a:lnTo>
                    <a:pt x="166012" y="173378"/>
                  </a:lnTo>
                  <a:lnTo>
                    <a:pt x="166556" y="168035"/>
                  </a:lnTo>
                  <a:lnTo>
                    <a:pt x="166929" y="162677"/>
                  </a:lnTo>
                  <a:lnTo>
                    <a:pt x="167129" y="157310"/>
                  </a:lnTo>
                  <a:lnTo>
                    <a:pt x="167157" y="151939"/>
                  </a:lnTo>
                  <a:lnTo>
                    <a:pt x="167012" y="146570"/>
                  </a:lnTo>
                  <a:lnTo>
                    <a:pt x="166695" y="141209"/>
                  </a:lnTo>
                  <a:lnTo>
                    <a:pt x="166206" y="135860"/>
                  </a:lnTo>
                  <a:lnTo>
                    <a:pt x="165545" y="130530"/>
                  </a:lnTo>
                  <a:lnTo>
                    <a:pt x="164713" y="125224"/>
                  </a:lnTo>
                  <a:lnTo>
                    <a:pt x="163712" y="119948"/>
                  </a:lnTo>
                  <a:lnTo>
                    <a:pt x="162541" y="114706"/>
                  </a:lnTo>
                  <a:lnTo>
                    <a:pt x="161203" y="109505"/>
                  </a:lnTo>
                  <a:lnTo>
                    <a:pt x="159698" y="104349"/>
                  </a:lnTo>
                  <a:lnTo>
                    <a:pt x="158028" y="99244"/>
                  </a:lnTo>
                  <a:lnTo>
                    <a:pt x="156195" y="94196"/>
                  </a:lnTo>
                  <a:lnTo>
                    <a:pt x="154201" y="89209"/>
                  </a:lnTo>
                  <a:lnTo>
                    <a:pt x="152048" y="84289"/>
                  </a:lnTo>
                  <a:lnTo>
                    <a:pt x="149738" y="79440"/>
                  </a:lnTo>
                  <a:lnTo>
                    <a:pt x="147273" y="74668"/>
                  </a:lnTo>
                  <a:lnTo>
                    <a:pt x="144656" y="69978"/>
                  </a:lnTo>
                  <a:lnTo>
                    <a:pt x="141890" y="65374"/>
                  </a:lnTo>
                  <a:lnTo>
                    <a:pt x="138978" y="60862"/>
                  </a:lnTo>
                  <a:lnTo>
                    <a:pt x="135922" y="56445"/>
                  </a:lnTo>
                  <a:lnTo>
                    <a:pt x="132726" y="52129"/>
                  </a:lnTo>
                  <a:lnTo>
                    <a:pt x="129392" y="47918"/>
                  </a:lnTo>
                  <a:lnTo>
                    <a:pt x="125925" y="43816"/>
                  </a:lnTo>
                  <a:lnTo>
                    <a:pt x="122329" y="39827"/>
                  </a:lnTo>
                  <a:lnTo>
                    <a:pt x="118606" y="35956"/>
                  </a:lnTo>
                  <a:lnTo>
                    <a:pt x="114760" y="32207"/>
                  </a:lnTo>
                  <a:lnTo>
                    <a:pt x="110796" y="28583"/>
                  </a:lnTo>
                  <a:lnTo>
                    <a:pt x="106718" y="25088"/>
                  </a:lnTo>
                  <a:lnTo>
                    <a:pt x="102529" y="21727"/>
                  </a:lnTo>
                  <a:lnTo>
                    <a:pt x="98235" y="18501"/>
                  </a:lnTo>
                  <a:lnTo>
                    <a:pt x="93839" y="15415"/>
                  </a:lnTo>
                  <a:lnTo>
                    <a:pt x="89346" y="12472"/>
                  </a:lnTo>
                  <a:lnTo>
                    <a:pt x="84762" y="9675"/>
                  </a:lnTo>
                  <a:lnTo>
                    <a:pt x="80089" y="7026"/>
                  </a:lnTo>
                  <a:lnTo>
                    <a:pt x="75334" y="4529"/>
                  </a:lnTo>
                  <a:lnTo>
                    <a:pt x="70501" y="2186"/>
                  </a:lnTo>
                  <a:lnTo>
                    <a:pt x="65596" y="0"/>
                  </a:lnTo>
                  <a:lnTo>
                    <a:pt x="0" y="1537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64501" y="1071028"/>
              <a:ext cx="65596" cy="167167"/>
            </a:xfrm>
            <a:custGeom>
              <a:avLst/>
              <a:pathLst>
                <a:path w="65596" h="167167">
                  <a:moveTo>
                    <a:pt x="65596" y="13407"/>
                  </a:moveTo>
                  <a:lnTo>
                    <a:pt x="59916" y="11106"/>
                  </a:lnTo>
                  <a:lnTo>
                    <a:pt x="54157" y="9015"/>
                  </a:lnTo>
                  <a:lnTo>
                    <a:pt x="48324" y="7137"/>
                  </a:lnTo>
                  <a:lnTo>
                    <a:pt x="42426" y="5473"/>
                  </a:lnTo>
                  <a:lnTo>
                    <a:pt x="36472" y="4027"/>
                  </a:lnTo>
                  <a:lnTo>
                    <a:pt x="30468" y="2800"/>
                  </a:lnTo>
                  <a:lnTo>
                    <a:pt x="24424" y="1793"/>
                  </a:lnTo>
                  <a:lnTo>
                    <a:pt x="18347" y="1009"/>
                  </a:lnTo>
                  <a:lnTo>
                    <a:pt x="12245" y="449"/>
                  </a:lnTo>
                  <a:lnTo>
                    <a:pt x="6126" y="11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366367" y="1322571"/>
              <a:ext cx="122353" cy="167167"/>
            </a:xfrm>
            <a:custGeom>
              <a:avLst/>
              <a:pathLst>
                <a:path w="122353" h="167167">
                  <a:moveTo>
                    <a:pt x="122353" y="0"/>
                  </a:moveTo>
                  <a:lnTo>
                    <a:pt x="116863" y="90"/>
                  </a:lnTo>
                  <a:lnTo>
                    <a:pt x="111380" y="360"/>
                  </a:lnTo>
                  <a:lnTo>
                    <a:pt x="105908" y="810"/>
                  </a:lnTo>
                  <a:lnTo>
                    <a:pt x="100453" y="1440"/>
                  </a:lnTo>
                  <a:lnTo>
                    <a:pt x="95023" y="2249"/>
                  </a:lnTo>
                  <a:lnTo>
                    <a:pt x="89622" y="3235"/>
                  </a:lnTo>
                  <a:lnTo>
                    <a:pt x="84256" y="4399"/>
                  </a:lnTo>
                  <a:lnTo>
                    <a:pt x="78931" y="5737"/>
                  </a:lnTo>
                  <a:lnTo>
                    <a:pt x="73653" y="7250"/>
                  </a:lnTo>
                  <a:lnTo>
                    <a:pt x="68428" y="8936"/>
                  </a:lnTo>
                  <a:lnTo>
                    <a:pt x="63261" y="10792"/>
                  </a:lnTo>
                  <a:lnTo>
                    <a:pt x="58157" y="12817"/>
                  </a:lnTo>
                  <a:lnTo>
                    <a:pt x="53123" y="15009"/>
                  </a:lnTo>
                  <a:lnTo>
                    <a:pt x="48164" y="17364"/>
                  </a:lnTo>
                  <a:lnTo>
                    <a:pt x="43284" y="19881"/>
                  </a:lnTo>
                  <a:lnTo>
                    <a:pt x="38490" y="22557"/>
                  </a:lnTo>
                  <a:lnTo>
                    <a:pt x="33786" y="25389"/>
                  </a:lnTo>
                  <a:lnTo>
                    <a:pt x="29178" y="28374"/>
                  </a:lnTo>
                  <a:lnTo>
                    <a:pt x="24671" y="31509"/>
                  </a:lnTo>
                  <a:lnTo>
                    <a:pt x="20268" y="34790"/>
                  </a:lnTo>
                  <a:lnTo>
                    <a:pt x="15976" y="38214"/>
                  </a:lnTo>
                  <a:lnTo>
                    <a:pt x="11799" y="41777"/>
                  </a:lnTo>
                  <a:lnTo>
                    <a:pt x="7741" y="45475"/>
                  </a:lnTo>
                  <a:lnTo>
                    <a:pt x="3806" y="49305"/>
                  </a:lnTo>
                  <a:lnTo>
                    <a:pt x="0" y="53261"/>
                  </a:lnTo>
                  <a:lnTo>
                    <a:pt x="122353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366367" y="1375833"/>
              <a:ext cx="122353" cy="113905"/>
            </a:xfrm>
            <a:custGeom>
              <a:avLst/>
              <a:pathLst>
                <a:path w="122353" h="113905">
                  <a:moveTo>
                    <a:pt x="0" y="0"/>
                  </a:moveTo>
                  <a:lnTo>
                    <a:pt x="122353" y="11390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366367" y="1375833"/>
              <a:ext cx="122353" cy="113905"/>
            </a:xfrm>
            <a:custGeom>
              <a:avLst/>
              <a:pathLst>
                <a:path w="122353" h="113905">
                  <a:moveTo>
                    <a:pt x="0" y="0"/>
                  </a:moveTo>
                  <a:lnTo>
                    <a:pt x="122353" y="11390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366367" y="1375833"/>
              <a:ext cx="122353" cy="113905"/>
            </a:xfrm>
            <a:custGeom>
              <a:avLst/>
              <a:pathLst>
                <a:path w="122353" h="113905">
                  <a:moveTo>
                    <a:pt x="0" y="0"/>
                  </a:moveTo>
                  <a:lnTo>
                    <a:pt x="122353" y="1139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366367" y="1375833"/>
              <a:ext cx="122353" cy="113905"/>
            </a:xfrm>
            <a:custGeom>
              <a:avLst/>
              <a:pathLst>
                <a:path w="122353" h="113905">
                  <a:moveTo>
                    <a:pt x="0" y="0"/>
                  </a:moveTo>
                  <a:lnTo>
                    <a:pt x="122353" y="1139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66367" y="1375833"/>
              <a:ext cx="122353" cy="113905"/>
            </a:xfrm>
            <a:custGeom>
              <a:avLst/>
              <a:pathLst>
                <a:path w="122353" h="113905">
                  <a:moveTo>
                    <a:pt x="0" y="0"/>
                  </a:moveTo>
                  <a:lnTo>
                    <a:pt x="122353" y="1139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66367" y="1375833"/>
              <a:ext cx="122353" cy="113905"/>
            </a:xfrm>
            <a:custGeom>
              <a:avLst/>
              <a:pathLst>
                <a:path w="122353" h="113905">
                  <a:moveTo>
                    <a:pt x="0" y="0"/>
                  </a:moveTo>
                  <a:lnTo>
                    <a:pt x="122353" y="1139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66367" y="1375833"/>
              <a:ext cx="122353" cy="113905"/>
            </a:xfrm>
            <a:custGeom>
              <a:avLst/>
              <a:pathLst>
                <a:path w="122353" h="113905">
                  <a:moveTo>
                    <a:pt x="0" y="0"/>
                  </a:moveTo>
                  <a:lnTo>
                    <a:pt x="122353" y="11390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66367" y="1375833"/>
              <a:ext cx="122353" cy="113905"/>
            </a:xfrm>
            <a:custGeom>
              <a:avLst/>
              <a:pathLst>
                <a:path w="122353" h="113905">
                  <a:moveTo>
                    <a:pt x="0" y="0"/>
                  </a:moveTo>
                  <a:lnTo>
                    <a:pt x="122353" y="1139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66367" y="1375833"/>
              <a:ext cx="122353" cy="113905"/>
            </a:xfrm>
            <a:custGeom>
              <a:avLst/>
              <a:pathLst>
                <a:path w="122353" h="113905">
                  <a:moveTo>
                    <a:pt x="0" y="0"/>
                  </a:moveTo>
                  <a:lnTo>
                    <a:pt x="122353" y="1139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66367" y="1375833"/>
              <a:ext cx="122353" cy="113905"/>
            </a:xfrm>
            <a:custGeom>
              <a:avLst/>
              <a:pathLst>
                <a:path w="122353" h="113905">
                  <a:moveTo>
                    <a:pt x="0" y="0"/>
                  </a:moveTo>
                  <a:lnTo>
                    <a:pt x="122353" y="11390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66367" y="1375833"/>
              <a:ext cx="122353" cy="113905"/>
            </a:xfrm>
            <a:custGeom>
              <a:avLst/>
              <a:pathLst>
                <a:path w="122353" h="113905">
                  <a:moveTo>
                    <a:pt x="0" y="0"/>
                  </a:moveTo>
                  <a:lnTo>
                    <a:pt x="122353" y="1139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66367" y="1375833"/>
              <a:ext cx="122353" cy="113905"/>
            </a:xfrm>
            <a:custGeom>
              <a:avLst/>
              <a:pathLst>
                <a:path w="122353" h="113905">
                  <a:moveTo>
                    <a:pt x="0" y="0"/>
                  </a:moveTo>
                  <a:lnTo>
                    <a:pt x="122353" y="1139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66367" y="1375833"/>
              <a:ext cx="122353" cy="113905"/>
            </a:xfrm>
            <a:custGeom>
              <a:avLst/>
              <a:pathLst>
                <a:path w="122353" h="113905">
                  <a:moveTo>
                    <a:pt x="0" y="0"/>
                  </a:moveTo>
                  <a:lnTo>
                    <a:pt x="122353" y="1139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66367" y="1375833"/>
              <a:ext cx="122353" cy="113905"/>
            </a:xfrm>
            <a:custGeom>
              <a:avLst/>
              <a:pathLst>
                <a:path w="122353" h="113905">
                  <a:moveTo>
                    <a:pt x="0" y="0"/>
                  </a:moveTo>
                  <a:lnTo>
                    <a:pt x="122353" y="1139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66367" y="1375833"/>
              <a:ext cx="122353" cy="113905"/>
            </a:xfrm>
            <a:custGeom>
              <a:avLst/>
              <a:pathLst>
                <a:path w="122353" h="113905">
                  <a:moveTo>
                    <a:pt x="0" y="0"/>
                  </a:moveTo>
                  <a:lnTo>
                    <a:pt x="122353" y="1139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66367" y="1375833"/>
              <a:ext cx="122353" cy="113905"/>
            </a:xfrm>
            <a:custGeom>
              <a:avLst/>
              <a:pathLst>
                <a:path w="122353" h="113905">
                  <a:moveTo>
                    <a:pt x="0" y="0"/>
                  </a:moveTo>
                  <a:lnTo>
                    <a:pt x="122353" y="1139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21566" y="1375833"/>
              <a:ext cx="334304" cy="281072"/>
            </a:xfrm>
            <a:custGeom>
              <a:avLst/>
              <a:pathLst>
                <a:path w="334304" h="281072">
                  <a:moveTo>
                    <a:pt x="44800" y="0"/>
                  </a:moveTo>
                  <a:lnTo>
                    <a:pt x="41246" y="3941"/>
                  </a:lnTo>
                  <a:lnTo>
                    <a:pt x="37818" y="7994"/>
                  </a:lnTo>
                  <a:lnTo>
                    <a:pt x="34521" y="12153"/>
                  </a:lnTo>
                  <a:lnTo>
                    <a:pt x="31358" y="16416"/>
                  </a:lnTo>
                  <a:lnTo>
                    <a:pt x="28331" y="20776"/>
                  </a:lnTo>
                  <a:lnTo>
                    <a:pt x="25444" y="25230"/>
                  </a:lnTo>
                  <a:lnTo>
                    <a:pt x="22701" y="29774"/>
                  </a:lnTo>
                  <a:lnTo>
                    <a:pt x="20102" y="34402"/>
                  </a:lnTo>
                  <a:lnTo>
                    <a:pt x="17653" y="39111"/>
                  </a:lnTo>
                  <a:lnTo>
                    <a:pt x="15353" y="43895"/>
                  </a:lnTo>
                  <a:lnTo>
                    <a:pt x="13207" y="48749"/>
                  </a:lnTo>
                  <a:lnTo>
                    <a:pt x="11216" y="53669"/>
                  </a:lnTo>
                  <a:lnTo>
                    <a:pt x="9383" y="58650"/>
                  </a:lnTo>
                  <a:lnTo>
                    <a:pt x="7708" y="63687"/>
                  </a:lnTo>
                  <a:lnTo>
                    <a:pt x="6194" y="68774"/>
                  </a:lnTo>
                  <a:lnTo>
                    <a:pt x="4842" y="73907"/>
                  </a:lnTo>
                  <a:lnTo>
                    <a:pt x="3654" y="79080"/>
                  </a:lnTo>
                  <a:lnTo>
                    <a:pt x="2631" y="84289"/>
                  </a:lnTo>
                  <a:lnTo>
                    <a:pt x="1774" y="89527"/>
                  </a:lnTo>
                  <a:lnTo>
                    <a:pt x="1083" y="94789"/>
                  </a:lnTo>
                  <a:lnTo>
                    <a:pt x="560" y="100071"/>
                  </a:lnTo>
                  <a:lnTo>
                    <a:pt x="205" y="105367"/>
                  </a:lnTo>
                  <a:lnTo>
                    <a:pt x="18" y="110672"/>
                  </a:lnTo>
                  <a:lnTo>
                    <a:pt x="0" y="115980"/>
                  </a:lnTo>
                  <a:lnTo>
                    <a:pt x="150" y="121285"/>
                  </a:lnTo>
                  <a:lnTo>
                    <a:pt x="468" y="126583"/>
                  </a:lnTo>
                  <a:lnTo>
                    <a:pt x="955" y="131869"/>
                  </a:lnTo>
                  <a:lnTo>
                    <a:pt x="1609" y="137136"/>
                  </a:lnTo>
                  <a:lnTo>
                    <a:pt x="2430" y="142380"/>
                  </a:lnTo>
                  <a:lnTo>
                    <a:pt x="3417" y="147595"/>
                  </a:lnTo>
                  <a:lnTo>
                    <a:pt x="4569" y="152777"/>
                  </a:lnTo>
                  <a:lnTo>
                    <a:pt x="5885" y="157919"/>
                  </a:lnTo>
                  <a:lnTo>
                    <a:pt x="7363" y="163016"/>
                  </a:lnTo>
                  <a:lnTo>
                    <a:pt x="9003" y="168065"/>
                  </a:lnTo>
                  <a:lnTo>
                    <a:pt x="10802" y="173058"/>
                  </a:lnTo>
                  <a:lnTo>
                    <a:pt x="12759" y="177992"/>
                  </a:lnTo>
                  <a:lnTo>
                    <a:pt x="14871" y="182861"/>
                  </a:lnTo>
                  <a:lnTo>
                    <a:pt x="17137" y="187661"/>
                  </a:lnTo>
                  <a:lnTo>
                    <a:pt x="19555" y="192387"/>
                  </a:lnTo>
                  <a:lnTo>
                    <a:pt x="22120" y="197033"/>
                  </a:lnTo>
                  <a:lnTo>
                    <a:pt x="24833" y="201596"/>
                  </a:lnTo>
                  <a:lnTo>
                    <a:pt x="27688" y="206070"/>
                  </a:lnTo>
                  <a:lnTo>
                    <a:pt x="30685" y="210451"/>
                  </a:lnTo>
                  <a:lnTo>
                    <a:pt x="33818" y="214735"/>
                  </a:lnTo>
                  <a:lnTo>
                    <a:pt x="37087" y="218917"/>
                  </a:lnTo>
                  <a:lnTo>
                    <a:pt x="40486" y="222993"/>
                  </a:lnTo>
                  <a:lnTo>
                    <a:pt x="44013" y="226960"/>
                  </a:lnTo>
                  <a:lnTo>
                    <a:pt x="47665" y="230812"/>
                  </a:lnTo>
                  <a:lnTo>
                    <a:pt x="51436" y="234547"/>
                  </a:lnTo>
                  <a:lnTo>
                    <a:pt x="55325" y="238160"/>
                  </a:lnTo>
                  <a:lnTo>
                    <a:pt x="59326" y="241647"/>
                  </a:lnTo>
                  <a:lnTo>
                    <a:pt x="63436" y="245006"/>
                  </a:lnTo>
                  <a:lnTo>
                    <a:pt x="67650" y="248233"/>
                  </a:lnTo>
                  <a:lnTo>
                    <a:pt x="71965" y="251324"/>
                  </a:lnTo>
                  <a:lnTo>
                    <a:pt x="76375" y="254277"/>
                  </a:lnTo>
                  <a:lnTo>
                    <a:pt x="80878" y="257088"/>
                  </a:lnTo>
                  <a:lnTo>
                    <a:pt x="85467" y="259755"/>
                  </a:lnTo>
                  <a:lnTo>
                    <a:pt x="90138" y="262275"/>
                  </a:lnTo>
                  <a:lnTo>
                    <a:pt x="94887" y="264645"/>
                  </a:lnTo>
                  <a:lnTo>
                    <a:pt x="99709" y="266863"/>
                  </a:lnTo>
                  <a:lnTo>
                    <a:pt x="104599" y="268927"/>
                  </a:lnTo>
                  <a:lnTo>
                    <a:pt x="109552" y="270835"/>
                  </a:lnTo>
                  <a:lnTo>
                    <a:pt x="114564" y="272585"/>
                  </a:lnTo>
                  <a:lnTo>
                    <a:pt x="119628" y="274174"/>
                  </a:lnTo>
                  <a:lnTo>
                    <a:pt x="124740" y="275603"/>
                  </a:lnTo>
                  <a:lnTo>
                    <a:pt x="129895" y="276868"/>
                  </a:lnTo>
                  <a:lnTo>
                    <a:pt x="135087" y="277968"/>
                  </a:lnTo>
                  <a:lnTo>
                    <a:pt x="140312" y="278904"/>
                  </a:lnTo>
                  <a:lnTo>
                    <a:pt x="145564" y="279673"/>
                  </a:lnTo>
                  <a:lnTo>
                    <a:pt x="150837" y="280275"/>
                  </a:lnTo>
                  <a:lnTo>
                    <a:pt x="156127" y="280709"/>
                  </a:lnTo>
                  <a:lnTo>
                    <a:pt x="161428" y="280975"/>
                  </a:lnTo>
                  <a:lnTo>
                    <a:pt x="166735" y="281072"/>
                  </a:lnTo>
                  <a:lnTo>
                    <a:pt x="172043" y="281001"/>
                  </a:lnTo>
                  <a:lnTo>
                    <a:pt x="177345" y="280762"/>
                  </a:lnTo>
                  <a:lnTo>
                    <a:pt x="182637" y="280354"/>
                  </a:lnTo>
                  <a:lnTo>
                    <a:pt x="187914" y="279779"/>
                  </a:lnTo>
                  <a:lnTo>
                    <a:pt x="193169" y="279036"/>
                  </a:lnTo>
                  <a:lnTo>
                    <a:pt x="198399" y="278127"/>
                  </a:lnTo>
                  <a:lnTo>
                    <a:pt x="203596" y="277052"/>
                  </a:lnTo>
                  <a:lnTo>
                    <a:pt x="208757" y="275813"/>
                  </a:lnTo>
                  <a:lnTo>
                    <a:pt x="213877" y="274411"/>
                  </a:lnTo>
                  <a:lnTo>
                    <a:pt x="218949" y="272846"/>
                  </a:lnTo>
                  <a:lnTo>
                    <a:pt x="223969" y="271122"/>
                  </a:lnTo>
                  <a:lnTo>
                    <a:pt x="228931" y="269239"/>
                  </a:lnTo>
                  <a:lnTo>
                    <a:pt x="233831" y="267199"/>
                  </a:lnTo>
                  <a:lnTo>
                    <a:pt x="238665" y="265005"/>
                  </a:lnTo>
                  <a:lnTo>
                    <a:pt x="243426" y="262659"/>
                  </a:lnTo>
                  <a:lnTo>
                    <a:pt x="248110" y="260162"/>
                  </a:lnTo>
                  <a:lnTo>
                    <a:pt x="252712" y="257519"/>
                  </a:lnTo>
                  <a:lnTo>
                    <a:pt x="257228" y="254730"/>
                  </a:lnTo>
                  <a:lnTo>
                    <a:pt x="261654" y="251799"/>
                  </a:lnTo>
                  <a:lnTo>
                    <a:pt x="265984" y="248730"/>
                  </a:lnTo>
                  <a:lnTo>
                    <a:pt x="270214" y="245524"/>
                  </a:lnTo>
                  <a:lnTo>
                    <a:pt x="274341" y="242186"/>
                  </a:lnTo>
                  <a:lnTo>
                    <a:pt x="278359" y="238718"/>
                  </a:lnTo>
                  <a:lnTo>
                    <a:pt x="282266" y="235125"/>
                  </a:lnTo>
                  <a:lnTo>
                    <a:pt x="286056" y="231409"/>
                  </a:lnTo>
                  <a:lnTo>
                    <a:pt x="289727" y="227575"/>
                  </a:lnTo>
                  <a:lnTo>
                    <a:pt x="293274" y="223627"/>
                  </a:lnTo>
                  <a:lnTo>
                    <a:pt x="296694" y="219567"/>
                  </a:lnTo>
                  <a:lnTo>
                    <a:pt x="299983" y="215402"/>
                  </a:lnTo>
                  <a:lnTo>
                    <a:pt x="303138" y="211133"/>
                  </a:lnTo>
                  <a:lnTo>
                    <a:pt x="306156" y="206767"/>
                  </a:lnTo>
                  <a:lnTo>
                    <a:pt x="309034" y="202308"/>
                  </a:lnTo>
                  <a:lnTo>
                    <a:pt x="311769" y="197759"/>
                  </a:lnTo>
                  <a:lnTo>
                    <a:pt x="314359" y="193125"/>
                  </a:lnTo>
                  <a:lnTo>
                    <a:pt x="316799" y="188412"/>
                  </a:lnTo>
                  <a:lnTo>
                    <a:pt x="319089" y="183624"/>
                  </a:lnTo>
                  <a:lnTo>
                    <a:pt x="321226" y="178765"/>
                  </a:lnTo>
                  <a:lnTo>
                    <a:pt x="323208" y="173841"/>
                  </a:lnTo>
                  <a:lnTo>
                    <a:pt x="325032" y="168856"/>
                  </a:lnTo>
                  <a:lnTo>
                    <a:pt x="326697" y="163816"/>
                  </a:lnTo>
                  <a:lnTo>
                    <a:pt x="328201" y="158726"/>
                  </a:lnTo>
                  <a:lnTo>
                    <a:pt x="329543" y="153591"/>
                  </a:lnTo>
                  <a:lnTo>
                    <a:pt x="330721" y="148415"/>
                  </a:lnTo>
                  <a:lnTo>
                    <a:pt x="331734" y="143205"/>
                  </a:lnTo>
                  <a:lnTo>
                    <a:pt x="332581" y="137965"/>
                  </a:lnTo>
                  <a:lnTo>
                    <a:pt x="333261" y="132701"/>
                  </a:lnTo>
                  <a:lnTo>
                    <a:pt x="333774" y="127418"/>
                  </a:lnTo>
                  <a:lnTo>
                    <a:pt x="334119" y="122122"/>
                  </a:lnTo>
                  <a:lnTo>
                    <a:pt x="334296" y="116817"/>
                  </a:lnTo>
                  <a:lnTo>
                    <a:pt x="334304" y="111509"/>
                  </a:lnTo>
                  <a:lnTo>
                    <a:pt x="334144" y="106204"/>
                  </a:lnTo>
                  <a:lnTo>
                    <a:pt x="333815" y="100906"/>
                  </a:lnTo>
                  <a:lnTo>
                    <a:pt x="333319" y="95622"/>
                  </a:lnTo>
                  <a:lnTo>
                    <a:pt x="332654" y="90356"/>
                  </a:lnTo>
                  <a:lnTo>
                    <a:pt x="331823" y="85113"/>
                  </a:lnTo>
                  <a:lnTo>
                    <a:pt x="330826" y="79900"/>
                  </a:lnTo>
                  <a:lnTo>
                    <a:pt x="329664" y="74721"/>
                  </a:lnTo>
                  <a:lnTo>
                    <a:pt x="328338" y="69582"/>
                  </a:lnTo>
                  <a:lnTo>
                    <a:pt x="326850" y="64487"/>
                  </a:lnTo>
                  <a:lnTo>
                    <a:pt x="325200" y="59442"/>
                  </a:lnTo>
                  <a:lnTo>
                    <a:pt x="323392" y="54452"/>
                  </a:lnTo>
                  <a:lnTo>
                    <a:pt x="321425" y="49521"/>
                  </a:lnTo>
                  <a:lnTo>
                    <a:pt x="319304" y="44656"/>
                  </a:lnTo>
                  <a:lnTo>
                    <a:pt x="317029" y="39861"/>
                  </a:lnTo>
                  <a:lnTo>
                    <a:pt x="314602" y="35140"/>
                  </a:lnTo>
                  <a:lnTo>
                    <a:pt x="312027" y="30499"/>
                  </a:lnTo>
                  <a:lnTo>
                    <a:pt x="167154" y="1139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488720" y="1322571"/>
              <a:ext cx="144873" cy="167167"/>
            </a:xfrm>
            <a:custGeom>
              <a:avLst/>
              <a:pathLst>
                <a:path w="144873" h="167167">
                  <a:moveTo>
                    <a:pt x="144873" y="83760"/>
                  </a:moveTo>
                  <a:lnTo>
                    <a:pt x="142063" y="79059"/>
                  </a:lnTo>
                  <a:lnTo>
                    <a:pt x="139100" y="74453"/>
                  </a:lnTo>
                  <a:lnTo>
                    <a:pt x="135989" y="69946"/>
                  </a:lnTo>
                  <a:lnTo>
                    <a:pt x="132731" y="65544"/>
                  </a:lnTo>
                  <a:lnTo>
                    <a:pt x="129331" y="61250"/>
                  </a:lnTo>
                  <a:lnTo>
                    <a:pt x="125792" y="57071"/>
                  </a:lnTo>
                  <a:lnTo>
                    <a:pt x="122118" y="53009"/>
                  </a:lnTo>
                  <a:lnTo>
                    <a:pt x="118313" y="49070"/>
                  </a:lnTo>
                  <a:lnTo>
                    <a:pt x="114381" y="45258"/>
                  </a:lnTo>
                  <a:lnTo>
                    <a:pt x="110326" y="41576"/>
                  </a:lnTo>
                  <a:lnTo>
                    <a:pt x="106153" y="38030"/>
                  </a:lnTo>
                  <a:lnTo>
                    <a:pt x="101866" y="34622"/>
                  </a:lnTo>
                  <a:lnTo>
                    <a:pt x="97469" y="31356"/>
                  </a:lnTo>
                  <a:lnTo>
                    <a:pt x="92968" y="28236"/>
                  </a:lnTo>
                  <a:lnTo>
                    <a:pt x="88367" y="25265"/>
                  </a:lnTo>
                  <a:lnTo>
                    <a:pt x="83672" y="22447"/>
                  </a:lnTo>
                  <a:lnTo>
                    <a:pt x="78886" y="19784"/>
                  </a:lnTo>
                  <a:lnTo>
                    <a:pt x="74016" y="17279"/>
                  </a:lnTo>
                  <a:lnTo>
                    <a:pt x="69066" y="14934"/>
                  </a:lnTo>
                  <a:lnTo>
                    <a:pt x="64042" y="12754"/>
                  </a:lnTo>
                  <a:lnTo>
                    <a:pt x="58950" y="10739"/>
                  </a:lnTo>
                  <a:lnTo>
                    <a:pt x="53794" y="8892"/>
                  </a:lnTo>
                  <a:lnTo>
                    <a:pt x="48581" y="7214"/>
                  </a:lnTo>
                  <a:lnTo>
                    <a:pt x="43315" y="5709"/>
                  </a:lnTo>
                  <a:lnTo>
                    <a:pt x="38003" y="4377"/>
                  </a:lnTo>
                  <a:lnTo>
                    <a:pt x="32650" y="3219"/>
                  </a:lnTo>
                  <a:lnTo>
                    <a:pt x="27262" y="2238"/>
                  </a:lnTo>
                  <a:lnTo>
                    <a:pt x="21845" y="1433"/>
                  </a:lnTo>
                  <a:lnTo>
                    <a:pt x="16404" y="806"/>
                  </a:lnTo>
                  <a:lnTo>
                    <a:pt x="10946" y="358"/>
                  </a:lnTo>
                  <a:lnTo>
                    <a:pt x="5475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990962" y="1681503"/>
              <a:ext cx="95562" cy="167167"/>
            </a:xfrm>
            <a:custGeom>
              <a:avLst/>
              <a:pathLst>
                <a:path w="95562" h="167167">
                  <a:moveTo>
                    <a:pt x="95562" y="0"/>
                  </a:moveTo>
                  <a:lnTo>
                    <a:pt x="89912" y="95"/>
                  </a:lnTo>
                  <a:lnTo>
                    <a:pt x="84268" y="381"/>
                  </a:lnTo>
                  <a:lnTo>
                    <a:pt x="78637" y="859"/>
                  </a:lnTo>
                  <a:lnTo>
                    <a:pt x="73025" y="1526"/>
                  </a:lnTo>
                  <a:lnTo>
                    <a:pt x="67439" y="2382"/>
                  </a:lnTo>
                  <a:lnTo>
                    <a:pt x="61885" y="3427"/>
                  </a:lnTo>
                  <a:lnTo>
                    <a:pt x="56370" y="4659"/>
                  </a:lnTo>
                  <a:lnTo>
                    <a:pt x="50900" y="6076"/>
                  </a:lnTo>
                  <a:lnTo>
                    <a:pt x="45480" y="7678"/>
                  </a:lnTo>
                  <a:lnTo>
                    <a:pt x="40118" y="9462"/>
                  </a:lnTo>
                  <a:lnTo>
                    <a:pt x="34819" y="11426"/>
                  </a:lnTo>
                  <a:lnTo>
                    <a:pt x="29590" y="13568"/>
                  </a:lnTo>
                  <a:lnTo>
                    <a:pt x="24436" y="15886"/>
                  </a:lnTo>
                  <a:lnTo>
                    <a:pt x="19363" y="18376"/>
                  </a:lnTo>
                  <a:lnTo>
                    <a:pt x="14378" y="21037"/>
                  </a:lnTo>
                  <a:lnTo>
                    <a:pt x="9485" y="23864"/>
                  </a:lnTo>
                  <a:lnTo>
                    <a:pt x="4690" y="26856"/>
                  </a:lnTo>
                  <a:lnTo>
                    <a:pt x="0" y="30007"/>
                  </a:lnTo>
                  <a:lnTo>
                    <a:pt x="9556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990962" y="171151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990962" y="171151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990962" y="171151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990962" y="171151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990962" y="171151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990962" y="171151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990962" y="171151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990962" y="171151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990962" y="171151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990962" y="171151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990962" y="171151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990962" y="171151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990962" y="171151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990962" y="171151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990962" y="171151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990962" y="171151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919368" y="1681503"/>
              <a:ext cx="334307" cy="334334"/>
            </a:xfrm>
            <a:custGeom>
              <a:avLst/>
              <a:pathLst>
                <a:path w="334307" h="334334">
                  <a:moveTo>
                    <a:pt x="71594" y="30007"/>
                  </a:moveTo>
                  <a:lnTo>
                    <a:pt x="67295" y="33105"/>
                  </a:lnTo>
                  <a:lnTo>
                    <a:pt x="63095" y="36338"/>
                  </a:lnTo>
                  <a:lnTo>
                    <a:pt x="59001" y="39702"/>
                  </a:lnTo>
                  <a:lnTo>
                    <a:pt x="55015" y="43194"/>
                  </a:lnTo>
                  <a:lnTo>
                    <a:pt x="51142" y="46811"/>
                  </a:lnTo>
                  <a:lnTo>
                    <a:pt x="47385" y="50549"/>
                  </a:lnTo>
                  <a:lnTo>
                    <a:pt x="43749" y="54404"/>
                  </a:lnTo>
                  <a:lnTo>
                    <a:pt x="40237" y="58372"/>
                  </a:lnTo>
                  <a:lnTo>
                    <a:pt x="36852" y="62450"/>
                  </a:lnTo>
                  <a:lnTo>
                    <a:pt x="33598" y="66632"/>
                  </a:lnTo>
                  <a:lnTo>
                    <a:pt x="30479" y="70916"/>
                  </a:lnTo>
                  <a:lnTo>
                    <a:pt x="27497" y="75297"/>
                  </a:lnTo>
                  <a:lnTo>
                    <a:pt x="24655" y="79770"/>
                  </a:lnTo>
                  <a:lnTo>
                    <a:pt x="21956" y="84330"/>
                  </a:lnTo>
                  <a:lnTo>
                    <a:pt x="19404" y="88974"/>
                  </a:lnTo>
                  <a:lnTo>
                    <a:pt x="16999" y="93697"/>
                  </a:lnTo>
                  <a:lnTo>
                    <a:pt x="14746" y="98493"/>
                  </a:lnTo>
                  <a:lnTo>
                    <a:pt x="12646" y="103359"/>
                  </a:lnTo>
                  <a:lnTo>
                    <a:pt x="10701" y="108288"/>
                  </a:lnTo>
                  <a:lnTo>
                    <a:pt x="8913" y="113277"/>
                  </a:lnTo>
                  <a:lnTo>
                    <a:pt x="7285" y="118320"/>
                  </a:lnTo>
                  <a:lnTo>
                    <a:pt x="5817" y="123412"/>
                  </a:lnTo>
                  <a:lnTo>
                    <a:pt x="4511" y="128548"/>
                  </a:lnTo>
                  <a:lnTo>
                    <a:pt x="3369" y="133723"/>
                  </a:lnTo>
                  <a:lnTo>
                    <a:pt x="2391" y="138931"/>
                  </a:lnTo>
                  <a:lnTo>
                    <a:pt x="1579" y="144168"/>
                  </a:lnTo>
                  <a:lnTo>
                    <a:pt x="933" y="149427"/>
                  </a:lnTo>
                  <a:lnTo>
                    <a:pt x="454" y="154705"/>
                  </a:lnTo>
                  <a:lnTo>
                    <a:pt x="143" y="159995"/>
                  </a:lnTo>
                  <a:lnTo>
                    <a:pt x="0" y="165293"/>
                  </a:lnTo>
                  <a:lnTo>
                    <a:pt x="24" y="170592"/>
                  </a:lnTo>
                  <a:lnTo>
                    <a:pt x="217" y="175888"/>
                  </a:lnTo>
                  <a:lnTo>
                    <a:pt x="577" y="181175"/>
                  </a:lnTo>
                  <a:lnTo>
                    <a:pt x="1105" y="186448"/>
                  </a:lnTo>
                  <a:lnTo>
                    <a:pt x="1799" y="191701"/>
                  </a:lnTo>
                  <a:lnTo>
                    <a:pt x="2660" y="196930"/>
                  </a:lnTo>
                  <a:lnTo>
                    <a:pt x="3686" y="202129"/>
                  </a:lnTo>
                  <a:lnTo>
                    <a:pt x="4876" y="207293"/>
                  </a:lnTo>
                  <a:lnTo>
                    <a:pt x="6230" y="212417"/>
                  </a:lnTo>
                  <a:lnTo>
                    <a:pt x="7745" y="217495"/>
                  </a:lnTo>
                  <a:lnTo>
                    <a:pt x="9420" y="222523"/>
                  </a:lnTo>
                  <a:lnTo>
                    <a:pt x="11254" y="227494"/>
                  </a:lnTo>
                  <a:lnTo>
                    <a:pt x="13245" y="232406"/>
                  </a:lnTo>
                  <a:lnTo>
                    <a:pt x="15390" y="237251"/>
                  </a:lnTo>
                  <a:lnTo>
                    <a:pt x="17687" y="242027"/>
                  </a:lnTo>
                  <a:lnTo>
                    <a:pt x="20135" y="246727"/>
                  </a:lnTo>
                  <a:lnTo>
                    <a:pt x="22731" y="251347"/>
                  </a:lnTo>
                  <a:lnTo>
                    <a:pt x="25472" y="255882"/>
                  </a:lnTo>
                  <a:lnTo>
                    <a:pt x="28355" y="260329"/>
                  </a:lnTo>
                  <a:lnTo>
                    <a:pt x="31378" y="264681"/>
                  </a:lnTo>
                  <a:lnTo>
                    <a:pt x="34537" y="268936"/>
                  </a:lnTo>
                  <a:lnTo>
                    <a:pt x="37829" y="273089"/>
                  </a:lnTo>
                  <a:lnTo>
                    <a:pt x="41252" y="277135"/>
                  </a:lnTo>
                  <a:lnTo>
                    <a:pt x="44800" y="281070"/>
                  </a:lnTo>
                  <a:lnTo>
                    <a:pt x="48472" y="284891"/>
                  </a:lnTo>
                  <a:lnTo>
                    <a:pt x="52263" y="288594"/>
                  </a:lnTo>
                  <a:lnTo>
                    <a:pt x="56170" y="292175"/>
                  </a:lnTo>
                  <a:lnTo>
                    <a:pt x="60188" y="295630"/>
                  </a:lnTo>
                  <a:lnTo>
                    <a:pt x="64314" y="298956"/>
                  </a:lnTo>
                  <a:lnTo>
                    <a:pt x="68543" y="302149"/>
                  </a:lnTo>
                  <a:lnTo>
                    <a:pt x="72871" y="305207"/>
                  </a:lnTo>
                  <a:lnTo>
                    <a:pt x="77293" y="308126"/>
                  </a:lnTo>
                  <a:lnTo>
                    <a:pt x="81807" y="310904"/>
                  </a:lnTo>
                  <a:lnTo>
                    <a:pt x="86405" y="313537"/>
                  </a:lnTo>
                  <a:lnTo>
                    <a:pt x="91085" y="316023"/>
                  </a:lnTo>
                  <a:lnTo>
                    <a:pt x="95842" y="318360"/>
                  </a:lnTo>
                  <a:lnTo>
                    <a:pt x="100670" y="320544"/>
                  </a:lnTo>
                  <a:lnTo>
                    <a:pt x="105565" y="322574"/>
                  </a:lnTo>
                  <a:lnTo>
                    <a:pt x="110522" y="324448"/>
                  </a:lnTo>
                  <a:lnTo>
                    <a:pt x="115536" y="326165"/>
                  </a:lnTo>
                  <a:lnTo>
                    <a:pt x="120601" y="327721"/>
                  </a:lnTo>
                  <a:lnTo>
                    <a:pt x="125714" y="329116"/>
                  </a:lnTo>
                  <a:lnTo>
                    <a:pt x="130868" y="330348"/>
                  </a:lnTo>
                  <a:lnTo>
                    <a:pt x="136058" y="331416"/>
                  </a:lnTo>
                  <a:lnTo>
                    <a:pt x="141280" y="332320"/>
                  </a:lnTo>
                  <a:lnTo>
                    <a:pt x="146528" y="333057"/>
                  </a:lnTo>
                  <a:lnTo>
                    <a:pt x="151796" y="333627"/>
                  </a:lnTo>
                  <a:lnTo>
                    <a:pt x="157080" y="334030"/>
                  </a:lnTo>
                  <a:lnTo>
                    <a:pt x="162374" y="334266"/>
                  </a:lnTo>
                  <a:lnTo>
                    <a:pt x="167673" y="334334"/>
                  </a:lnTo>
                  <a:lnTo>
                    <a:pt x="172972" y="334233"/>
                  </a:lnTo>
                  <a:lnTo>
                    <a:pt x="178264" y="333965"/>
                  </a:lnTo>
                  <a:lnTo>
                    <a:pt x="183546" y="333529"/>
                  </a:lnTo>
                  <a:lnTo>
                    <a:pt x="188811" y="332926"/>
                  </a:lnTo>
                  <a:lnTo>
                    <a:pt x="194054" y="332156"/>
                  </a:lnTo>
                  <a:lnTo>
                    <a:pt x="199270" y="331221"/>
                  </a:lnTo>
                  <a:lnTo>
                    <a:pt x="204454" y="330121"/>
                  </a:lnTo>
                  <a:lnTo>
                    <a:pt x="209600" y="328856"/>
                  </a:lnTo>
                  <a:lnTo>
                    <a:pt x="214704" y="327430"/>
                  </a:lnTo>
                  <a:lnTo>
                    <a:pt x="219760" y="325842"/>
                  </a:lnTo>
                  <a:lnTo>
                    <a:pt x="224763" y="324095"/>
                  </a:lnTo>
                  <a:lnTo>
                    <a:pt x="229708" y="322190"/>
                  </a:lnTo>
                  <a:lnTo>
                    <a:pt x="234590" y="320130"/>
                  </a:lnTo>
                  <a:lnTo>
                    <a:pt x="239405" y="317916"/>
                  </a:lnTo>
                  <a:lnTo>
                    <a:pt x="244147" y="315550"/>
                  </a:lnTo>
                  <a:lnTo>
                    <a:pt x="248811" y="313035"/>
                  </a:lnTo>
                  <a:lnTo>
                    <a:pt x="253394" y="310373"/>
                  </a:lnTo>
                  <a:lnTo>
                    <a:pt x="257889" y="307568"/>
                  </a:lnTo>
                  <a:lnTo>
                    <a:pt x="262294" y="304622"/>
                  </a:lnTo>
                  <a:lnTo>
                    <a:pt x="266603" y="301537"/>
                  </a:lnTo>
                  <a:lnTo>
                    <a:pt x="270812" y="298317"/>
                  </a:lnTo>
                  <a:lnTo>
                    <a:pt x="274917" y="294966"/>
                  </a:lnTo>
                  <a:lnTo>
                    <a:pt x="278914" y="291486"/>
                  </a:lnTo>
                  <a:lnTo>
                    <a:pt x="282798" y="287881"/>
                  </a:lnTo>
                  <a:lnTo>
                    <a:pt x="286566" y="284155"/>
                  </a:lnTo>
                  <a:lnTo>
                    <a:pt x="290215" y="280311"/>
                  </a:lnTo>
                  <a:lnTo>
                    <a:pt x="293739" y="276354"/>
                  </a:lnTo>
                  <a:lnTo>
                    <a:pt x="297136" y="272287"/>
                  </a:lnTo>
                  <a:lnTo>
                    <a:pt x="300403" y="268114"/>
                  </a:lnTo>
                  <a:lnTo>
                    <a:pt x="303536" y="263840"/>
                  </a:lnTo>
                  <a:lnTo>
                    <a:pt x="306531" y="259469"/>
                  </a:lnTo>
                  <a:lnTo>
                    <a:pt x="309387" y="255004"/>
                  </a:lnTo>
                  <a:lnTo>
                    <a:pt x="312100" y="250452"/>
                  </a:lnTo>
                  <a:lnTo>
                    <a:pt x="314667" y="245816"/>
                  </a:lnTo>
                  <a:lnTo>
                    <a:pt x="317086" y="241101"/>
                  </a:lnTo>
                  <a:lnTo>
                    <a:pt x="319354" y="236311"/>
                  </a:lnTo>
                  <a:lnTo>
                    <a:pt x="321469" y="231453"/>
                  </a:lnTo>
                  <a:lnTo>
                    <a:pt x="323429" y="226529"/>
                  </a:lnTo>
                  <a:lnTo>
                    <a:pt x="325232" y="221546"/>
                  </a:lnTo>
                  <a:lnTo>
                    <a:pt x="326876" y="216508"/>
                  </a:lnTo>
                  <a:lnTo>
                    <a:pt x="328360" y="211421"/>
                  </a:lnTo>
                  <a:lnTo>
                    <a:pt x="329682" y="206289"/>
                  </a:lnTo>
                  <a:lnTo>
                    <a:pt x="330840" y="201118"/>
                  </a:lnTo>
                  <a:lnTo>
                    <a:pt x="331834" y="195912"/>
                  </a:lnTo>
                  <a:lnTo>
                    <a:pt x="332662" y="190678"/>
                  </a:lnTo>
                  <a:lnTo>
                    <a:pt x="333324" y="185420"/>
                  </a:lnTo>
                  <a:lnTo>
                    <a:pt x="333819" y="180144"/>
                  </a:lnTo>
                  <a:lnTo>
                    <a:pt x="334147" y="174855"/>
                  </a:lnTo>
                  <a:lnTo>
                    <a:pt x="334307" y="169558"/>
                  </a:lnTo>
                  <a:lnTo>
                    <a:pt x="334299" y="164259"/>
                  </a:lnTo>
                  <a:lnTo>
                    <a:pt x="334122" y="158962"/>
                  </a:lnTo>
                  <a:lnTo>
                    <a:pt x="333778" y="153674"/>
                  </a:lnTo>
                  <a:lnTo>
                    <a:pt x="333267" y="148400"/>
                  </a:lnTo>
                  <a:lnTo>
                    <a:pt x="332589" y="143144"/>
                  </a:lnTo>
                  <a:lnTo>
                    <a:pt x="331744" y="137912"/>
                  </a:lnTo>
                  <a:lnTo>
                    <a:pt x="330734" y="132710"/>
                  </a:lnTo>
                  <a:lnTo>
                    <a:pt x="329560" y="127543"/>
                  </a:lnTo>
                  <a:lnTo>
                    <a:pt x="328222" y="122415"/>
                  </a:lnTo>
                  <a:lnTo>
                    <a:pt x="326723" y="117332"/>
                  </a:lnTo>
                  <a:lnTo>
                    <a:pt x="325063" y="112299"/>
                  </a:lnTo>
                  <a:lnTo>
                    <a:pt x="323245" y="107322"/>
                  </a:lnTo>
                  <a:lnTo>
                    <a:pt x="321269" y="102404"/>
                  </a:lnTo>
                  <a:lnTo>
                    <a:pt x="319139" y="97552"/>
                  </a:lnTo>
                  <a:lnTo>
                    <a:pt x="316856" y="92770"/>
                  </a:lnTo>
                  <a:lnTo>
                    <a:pt x="314423" y="88062"/>
                  </a:lnTo>
                  <a:lnTo>
                    <a:pt x="311841" y="83434"/>
                  </a:lnTo>
                  <a:lnTo>
                    <a:pt x="309115" y="78890"/>
                  </a:lnTo>
                  <a:lnTo>
                    <a:pt x="306245" y="74435"/>
                  </a:lnTo>
                  <a:lnTo>
                    <a:pt x="303236" y="70073"/>
                  </a:lnTo>
                  <a:lnTo>
                    <a:pt x="300090" y="65808"/>
                  </a:lnTo>
                  <a:lnTo>
                    <a:pt x="296811" y="61646"/>
                  </a:lnTo>
                  <a:lnTo>
                    <a:pt x="293401" y="57589"/>
                  </a:lnTo>
                  <a:lnTo>
                    <a:pt x="289864" y="53643"/>
                  </a:lnTo>
                  <a:lnTo>
                    <a:pt x="286204" y="49810"/>
                  </a:lnTo>
                  <a:lnTo>
                    <a:pt x="282424" y="46096"/>
                  </a:lnTo>
                  <a:lnTo>
                    <a:pt x="278529" y="42503"/>
                  </a:lnTo>
                  <a:lnTo>
                    <a:pt x="274522" y="39035"/>
                  </a:lnTo>
                  <a:lnTo>
                    <a:pt x="270406" y="35697"/>
                  </a:lnTo>
                  <a:lnTo>
                    <a:pt x="266187" y="32490"/>
                  </a:lnTo>
                  <a:lnTo>
                    <a:pt x="261869" y="29419"/>
                  </a:lnTo>
                  <a:lnTo>
                    <a:pt x="257455" y="26486"/>
                  </a:lnTo>
                  <a:lnTo>
                    <a:pt x="252950" y="23694"/>
                  </a:lnTo>
                  <a:lnTo>
                    <a:pt x="248360" y="21047"/>
                  </a:lnTo>
                  <a:lnTo>
                    <a:pt x="243687" y="18547"/>
                  </a:lnTo>
                  <a:lnTo>
                    <a:pt x="238938" y="16196"/>
                  </a:lnTo>
                  <a:lnTo>
                    <a:pt x="234117" y="13996"/>
                  </a:lnTo>
                  <a:lnTo>
                    <a:pt x="229228" y="11951"/>
                  </a:lnTo>
                  <a:lnTo>
                    <a:pt x="224277" y="10061"/>
                  </a:lnTo>
                  <a:lnTo>
                    <a:pt x="219269" y="8330"/>
                  </a:lnTo>
                  <a:lnTo>
                    <a:pt x="214208" y="6758"/>
                  </a:lnTo>
                  <a:lnTo>
                    <a:pt x="209100" y="5347"/>
                  </a:lnTo>
                  <a:lnTo>
                    <a:pt x="203950" y="4099"/>
                  </a:lnTo>
                  <a:lnTo>
                    <a:pt x="198762" y="3015"/>
                  </a:lnTo>
                  <a:lnTo>
                    <a:pt x="193543" y="2095"/>
                  </a:lnTo>
                  <a:lnTo>
                    <a:pt x="188298" y="1342"/>
                  </a:lnTo>
                  <a:lnTo>
                    <a:pt x="183031" y="755"/>
                  </a:lnTo>
                  <a:lnTo>
                    <a:pt x="177748" y="335"/>
                  </a:lnTo>
                  <a:lnTo>
                    <a:pt x="172455" y="83"/>
                  </a:lnTo>
                  <a:lnTo>
                    <a:pt x="167156" y="0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746012" y="2126963"/>
              <a:ext cx="35275" cy="167167"/>
            </a:xfrm>
            <a:custGeom>
              <a:avLst/>
              <a:pathLst>
                <a:path w="35275" h="167167">
                  <a:moveTo>
                    <a:pt x="35275" y="0"/>
                  </a:moveTo>
                  <a:lnTo>
                    <a:pt x="28169" y="151"/>
                  </a:lnTo>
                  <a:lnTo>
                    <a:pt x="21075" y="604"/>
                  </a:lnTo>
                  <a:lnTo>
                    <a:pt x="14007" y="1358"/>
                  </a:lnTo>
                  <a:lnTo>
                    <a:pt x="6978" y="2412"/>
                  </a:lnTo>
                  <a:lnTo>
                    <a:pt x="0" y="3764"/>
                  </a:lnTo>
                  <a:lnTo>
                    <a:pt x="35275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46012" y="2130727"/>
              <a:ext cx="35275" cy="163403"/>
            </a:xfrm>
            <a:custGeom>
              <a:avLst/>
              <a:pathLst>
                <a:path w="35275" h="163403">
                  <a:moveTo>
                    <a:pt x="0" y="0"/>
                  </a:moveTo>
                  <a:lnTo>
                    <a:pt x="35275" y="1634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46012" y="2130727"/>
              <a:ext cx="35275" cy="163403"/>
            </a:xfrm>
            <a:custGeom>
              <a:avLst/>
              <a:pathLst>
                <a:path w="35275" h="163403">
                  <a:moveTo>
                    <a:pt x="0" y="0"/>
                  </a:moveTo>
                  <a:lnTo>
                    <a:pt x="35275" y="1634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46012" y="2130727"/>
              <a:ext cx="35275" cy="163403"/>
            </a:xfrm>
            <a:custGeom>
              <a:avLst/>
              <a:pathLst>
                <a:path w="35275" h="163403">
                  <a:moveTo>
                    <a:pt x="0" y="0"/>
                  </a:moveTo>
                  <a:lnTo>
                    <a:pt x="35275" y="1634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46012" y="2130727"/>
              <a:ext cx="35275" cy="163403"/>
            </a:xfrm>
            <a:custGeom>
              <a:avLst/>
              <a:pathLst>
                <a:path w="35275" h="163403">
                  <a:moveTo>
                    <a:pt x="0" y="0"/>
                  </a:moveTo>
                  <a:lnTo>
                    <a:pt x="35275" y="1634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746012" y="2130727"/>
              <a:ext cx="35275" cy="163403"/>
            </a:xfrm>
            <a:custGeom>
              <a:avLst/>
              <a:pathLst>
                <a:path w="35275" h="163403">
                  <a:moveTo>
                    <a:pt x="0" y="0"/>
                  </a:moveTo>
                  <a:lnTo>
                    <a:pt x="35275" y="16340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746012" y="2130727"/>
              <a:ext cx="35275" cy="163403"/>
            </a:xfrm>
            <a:custGeom>
              <a:avLst/>
              <a:pathLst>
                <a:path w="35275" h="163403">
                  <a:moveTo>
                    <a:pt x="0" y="0"/>
                  </a:moveTo>
                  <a:lnTo>
                    <a:pt x="35275" y="1634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746012" y="2130727"/>
              <a:ext cx="35275" cy="163403"/>
            </a:xfrm>
            <a:custGeom>
              <a:avLst/>
              <a:pathLst>
                <a:path w="35275" h="163403">
                  <a:moveTo>
                    <a:pt x="0" y="0"/>
                  </a:moveTo>
                  <a:lnTo>
                    <a:pt x="35275" y="1634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746012" y="2130727"/>
              <a:ext cx="35275" cy="163403"/>
            </a:xfrm>
            <a:custGeom>
              <a:avLst/>
              <a:pathLst>
                <a:path w="35275" h="163403">
                  <a:moveTo>
                    <a:pt x="0" y="0"/>
                  </a:moveTo>
                  <a:lnTo>
                    <a:pt x="35275" y="16340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746012" y="2130727"/>
              <a:ext cx="35275" cy="163403"/>
            </a:xfrm>
            <a:custGeom>
              <a:avLst/>
              <a:pathLst>
                <a:path w="35275" h="163403">
                  <a:moveTo>
                    <a:pt x="0" y="0"/>
                  </a:moveTo>
                  <a:lnTo>
                    <a:pt x="35275" y="1634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746012" y="2130727"/>
              <a:ext cx="35275" cy="163403"/>
            </a:xfrm>
            <a:custGeom>
              <a:avLst/>
              <a:pathLst>
                <a:path w="35275" h="163403">
                  <a:moveTo>
                    <a:pt x="0" y="0"/>
                  </a:moveTo>
                  <a:lnTo>
                    <a:pt x="35275" y="1634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746012" y="2130727"/>
              <a:ext cx="35275" cy="163403"/>
            </a:xfrm>
            <a:custGeom>
              <a:avLst/>
              <a:pathLst>
                <a:path w="35275" h="163403">
                  <a:moveTo>
                    <a:pt x="0" y="0"/>
                  </a:moveTo>
                  <a:lnTo>
                    <a:pt x="35275" y="1634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746012" y="2130727"/>
              <a:ext cx="35275" cy="163403"/>
            </a:xfrm>
            <a:custGeom>
              <a:avLst/>
              <a:pathLst>
                <a:path w="35275" h="163403">
                  <a:moveTo>
                    <a:pt x="0" y="0"/>
                  </a:moveTo>
                  <a:lnTo>
                    <a:pt x="35275" y="1634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746012" y="2130727"/>
              <a:ext cx="35275" cy="163403"/>
            </a:xfrm>
            <a:custGeom>
              <a:avLst/>
              <a:pathLst>
                <a:path w="35275" h="163403">
                  <a:moveTo>
                    <a:pt x="0" y="0"/>
                  </a:moveTo>
                  <a:lnTo>
                    <a:pt x="35275" y="16340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746012" y="2130727"/>
              <a:ext cx="35275" cy="163403"/>
            </a:xfrm>
            <a:custGeom>
              <a:avLst/>
              <a:pathLst>
                <a:path w="35275" h="163403">
                  <a:moveTo>
                    <a:pt x="0" y="0"/>
                  </a:moveTo>
                  <a:lnTo>
                    <a:pt x="35275" y="16340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614124" y="2127843"/>
              <a:ext cx="334325" cy="333449"/>
            </a:xfrm>
            <a:custGeom>
              <a:avLst/>
              <a:pathLst>
                <a:path w="334325" h="333449">
                  <a:moveTo>
                    <a:pt x="131888" y="2884"/>
                  </a:moveTo>
                  <a:lnTo>
                    <a:pt x="126719" y="4086"/>
                  </a:lnTo>
                  <a:lnTo>
                    <a:pt x="121591" y="5451"/>
                  </a:lnTo>
                  <a:lnTo>
                    <a:pt x="116510" y="6979"/>
                  </a:lnTo>
                  <a:lnTo>
                    <a:pt x="111479" y="8667"/>
                  </a:lnTo>
                  <a:lnTo>
                    <a:pt x="106504" y="10513"/>
                  </a:lnTo>
                  <a:lnTo>
                    <a:pt x="101591" y="12517"/>
                  </a:lnTo>
                  <a:lnTo>
                    <a:pt x="96743" y="14676"/>
                  </a:lnTo>
                  <a:lnTo>
                    <a:pt x="91967" y="16987"/>
                  </a:lnTo>
                  <a:lnTo>
                    <a:pt x="87266" y="19449"/>
                  </a:lnTo>
                  <a:lnTo>
                    <a:pt x="82646" y="22059"/>
                  </a:lnTo>
                  <a:lnTo>
                    <a:pt x="78111" y="24814"/>
                  </a:lnTo>
                  <a:lnTo>
                    <a:pt x="73665" y="27712"/>
                  </a:lnTo>
                  <a:lnTo>
                    <a:pt x="69314" y="30749"/>
                  </a:lnTo>
                  <a:lnTo>
                    <a:pt x="65062" y="33923"/>
                  </a:lnTo>
                  <a:lnTo>
                    <a:pt x="60912" y="37230"/>
                  </a:lnTo>
                  <a:lnTo>
                    <a:pt x="56869" y="40668"/>
                  </a:lnTo>
                  <a:lnTo>
                    <a:pt x="52938" y="44231"/>
                  </a:lnTo>
                  <a:lnTo>
                    <a:pt x="49122" y="47918"/>
                  </a:lnTo>
                  <a:lnTo>
                    <a:pt x="45424" y="51725"/>
                  </a:lnTo>
                  <a:lnTo>
                    <a:pt x="41849" y="55646"/>
                  </a:lnTo>
                  <a:lnTo>
                    <a:pt x="38401" y="59679"/>
                  </a:lnTo>
                  <a:lnTo>
                    <a:pt x="35082" y="63820"/>
                  </a:lnTo>
                  <a:lnTo>
                    <a:pt x="31896" y="68063"/>
                  </a:lnTo>
                  <a:lnTo>
                    <a:pt x="28847" y="72406"/>
                  </a:lnTo>
                  <a:lnTo>
                    <a:pt x="25937" y="76843"/>
                  </a:lnTo>
                  <a:lnTo>
                    <a:pt x="23169" y="81371"/>
                  </a:lnTo>
                  <a:lnTo>
                    <a:pt x="20547" y="85984"/>
                  </a:lnTo>
                  <a:lnTo>
                    <a:pt x="18072" y="90678"/>
                  </a:lnTo>
                  <a:lnTo>
                    <a:pt x="15747" y="95448"/>
                  </a:lnTo>
                  <a:lnTo>
                    <a:pt x="13575" y="100289"/>
                  </a:lnTo>
                  <a:lnTo>
                    <a:pt x="11558" y="105197"/>
                  </a:lnTo>
                  <a:lnTo>
                    <a:pt x="9697" y="110167"/>
                  </a:lnTo>
                  <a:lnTo>
                    <a:pt x="7995" y="115193"/>
                  </a:lnTo>
                  <a:lnTo>
                    <a:pt x="6454" y="120270"/>
                  </a:lnTo>
                  <a:lnTo>
                    <a:pt x="5074" y="125394"/>
                  </a:lnTo>
                  <a:lnTo>
                    <a:pt x="3858" y="130559"/>
                  </a:lnTo>
                  <a:lnTo>
                    <a:pt x="2806" y="135761"/>
                  </a:lnTo>
                  <a:lnTo>
                    <a:pt x="1920" y="140992"/>
                  </a:lnTo>
                  <a:lnTo>
                    <a:pt x="1201" y="146250"/>
                  </a:lnTo>
                  <a:lnTo>
                    <a:pt x="648" y="151527"/>
                  </a:lnTo>
                  <a:lnTo>
                    <a:pt x="264" y="156820"/>
                  </a:lnTo>
                  <a:lnTo>
                    <a:pt x="48" y="162122"/>
                  </a:lnTo>
                  <a:lnTo>
                    <a:pt x="0" y="167428"/>
                  </a:lnTo>
                  <a:lnTo>
                    <a:pt x="120" y="172733"/>
                  </a:lnTo>
                  <a:lnTo>
                    <a:pt x="409" y="178032"/>
                  </a:lnTo>
                  <a:lnTo>
                    <a:pt x="865" y="183318"/>
                  </a:lnTo>
                  <a:lnTo>
                    <a:pt x="1490" y="188588"/>
                  </a:lnTo>
                  <a:lnTo>
                    <a:pt x="2281" y="193835"/>
                  </a:lnTo>
                  <a:lnTo>
                    <a:pt x="3238" y="199054"/>
                  </a:lnTo>
                  <a:lnTo>
                    <a:pt x="4361" y="204240"/>
                  </a:lnTo>
                  <a:lnTo>
                    <a:pt x="5648" y="209388"/>
                  </a:lnTo>
                  <a:lnTo>
                    <a:pt x="7097" y="214493"/>
                  </a:lnTo>
                  <a:lnTo>
                    <a:pt x="8708" y="219549"/>
                  </a:lnTo>
                  <a:lnTo>
                    <a:pt x="10478" y="224551"/>
                  </a:lnTo>
                  <a:lnTo>
                    <a:pt x="12406" y="229495"/>
                  </a:lnTo>
                  <a:lnTo>
                    <a:pt x="14490" y="234375"/>
                  </a:lnTo>
                  <a:lnTo>
                    <a:pt x="16728" y="239186"/>
                  </a:lnTo>
                  <a:lnTo>
                    <a:pt x="19118" y="243924"/>
                  </a:lnTo>
                  <a:lnTo>
                    <a:pt x="21656" y="248584"/>
                  </a:lnTo>
                  <a:lnTo>
                    <a:pt x="24342" y="253161"/>
                  </a:lnTo>
                  <a:lnTo>
                    <a:pt x="27171" y="257650"/>
                  </a:lnTo>
                  <a:lnTo>
                    <a:pt x="30141" y="262047"/>
                  </a:lnTo>
                  <a:lnTo>
                    <a:pt x="33250" y="266348"/>
                  </a:lnTo>
                  <a:lnTo>
                    <a:pt x="36493" y="270548"/>
                  </a:lnTo>
                  <a:lnTo>
                    <a:pt x="39868" y="274643"/>
                  </a:lnTo>
                  <a:lnTo>
                    <a:pt x="43371" y="278628"/>
                  </a:lnTo>
                  <a:lnTo>
                    <a:pt x="46999" y="282501"/>
                  </a:lnTo>
                  <a:lnTo>
                    <a:pt x="50748" y="286256"/>
                  </a:lnTo>
                  <a:lnTo>
                    <a:pt x="54615" y="289890"/>
                  </a:lnTo>
                  <a:lnTo>
                    <a:pt x="58594" y="293400"/>
                  </a:lnTo>
                  <a:lnTo>
                    <a:pt x="62683" y="296782"/>
                  </a:lnTo>
                  <a:lnTo>
                    <a:pt x="66878" y="300032"/>
                  </a:lnTo>
                  <a:lnTo>
                    <a:pt x="71173" y="303148"/>
                  </a:lnTo>
                  <a:lnTo>
                    <a:pt x="75565" y="306126"/>
                  </a:lnTo>
                  <a:lnTo>
                    <a:pt x="80050" y="308962"/>
                  </a:lnTo>
                  <a:lnTo>
                    <a:pt x="84622" y="311655"/>
                  </a:lnTo>
                  <a:lnTo>
                    <a:pt x="89278" y="314202"/>
                  </a:lnTo>
                  <a:lnTo>
                    <a:pt x="94012" y="316599"/>
                  </a:lnTo>
                  <a:lnTo>
                    <a:pt x="98819" y="318846"/>
                  </a:lnTo>
                  <a:lnTo>
                    <a:pt x="103696" y="320938"/>
                  </a:lnTo>
                  <a:lnTo>
                    <a:pt x="108636" y="322874"/>
                  </a:lnTo>
                  <a:lnTo>
                    <a:pt x="113635" y="324653"/>
                  </a:lnTo>
                  <a:lnTo>
                    <a:pt x="118689" y="326272"/>
                  </a:lnTo>
                  <a:lnTo>
                    <a:pt x="123791" y="327730"/>
                  </a:lnTo>
                  <a:lnTo>
                    <a:pt x="128937" y="329025"/>
                  </a:lnTo>
                  <a:lnTo>
                    <a:pt x="134121" y="330157"/>
                  </a:lnTo>
                  <a:lnTo>
                    <a:pt x="139339" y="331123"/>
                  </a:lnTo>
                  <a:lnTo>
                    <a:pt x="144585" y="331923"/>
                  </a:lnTo>
                  <a:lnTo>
                    <a:pt x="149853" y="332556"/>
                  </a:lnTo>
                  <a:lnTo>
                    <a:pt x="155139" y="333022"/>
                  </a:lnTo>
                  <a:lnTo>
                    <a:pt x="160437" y="333319"/>
                  </a:lnTo>
                  <a:lnTo>
                    <a:pt x="165742" y="333449"/>
                  </a:lnTo>
                  <a:lnTo>
                    <a:pt x="171048" y="333409"/>
                  </a:lnTo>
                  <a:lnTo>
                    <a:pt x="176350" y="333202"/>
                  </a:lnTo>
                  <a:lnTo>
                    <a:pt x="181644" y="332826"/>
                  </a:lnTo>
                  <a:lnTo>
                    <a:pt x="186922" y="332283"/>
                  </a:lnTo>
                  <a:lnTo>
                    <a:pt x="192181" y="331572"/>
                  </a:lnTo>
                  <a:lnTo>
                    <a:pt x="197414" y="330695"/>
                  </a:lnTo>
                  <a:lnTo>
                    <a:pt x="202617" y="329652"/>
                  </a:lnTo>
                  <a:lnTo>
                    <a:pt x="207784" y="328444"/>
                  </a:lnTo>
                  <a:lnTo>
                    <a:pt x="212910" y="327073"/>
                  </a:lnTo>
                  <a:lnTo>
                    <a:pt x="217990" y="325540"/>
                  </a:lnTo>
                  <a:lnTo>
                    <a:pt x="223019" y="323847"/>
                  </a:lnTo>
                  <a:lnTo>
                    <a:pt x="227992" y="321995"/>
                  </a:lnTo>
                  <a:lnTo>
                    <a:pt x="232903" y="319985"/>
                  </a:lnTo>
                  <a:lnTo>
                    <a:pt x="237748" y="317821"/>
                  </a:lnTo>
                  <a:lnTo>
                    <a:pt x="242522" y="315505"/>
                  </a:lnTo>
                  <a:lnTo>
                    <a:pt x="247220" y="313038"/>
                  </a:lnTo>
                  <a:lnTo>
                    <a:pt x="251838" y="310423"/>
                  </a:lnTo>
                  <a:lnTo>
                    <a:pt x="256370" y="307663"/>
                  </a:lnTo>
                  <a:lnTo>
                    <a:pt x="260812" y="304760"/>
                  </a:lnTo>
                  <a:lnTo>
                    <a:pt x="265160" y="301718"/>
                  </a:lnTo>
                  <a:lnTo>
                    <a:pt x="269409" y="298540"/>
                  </a:lnTo>
                  <a:lnTo>
                    <a:pt x="273555" y="295228"/>
                  </a:lnTo>
                  <a:lnTo>
                    <a:pt x="277594" y="291786"/>
                  </a:lnTo>
                  <a:lnTo>
                    <a:pt x="281521" y="288218"/>
                  </a:lnTo>
                  <a:lnTo>
                    <a:pt x="285334" y="284527"/>
                  </a:lnTo>
                  <a:lnTo>
                    <a:pt x="289027" y="280717"/>
                  </a:lnTo>
                  <a:lnTo>
                    <a:pt x="292597" y="276791"/>
                  </a:lnTo>
                  <a:lnTo>
                    <a:pt x="296042" y="272754"/>
                  </a:lnTo>
                  <a:lnTo>
                    <a:pt x="299356" y="268610"/>
                  </a:lnTo>
                  <a:lnTo>
                    <a:pt x="302537" y="264363"/>
                  </a:lnTo>
                  <a:lnTo>
                    <a:pt x="305581" y="260017"/>
                  </a:lnTo>
                  <a:lnTo>
                    <a:pt x="308487" y="255577"/>
                  </a:lnTo>
                  <a:lnTo>
                    <a:pt x="311249" y="251046"/>
                  </a:lnTo>
                  <a:lnTo>
                    <a:pt x="313867" y="246430"/>
                  </a:lnTo>
                  <a:lnTo>
                    <a:pt x="316337" y="241734"/>
                  </a:lnTo>
                  <a:lnTo>
                    <a:pt x="318656" y="236961"/>
                  </a:lnTo>
                  <a:lnTo>
                    <a:pt x="320823" y="232117"/>
                  </a:lnTo>
                  <a:lnTo>
                    <a:pt x="322835" y="227207"/>
                  </a:lnTo>
                  <a:lnTo>
                    <a:pt x="324690" y="222236"/>
                  </a:lnTo>
                  <a:lnTo>
                    <a:pt x="326386" y="217208"/>
                  </a:lnTo>
                  <a:lnTo>
                    <a:pt x="327922" y="212128"/>
                  </a:lnTo>
                  <a:lnTo>
                    <a:pt x="329296" y="207003"/>
                  </a:lnTo>
                  <a:lnTo>
                    <a:pt x="330507" y="201836"/>
                  </a:lnTo>
                  <a:lnTo>
                    <a:pt x="331553" y="196634"/>
                  </a:lnTo>
                  <a:lnTo>
                    <a:pt x="332433" y="191401"/>
                  </a:lnTo>
                  <a:lnTo>
                    <a:pt x="333147" y="186143"/>
                  </a:lnTo>
                  <a:lnTo>
                    <a:pt x="333694" y="180865"/>
                  </a:lnTo>
                  <a:lnTo>
                    <a:pt x="334072" y="175572"/>
                  </a:lnTo>
                  <a:lnTo>
                    <a:pt x="334283" y="170270"/>
                  </a:lnTo>
                  <a:lnTo>
                    <a:pt x="334325" y="164964"/>
                  </a:lnTo>
                  <a:lnTo>
                    <a:pt x="334199" y="159659"/>
                  </a:lnTo>
                  <a:lnTo>
                    <a:pt x="333905" y="154361"/>
                  </a:lnTo>
                  <a:lnTo>
                    <a:pt x="333442" y="149074"/>
                  </a:lnTo>
                  <a:lnTo>
                    <a:pt x="332812" y="143806"/>
                  </a:lnTo>
                  <a:lnTo>
                    <a:pt x="332015" y="138559"/>
                  </a:lnTo>
                  <a:lnTo>
                    <a:pt x="331052" y="133341"/>
                  </a:lnTo>
                  <a:lnTo>
                    <a:pt x="329924" y="128156"/>
                  </a:lnTo>
                  <a:lnTo>
                    <a:pt x="328631" y="123009"/>
                  </a:lnTo>
                  <a:lnTo>
                    <a:pt x="327176" y="117906"/>
                  </a:lnTo>
                  <a:lnTo>
                    <a:pt x="325560" y="112852"/>
                  </a:lnTo>
                  <a:lnTo>
                    <a:pt x="323784" y="107852"/>
                  </a:lnTo>
                  <a:lnTo>
                    <a:pt x="321851" y="102910"/>
                  </a:lnTo>
                  <a:lnTo>
                    <a:pt x="319761" y="98032"/>
                  </a:lnTo>
                  <a:lnTo>
                    <a:pt x="317518" y="93224"/>
                  </a:lnTo>
                  <a:lnTo>
                    <a:pt x="315123" y="88488"/>
                  </a:lnTo>
                  <a:lnTo>
                    <a:pt x="312580" y="83831"/>
                  </a:lnTo>
                  <a:lnTo>
                    <a:pt x="309889" y="79257"/>
                  </a:lnTo>
                  <a:lnTo>
                    <a:pt x="307055" y="74771"/>
                  </a:lnTo>
                  <a:lnTo>
                    <a:pt x="304080" y="70377"/>
                  </a:lnTo>
                  <a:lnTo>
                    <a:pt x="300967" y="66080"/>
                  </a:lnTo>
                  <a:lnTo>
                    <a:pt x="297719" y="61884"/>
                  </a:lnTo>
                  <a:lnTo>
                    <a:pt x="294340" y="57793"/>
                  </a:lnTo>
                  <a:lnTo>
                    <a:pt x="290832" y="53811"/>
                  </a:lnTo>
                  <a:lnTo>
                    <a:pt x="287200" y="49942"/>
                  </a:lnTo>
                  <a:lnTo>
                    <a:pt x="283447" y="46191"/>
                  </a:lnTo>
                  <a:lnTo>
                    <a:pt x="279577" y="42561"/>
                  </a:lnTo>
                  <a:lnTo>
                    <a:pt x="275593" y="39055"/>
                  </a:lnTo>
                  <a:lnTo>
                    <a:pt x="271500" y="35678"/>
                  </a:lnTo>
                  <a:lnTo>
                    <a:pt x="267302" y="32432"/>
                  </a:lnTo>
                  <a:lnTo>
                    <a:pt x="263003" y="29321"/>
                  </a:lnTo>
                  <a:lnTo>
                    <a:pt x="258608" y="26349"/>
                  </a:lnTo>
                  <a:lnTo>
                    <a:pt x="254120" y="23517"/>
                  </a:lnTo>
                  <a:lnTo>
                    <a:pt x="249545" y="20829"/>
                  </a:lnTo>
                  <a:lnTo>
                    <a:pt x="244887" y="18287"/>
                  </a:lnTo>
                  <a:lnTo>
                    <a:pt x="240150" y="15895"/>
                  </a:lnTo>
                  <a:lnTo>
                    <a:pt x="235340" y="13654"/>
                  </a:lnTo>
                  <a:lnTo>
                    <a:pt x="230462" y="11567"/>
                  </a:lnTo>
                  <a:lnTo>
                    <a:pt x="225519" y="9636"/>
                  </a:lnTo>
                  <a:lnTo>
                    <a:pt x="220518" y="7863"/>
                  </a:lnTo>
                  <a:lnTo>
                    <a:pt x="215463" y="6249"/>
                  </a:lnTo>
                  <a:lnTo>
                    <a:pt x="210359" y="4797"/>
                  </a:lnTo>
                  <a:lnTo>
                    <a:pt x="205212" y="3507"/>
                  </a:lnTo>
                  <a:lnTo>
                    <a:pt x="200026" y="2382"/>
                  </a:lnTo>
                  <a:lnTo>
                    <a:pt x="194807" y="1421"/>
                  </a:lnTo>
                  <a:lnTo>
                    <a:pt x="189561" y="627"/>
                  </a:lnTo>
                  <a:lnTo>
                    <a:pt x="184291" y="0"/>
                  </a:lnTo>
                  <a:lnTo>
                    <a:pt x="167163" y="1662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781287" y="2126963"/>
              <a:ext cx="17128" cy="167167"/>
            </a:xfrm>
            <a:custGeom>
              <a:avLst/>
              <a:pathLst>
                <a:path w="17128" h="167167">
                  <a:moveTo>
                    <a:pt x="17128" y="879"/>
                  </a:moveTo>
                  <a:lnTo>
                    <a:pt x="8575" y="22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423593" y="2633064"/>
              <a:ext cx="333473" cy="334330"/>
            </a:xfrm>
            <a:custGeom>
              <a:avLst/>
              <a:pathLst>
                <a:path w="333473" h="334330">
                  <a:moveTo>
                    <a:pt x="167154" y="0"/>
                  </a:moveTo>
                  <a:lnTo>
                    <a:pt x="161838" y="84"/>
                  </a:lnTo>
                  <a:lnTo>
                    <a:pt x="156528" y="338"/>
                  </a:lnTo>
                  <a:lnTo>
                    <a:pt x="151228" y="760"/>
                  </a:lnTo>
                  <a:lnTo>
                    <a:pt x="145945" y="1350"/>
                  </a:lnTo>
                  <a:lnTo>
                    <a:pt x="140683" y="2109"/>
                  </a:lnTo>
                  <a:lnTo>
                    <a:pt x="135448" y="3034"/>
                  </a:lnTo>
                  <a:lnTo>
                    <a:pt x="130245" y="4125"/>
                  </a:lnTo>
                  <a:lnTo>
                    <a:pt x="125079" y="5381"/>
                  </a:lnTo>
                  <a:lnTo>
                    <a:pt x="119955" y="6801"/>
                  </a:lnTo>
                  <a:lnTo>
                    <a:pt x="114880" y="8383"/>
                  </a:lnTo>
                  <a:lnTo>
                    <a:pt x="109857" y="10125"/>
                  </a:lnTo>
                  <a:lnTo>
                    <a:pt x="104893" y="12027"/>
                  </a:lnTo>
                  <a:lnTo>
                    <a:pt x="99991" y="14085"/>
                  </a:lnTo>
                  <a:lnTo>
                    <a:pt x="95157" y="16298"/>
                  </a:lnTo>
                  <a:lnTo>
                    <a:pt x="90396" y="18664"/>
                  </a:lnTo>
                  <a:lnTo>
                    <a:pt x="85713" y="21180"/>
                  </a:lnTo>
                  <a:lnTo>
                    <a:pt x="81112" y="23843"/>
                  </a:lnTo>
                  <a:lnTo>
                    <a:pt x="76598" y="26652"/>
                  </a:lnTo>
                  <a:lnTo>
                    <a:pt x="72175" y="29603"/>
                  </a:lnTo>
                  <a:lnTo>
                    <a:pt x="67849" y="32692"/>
                  </a:lnTo>
                  <a:lnTo>
                    <a:pt x="63623" y="35918"/>
                  </a:lnTo>
                  <a:lnTo>
                    <a:pt x="59502" y="39277"/>
                  </a:lnTo>
                  <a:lnTo>
                    <a:pt x="55489" y="42764"/>
                  </a:lnTo>
                  <a:lnTo>
                    <a:pt x="51590" y="46378"/>
                  </a:lnTo>
                  <a:lnTo>
                    <a:pt x="47808" y="50114"/>
                  </a:lnTo>
                  <a:lnTo>
                    <a:pt x="44146" y="53968"/>
                  </a:lnTo>
                  <a:lnTo>
                    <a:pt x="40609" y="57937"/>
                  </a:lnTo>
                  <a:lnTo>
                    <a:pt x="37199" y="62016"/>
                  </a:lnTo>
                  <a:lnTo>
                    <a:pt x="33921" y="66202"/>
                  </a:lnTo>
                  <a:lnTo>
                    <a:pt x="30778" y="70489"/>
                  </a:lnTo>
                  <a:lnTo>
                    <a:pt x="27773" y="74875"/>
                  </a:lnTo>
                  <a:lnTo>
                    <a:pt x="24909" y="79354"/>
                  </a:lnTo>
                  <a:lnTo>
                    <a:pt x="22188" y="83921"/>
                  </a:lnTo>
                  <a:lnTo>
                    <a:pt x="19614" y="88573"/>
                  </a:lnTo>
                  <a:lnTo>
                    <a:pt x="17190" y="93305"/>
                  </a:lnTo>
                  <a:lnTo>
                    <a:pt x="14917" y="98111"/>
                  </a:lnTo>
                  <a:lnTo>
                    <a:pt x="12798" y="102986"/>
                  </a:lnTo>
                  <a:lnTo>
                    <a:pt x="10835" y="107927"/>
                  </a:lnTo>
                  <a:lnTo>
                    <a:pt x="9030" y="112928"/>
                  </a:lnTo>
                  <a:lnTo>
                    <a:pt x="7386" y="117983"/>
                  </a:lnTo>
                  <a:lnTo>
                    <a:pt x="5903" y="123089"/>
                  </a:lnTo>
                  <a:lnTo>
                    <a:pt x="4582" y="128239"/>
                  </a:lnTo>
                  <a:lnTo>
                    <a:pt x="3427" y="133428"/>
                  </a:lnTo>
                  <a:lnTo>
                    <a:pt x="2437" y="138651"/>
                  </a:lnTo>
                  <a:lnTo>
                    <a:pt x="1613" y="143903"/>
                  </a:lnTo>
                  <a:lnTo>
                    <a:pt x="957" y="149179"/>
                  </a:lnTo>
                  <a:lnTo>
                    <a:pt x="469" y="154473"/>
                  </a:lnTo>
                  <a:lnTo>
                    <a:pt x="150" y="159780"/>
                  </a:lnTo>
                  <a:lnTo>
                    <a:pt x="0" y="165094"/>
                  </a:lnTo>
                  <a:lnTo>
                    <a:pt x="18" y="170410"/>
                  </a:lnTo>
                  <a:lnTo>
                    <a:pt x="206" y="175723"/>
                  </a:lnTo>
                  <a:lnTo>
                    <a:pt x="562" y="181028"/>
                  </a:lnTo>
                  <a:lnTo>
                    <a:pt x="1087" y="186318"/>
                  </a:lnTo>
                  <a:lnTo>
                    <a:pt x="1780" y="191589"/>
                  </a:lnTo>
                  <a:lnTo>
                    <a:pt x="2640" y="196836"/>
                  </a:lnTo>
                  <a:lnTo>
                    <a:pt x="3667" y="202052"/>
                  </a:lnTo>
                  <a:lnTo>
                    <a:pt x="4859" y="207233"/>
                  </a:lnTo>
                  <a:lnTo>
                    <a:pt x="6215" y="212373"/>
                  </a:lnTo>
                  <a:lnTo>
                    <a:pt x="7734" y="217468"/>
                  </a:lnTo>
                  <a:lnTo>
                    <a:pt x="9414" y="222512"/>
                  </a:lnTo>
                  <a:lnTo>
                    <a:pt x="11254" y="227500"/>
                  </a:lnTo>
                  <a:lnTo>
                    <a:pt x="13251" y="232427"/>
                  </a:lnTo>
                  <a:lnTo>
                    <a:pt x="15404" y="237288"/>
                  </a:lnTo>
                  <a:lnTo>
                    <a:pt x="17711" y="242078"/>
                  </a:lnTo>
                  <a:lnTo>
                    <a:pt x="20168" y="246792"/>
                  </a:lnTo>
                  <a:lnTo>
                    <a:pt x="22775" y="251426"/>
                  </a:lnTo>
                  <a:lnTo>
                    <a:pt x="25527" y="255974"/>
                  </a:lnTo>
                  <a:lnTo>
                    <a:pt x="28423" y="260433"/>
                  </a:lnTo>
                  <a:lnTo>
                    <a:pt x="31458" y="264797"/>
                  </a:lnTo>
                  <a:lnTo>
                    <a:pt x="34632" y="269063"/>
                  </a:lnTo>
                  <a:lnTo>
                    <a:pt x="37939" y="273225"/>
                  </a:lnTo>
                  <a:lnTo>
                    <a:pt x="41377" y="277280"/>
                  </a:lnTo>
                  <a:lnTo>
                    <a:pt x="44942" y="281224"/>
                  </a:lnTo>
                  <a:lnTo>
                    <a:pt x="48630" y="285053"/>
                  </a:lnTo>
                  <a:lnTo>
                    <a:pt x="52439" y="288762"/>
                  </a:lnTo>
                  <a:lnTo>
                    <a:pt x="56363" y="292348"/>
                  </a:lnTo>
                  <a:lnTo>
                    <a:pt x="60400" y="295808"/>
                  </a:lnTo>
                  <a:lnTo>
                    <a:pt x="64545" y="299138"/>
                  </a:lnTo>
                  <a:lnTo>
                    <a:pt x="68793" y="302334"/>
                  </a:lnTo>
                  <a:lnTo>
                    <a:pt x="73141" y="305393"/>
                  </a:lnTo>
                  <a:lnTo>
                    <a:pt x="77584" y="308313"/>
                  </a:lnTo>
                  <a:lnTo>
                    <a:pt x="82117" y="311090"/>
                  </a:lnTo>
                  <a:lnTo>
                    <a:pt x="86737" y="313721"/>
                  </a:lnTo>
                  <a:lnTo>
                    <a:pt x="91438" y="316204"/>
                  </a:lnTo>
                  <a:lnTo>
                    <a:pt x="96215" y="318536"/>
                  </a:lnTo>
                  <a:lnTo>
                    <a:pt x="101064" y="320715"/>
                  </a:lnTo>
                  <a:lnTo>
                    <a:pt x="105980" y="322739"/>
                  </a:lnTo>
                  <a:lnTo>
                    <a:pt x="110958" y="324606"/>
                  </a:lnTo>
                  <a:lnTo>
                    <a:pt x="115993" y="326313"/>
                  </a:lnTo>
                  <a:lnTo>
                    <a:pt x="121080" y="327860"/>
                  </a:lnTo>
                  <a:lnTo>
                    <a:pt x="126213" y="329243"/>
                  </a:lnTo>
                  <a:lnTo>
                    <a:pt x="131387" y="330463"/>
                  </a:lnTo>
                  <a:lnTo>
                    <a:pt x="136598" y="331518"/>
                  </a:lnTo>
                  <a:lnTo>
                    <a:pt x="141840" y="332407"/>
                  </a:lnTo>
                  <a:lnTo>
                    <a:pt x="147107" y="333128"/>
                  </a:lnTo>
                  <a:lnTo>
                    <a:pt x="152394" y="333682"/>
                  </a:lnTo>
                  <a:lnTo>
                    <a:pt x="157697" y="334067"/>
                  </a:lnTo>
                  <a:lnTo>
                    <a:pt x="163009" y="334283"/>
                  </a:lnTo>
                  <a:lnTo>
                    <a:pt x="168325" y="334330"/>
                  </a:lnTo>
                  <a:lnTo>
                    <a:pt x="173640" y="334209"/>
                  </a:lnTo>
                  <a:lnTo>
                    <a:pt x="178948" y="333918"/>
                  </a:lnTo>
                  <a:lnTo>
                    <a:pt x="184245" y="333458"/>
                  </a:lnTo>
                  <a:lnTo>
                    <a:pt x="189524" y="332831"/>
                  </a:lnTo>
                  <a:lnTo>
                    <a:pt x="194780" y="332036"/>
                  </a:lnTo>
                  <a:lnTo>
                    <a:pt x="200009" y="331074"/>
                  </a:lnTo>
                  <a:lnTo>
                    <a:pt x="205204" y="329946"/>
                  </a:lnTo>
                  <a:lnTo>
                    <a:pt x="210361" y="328654"/>
                  </a:lnTo>
                  <a:lnTo>
                    <a:pt x="215475" y="327198"/>
                  </a:lnTo>
                  <a:lnTo>
                    <a:pt x="220539" y="325581"/>
                  </a:lnTo>
                  <a:lnTo>
                    <a:pt x="225549" y="323803"/>
                  </a:lnTo>
                  <a:lnTo>
                    <a:pt x="230501" y="321867"/>
                  </a:lnTo>
                  <a:lnTo>
                    <a:pt x="235388" y="319775"/>
                  </a:lnTo>
                  <a:lnTo>
                    <a:pt x="240206" y="317528"/>
                  </a:lnTo>
                  <a:lnTo>
                    <a:pt x="244950" y="315129"/>
                  </a:lnTo>
                  <a:lnTo>
                    <a:pt x="249616" y="312580"/>
                  </a:lnTo>
                  <a:lnTo>
                    <a:pt x="254198" y="309884"/>
                  </a:lnTo>
                  <a:lnTo>
                    <a:pt x="258692" y="307044"/>
                  </a:lnTo>
                  <a:lnTo>
                    <a:pt x="263094" y="304063"/>
                  </a:lnTo>
                  <a:lnTo>
                    <a:pt x="267399" y="300943"/>
                  </a:lnTo>
                  <a:lnTo>
                    <a:pt x="271602" y="297688"/>
                  </a:lnTo>
                  <a:lnTo>
                    <a:pt x="275699" y="294300"/>
                  </a:lnTo>
                  <a:lnTo>
                    <a:pt x="279687" y="290784"/>
                  </a:lnTo>
                  <a:lnTo>
                    <a:pt x="283561" y="287143"/>
                  </a:lnTo>
                  <a:lnTo>
                    <a:pt x="287317" y="283381"/>
                  </a:lnTo>
                  <a:lnTo>
                    <a:pt x="290952" y="279501"/>
                  </a:lnTo>
                  <a:lnTo>
                    <a:pt x="294461" y="275508"/>
                  </a:lnTo>
                  <a:lnTo>
                    <a:pt x="297842" y="271405"/>
                  </a:lnTo>
                  <a:lnTo>
                    <a:pt x="301091" y="267197"/>
                  </a:lnTo>
                  <a:lnTo>
                    <a:pt x="304204" y="262887"/>
                  </a:lnTo>
                  <a:lnTo>
                    <a:pt x="307178" y="258481"/>
                  </a:lnTo>
                  <a:lnTo>
                    <a:pt x="310011" y="253982"/>
                  </a:lnTo>
                  <a:lnTo>
                    <a:pt x="312699" y="249395"/>
                  </a:lnTo>
                  <a:lnTo>
                    <a:pt x="315241" y="244726"/>
                  </a:lnTo>
                  <a:lnTo>
                    <a:pt x="317632" y="239977"/>
                  </a:lnTo>
                  <a:lnTo>
                    <a:pt x="319871" y="235156"/>
                  </a:lnTo>
                  <a:lnTo>
                    <a:pt x="321956" y="230265"/>
                  </a:lnTo>
                  <a:lnTo>
                    <a:pt x="323884" y="225311"/>
                  </a:lnTo>
                  <a:lnTo>
                    <a:pt x="325654" y="220297"/>
                  </a:lnTo>
                  <a:lnTo>
                    <a:pt x="327263" y="215230"/>
                  </a:lnTo>
                  <a:lnTo>
                    <a:pt x="328710" y="210115"/>
                  </a:lnTo>
                  <a:lnTo>
                    <a:pt x="329994" y="204956"/>
                  </a:lnTo>
                  <a:lnTo>
                    <a:pt x="331114" y="199759"/>
                  </a:lnTo>
                  <a:lnTo>
                    <a:pt x="332067" y="194529"/>
                  </a:lnTo>
                  <a:lnTo>
                    <a:pt x="332854" y="189271"/>
                  </a:lnTo>
                  <a:lnTo>
                    <a:pt x="333473" y="183990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800231"/>
              <a:ext cx="166318" cy="16823"/>
            </a:xfrm>
            <a:custGeom>
              <a:avLst/>
              <a:pathLst>
                <a:path w="166318" h="16823">
                  <a:moveTo>
                    <a:pt x="166318" y="1682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800231"/>
              <a:ext cx="166318" cy="16823"/>
            </a:xfrm>
            <a:custGeom>
              <a:avLst/>
              <a:pathLst>
                <a:path w="166318" h="16823">
                  <a:moveTo>
                    <a:pt x="166318" y="1682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800231"/>
              <a:ext cx="166318" cy="16823"/>
            </a:xfrm>
            <a:custGeom>
              <a:avLst/>
              <a:pathLst>
                <a:path w="166318" h="16823">
                  <a:moveTo>
                    <a:pt x="166318" y="1682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800231"/>
              <a:ext cx="166318" cy="16823"/>
            </a:xfrm>
            <a:custGeom>
              <a:avLst/>
              <a:pathLst>
                <a:path w="166318" h="16823">
                  <a:moveTo>
                    <a:pt x="166318" y="1682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800231"/>
              <a:ext cx="166318" cy="16823"/>
            </a:xfrm>
            <a:custGeom>
              <a:avLst/>
              <a:pathLst>
                <a:path w="166318" h="16823">
                  <a:moveTo>
                    <a:pt x="166318" y="1682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800231"/>
              <a:ext cx="166318" cy="16823"/>
            </a:xfrm>
            <a:custGeom>
              <a:avLst/>
              <a:pathLst>
                <a:path w="166318" h="16823">
                  <a:moveTo>
                    <a:pt x="166318" y="1682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800231"/>
              <a:ext cx="166318" cy="16823"/>
            </a:xfrm>
            <a:custGeom>
              <a:avLst/>
              <a:pathLst>
                <a:path w="166318" h="16823">
                  <a:moveTo>
                    <a:pt x="166318" y="1682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800231"/>
              <a:ext cx="166318" cy="16823"/>
            </a:xfrm>
            <a:custGeom>
              <a:avLst/>
              <a:pathLst>
                <a:path w="166318" h="16823">
                  <a:moveTo>
                    <a:pt x="166318" y="1682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800231"/>
              <a:ext cx="166318" cy="16823"/>
            </a:xfrm>
            <a:custGeom>
              <a:avLst/>
              <a:pathLst>
                <a:path w="166318" h="16823">
                  <a:moveTo>
                    <a:pt x="166318" y="1682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800231"/>
              <a:ext cx="166318" cy="16823"/>
            </a:xfrm>
            <a:custGeom>
              <a:avLst/>
              <a:pathLst>
                <a:path w="166318" h="16823">
                  <a:moveTo>
                    <a:pt x="166318" y="1682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800231"/>
              <a:ext cx="166318" cy="16823"/>
            </a:xfrm>
            <a:custGeom>
              <a:avLst/>
              <a:pathLst>
                <a:path w="166318" h="16823">
                  <a:moveTo>
                    <a:pt x="166318" y="1682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800231"/>
              <a:ext cx="166318" cy="16823"/>
            </a:xfrm>
            <a:custGeom>
              <a:avLst/>
              <a:pathLst>
                <a:path w="166318" h="16823">
                  <a:moveTo>
                    <a:pt x="166318" y="1682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800231"/>
              <a:ext cx="166318" cy="16823"/>
            </a:xfrm>
            <a:custGeom>
              <a:avLst/>
              <a:pathLst>
                <a:path w="166318" h="16823">
                  <a:moveTo>
                    <a:pt x="166318" y="1682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654600"/>
              <a:ext cx="167167" cy="162455"/>
            </a:xfrm>
            <a:custGeom>
              <a:avLst/>
              <a:pathLst>
                <a:path w="167167" h="162455">
                  <a:moveTo>
                    <a:pt x="166318" y="162455"/>
                  </a:moveTo>
                  <a:lnTo>
                    <a:pt x="166784" y="156942"/>
                  </a:lnTo>
                  <a:lnTo>
                    <a:pt x="167067" y="151417"/>
                  </a:lnTo>
                  <a:lnTo>
                    <a:pt x="167167" y="145885"/>
                  </a:lnTo>
                  <a:lnTo>
                    <a:pt x="167084" y="140353"/>
                  </a:lnTo>
                  <a:lnTo>
                    <a:pt x="166817" y="134827"/>
                  </a:lnTo>
                  <a:lnTo>
                    <a:pt x="166369" y="129313"/>
                  </a:lnTo>
                  <a:lnTo>
                    <a:pt x="165737" y="123816"/>
                  </a:lnTo>
                  <a:lnTo>
                    <a:pt x="164925" y="118344"/>
                  </a:lnTo>
                  <a:lnTo>
                    <a:pt x="163932" y="112901"/>
                  </a:lnTo>
                  <a:lnTo>
                    <a:pt x="162759" y="107495"/>
                  </a:lnTo>
                  <a:lnTo>
                    <a:pt x="161408" y="102130"/>
                  </a:lnTo>
                  <a:lnTo>
                    <a:pt x="159880" y="96812"/>
                  </a:lnTo>
                  <a:lnTo>
                    <a:pt x="158177" y="91548"/>
                  </a:lnTo>
                  <a:lnTo>
                    <a:pt x="156300" y="86344"/>
                  </a:lnTo>
                  <a:lnTo>
                    <a:pt x="154253" y="81204"/>
                  </a:lnTo>
                  <a:lnTo>
                    <a:pt x="152037" y="76135"/>
                  </a:lnTo>
                  <a:lnTo>
                    <a:pt x="149654" y="71142"/>
                  </a:lnTo>
                  <a:lnTo>
                    <a:pt x="147107" y="66231"/>
                  </a:lnTo>
                  <a:lnTo>
                    <a:pt x="144399" y="61406"/>
                  </a:lnTo>
                  <a:lnTo>
                    <a:pt x="141533" y="56674"/>
                  </a:lnTo>
                  <a:lnTo>
                    <a:pt x="138511" y="52039"/>
                  </a:lnTo>
                  <a:lnTo>
                    <a:pt x="135339" y="47507"/>
                  </a:lnTo>
                  <a:lnTo>
                    <a:pt x="132017" y="43082"/>
                  </a:lnTo>
                  <a:lnTo>
                    <a:pt x="128552" y="38770"/>
                  </a:lnTo>
                  <a:lnTo>
                    <a:pt x="124945" y="34575"/>
                  </a:lnTo>
                  <a:lnTo>
                    <a:pt x="121202" y="30501"/>
                  </a:lnTo>
                  <a:lnTo>
                    <a:pt x="117326" y="26553"/>
                  </a:lnTo>
                  <a:lnTo>
                    <a:pt x="113321" y="22736"/>
                  </a:lnTo>
                  <a:lnTo>
                    <a:pt x="109192" y="19053"/>
                  </a:lnTo>
                  <a:lnTo>
                    <a:pt x="104944" y="15509"/>
                  </a:lnTo>
                  <a:lnTo>
                    <a:pt x="100580" y="12108"/>
                  </a:lnTo>
                  <a:lnTo>
                    <a:pt x="96107" y="8853"/>
                  </a:lnTo>
                  <a:lnTo>
                    <a:pt x="91528" y="5747"/>
                  </a:lnTo>
                  <a:lnTo>
                    <a:pt x="86849" y="2795"/>
                  </a:lnTo>
                  <a:lnTo>
                    <a:pt x="82075" y="0"/>
                  </a:lnTo>
                  <a:lnTo>
                    <a:pt x="0" y="1456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633064"/>
              <a:ext cx="82075" cy="167167"/>
            </a:xfrm>
            <a:custGeom>
              <a:avLst/>
              <a:pathLst>
                <a:path w="82075" h="167167">
                  <a:moveTo>
                    <a:pt x="82075" y="21535"/>
                  </a:moveTo>
                  <a:lnTo>
                    <a:pt x="77045" y="18813"/>
                  </a:lnTo>
                  <a:lnTo>
                    <a:pt x="71925" y="16264"/>
                  </a:lnTo>
                  <a:lnTo>
                    <a:pt x="66721" y="13892"/>
                  </a:lnTo>
                  <a:lnTo>
                    <a:pt x="61439" y="11700"/>
                  </a:lnTo>
                  <a:lnTo>
                    <a:pt x="56085" y="9689"/>
                  </a:lnTo>
                  <a:lnTo>
                    <a:pt x="50665" y="7862"/>
                  </a:lnTo>
                  <a:lnTo>
                    <a:pt x="45186" y="6223"/>
                  </a:lnTo>
                  <a:lnTo>
                    <a:pt x="39654" y="4771"/>
                  </a:lnTo>
                  <a:lnTo>
                    <a:pt x="34076" y="3510"/>
                  </a:lnTo>
                  <a:lnTo>
                    <a:pt x="28458" y="2440"/>
                  </a:lnTo>
                  <a:lnTo>
                    <a:pt x="22806" y="1563"/>
                  </a:lnTo>
                  <a:lnTo>
                    <a:pt x="17128" y="879"/>
                  </a:lnTo>
                  <a:lnTo>
                    <a:pt x="11430" y="391"/>
                  </a:lnTo>
                  <a:lnTo>
                    <a:pt x="5718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358822" y="3170392"/>
              <a:ext cx="334325" cy="334325"/>
            </a:xfrm>
            <a:custGeom>
              <a:avLst/>
              <a:pathLst>
                <a:path w="334325" h="334325">
                  <a:moveTo>
                    <a:pt x="167158" y="0"/>
                  </a:moveTo>
                  <a:lnTo>
                    <a:pt x="161871" y="83"/>
                  </a:lnTo>
                  <a:lnTo>
                    <a:pt x="156590" y="334"/>
                  </a:lnTo>
                  <a:lnTo>
                    <a:pt x="151320" y="751"/>
                  </a:lnTo>
                  <a:lnTo>
                    <a:pt x="146065" y="1336"/>
                  </a:lnTo>
                  <a:lnTo>
                    <a:pt x="140832" y="2085"/>
                  </a:lnTo>
                  <a:lnTo>
                    <a:pt x="135624" y="3001"/>
                  </a:lnTo>
                  <a:lnTo>
                    <a:pt x="130449" y="4080"/>
                  </a:lnTo>
                  <a:lnTo>
                    <a:pt x="125310" y="5322"/>
                  </a:lnTo>
                  <a:lnTo>
                    <a:pt x="120213" y="6726"/>
                  </a:lnTo>
                  <a:lnTo>
                    <a:pt x="115163" y="8291"/>
                  </a:lnTo>
                  <a:lnTo>
                    <a:pt x="110164" y="10015"/>
                  </a:lnTo>
                  <a:lnTo>
                    <a:pt x="105223" y="11896"/>
                  </a:lnTo>
                  <a:lnTo>
                    <a:pt x="100344" y="13932"/>
                  </a:lnTo>
                  <a:lnTo>
                    <a:pt x="95532" y="16122"/>
                  </a:lnTo>
                  <a:lnTo>
                    <a:pt x="90791" y="18462"/>
                  </a:lnTo>
                  <a:lnTo>
                    <a:pt x="86127" y="20951"/>
                  </a:lnTo>
                  <a:lnTo>
                    <a:pt x="81544" y="23587"/>
                  </a:lnTo>
                  <a:lnTo>
                    <a:pt x="77046" y="26366"/>
                  </a:lnTo>
                  <a:lnTo>
                    <a:pt x="72639" y="29286"/>
                  </a:lnTo>
                  <a:lnTo>
                    <a:pt x="68326" y="32344"/>
                  </a:lnTo>
                  <a:lnTo>
                    <a:pt x="64112" y="35537"/>
                  </a:lnTo>
                  <a:lnTo>
                    <a:pt x="60001" y="38861"/>
                  </a:lnTo>
                  <a:lnTo>
                    <a:pt x="55997" y="42314"/>
                  </a:lnTo>
                  <a:lnTo>
                    <a:pt x="52104" y="45892"/>
                  </a:lnTo>
                  <a:lnTo>
                    <a:pt x="48327" y="49591"/>
                  </a:lnTo>
                  <a:lnTo>
                    <a:pt x="44668" y="53407"/>
                  </a:lnTo>
                  <a:lnTo>
                    <a:pt x="41132" y="57338"/>
                  </a:lnTo>
                  <a:lnTo>
                    <a:pt x="37722" y="61378"/>
                  </a:lnTo>
                  <a:lnTo>
                    <a:pt x="34441" y="65524"/>
                  </a:lnTo>
                  <a:lnTo>
                    <a:pt x="31293" y="69772"/>
                  </a:lnTo>
                  <a:lnTo>
                    <a:pt x="28281" y="74117"/>
                  </a:lnTo>
                  <a:lnTo>
                    <a:pt x="25408" y="78555"/>
                  </a:lnTo>
                  <a:lnTo>
                    <a:pt x="22677" y="83082"/>
                  </a:lnTo>
                  <a:lnTo>
                    <a:pt x="20090" y="87693"/>
                  </a:lnTo>
                  <a:lnTo>
                    <a:pt x="17651" y="92383"/>
                  </a:lnTo>
                  <a:lnTo>
                    <a:pt x="15360" y="97148"/>
                  </a:lnTo>
                  <a:lnTo>
                    <a:pt x="13222" y="101984"/>
                  </a:lnTo>
                  <a:lnTo>
                    <a:pt x="11238" y="106884"/>
                  </a:lnTo>
                  <a:lnTo>
                    <a:pt x="9409" y="111845"/>
                  </a:lnTo>
                  <a:lnTo>
                    <a:pt x="7739" y="116861"/>
                  </a:lnTo>
                  <a:lnTo>
                    <a:pt x="6228" y="121928"/>
                  </a:lnTo>
                  <a:lnTo>
                    <a:pt x="4878" y="127039"/>
                  </a:lnTo>
                  <a:lnTo>
                    <a:pt x="3690" y="132191"/>
                  </a:lnTo>
                  <a:lnTo>
                    <a:pt x="2666" y="137378"/>
                  </a:lnTo>
                  <a:lnTo>
                    <a:pt x="1806" y="142595"/>
                  </a:lnTo>
                  <a:lnTo>
                    <a:pt x="1112" y="147836"/>
                  </a:lnTo>
                  <a:lnTo>
                    <a:pt x="583" y="153096"/>
                  </a:lnTo>
                  <a:lnTo>
                    <a:pt x="222" y="158371"/>
                  </a:lnTo>
                  <a:lnTo>
                    <a:pt x="27" y="163654"/>
                  </a:lnTo>
                  <a:lnTo>
                    <a:pt x="0" y="168941"/>
                  </a:lnTo>
                  <a:lnTo>
                    <a:pt x="139" y="174226"/>
                  </a:lnTo>
                  <a:lnTo>
                    <a:pt x="446" y="179504"/>
                  </a:lnTo>
                  <a:lnTo>
                    <a:pt x="920" y="184770"/>
                  </a:lnTo>
                  <a:lnTo>
                    <a:pt x="1559" y="190018"/>
                  </a:lnTo>
                  <a:lnTo>
                    <a:pt x="2365" y="195244"/>
                  </a:lnTo>
                  <a:lnTo>
                    <a:pt x="3335" y="200441"/>
                  </a:lnTo>
                  <a:lnTo>
                    <a:pt x="4469" y="205605"/>
                  </a:lnTo>
                  <a:lnTo>
                    <a:pt x="5766" y="210730"/>
                  </a:lnTo>
                  <a:lnTo>
                    <a:pt x="7224" y="215812"/>
                  </a:lnTo>
                  <a:lnTo>
                    <a:pt x="8843" y="220845"/>
                  </a:lnTo>
                  <a:lnTo>
                    <a:pt x="10619" y="225825"/>
                  </a:lnTo>
                  <a:lnTo>
                    <a:pt x="12553" y="230746"/>
                  </a:lnTo>
                  <a:lnTo>
                    <a:pt x="14640" y="235603"/>
                  </a:lnTo>
                  <a:lnTo>
                    <a:pt x="16881" y="240392"/>
                  </a:lnTo>
                  <a:lnTo>
                    <a:pt x="19272" y="245107"/>
                  </a:lnTo>
                  <a:lnTo>
                    <a:pt x="21810" y="249745"/>
                  </a:lnTo>
                  <a:lnTo>
                    <a:pt x="24494" y="254300"/>
                  </a:lnTo>
                  <a:lnTo>
                    <a:pt x="27321" y="258768"/>
                  </a:lnTo>
                  <a:lnTo>
                    <a:pt x="30288" y="263144"/>
                  </a:lnTo>
                  <a:lnTo>
                    <a:pt x="33391" y="267424"/>
                  </a:lnTo>
                  <a:lnTo>
                    <a:pt x="36628" y="271604"/>
                  </a:lnTo>
                  <a:lnTo>
                    <a:pt x="39996" y="275680"/>
                  </a:lnTo>
                  <a:lnTo>
                    <a:pt x="43491" y="279647"/>
                  </a:lnTo>
                  <a:lnTo>
                    <a:pt x="47110" y="283501"/>
                  </a:lnTo>
                  <a:lnTo>
                    <a:pt x="50849" y="287239"/>
                  </a:lnTo>
                  <a:lnTo>
                    <a:pt x="54704" y="290857"/>
                  </a:lnTo>
                  <a:lnTo>
                    <a:pt x="58672" y="294351"/>
                  </a:lnTo>
                  <a:lnTo>
                    <a:pt x="62748" y="297718"/>
                  </a:lnTo>
                  <a:lnTo>
                    <a:pt x="66929" y="300955"/>
                  </a:lnTo>
                  <a:lnTo>
                    <a:pt x="71210" y="304057"/>
                  </a:lnTo>
                  <a:lnTo>
                    <a:pt x="75587" y="307023"/>
                  </a:lnTo>
                  <a:lnTo>
                    <a:pt x="80055" y="309849"/>
                  </a:lnTo>
                  <a:lnTo>
                    <a:pt x="84611" y="312532"/>
                  </a:lnTo>
                  <a:lnTo>
                    <a:pt x="89249" y="315070"/>
                  </a:lnTo>
                  <a:lnTo>
                    <a:pt x="93965" y="317459"/>
                  </a:lnTo>
                  <a:lnTo>
                    <a:pt x="98754" y="319699"/>
                  </a:lnTo>
                  <a:lnTo>
                    <a:pt x="103612" y="321785"/>
                  </a:lnTo>
                  <a:lnTo>
                    <a:pt x="108533" y="323718"/>
                  </a:lnTo>
                  <a:lnTo>
                    <a:pt x="113513" y="325493"/>
                  </a:lnTo>
                  <a:lnTo>
                    <a:pt x="118547" y="327110"/>
                  </a:lnTo>
                  <a:lnTo>
                    <a:pt x="123629" y="328568"/>
                  </a:lnTo>
                  <a:lnTo>
                    <a:pt x="128755" y="329863"/>
                  </a:lnTo>
                  <a:lnTo>
                    <a:pt x="133919" y="330997"/>
                  </a:lnTo>
                  <a:lnTo>
                    <a:pt x="139116" y="331966"/>
                  </a:lnTo>
                  <a:lnTo>
                    <a:pt x="144341" y="332770"/>
                  </a:lnTo>
                  <a:lnTo>
                    <a:pt x="149590" y="333409"/>
                  </a:lnTo>
                  <a:lnTo>
                    <a:pt x="154856" y="333881"/>
                  </a:lnTo>
                  <a:lnTo>
                    <a:pt x="160134" y="334187"/>
                  </a:lnTo>
                  <a:lnTo>
                    <a:pt x="165419" y="334325"/>
                  </a:lnTo>
                  <a:lnTo>
                    <a:pt x="170706" y="334297"/>
                  </a:lnTo>
                  <a:lnTo>
                    <a:pt x="175989" y="334101"/>
                  </a:lnTo>
                  <a:lnTo>
                    <a:pt x="181264" y="333738"/>
                  </a:lnTo>
                  <a:lnTo>
                    <a:pt x="186524" y="333209"/>
                  </a:lnTo>
                  <a:lnTo>
                    <a:pt x="191765" y="332513"/>
                  </a:lnTo>
                  <a:lnTo>
                    <a:pt x="196982" y="331652"/>
                  </a:lnTo>
                  <a:lnTo>
                    <a:pt x="202168" y="330627"/>
                  </a:lnTo>
                  <a:lnTo>
                    <a:pt x="207320" y="329438"/>
                  </a:lnTo>
                  <a:lnTo>
                    <a:pt x="212431" y="328087"/>
                  </a:lnTo>
                  <a:lnTo>
                    <a:pt x="217497" y="326575"/>
                  </a:lnTo>
                  <a:lnTo>
                    <a:pt x="222513" y="324903"/>
                  </a:lnTo>
                  <a:lnTo>
                    <a:pt x="227473" y="323074"/>
                  </a:lnTo>
                  <a:lnTo>
                    <a:pt x="232374" y="321088"/>
                  </a:lnTo>
                  <a:lnTo>
                    <a:pt x="237208" y="318949"/>
                  </a:lnTo>
                  <a:lnTo>
                    <a:pt x="241973" y="316658"/>
                  </a:lnTo>
                  <a:lnTo>
                    <a:pt x="246663" y="314217"/>
                  </a:lnTo>
                  <a:lnTo>
                    <a:pt x="251273" y="311630"/>
                  </a:lnTo>
                  <a:lnTo>
                    <a:pt x="255800" y="308897"/>
                  </a:lnTo>
                  <a:lnTo>
                    <a:pt x="260237" y="306023"/>
                  </a:lnTo>
                  <a:lnTo>
                    <a:pt x="264582" y="303010"/>
                  </a:lnTo>
                  <a:lnTo>
                    <a:pt x="268829" y="299862"/>
                  </a:lnTo>
                  <a:lnTo>
                    <a:pt x="272974" y="296580"/>
                  </a:lnTo>
                  <a:lnTo>
                    <a:pt x="277014" y="293169"/>
                  </a:lnTo>
                  <a:lnTo>
                    <a:pt x="280943" y="289632"/>
                  </a:lnTo>
                  <a:lnTo>
                    <a:pt x="284759" y="285973"/>
                  </a:lnTo>
                  <a:lnTo>
                    <a:pt x="288457" y="282194"/>
                  </a:lnTo>
                  <a:lnTo>
                    <a:pt x="292034" y="278301"/>
                  </a:lnTo>
                  <a:lnTo>
                    <a:pt x="295486" y="274296"/>
                  </a:lnTo>
                  <a:lnTo>
                    <a:pt x="298810" y="270185"/>
                  </a:lnTo>
                  <a:lnTo>
                    <a:pt x="302002" y="265970"/>
                  </a:lnTo>
                  <a:lnTo>
                    <a:pt x="305059" y="261656"/>
                  </a:lnTo>
                  <a:lnTo>
                    <a:pt x="307978" y="257248"/>
                  </a:lnTo>
                  <a:lnTo>
                    <a:pt x="310756" y="252750"/>
                  </a:lnTo>
                  <a:lnTo>
                    <a:pt x="313390" y="248166"/>
                  </a:lnTo>
                  <a:lnTo>
                    <a:pt x="315879" y="243502"/>
                  </a:lnTo>
                  <a:lnTo>
                    <a:pt x="318218" y="238760"/>
                  </a:lnTo>
                  <a:lnTo>
                    <a:pt x="320407" y="233948"/>
                  </a:lnTo>
                  <a:lnTo>
                    <a:pt x="322442" y="229068"/>
                  </a:lnTo>
                  <a:lnTo>
                    <a:pt x="324322" y="224127"/>
                  </a:lnTo>
                  <a:lnTo>
                    <a:pt x="326044" y="219128"/>
                  </a:lnTo>
                  <a:lnTo>
                    <a:pt x="327608" y="214078"/>
                  </a:lnTo>
                  <a:lnTo>
                    <a:pt x="329011" y="208980"/>
                  </a:lnTo>
                  <a:lnTo>
                    <a:pt x="330252" y="203841"/>
                  </a:lnTo>
                  <a:lnTo>
                    <a:pt x="331331" y="198665"/>
                  </a:lnTo>
                  <a:lnTo>
                    <a:pt x="332245" y="193458"/>
                  </a:lnTo>
                  <a:lnTo>
                    <a:pt x="332993" y="188224"/>
                  </a:lnTo>
                  <a:lnTo>
                    <a:pt x="333576" y="182969"/>
                  </a:lnTo>
                  <a:lnTo>
                    <a:pt x="333993" y="177699"/>
                  </a:lnTo>
                  <a:lnTo>
                    <a:pt x="334242" y="172418"/>
                  </a:lnTo>
                  <a:lnTo>
                    <a:pt x="334325" y="167131"/>
                  </a:lnTo>
                  <a:lnTo>
                    <a:pt x="334240" y="161845"/>
                  </a:lnTo>
                  <a:lnTo>
                    <a:pt x="333988" y="156564"/>
                  </a:lnTo>
                  <a:lnTo>
                    <a:pt x="333570" y="151294"/>
                  </a:lnTo>
                  <a:lnTo>
                    <a:pt x="332984" y="146039"/>
                  </a:lnTo>
                  <a:lnTo>
                    <a:pt x="332233" y="140806"/>
                  </a:lnTo>
                  <a:lnTo>
                    <a:pt x="331317" y="135599"/>
                  </a:lnTo>
                  <a:lnTo>
                    <a:pt x="330237" y="130423"/>
                  </a:lnTo>
                  <a:lnTo>
                    <a:pt x="328993" y="125285"/>
                  </a:lnTo>
                  <a:lnTo>
                    <a:pt x="327588" y="120188"/>
                  </a:lnTo>
                  <a:lnTo>
                    <a:pt x="326022" y="115138"/>
                  </a:lnTo>
                  <a:lnTo>
                    <a:pt x="324297" y="110140"/>
                  </a:lnTo>
                  <a:lnTo>
                    <a:pt x="322415" y="105200"/>
                  </a:lnTo>
                  <a:lnTo>
                    <a:pt x="320378" y="100321"/>
                  </a:lnTo>
                  <a:lnTo>
                    <a:pt x="318188" y="95509"/>
                  </a:lnTo>
                  <a:lnTo>
                    <a:pt x="315846" y="90769"/>
                  </a:lnTo>
                  <a:lnTo>
                    <a:pt x="313356" y="86105"/>
                  </a:lnTo>
                  <a:lnTo>
                    <a:pt x="310719" y="81523"/>
                  </a:lnTo>
                  <a:lnTo>
                    <a:pt x="307939" y="77025"/>
                  </a:lnTo>
                  <a:lnTo>
                    <a:pt x="305018" y="72619"/>
                  </a:lnTo>
                  <a:lnTo>
                    <a:pt x="301959" y="68306"/>
                  </a:lnTo>
                  <a:lnTo>
                    <a:pt x="298766" y="64093"/>
                  </a:lnTo>
                  <a:lnTo>
                    <a:pt x="295440" y="59983"/>
                  </a:lnTo>
                  <a:lnTo>
                    <a:pt x="291987" y="55980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226372"/>
              <a:ext cx="124829" cy="111187"/>
            </a:xfrm>
            <a:custGeom>
              <a:avLst/>
              <a:pathLst>
                <a:path w="124829" h="111187">
                  <a:moveTo>
                    <a:pt x="124829" y="0"/>
                  </a:moveTo>
                  <a:lnTo>
                    <a:pt x="0" y="1111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226372"/>
              <a:ext cx="124829" cy="111187"/>
            </a:xfrm>
            <a:custGeom>
              <a:avLst/>
              <a:pathLst>
                <a:path w="124829" h="111187">
                  <a:moveTo>
                    <a:pt x="124829" y="0"/>
                  </a:moveTo>
                  <a:lnTo>
                    <a:pt x="0" y="1111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226372"/>
              <a:ext cx="124829" cy="111187"/>
            </a:xfrm>
            <a:custGeom>
              <a:avLst/>
              <a:pathLst>
                <a:path w="124829" h="111187">
                  <a:moveTo>
                    <a:pt x="124829" y="0"/>
                  </a:moveTo>
                  <a:lnTo>
                    <a:pt x="0" y="11118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226372"/>
              <a:ext cx="124829" cy="111187"/>
            </a:xfrm>
            <a:custGeom>
              <a:avLst/>
              <a:pathLst>
                <a:path w="124829" h="111187">
                  <a:moveTo>
                    <a:pt x="124829" y="0"/>
                  </a:moveTo>
                  <a:lnTo>
                    <a:pt x="0" y="1111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226372"/>
              <a:ext cx="124829" cy="111187"/>
            </a:xfrm>
            <a:custGeom>
              <a:avLst/>
              <a:pathLst>
                <a:path w="124829" h="111187">
                  <a:moveTo>
                    <a:pt x="124829" y="0"/>
                  </a:moveTo>
                  <a:lnTo>
                    <a:pt x="0" y="1111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226372"/>
              <a:ext cx="124829" cy="111187"/>
            </a:xfrm>
            <a:custGeom>
              <a:avLst/>
              <a:pathLst>
                <a:path w="124829" h="111187">
                  <a:moveTo>
                    <a:pt x="124829" y="0"/>
                  </a:moveTo>
                  <a:lnTo>
                    <a:pt x="0" y="11118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226372"/>
              <a:ext cx="124829" cy="111187"/>
            </a:xfrm>
            <a:custGeom>
              <a:avLst/>
              <a:pathLst>
                <a:path w="124829" h="111187">
                  <a:moveTo>
                    <a:pt x="124829" y="0"/>
                  </a:moveTo>
                  <a:lnTo>
                    <a:pt x="0" y="1111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226372"/>
              <a:ext cx="124829" cy="111187"/>
            </a:xfrm>
            <a:custGeom>
              <a:avLst/>
              <a:pathLst>
                <a:path w="124829" h="111187">
                  <a:moveTo>
                    <a:pt x="124829" y="0"/>
                  </a:moveTo>
                  <a:lnTo>
                    <a:pt x="0" y="1111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226372"/>
              <a:ext cx="124829" cy="111187"/>
            </a:xfrm>
            <a:custGeom>
              <a:avLst/>
              <a:pathLst>
                <a:path w="124829" h="111187">
                  <a:moveTo>
                    <a:pt x="124829" y="0"/>
                  </a:moveTo>
                  <a:lnTo>
                    <a:pt x="0" y="1111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226372"/>
              <a:ext cx="124829" cy="111187"/>
            </a:xfrm>
            <a:custGeom>
              <a:avLst/>
              <a:pathLst>
                <a:path w="124829" h="111187">
                  <a:moveTo>
                    <a:pt x="124829" y="0"/>
                  </a:moveTo>
                  <a:lnTo>
                    <a:pt x="0" y="1111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226372"/>
              <a:ext cx="124829" cy="111187"/>
            </a:xfrm>
            <a:custGeom>
              <a:avLst/>
              <a:pathLst>
                <a:path w="124829" h="111187">
                  <a:moveTo>
                    <a:pt x="124829" y="0"/>
                  </a:moveTo>
                  <a:lnTo>
                    <a:pt x="0" y="11118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226372"/>
              <a:ext cx="124829" cy="111187"/>
            </a:xfrm>
            <a:custGeom>
              <a:avLst/>
              <a:pathLst>
                <a:path w="124829" h="111187">
                  <a:moveTo>
                    <a:pt x="124829" y="0"/>
                  </a:moveTo>
                  <a:lnTo>
                    <a:pt x="0" y="11118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217527"/>
              <a:ext cx="124829" cy="120032"/>
            </a:xfrm>
            <a:custGeom>
              <a:avLst/>
              <a:pathLst>
                <a:path w="124829" h="120032">
                  <a:moveTo>
                    <a:pt x="124829" y="8845"/>
                  </a:moveTo>
                  <a:lnTo>
                    <a:pt x="116349" y="0"/>
                  </a:lnTo>
                  <a:lnTo>
                    <a:pt x="0" y="1200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170392"/>
              <a:ext cx="116349" cy="167167"/>
            </a:xfrm>
            <a:custGeom>
              <a:avLst/>
              <a:pathLst>
                <a:path w="116349" h="167167">
                  <a:moveTo>
                    <a:pt x="116349" y="47135"/>
                  </a:moveTo>
                  <a:lnTo>
                    <a:pt x="112267" y="43308"/>
                  </a:lnTo>
                  <a:lnTo>
                    <a:pt x="108059" y="39621"/>
                  </a:lnTo>
                  <a:lnTo>
                    <a:pt x="103730" y="36076"/>
                  </a:lnTo>
                  <a:lnTo>
                    <a:pt x="99286" y="32678"/>
                  </a:lnTo>
                  <a:lnTo>
                    <a:pt x="94729" y="29431"/>
                  </a:lnTo>
                  <a:lnTo>
                    <a:pt x="90067" y="26338"/>
                  </a:lnTo>
                  <a:lnTo>
                    <a:pt x="85304" y="23403"/>
                  </a:lnTo>
                  <a:lnTo>
                    <a:pt x="80445" y="20629"/>
                  </a:lnTo>
                  <a:lnTo>
                    <a:pt x="75496" y="18019"/>
                  </a:lnTo>
                  <a:lnTo>
                    <a:pt x="70463" y="15576"/>
                  </a:lnTo>
                  <a:lnTo>
                    <a:pt x="65351" y="13303"/>
                  </a:lnTo>
                  <a:lnTo>
                    <a:pt x="60165" y="11202"/>
                  </a:lnTo>
                  <a:lnTo>
                    <a:pt x="54912" y="9276"/>
                  </a:lnTo>
                  <a:lnTo>
                    <a:pt x="49598" y="7527"/>
                  </a:lnTo>
                  <a:lnTo>
                    <a:pt x="44228" y="5956"/>
                  </a:lnTo>
                  <a:lnTo>
                    <a:pt x="38808" y="4567"/>
                  </a:lnTo>
                  <a:lnTo>
                    <a:pt x="33345" y="3359"/>
                  </a:lnTo>
                  <a:lnTo>
                    <a:pt x="27845" y="2335"/>
                  </a:lnTo>
                  <a:lnTo>
                    <a:pt x="22313" y="1495"/>
                  </a:lnTo>
                  <a:lnTo>
                    <a:pt x="16757" y="842"/>
                  </a:lnTo>
                  <a:lnTo>
                    <a:pt x="11181" y="374"/>
                  </a:lnTo>
                  <a:lnTo>
                    <a:pt x="5594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423590" y="3707720"/>
              <a:ext cx="334325" cy="334325"/>
            </a:xfrm>
            <a:custGeom>
              <a:avLst/>
              <a:pathLst>
                <a:path w="334325" h="334325">
                  <a:moveTo>
                    <a:pt x="167158" y="0"/>
                  </a:moveTo>
                  <a:lnTo>
                    <a:pt x="161871" y="83"/>
                  </a:lnTo>
                  <a:lnTo>
                    <a:pt x="156591" y="334"/>
                  </a:lnTo>
                  <a:lnTo>
                    <a:pt x="151320" y="751"/>
                  </a:lnTo>
                  <a:lnTo>
                    <a:pt x="146066" y="1335"/>
                  </a:lnTo>
                  <a:lnTo>
                    <a:pt x="140832" y="2085"/>
                  </a:lnTo>
                  <a:lnTo>
                    <a:pt x="135625" y="3000"/>
                  </a:lnTo>
                  <a:lnTo>
                    <a:pt x="130450" y="4080"/>
                  </a:lnTo>
                  <a:lnTo>
                    <a:pt x="125311" y="5322"/>
                  </a:lnTo>
                  <a:lnTo>
                    <a:pt x="120214" y="6726"/>
                  </a:lnTo>
                  <a:lnTo>
                    <a:pt x="115164" y="8291"/>
                  </a:lnTo>
                  <a:lnTo>
                    <a:pt x="110166" y="10014"/>
                  </a:lnTo>
                  <a:lnTo>
                    <a:pt x="105225" y="11895"/>
                  </a:lnTo>
                  <a:lnTo>
                    <a:pt x="100346" y="13931"/>
                  </a:lnTo>
                  <a:lnTo>
                    <a:pt x="95534" y="16121"/>
                  </a:lnTo>
                  <a:lnTo>
                    <a:pt x="90793" y="18461"/>
                  </a:lnTo>
                  <a:lnTo>
                    <a:pt x="86129" y="20950"/>
                  </a:lnTo>
                  <a:lnTo>
                    <a:pt x="81546" y="23586"/>
                  </a:lnTo>
                  <a:lnTo>
                    <a:pt x="77048" y="26365"/>
                  </a:lnTo>
                  <a:lnTo>
                    <a:pt x="72641" y="29284"/>
                  </a:lnTo>
                  <a:lnTo>
                    <a:pt x="68328" y="32342"/>
                  </a:lnTo>
                  <a:lnTo>
                    <a:pt x="64114" y="35535"/>
                  </a:lnTo>
                  <a:lnTo>
                    <a:pt x="60003" y="38859"/>
                  </a:lnTo>
                  <a:lnTo>
                    <a:pt x="56000" y="42312"/>
                  </a:lnTo>
                  <a:lnTo>
                    <a:pt x="52107" y="45889"/>
                  </a:lnTo>
                  <a:lnTo>
                    <a:pt x="48329" y="49588"/>
                  </a:lnTo>
                  <a:lnTo>
                    <a:pt x="44671" y="53404"/>
                  </a:lnTo>
                  <a:lnTo>
                    <a:pt x="41135" y="57335"/>
                  </a:lnTo>
                  <a:lnTo>
                    <a:pt x="37725" y="61375"/>
                  </a:lnTo>
                  <a:lnTo>
                    <a:pt x="34444" y="65520"/>
                  </a:lnTo>
                  <a:lnTo>
                    <a:pt x="31296" y="69768"/>
                  </a:lnTo>
                  <a:lnTo>
                    <a:pt x="28284" y="74113"/>
                  </a:lnTo>
                  <a:lnTo>
                    <a:pt x="25411" y="78551"/>
                  </a:lnTo>
                  <a:lnTo>
                    <a:pt x="22680" y="83077"/>
                  </a:lnTo>
                  <a:lnTo>
                    <a:pt x="20093" y="87688"/>
                  </a:lnTo>
                  <a:lnTo>
                    <a:pt x="17653" y="92378"/>
                  </a:lnTo>
                  <a:lnTo>
                    <a:pt x="15363" y="97144"/>
                  </a:lnTo>
                  <a:lnTo>
                    <a:pt x="13224" y="101979"/>
                  </a:lnTo>
                  <a:lnTo>
                    <a:pt x="11240" y="106879"/>
                  </a:lnTo>
                  <a:lnTo>
                    <a:pt x="9412" y="111839"/>
                  </a:lnTo>
                  <a:lnTo>
                    <a:pt x="7741" y="116855"/>
                  </a:lnTo>
                  <a:lnTo>
                    <a:pt x="6230" y="121922"/>
                  </a:lnTo>
                  <a:lnTo>
                    <a:pt x="4879" y="127033"/>
                  </a:lnTo>
                  <a:lnTo>
                    <a:pt x="3691" y="132185"/>
                  </a:lnTo>
                  <a:lnTo>
                    <a:pt x="2667" y="137371"/>
                  </a:lnTo>
                  <a:lnTo>
                    <a:pt x="1807" y="142588"/>
                  </a:lnTo>
                  <a:lnTo>
                    <a:pt x="1112" y="147829"/>
                  </a:lnTo>
                  <a:lnTo>
                    <a:pt x="584" y="153089"/>
                  </a:lnTo>
                  <a:lnTo>
                    <a:pt x="222" y="158364"/>
                  </a:lnTo>
                  <a:lnTo>
                    <a:pt x="27" y="163647"/>
                  </a:lnTo>
                  <a:lnTo>
                    <a:pt x="0" y="168934"/>
                  </a:lnTo>
                  <a:lnTo>
                    <a:pt x="139" y="174219"/>
                  </a:lnTo>
                  <a:lnTo>
                    <a:pt x="445" y="179497"/>
                  </a:lnTo>
                  <a:lnTo>
                    <a:pt x="919" y="184762"/>
                  </a:lnTo>
                  <a:lnTo>
                    <a:pt x="1558" y="190010"/>
                  </a:lnTo>
                  <a:lnTo>
                    <a:pt x="2363" y="195235"/>
                  </a:lnTo>
                  <a:lnTo>
                    <a:pt x="3333" y="200432"/>
                  </a:lnTo>
                  <a:lnTo>
                    <a:pt x="4467" y="205596"/>
                  </a:lnTo>
                  <a:lnTo>
                    <a:pt x="5764" y="210722"/>
                  </a:lnTo>
                  <a:lnTo>
                    <a:pt x="7222" y="215803"/>
                  </a:lnTo>
                  <a:lnTo>
                    <a:pt x="8840" y="220837"/>
                  </a:lnTo>
                  <a:lnTo>
                    <a:pt x="10616" y="225816"/>
                  </a:lnTo>
                  <a:lnTo>
                    <a:pt x="12549" y="230737"/>
                  </a:lnTo>
                  <a:lnTo>
                    <a:pt x="14637" y="235594"/>
                  </a:lnTo>
                  <a:lnTo>
                    <a:pt x="16877" y="240383"/>
                  </a:lnTo>
                  <a:lnTo>
                    <a:pt x="19267" y="245099"/>
                  </a:lnTo>
                  <a:lnTo>
                    <a:pt x="21805" y="249736"/>
                  </a:lnTo>
                  <a:lnTo>
                    <a:pt x="24489" y="254291"/>
                  </a:lnTo>
                  <a:lnTo>
                    <a:pt x="27315" y="258759"/>
                  </a:lnTo>
                  <a:lnTo>
                    <a:pt x="30282" y="263135"/>
                  </a:lnTo>
                  <a:lnTo>
                    <a:pt x="33385" y="267416"/>
                  </a:lnTo>
                  <a:lnTo>
                    <a:pt x="36622" y="271596"/>
                  </a:lnTo>
                  <a:lnTo>
                    <a:pt x="39989" y="275671"/>
                  </a:lnTo>
                  <a:lnTo>
                    <a:pt x="43484" y="279638"/>
                  </a:lnTo>
                  <a:lnTo>
                    <a:pt x="47103" y="283493"/>
                  </a:lnTo>
                  <a:lnTo>
                    <a:pt x="50841" y="287231"/>
                  </a:lnTo>
                  <a:lnTo>
                    <a:pt x="54696" y="290849"/>
                  </a:lnTo>
                  <a:lnTo>
                    <a:pt x="58663" y="294344"/>
                  </a:lnTo>
                  <a:lnTo>
                    <a:pt x="62739" y="297711"/>
                  </a:lnTo>
                  <a:lnTo>
                    <a:pt x="66919" y="300947"/>
                  </a:lnTo>
                  <a:lnTo>
                    <a:pt x="71200" y="304050"/>
                  </a:lnTo>
                  <a:lnTo>
                    <a:pt x="75576" y="307016"/>
                  </a:lnTo>
                  <a:lnTo>
                    <a:pt x="80044" y="309842"/>
                  </a:lnTo>
                  <a:lnTo>
                    <a:pt x="84600" y="312526"/>
                  </a:lnTo>
                  <a:lnTo>
                    <a:pt x="89238" y="315064"/>
                  </a:lnTo>
                  <a:lnTo>
                    <a:pt x="93953" y="317454"/>
                  </a:lnTo>
                  <a:lnTo>
                    <a:pt x="98742" y="319693"/>
                  </a:lnTo>
                  <a:lnTo>
                    <a:pt x="103600" y="321780"/>
                  </a:lnTo>
                  <a:lnTo>
                    <a:pt x="108521" y="323713"/>
                  </a:lnTo>
                  <a:lnTo>
                    <a:pt x="113500" y="325489"/>
                  </a:lnTo>
                  <a:lnTo>
                    <a:pt x="118534" y="327106"/>
                  </a:lnTo>
                  <a:lnTo>
                    <a:pt x="123616" y="328564"/>
                  </a:lnTo>
                  <a:lnTo>
                    <a:pt x="128741" y="329860"/>
                  </a:lnTo>
                  <a:lnTo>
                    <a:pt x="133905" y="330994"/>
                  </a:lnTo>
                  <a:lnTo>
                    <a:pt x="139102" y="331963"/>
                  </a:lnTo>
                  <a:lnTo>
                    <a:pt x="144327" y="332768"/>
                  </a:lnTo>
                  <a:lnTo>
                    <a:pt x="149575" y="333407"/>
                  </a:lnTo>
                  <a:lnTo>
                    <a:pt x="154841" y="333880"/>
                  </a:lnTo>
                  <a:lnTo>
                    <a:pt x="160119" y="334186"/>
                  </a:lnTo>
                  <a:lnTo>
                    <a:pt x="165404" y="334325"/>
                  </a:lnTo>
                  <a:lnTo>
                    <a:pt x="170691" y="334297"/>
                  </a:lnTo>
                  <a:lnTo>
                    <a:pt x="175974" y="334102"/>
                  </a:lnTo>
                  <a:lnTo>
                    <a:pt x="181248" y="333739"/>
                  </a:lnTo>
                  <a:lnTo>
                    <a:pt x="186509" y="333211"/>
                  </a:lnTo>
                  <a:lnTo>
                    <a:pt x="191750" y="332516"/>
                  </a:lnTo>
                  <a:lnTo>
                    <a:pt x="196966" y="331655"/>
                  </a:lnTo>
                  <a:lnTo>
                    <a:pt x="202153" y="330630"/>
                  </a:lnTo>
                  <a:lnTo>
                    <a:pt x="207304" y="329442"/>
                  </a:lnTo>
                  <a:lnTo>
                    <a:pt x="212415" y="328091"/>
                  </a:lnTo>
                  <a:lnTo>
                    <a:pt x="217482" y="326580"/>
                  </a:lnTo>
                  <a:lnTo>
                    <a:pt x="222497" y="324909"/>
                  </a:lnTo>
                  <a:lnTo>
                    <a:pt x="227458" y="323080"/>
                  </a:lnTo>
                  <a:lnTo>
                    <a:pt x="232358" y="321095"/>
                  </a:lnTo>
                  <a:lnTo>
                    <a:pt x="237193" y="318956"/>
                  </a:lnTo>
                  <a:lnTo>
                    <a:pt x="241958" y="316666"/>
                  </a:lnTo>
                  <a:lnTo>
                    <a:pt x="246648" y="314226"/>
                  </a:lnTo>
                  <a:lnTo>
                    <a:pt x="251258" y="311638"/>
                  </a:lnTo>
                  <a:lnTo>
                    <a:pt x="255785" y="308907"/>
                  </a:lnTo>
                  <a:lnTo>
                    <a:pt x="260223" y="306033"/>
                  </a:lnTo>
                  <a:lnTo>
                    <a:pt x="264567" y="303021"/>
                  </a:lnTo>
                  <a:lnTo>
                    <a:pt x="268814" y="299873"/>
                  </a:lnTo>
                  <a:lnTo>
                    <a:pt x="272960" y="296592"/>
                  </a:lnTo>
                  <a:lnTo>
                    <a:pt x="277000" y="293181"/>
                  </a:lnTo>
                  <a:lnTo>
                    <a:pt x="280930" y="289645"/>
                  </a:lnTo>
                  <a:lnTo>
                    <a:pt x="284746" y="285986"/>
                  </a:lnTo>
                  <a:lnTo>
                    <a:pt x="288444" y="282208"/>
                  </a:lnTo>
                  <a:lnTo>
                    <a:pt x="292022" y="278315"/>
                  </a:lnTo>
                  <a:lnTo>
                    <a:pt x="295474" y="274311"/>
                  </a:lnTo>
                  <a:lnTo>
                    <a:pt x="298798" y="270200"/>
                  </a:lnTo>
                  <a:lnTo>
                    <a:pt x="301990" y="265986"/>
                  </a:lnTo>
                  <a:lnTo>
                    <a:pt x="305047" y="261673"/>
                  </a:lnTo>
                  <a:lnTo>
                    <a:pt x="307967" y="257265"/>
                  </a:lnTo>
                  <a:lnTo>
                    <a:pt x="310746" y="252767"/>
                  </a:lnTo>
                  <a:lnTo>
                    <a:pt x="313381" y="248184"/>
                  </a:lnTo>
                  <a:lnTo>
                    <a:pt x="315869" y="243520"/>
                  </a:lnTo>
                  <a:lnTo>
                    <a:pt x="318210" y="238779"/>
                  </a:lnTo>
                  <a:lnTo>
                    <a:pt x="320399" y="233966"/>
                  </a:lnTo>
                  <a:lnTo>
                    <a:pt x="322434" y="229087"/>
                  </a:lnTo>
                  <a:lnTo>
                    <a:pt x="324315" y="224146"/>
                  </a:lnTo>
                  <a:lnTo>
                    <a:pt x="326038" y="219148"/>
                  </a:lnTo>
                  <a:lnTo>
                    <a:pt x="327602" y="214098"/>
                  </a:lnTo>
                  <a:lnTo>
                    <a:pt x="329006" y="209001"/>
                  </a:lnTo>
                  <a:lnTo>
                    <a:pt x="330248" y="203862"/>
                  </a:lnTo>
                  <a:lnTo>
                    <a:pt x="331327" y="198686"/>
                  </a:lnTo>
                  <a:lnTo>
                    <a:pt x="332241" y="193479"/>
                  </a:lnTo>
                  <a:lnTo>
                    <a:pt x="332991" y="188246"/>
                  </a:lnTo>
                  <a:lnTo>
                    <a:pt x="333574" y="182991"/>
                  </a:lnTo>
                  <a:lnTo>
                    <a:pt x="333992" y="177721"/>
                  </a:lnTo>
                  <a:lnTo>
                    <a:pt x="334242" y="172440"/>
                  </a:lnTo>
                  <a:lnTo>
                    <a:pt x="334325" y="167154"/>
                  </a:lnTo>
                  <a:lnTo>
                    <a:pt x="334241" y="161868"/>
                  </a:lnTo>
                  <a:lnTo>
                    <a:pt x="333990" y="156587"/>
                  </a:lnTo>
                  <a:lnTo>
                    <a:pt x="333572" y="151317"/>
                  </a:lnTo>
                  <a:lnTo>
                    <a:pt x="332987" y="146062"/>
                  </a:lnTo>
                  <a:lnTo>
                    <a:pt x="332237" y="140829"/>
                  </a:lnTo>
                  <a:lnTo>
                    <a:pt x="331322" y="135622"/>
                  </a:lnTo>
                  <a:lnTo>
                    <a:pt x="330242" y="130446"/>
                  </a:lnTo>
                  <a:lnTo>
                    <a:pt x="328999" y="125308"/>
                  </a:lnTo>
                  <a:lnTo>
                    <a:pt x="327595" y="120211"/>
                  </a:lnTo>
                  <a:lnTo>
                    <a:pt x="326030" y="115161"/>
                  </a:lnTo>
                  <a:lnTo>
                    <a:pt x="324306" y="110163"/>
                  </a:lnTo>
                  <a:lnTo>
                    <a:pt x="322425" y="105222"/>
                  </a:lnTo>
                  <a:lnTo>
                    <a:pt x="320388" y="100343"/>
                  </a:lnTo>
                  <a:lnTo>
                    <a:pt x="318198" y="95531"/>
                  </a:lnTo>
                  <a:lnTo>
                    <a:pt x="315858" y="90791"/>
                  </a:lnTo>
                  <a:lnTo>
                    <a:pt x="313368" y="86127"/>
                  </a:lnTo>
                  <a:lnTo>
                    <a:pt x="310732" y="81544"/>
                  </a:lnTo>
                  <a:lnTo>
                    <a:pt x="307953" y="77047"/>
                  </a:lnTo>
                  <a:lnTo>
                    <a:pt x="305033" y="72640"/>
                  </a:lnTo>
                  <a:lnTo>
                    <a:pt x="301975" y="68327"/>
                  </a:lnTo>
                  <a:lnTo>
                    <a:pt x="298782" y="64113"/>
                  </a:lnTo>
                  <a:lnTo>
                    <a:pt x="295457" y="60003"/>
                  </a:lnTo>
                  <a:lnTo>
                    <a:pt x="292004" y="55999"/>
                  </a:lnTo>
                  <a:lnTo>
                    <a:pt x="288426" y="52107"/>
                  </a:lnTo>
                  <a:lnTo>
                    <a:pt x="284727" y="48330"/>
                  </a:lnTo>
                  <a:lnTo>
                    <a:pt x="280911" y="44671"/>
                  </a:lnTo>
                  <a:lnTo>
                    <a:pt x="276980" y="41135"/>
                  </a:lnTo>
                  <a:lnTo>
                    <a:pt x="272940" y="37726"/>
                  </a:lnTo>
                  <a:lnTo>
                    <a:pt x="268794" y="34445"/>
                  </a:lnTo>
                  <a:lnTo>
                    <a:pt x="264546" y="31298"/>
                  </a:lnTo>
                  <a:lnTo>
                    <a:pt x="260201" y="28286"/>
                  </a:lnTo>
                  <a:lnTo>
                    <a:pt x="255763" y="25413"/>
                  </a:lnTo>
                  <a:lnTo>
                    <a:pt x="251236" y="22682"/>
                  </a:lnTo>
                  <a:lnTo>
                    <a:pt x="246625" y="20096"/>
                  </a:lnTo>
                  <a:lnTo>
                    <a:pt x="241934" y="17656"/>
                  </a:lnTo>
                  <a:lnTo>
                    <a:pt x="237169" y="15367"/>
                  </a:lnTo>
                  <a:lnTo>
                    <a:pt x="232334" y="13229"/>
                  </a:lnTo>
                  <a:lnTo>
                    <a:pt x="227434" y="11245"/>
                  </a:lnTo>
                  <a:lnTo>
                    <a:pt x="222473" y="9417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17137"/>
              <a:ext cx="55315" cy="157750"/>
            </a:xfrm>
            <a:custGeom>
              <a:avLst/>
              <a:pathLst>
                <a:path w="55315" h="157750">
                  <a:moveTo>
                    <a:pt x="55315" y="0"/>
                  </a:moveTo>
                  <a:lnTo>
                    <a:pt x="0" y="1577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17137"/>
              <a:ext cx="55315" cy="157750"/>
            </a:xfrm>
            <a:custGeom>
              <a:avLst/>
              <a:pathLst>
                <a:path w="55315" h="157750">
                  <a:moveTo>
                    <a:pt x="55315" y="0"/>
                  </a:moveTo>
                  <a:lnTo>
                    <a:pt x="0" y="15775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17137"/>
              <a:ext cx="55315" cy="157750"/>
            </a:xfrm>
            <a:custGeom>
              <a:avLst/>
              <a:pathLst>
                <a:path w="55315" h="157750">
                  <a:moveTo>
                    <a:pt x="55315" y="0"/>
                  </a:moveTo>
                  <a:lnTo>
                    <a:pt x="0" y="1577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17137"/>
              <a:ext cx="55315" cy="157750"/>
            </a:xfrm>
            <a:custGeom>
              <a:avLst/>
              <a:pathLst>
                <a:path w="55315" h="157750">
                  <a:moveTo>
                    <a:pt x="55315" y="0"/>
                  </a:moveTo>
                  <a:lnTo>
                    <a:pt x="0" y="1577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17137"/>
              <a:ext cx="55315" cy="157750"/>
            </a:xfrm>
            <a:custGeom>
              <a:avLst/>
              <a:pathLst>
                <a:path w="55315" h="157750">
                  <a:moveTo>
                    <a:pt x="55315" y="0"/>
                  </a:moveTo>
                  <a:lnTo>
                    <a:pt x="0" y="15775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17137"/>
              <a:ext cx="55315" cy="157750"/>
            </a:xfrm>
            <a:custGeom>
              <a:avLst/>
              <a:pathLst>
                <a:path w="55315" h="157750">
                  <a:moveTo>
                    <a:pt x="55315" y="0"/>
                  </a:moveTo>
                  <a:lnTo>
                    <a:pt x="0" y="1577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17137"/>
              <a:ext cx="55315" cy="157750"/>
            </a:xfrm>
            <a:custGeom>
              <a:avLst/>
              <a:pathLst>
                <a:path w="55315" h="157750">
                  <a:moveTo>
                    <a:pt x="55315" y="0"/>
                  </a:moveTo>
                  <a:lnTo>
                    <a:pt x="0" y="1577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17137"/>
              <a:ext cx="55315" cy="157750"/>
            </a:xfrm>
            <a:custGeom>
              <a:avLst/>
              <a:pathLst>
                <a:path w="55315" h="157750">
                  <a:moveTo>
                    <a:pt x="55315" y="0"/>
                  </a:moveTo>
                  <a:lnTo>
                    <a:pt x="0" y="1577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17137"/>
              <a:ext cx="55315" cy="157750"/>
            </a:xfrm>
            <a:custGeom>
              <a:avLst/>
              <a:pathLst>
                <a:path w="55315" h="157750">
                  <a:moveTo>
                    <a:pt x="55315" y="0"/>
                  </a:moveTo>
                  <a:lnTo>
                    <a:pt x="0" y="1577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17137"/>
              <a:ext cx="55315" cy="157750"/>
            </a:xfrm>
            <a:custGeom>
              <a:avLst/>
              <a:pathLst>
                <a:path w="55315" h="157750">
                  <a:moveTo>
                    <a:pt x="55315" y="0"/>
                  </a:moveTo>
                  <a:lnTo>
                    <a:pt x="0" y="15775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17137"/>
              <a:ext cx="55315" cy="157750"/>
            </a:xfrm>
            <a:custGeom>
              <a:avLst/>
              <a:pathLst>
                <a:path w="55315" h="157750">
                  <a:moveTo>
                    <a:pt x="55315" y="0"/>
                  </a:moveTo>
                  <a:lnTo>
                    <a:pt x="0" y="15775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17137"/>
              <a:ext cx="55315" cy="157750"/>
            </a:xfrm>
            <a:custGeom>
              <a:avLst/>
              <a:pathLst>
                <a:path w="55315" h="157750">
                  <a:moveTo>
                    <a:pt x="55315" y="0"/>
                  </a:moveTo>
                  <a:lnTo>
                    <a:pt x="0" y="1577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07720"/>
              <a:ext cx="55315" cy="167167"/>
            </a:xfrm>
            <a:custGeom>
              <a:avLst/>
              <a:pathLst>
                <a:path w="55315" h="167167">
                  <a:moveTo>
                    <a:pt x="55315" y="9417"/>
                  </a:moveTo>
                  <a:lnTo>
                    <a:pt x="49366" y="7455"/>
                  </a:lnTo>
                  <a:lnTo>
                    <a:pt x="43348" y="5718"/>
                  </a:lnTo>
                  <a:lnTo>
                    <a:pt x="37269" y="4207"/>
                  </a:lnTo>
                  <a:lnTo>
                    <a:pt x="31138" y="2925"/>
                  </a:lnTo>
                  <a:lnTo>
                    <a:pt x="24963" y="1874"/>
                  </a:lnTo>
                  <a:lnTo>
                    <a:pt x="18753" y="1055"/>
                  </a:lnTo>
                  <a:lnTo>
                    <a:pt x="12516" y="469"/>
                  </a:lnTo>
                  <a:lnTo>
                    <a:pt x="6262" y="11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614130" y="4213821"/>
              <a:ext cx="259169" cy="334326"/>
            </a:xfrm>
            <a:custGeom>
              <a:avLst/>
              <a:pathLst>
                <a:path w="259169" h="334326">
                  <a:moveTo>
                    <a:pt x="167157" y="0"/>
                  </a:moveTo>
                  <a:lnTo>
                    <a:pt x="161836" y="84"/>
                  </a:lnTo>
                  <a:lnTo>
                    <a:pt x="156521" y="338"/>
                  </a:lnTo>
                  <a:lnTo>
                    <a:pt x="151217" y="761"/>
                  </a:lnTo>
                  <a:lnTo>
                    <a:pt x="145929" y="1353"/>
                  </a:lnTo>
                  <a:lnTo>
                    <a:pt x="140662" y="2112"/>
                  </a:lnTo>
                  <a:lnTo>
                    <a:pt x="135422" y="3039"/>
                  </a:lnTo>
                  <a:lnTo>
                    <a:pt x="130214" y="4133"/>
                  </a:lnTo>
                  <a:lnTo>
                    <a:pt x="125044" y="5391"/>
                  </a:lnTo>
                  <a:lnTo>
                    <a:pt x="119916" y="6813"/>
                  </a:lnTo>
                  <a:lnTo>
                    <a:pt x="114837" y="8398"/>
                  </a:lnTo>
                  <a:lnTo>
                    <a:pt x="109810" y="10144"/>
                  </a:lnTo>
                  <a:lnTo>
                    <a:pt x="104841" y="12048"/>
                  </a:lnTo>
                  <a:lnTo>
                    <a:pt x="99936" y="14110"/>
                  </a:lnTo>
                  <a:lnTo>
                    <a:pt x="95099" y="16327"/>
                  </a:lnTo>
                  <a:lnTo>
                    <a:pt x="90334" y="18697"/>
                  </a:lnTo>
                  <a:lnTo>
                    <a:pt x="85648" y="21218"/>
                  </a:lnTo>
                  <a:lnTo>
                    <a:pt x="81044" y="23886"/>
                  </a:lnTo>
                  <a:lnTo>
                    <a:pt x="76527" y="26699"/>
                  </a:lnTo>
                  <a:lnTo>
                    <a:pt x="72102" y="29655"/>
                  </a:lnTo>
                  <a:lnTo>
                    <a:pt x="67774" y="32750"/>
                  </a:lnTo>
                  <a:lnTo>
                    <a:pt x="63546" y="35981"/>
                  </a:lnTo>
                  <a:lnTo>
                    <a:pt x="59423" y="39345"/>
                  </a:lnTo>
                  <a:lnTo>
                    <a:pt x="55409" y="42839"/>
                  </a:lnTo>
                  <a:lnTo>
                    <a:pt x="51509" y="46459"/>
                  </a:lnTo>
                  <a:lnTo>
                    <a:pt x="47726" y="50200"/>
                  </a:lnTo>
                  <a:lnTo>
                    <a:pt x="44063" y="54061"/>
                  </a:lnTo>
                  <a:lnTo>
                    <a:pt x="40526" y="58036"/>
                  </a:lnTo>
                  <a:lnTo>
                    <a:pt x="37117" y="62122"/>
                  </a:lnTo>
                  <a:lnTo>
                    <a:pt x="33839" y="66314"/>
                  </a:lnTo>
                  <a:lnTo>
                    <a:pt x="30697" y="70608"/>
                  </a:lnTo>
                  <a:lnTo>
                    <a:pt x="27693" y="75000"/>
                  </a:lnTo>
                  <a:lnTo>
                    <a:pt x="24830" y="79486"/>
                  </a:lnTo>
                  <a:lnTo>
                    <a:pt x="22111" y="84060"/>
                  </a:lnTo>
                  <a:lnTo>
                    <a:pt x="19540" y="88718"/>
                  </a:lnTo>
                  <a:lnTo>
                    <a:pt x="17118" y="93457"/>
                  </a:lnTo>
                  <a:lnTo>
                    <a:pt x="14848" y="98269"/>
                  </a:lnTo>
                  <a:lnTo>
                    <a:pt x="12732" y="103152"/>
                  </a:lnTo>
                  <a:lnTo>
                    <a:pt x="10773" y="108099"/>
                  </a:lnTo>
                  <a:lnTo>
                    <a:pt x="8972" y="113106"/>
                  </a:lnTo>
                  <a:lnTo>
                    <a:pt x="7332" y="118168"/>
                  </a:lnTo>
                  <a:lnTo>
                    <a:pt x="5853" y="123280"/>
                  </a:lnTo>
                  <a:lnTo>
                    <a:pt x="4538" y="128436"/>
                  </a:lnTo>
                  <a:lnTo>
                    <a:pt x="3388" y="133632"/>
                  </a:lnTo>
                  <a:lnTo>
                    <a:pt x="2403" y="138861"/>
                  </a:lnTo>
                  <a:lnTo>
                    <a:pt x="1586" y="144119"/>
                  </a:lnTo>
                  <a:lnTo>
                    <a:pt x="936" y="149400"/>
                  </a:lnTo>
                  <a:lnTo>
                    <a:pt x="455" y="154700"/>
                  </a:lnTo>
                  <a:lnTo>
                    <a:pt x="143" y="160012"/>
                  </a:lnTo>
                  <a:lnTo>
                    <a:pt x="0" y="165331"/>
                  </a:lnTo>
                  <a:lnTo>
                    <a:pt x="26" y="170652"/>
                  </a:lnTo>
                  <a:lnTo>
                    <a:pt x="221" y="175970"/>
                  </a:lnTo>
                  <a:lnTo>
                    <a:pt x="586" y="181279"/>
                  </a:lnTo>
                  <a:lnTo>
                    <a:pt x="1120" y="186573"/>
                  </a:lnTo>
                  <a:lnTo>
                    <a:pt x="1821" y="191848"/>
                  </a:lnTo>
                  <a:lnTo>
                    <a:pt x="2691" y="197097"/>
                  </a:lnTo>
                  <a:lnTo>
                    <a:pt x="3727" y="202317"/>
                  </a:lnTo>
                  <a:lnTo>
                    <a:pt x="4928" y="207501"/>
                  </a:lnTo>
                  <a:lnTo>
                    <a:pt x="6294" y="212644"/>
                  </a:lnTo>
                  <a:lnTo>
                    <a:pt x="7823" y="217740"/>
                  </a:lnTo>
                  <a:lnTo>
                    <a:pt x="9513" y="222786"/>
                  </a:lnTo>
                  <a:lnTo>
                    <a:pt x="11363" y="227775"/>
                  </a:lnTo>
                  <a:lnTo>
                    <a:pt x="13371" y="232703"/>
                  </a:lnTo>
                  <a:lnTo>
                    <a:pt x="15535" y="237564"/>
                  </a:lnTo>
                  <a:lnTo>
                    <a:pt x="17853" y="242355"/>
                  </a:lnTo>
                  <a:lnTo>
                    <a:pt x="20321" y="247068"/>
                  </a:lnTo>
                  <a:lnTo>
                    <a:pt x="22939" y="251701"/>
                  </a:lnTo>
                  <a:lnTo>
                    <a:pt x="25702" y="256249"/>
                  </a:lnTo>
                  <a:lnTo>
                    <a:pt x="28609" y="260706"/>
                  </a:lnTo>
                  <a:lnTo>
                    <a:pt x="31657" y="265068"/>
                  </a:lnTo>
                  <a:lnTo>
                    <a:pt x="34841" y="269331"/>
                  </a:lnTo>
                  <a:lnTo>
                    <a:pt x="38160" y="273491"/>
                  </a:lnTo>
                  <a:lnTo>
                    <a:pt x="41609" y="277542"/>
                  </a:lnTo>
                  <a:lnTo>
                    <a:pt x="45186" y="281482"/>
                  </a:lnTo>
                  <a:lnTo>
                    <a:pt x="48886" y="285306"/>
                  </a:lnTo>
                  <a:lnTo>
                    <a:pt x="52706" y="289011"/>
                  </a:lnTo>
                  <a:lnTo>
                    <a:pt x="56642" y="292592"/>
                  </a:lnTo>
                  <a:lnTo>
                    <a:pt x="60690" y="296046"/>
                  </a:lnTo>
                  <a:lnTo>
                    <a:pt x="64846" y="299369"/>
                  </a:lnTo>
                  <a:lnTo>
                    <a:pt x="69105" y="302558"/>
                  </a:lnTo>
                  <a:lnTo>
                    <a:pt x="73464" y="305610"/>
                  </a:lnTo>
                  <a:lnTo>
                    <a:pt x="77918" y="308522"/>
                  </a:lnTo>
                  <a:lnTo>
                    <a:pt x="82462" y="311291"/>
                  </a:lnTo>
                  <a:lnTo>
                    <a:pt x="87092" y="313914"/>
                  </a:lnTo>
                  <a:lnTo>
                    <a:pt x="91803" y="316388"/>
                  </a:lnTo>
                  <a:lnTo>
                    <a:pt x="96591" y="318710"/>
                  </a:lnTo>
                  <a:lnTo>
                    <a:pt x="101450" y="320879"/>
                  </a:lnTo>
                  <a:lnTo>
                    <a:pt x="106375" y="322893"/>
                  </a:lnTo>
                  <a:lnTo>
                    <a:pt x="111363" y="324748"/>
                  </a:lnTo>
                  <a:lnTo>
                    <a:pt x="116406" y="326444"/>
                  </a:lnTo>
                  <a:lnTo>
                    <a:pt x="121501" y="327979"/>
                  </a:lnTo>
                  <a:lnTo>
                    <a:pt x="126643" y="329351"/>
                  </a:lnTo>
                  <a:lnTo>
                    <a:pt x="131825" y="330558"/>
                  </a:lnTo>
                  <a:lnTo>
                    <a:pt x="137043" y="331600"/>
                  </a:lnTo>
                  <a:lnTo>
                    <a:pt x="142292" y="332475"/>
                  </a:lnTo>
                  <a:lnTo>
                    <a:pt x="147566" y="333182"/>
                  </a:lnTo>
                  <a:lnTo>
                    <a:pt x="152860" y="333722"/>
                  </a:lnTo>
                  <a:lnTo>
                    <a:pt x="158168" y="334093"/>
                  </a:lnTo>
                  <a:lnTo>
                    <a:pt x="163486" y="334294"/>
                  </a:lnTo>
                  <a:lnTo>
                    <a:pt x="168807" y="334326"/>
                  </a:lnTo>
                  <a:lnTo>
                    <a:pt x="174126" y="334189"/>
                  </a:lnTo>
                  <a:lnTo>
                    <a:pt x="179439" y="333883"/>
                  </a:lnTo>
                  <a:lnTo>
                    <a:pt x="184738" y="333407"/>
                  </a:lnTo>
                  <a:lnTo>
                    <a:pt x="190021" y="332763"/>
                  </a:lnTo>
                  <a:lnTo>
                    <a:pt x="195280" y="331952"/>
                  </a:lnTo>
                  <a:lnTo>
                    <a:pt x="200510" y="330973"/>
                  </a:lnTo>
                  <a:lnTo>
                    <a:pt x="205707" y="329829"/>
                  </a:lnTo>
                  <a:lnTo>
                    <a:pt x="210864" y="328519"/>
                  </a:lnTo>
                  <a:lnTo>
                    <a:pt x="215978" y="327047"/>
                  </a:lnTo>
                  <a:lnTo>
                    <a:pt x="221041" y="325412"/>
                  </a:lnTo>
                  <a:lnTo>
                    <a:pt x="226051" y="323617"/>
                  </a:lnTo>
                  <a:lnTo>
                    <a:pt x="231000" y="321663"/>
                  </a:lnTo>
                  <a:lnTo>
                    <a:pt x="235885" y="319553"/>
                  </a:lnTo>
                  <a:lnTo>
                    <a:pt x="240700" y="317288"/>
                  </a:lnTo>
                  <a:lnTo>
                    <a:pt x="245441" y="314871"/>
                  </a:lnTo>
                  <a:lnTo>
                    <a:pt x="250102" y="312305"/>
                  </a:lnTo>
                  <a:lnTo>
                    <a:pt x="254680" y="309591"/>
                  </a:lnTo>
                  <a:lnTo>
                    <a:pt x="259169" y="306733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380988"/>
              <a:ext cx="92011" cy="139566"/>
            </a:xfrm>
            <a:custGeom>
              <a:avLst/>
              <a:pathLst>
                <a:path w="92011" h="139566">
                  <a:moveTo>
                    <a:pt x="92011" y="1395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380988"/>
              <a:ext cx="92011" cy="139566"/>
            </a:xfrm>
            <a:custGeom>
              <a:avLst/>
              <a:pathLst>
                <a:path w="92011" h="139566">
                  <a:moveTo>
                    <a:pt x="92011" y="1395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380988"/>
              <a:ext cx="92011" cy="139566"/>
            </a:xfrm>
            <a:custGeom>
              <a:avLst/>
              <a:pathLst>
                <a:path w="92011" h="139566">
                  <a:moveTo>
                    <a:pt x="92011" y="1395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380988"/>
              <a:ext cx="92011" cy="139566"/>
            </a:xfrm>
            <a:custGeom>
              <a:avLst/>
              <a:pathLst>
                <a:path w="92011" h="139566">
                  <a:moveTo>
                    <a:pt x="92011" y="1395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380988"/>
              <a:ext cx="92011" cy="139566"/>
            </a:xfrm>
            <a:custGeom>
              <a:avLst/>
              <a:pathLst>
                <a:path w="92011" h="139566">
                  <a:moveTo>
                    <a:pt x="92011" y="1395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380988"/>
              <a:ext cx="92011" cy="139566"/>
            </a:xfrm>
            <a:custGeom>
              <a:avLst/>
              <a:pathLst>
                <a:path w="92011" h="139566">
                  <a:moveTo>
                    <a:pt x="92011" y="1395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380988"/>
              <a:ext cx="92011" cy="139566"/>
            </a:xfrm>
            <a:custGeom>
              <a:avLst/>
              <a:pathLst>
                <a:path w="92011" h="139566">
                  <a:moveTo>
                    <a:pt x="92011" y="1395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380988"/>
              <a:ext cx="92011" cy="139566"/>
            </a:xfrm>
            <a:custGeom>
              <a:avLst/>
              <a:pathLst>
                <a:path w="92011" h="139566">
                  <a:moveTo>
                    <a:pt x="92011" y="1395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380988"/>
              <a:ext cx="92011" cy="139566"/>
            </a:xfrm>
            <a:custGeom>
              <a:avLst/>
              <a:pathLst>
                <a:path w="92011" h="139566">
                  <a:moveTo>
                    <a:pt x="92011" y="1395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380988"/>
              <a:ext cx="92011" cy="139566"/>
            </a:xfrm>
            <a:custGeom>
              <a:avLst/>
              <a:pathLst>
                <a:path w="92011" h="139566">
                  <a:moveTo>
                    <a:pt x="92011" y="1395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380988"/>
              <a:ext cx="92011" cy="139566"/>
            </a:xfrm>
            <a:custGeom>
              <a:avLst/>
              <a:pathLst>
                <a:path w="92011" h="139566">
                  <a:moveTo>
                    <a:pt x="92011" y="1395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213821"/>
              <a:ext cx="167166" cy="306733"/>
            </a:xfrm>
            <a:custGeom>
              <a:avLst/>
              <a:pathLst>
                <a:path w="167166" h="306733">
                  <a:moveTo>
                    <a:pt x="92011" y="306733"/>
                  </a:moveTo>
                  <a:lnTo>
                    <a:pt x="96427" y="303720"/>
                  </a:lnTo>
                  <a:lnTo>
                    <a:pt x="100745" y="300566"/>
                  </a:lnTo>
                  <a:lnTo>
                    <a:pt x="104959" y="297276"/>
                  </a:lnTo>
                  <a:lnTo>
                    <a:pt x="109066" y="293853"/>
                  </a:lnTo>
                  <a:lnTo>
                    <a:pt x="113062" y="290301"/>
                  </a:lnTo>
                  <a:lnTo>
                    <a:pt x="116941" y="286622"/>
                  </a:lnTo>
                  <a:lnTo>
                    <a:pt x="120702" y="282821"/>
                  </a:lnTo>
                  <a:lnTo>
                    <a:pt x="124338" y="278902"/>
                  </a:lnTo>
                  <a:lnTo>
                    <a:pt x="127848" y="274869"/>
                  </a:lnTo>
                  <a:lnTo>
                    <a:pt x="131227" y="270725"/>
                  </a:lnTo>
                  <a:lnTo>
                    <a:pt x="134471" y="266476"/>
                  </a:lnTo>
                  <a:lnTo>
                    <a:pt x="137578" y="262125"/>
                  </a:lnTo>
                  <a:lnTo>
                    <a:pt x="140545" y="257677"/>
                  </a:lnTo>
                  <a:lnTo>
                    <a:pt x="143367" y="253136"/>
                  </a:lnTo>
                  <a:lnTo>
                    <a:pt x="146043" y="248507"/>
                  </a:lnTo>
                  <a:lnTo>
                    <a:pt x="148569" y="243796"/>
                  </a:lnTo>
                  <a:lnTo>
                    <a:pt x="150944" y="239005"/>
                  </a:lnTo>
                  <a:lnTo>
                    <a:pt x="153164" y="234142"/>
                  </a:lnTo>
                  <a:lnTo>
                    <a:pt x="155227" y="229209"/>
                  </a:lnTo>
                  <a:lnTo>
                    <a:pt x="157132" y="224214"/>
                  </a:lnTo>
                  <a:lnTo>
                    <a:pt x="158876" y="219160"/>
                  </a:lnTo>
                  <a:lnTo>
                    <a:pt x="160457" y="214052"/>
                  </a:lnTo>
                  <a:lnTo>
                    <a:pt x="161875" y="208897"/>
                  </a:lnTo>
                  <a:lnTo>
                    <a:pt x="163126" y="203699"/>
                  </a:lnTo>
                  <a:lnTo>
                    <a:pt x="164211" y="198464"/>
                  </a:lnTo>
                  <a:lnTo>
                    <a:pt x="165128" y="193197"/>
                  </a:lnTo>
                  <a:lnTo>
                    <a:pt x="165876" y="187903"/>
                  </a:lnTo>
                  <a:lnTo>
                    <a:pt x="166454" y="182588"/>
                  </a:lnTo>
                  <a:lnTo>
                    <a:pt x="166862" y="177257"/>
                  </a:lnTo>
                  <a:lnTo>
                    <a:pt x="167099" y="171916"/>
                  </a:lnTo>
                  <a:lnTo>
                    <a:pt x="167166" y="166569"/>
                  </a:lnTo>
                  <a:lnTo>
                    <a:pt x="167061" y="161224"/>
                  </a:lnTo>
                  <a:lnTo>
                    <a:pt x="166786" y="155885"/>
                  </a:lnTo>
                  <a:lnTo>
                    <a:pt x="166340" y="150557"/>
                  </a:lnTo>
                  <a:lnTo>
                    <a:pt x="165723" y="145246"/>
                  </a:lnTo>
                  <a:lnTo>
                    <a:pt x="164938" y="139958"/>
                  </a:lnTo>
                  <a:lnTo>
                    <a:pt x="163983" y="134697"/>
                  </a:lnTo>
                  <a:lnTo>
                    <a:pt x="162861" y="129470"/>
                  </a:lnTo>
                  <a:lnTo>
                    <a:pt x="161572" y="124281"/>
                  </a:lnTo>
                  <a:lnTo>
                    <a:pt x="160118" y="119136"/>
                  </a:lnTo>
                  <a:lnTo>
                    <a:pt x="158500" y="114040"/>
                  </a:lnTo>
                  <a:lnTo>
                    <a:pt x="156720" y="108999"/>
                  </a:lnTo>
                  <a:lnTo>
                    <a:pt x="154780" y="104017"/>
                  </a:lnTo>
                  <a:lnTo>
                    <a:pt x="152681" y="99099"/>
                  </a:lnTo>
                  <a:lnTo>
                    <a:pt x="150427" y="94251"/>
                  </a:lnTo>
                  <a:lnTo>
                    <a:pt x="148018" y="89478"/>
                  </a:lnTo>
                  <a:lnTo>
                    <a:pt x="145458" y="84785"/>
                  </a:lnTo>
                  <a:lnTo>
                    <a:pt x="142749" y="80175"/>
                  </a:lnTo>
                  <a:lnTo>
                    <a:pt x="139894" y="75655"/>
                  </a:lnTo>
                  <a:lnTo>
                    <a:pt x="136896" y="71228"/>
                  </a:lnTo>
                  <a:lnTo>
                    <a:pt x="133758" y="66899"/>
                  </a:lnTo>
                  <a:lnTo>
                    <a:pt x="130483" y="62673"/>
                  </a:lnTo>
                  <a:lnTo>
                    <a:pt x="127075" y="58554"/>
                  </a:lnTo>
                  <a:lnTo>
                    <a:pt x="123537" y="54546"/>
                  </a:lnTo>
                  <a:lnTo>
                    <a:pt x="119872" y="50653"/>
                  </a:lnTo>
                  <a:lnTo>
                    <a:pt x="116085" y="46879"/>
                  </a:lnTo>
                  <a:lnTo>
                    <a:pt x="112179" y="43228"/>
                  </a:lnTo>
                  <a:lnTo>
                    <a:pt x="108158" y="39704"/>
                  </a:lnTo>
                  <a:lnTo>
                    <a:pt x="104026" y="36311"/>
                  </a:lnTo>
                  <a:lnTo>
                    <a:pt x="99789" y="33051"/>
                  </a:lnTo>
                  <a:lnTo>
                    <a:pt x="95449" y="29928"/>
                  </a:lnTo>
                  <a:lnTo>
                    <a:pt x="91011" y="26946"/>
                  </a:lnTo>
                  <a:lnTo>
                    <a:pt x="86481" y="24108"/>
                  </a:lnTo>
                  <a:lnTo>
                    <a:pt x="81861" y="21415"/>
                  </a:lnTo>
                  <a:lnTo>
                    <a:pt x="77159" y="18872"/>
                  </a:lnTo>
                  <a:lnTo>
                    <a:pt x="72377" y="16480"/>
                  </a:lnTo>
                  <a:lnTo>
                    <a:pt x="67521" y="14243"/>
                  </a:lnTo>
                  <a:lnTo>
                    <a:pt x="62596" y="12162"/>
                  </a:lnTo>
                  <a:lnTo>
                    <a:pt x="57607" y="10239"/>
                  </a:lnTo>
                  <a:lnTo>
                    <a:pt x="52560" y="8477"/>
                  </a:lnTo>
                  <a:lnTo>
                    <a:pt x="47458" y="6878"/>
                  </a:lnTo>
                  <a:lnTo>
                    <a:pt x="42308" y="5442"/>
                  </a:lnTo>
                  <a:lnTo>
                    <a:pt x="37115" y="4172"/>
                  </a:lnTo>
                  <a:lnTo>
                    <a:pt x="31883" y="3068"/>
                  </a:lnTo>
                  <a:lnTo>
                    <a:pt x="26619" y="2133"/>
                  </a:lnTo>
                  <a:lnTo>
                    <a:pt x="21328" y="1366"/>
                  </a:lnTo>
                  <a:lnTo>
                    <a:pt x="16015" y="768"/>
                  </a:lnTo>
                  <a:lnTo>
                    <a:pt x="10686" y="341"/>
                  </a:lnTo>
                  <a:lnTo>
                    <a:pt x="5345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919365" y="4659281"/>
              <a:ext cx="167159" cy="200943"/>
            </a:xfrm>
            <a:custGeom>
              <a:avLst/>
              <a:pathLst>
                <a:path w="167159" h="200943">
                  <a:moveTo>
                    <a:pt x="167159" y="0"/>
                  </a:moveTo>
                  <a:lnTo>
                    <a:pt x="161767" y="86"/>
                  </a:lnTo>
                  <a:lnTo>
                    <a:pt x="156381" y="347"/>
                  </a:lnTo>
                  <a:lnTo>
                    <a:pt x="151006" y="782"/>
                  </a:lnTo>
                  <a:lnTo>
                    <a:pt x="145648" y="1389"/>
                  </a:lnTo>
                  <a:lnTo>
                    <a:pt x="140312" y="2169"/>
                  </a:lnTo>
                  <a:lnTo>
                    <a:pt x="135004" y="3121"/>
                  </a:lnTo>
                  <a:lnTo>
                    <a:pt x="129730" y="4243"/>
                  </a:lnTo>
                  <a:lnTo>
                    <a:pt x="124495" y="5535"/>
                  </a:lnTo>
                  <a:lnTo>
                    <a:pt x="119304" y="6996"/>
                  </a:lnTo>
                  <a:lnTo>
                    <a:pt x="114163" y="8622"/>
                  </a:lnTo>
                  <a:lnTo>
                    <a:pt x="109077" y="10414"/>
                  </a:lnTo>
                  <a:lnTo>
                    <a:pt x="104051" y="12369"/>
                  </a:lnTo>
                  <a:lnTo>
                    <a:pt x="99091" y="14485"/>
                  </a:lnTo>
                  <a:lnTo>
                    <a:pt x="94202" y="16760"/>
                  </a:lnTo>
                  <a:lnTo>
                    <a:pt x="89389" y="19191"/>
                  </a:lnTo>
                  <a:lnTo>
                    <a:pt x="84656" y="21777"/>
                  </a:lnTo>
                  <a:lnTo>
                    <a:pt x="80010" y="24513"/>
                  </a:lnTo>
                  <a:lnTo>
                    <a:pt x="75454" y="27398"/>
                  </a:lnTo>
                  <a:lnTo>
                    <a:pt x="70994" y="30429"/>
                  </a:lnTo>
                  <a:lnTo>
                    <a:pt x="66634" y="33602"/>
                  </a:lnTo>
                  <a:lnTo>
                    <a:pt x="62378" y="36913"/>
                  </a:lnTo>
                  <a:lnTo>
                    <a:pt x="58231" y="40361"/>
                  </a:lnTo>
                  <a:lnTo>
                    <a:pt x="54198" y="43940"/>
                  </a:lnTo>
                  <a:lnTo>
                    <a:pt x="50282" y="47648"/>
                  </a:lnTo>
                  <a:lnTo>
                    <a:pt x="46488" y="51479"/>
                  </a:lnTo>
                  <a:lnTo>
                    <a:pt x="42820" y="55432"/>
                  </a:lnTo>
                  <a:lnTo>
                    <a:pt x="39281" y="59500"/>
                  </a:lnTo>
                  <a:lnTo>
                    <a:pt x="35875" y="63681"/>
                  </a:lnTo>
                  <a:lnTo>
                    <a:pt x="32605" y="67969"/>
                  </a:lnTo>
                  <a:lnTo>
                    <a:pt x="29476" y="72360"/>
                  </a:lnTo>
                  <a:lnTo>
                    <a:pt x="26489" y="76850"/>
                  </a:lnTo>
                  <a:lnTo>
                    <a:pt x="23650" y="81434"/>
                  </a:lnTo>
                  <a:lnTo>
                    <a:pt x="20959" y="86108"/>
                  </a:lnTo>
                  <a:lnTo>
                    <a:pt x="18421" y="90865"/>
                  </a:lnTo>
                  <a:lnTo>
                    <a:pt x="16037" y="95702"/>
                  </a:lnTo>
                  <a:lnTo>
                    <a:pt x="13811" y="100614"/>
                  </a:lnTo>
                  <a:lnTo>
                    <a:pt x="11744" y="105594"/>
                  </a:lnTo>
                  <a:lnTo>
                    <a:pt x="9839" y="110639"/>
                  </a:lnTo>
                  <a:lnTo>
                    <a:pt x="8097" y="115743"/>
                  </a:lnTo>
                  <a:lnTo>
                    <a:pt x="6522" y="120900"/>
                  </a:lnTo>
                  <a:lnTo>
                    <a:pt x="5113" y="126105"/>
                  </a:lnTo>
                  <a:lnTo>
                    <a:pt x="3873" y="131353"/>
                  </a:lnTo>
                  <a:lnTo>
                    <a:pt x="2803" y="136638"/>
                  </a:lnTo>
                  <a:lnTo>
                    <a:pt x="1903" y="141955"/>
                  </a:lnTo>
                  <a:lnTo>
                    <a:pt x="1176" y="147298"/>
                  </a:lnTo>
                  <a:lnTo>
                    <a:pt x="622" y="152662"/>
                  </a:lnTo>
                  <a:lnTo>
                    <a:pt x="241" y="158041"/>
                  </a:lnTo>
                  <a:lnTo>
                    <a:pt x="33" y="163429"/>
                  </a:lnTo>
                  <a:lnTo>
                    <a:pt x="0" y="168821"/>
                  </a:lnTo>
                  <a:lnTo>
                    <a:pt x="140" y="174212"/>
                  </a:lnTo>
                  <a:lnTo>
                    <a:pt x="454" y="179595"/>
                  </a:lnTo>
                  <a:lnTo>
                    <a:pt x="942" y="184966"/>
                  </a:lnTo>
                  <a:lnTo>
                    <a:pt x="1602" y="190318"/>
                  </a:lnTo>
                  <a:lnTo>
                    <a:pt x="2435" y="195645"/>
                  </a:lnTo>
                  <a:lnTo>
                    <a:pt x="3439" y="200943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922805" y="4826449"/>
              <a:ext cx="163719" cy="33776"/>
            </a:xfrm>
            <a:custGeom>
              <a:avLst/>
              <a:pathLst>
                <a:path w="163719" h="33776">
                  <a:moveTo>
                    <a:pt x="0" y="33776"/>
                  </a:moveTo>
                  <a:lnTo>
                    <a:pt x="16371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922805" y="4826449"/>
              <a:ext cx="163719" cy="33776"/>
            </a:xfrm>
            <a:custGeom>
              <a:avLst/>
              <a:pathLst>
                <a:path w="163719" h="33776">
                  <a:moveTo>
                    <a:pt x="0" y="33776"/>
                  </a:moveTo>
                  <a:lnTo>
                    <a:pt x="16371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922805" y="4826449"/>
              <a:ext cx="163719" cy="33776"/>
            </a:xfrm>
            <a:custGeom>
              <a:avLst/>
              <a:pathLst>
                <a:path w="163719" h="33776">
                  <a:moveTo>
                    <a:pt x="0" y="33776"/>
                  </a:moveTo>
                  <a:lnTo>
                    <a:pt x="16371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922805" y="4826449"/>
              <a:ext cx="163719" cy="33776"/>
            </a:xfrm>
            <a:custGeom>
              <a:avLst/>
              <a:pathLst>
                <a:path w="163719" h="33776">
                  <a:moveTo>
                    <a:pt x="0" y="33776"/>
                  </a:moveTo>
                  <a:lnTo>
                    <a:pt x="16371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922805" y="4826449"/>
              <a:ext cx="163719" cy="33776"/>
            </a:xfrm>
            <a:custGeom>
              <a:avLst/>
              <a:pathLst>
                <a:path w="163719" h="33776">
                  <a:moveTo>
                    <a:pt x="0" y="33776"/>
                  </a:moveTo>
                  <a:lnTo>
                    <a:pt x="16371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22805" y="4826449"/>
              <a:ext cx="163719" cy="33776"/>
            </a:xfrm>
            <a:custGeom>
              <a:avLst/>
              <a:pathLst>
                <a:path w="163719" h="33776">
                  <a:moveTo>
                    <a:pt x="0" y="33776"/>
                  </a:moveTo>
                  <a:lnTo>
                    <a:pt x="16371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922805" y="4826449"/>
              <a:ext cx="163719" cy="33776"/>
            </a:xfrm>
            <a:custGeom>
              <a:avLst/>
              <a:pathLst>
                <a:path w="163719" h="33776">
                  <a:moveTo>
                    <a:pt x="0" y="33776"/>
                  </a:moveTo>
                  <a:lnTo>
                    <a:pt x="16371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922805" y="4826449"/>
              <a:ext cx="163719" cy="33776"/>
            </a:xfrm>
            <a:custGeom>
              <a:avLst/>
              <a:pathLst>
                <a:path w="163719" h="33776">
                  <a:moveTo>
                    <a:pt x="0" y="33776"/>
                  </a:moveTo>
                  <a:lnTo>
                    <a:pt x="16371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922805" y="4826449"/>
              <a:ext cx="163719" cy="33776"/>
            </a:xfrm>
            <a:custGeom>
              <a:avLst/>
              <a:pathLst>
                <a:path w="163719" h="33776">
                  <a:moveTo>
                    <a:pt x="0" y="33776"/>
                  </a:moveTo>
                  <a:lnTo>
                    <a:pt x="16371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922805" y="4826449"/>
              <a:ext cx="163719" cy="48031"/>
            </a:xfrm>
            <a:custGeom>
              <a:avLst/>
              <a:pathLst>
                <a:path w="163719" h="48031">
                  <a:moveTo>
                    <a:pt x="0" y="33776"/>
                  </a:moveTo>
                  <a:lnTo>
                    <a:pt x="3601" y="48031"/>
                  </a:lnTo>
                  <a:lnTo>
                    <a:pt x="16371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926406" y="4659281"/>
              <a:ext cx="327273" cy="334330"/>
            </a:xfrm>
            <a:custGeom>
              <a:avLst/>
              <a:pathLst>
                <a:path w="327273" h="334330">
                  <a:moveTo>
                    <a:pt x="0" y="215198"/>
                  </a:moveTo>
                  <a:lnTo>
                    <a:pt x="1608" y="220266"/>
                  </a:lnTo>
                  <a:lnTo>
                    <a:pt x="3377" y="225279"/>
                  </a:lnTo>
                  <a:lnTo>
                    <a:pt x="5304" y="230234"/>
                  </a:lnTo>
                  <a:lnTo>
                    <a:pt x="7388" y="235126"/>
                  </a:lnTo>
                  <a:lnTo>
                    <a:pt x="9626" y="239948"/>
                  </a:lnTo>
                  <a:lnTo>
                    <a:pt x="12017" y="244697"/>
                  </a:lnTo>
                  <a:lnTo>
                    <a:pt x="14557" y="249367"/>
                  </a:lnTo>
                  <a:lnTo>
                    <a:pt x="17245" y="253955"/>
                  </a:lnTo>
                  <a:lnTo>
                    <a:pt x="20077" y="258454"/>
                  </a:lnTo>
                  <a:lnTo>
                    <a:pt x="23050" y="262861"/>
                  </a:lnTo>
                  <a:lnTo>
                    <a:pt x="26163" y="267172"/>
                  </a:lnTo>
                  <a:lnTo>
                    <a:pt x="29411" y="271381"/>
                  </a:lnTo>
                  <a:lnTo>
                    <a:pt x="32791" y="275485"/>
                  </a:lnTo>
                  <a:lnTo>
                    <a:pt x="36300" y="279479"/>
                  </a:lnTo>
                  <a:lnTo>
                    <a:pt x="39934" y="283360"/>
                  </a:lnTo>
                  <a:lnTo>
                    <a:pt x="43690" y="287123"/>
                  </a:lnTo>
                  <a:lnTo>
                    <a:pt x="47563" y="290764"/>
                  </a:lnTo>
                  <a:lnTo>
                    <a:pt x="51550" y="294281"/>
                  </a:lnTo>
                  <a:lnTo>
                    <a:pt x="55648" y="297669"/>
                  </a:lnTo>
                  <a:lnTo>
                    <a:pt x="59850" y="300925"/>
                  </a:lnTo>
                  <a:lnTo>
                    <a:pt x="64155" y="304046"/>
                  </a:lnTo>
                  <a:lnTo>
                    <a:pt x="68556" y="307029"/>
                  </a:lnTo>
                  <a:lnTo>
                    <a:pt x="73050" y="309870"/>
                  </a:lnTo>
                  <a:lnTo>
                    <a:pt x="77632" y="312566"/>
                  </a:lnTo>
                  <a:lnTo>
                    <a:pt x="82297" y="315116"/>
                  </a:lnTo>
                  <a:lnTo>
                    <a:pt x="87041" y="317516"/>
                  </a:lnTo>
                  <a:lnTo>
                    <a:pt x="91860" y="319764"/>
                  </a:lnTo>
                  <a:lnTo>
                    <a:pt x="96747" y="321857"/>
                  </a:lnTo>
                  <a:lnTo>
                    <a:pt x="101698" y="323794"/>
                  </a:lnTo>
                  <a:lnTo>
                    <a:pt x="106708" y="325573"/>
                  </a:lnTo>
                  <a:lnTo>
                    <a:pt x="111772" y="327191"/>
                  </a:lnTo>
                  <a:lnTo>
                    <a:pt x="116886" y="328647"/>
                  </a:lnTo>
                  <a:lnTo>
                    <a:pt x="122043" y="329940"/>
                  </a:lnTo>
                  <a:lnTo>
                    <a:pt x="127238" y="331069"/>
                  </a:lnTo>
                  <a:lnTo>
                    <a:pt x="132467" y="332032"/>
                  </a:lnTo>
                  <a:lnTo>
                    <a:pt x="137724" y="332828"/>
                  </a:lnTo>
                  <a:lnTo>
                    <a:pt x="143003" y="333456"/>
                  </a:lnTo>
                  <a:lnTo>
                    <a:pt x="148300" y="333916"/>
                  </a:lnTo>
                  <a:lnTo>
                    <a:pt x="153608" y="334208"/>
                  </a:lnTo>
                  <a:lnTo>
                    <a:pt x="158923" y="334330"/>
                  </a:lnTo>
                  <a:lnTo>
                    <a:pt x="164240" y="334284"/>
                  </a:lnTo>
                  <a:lnTo>
                    <a:pt x="169552" y="334068"/>
                  </a:lnTo>
                  <a:lnTo>
                    <a:pt x="174855" y="333684"/>
                  </a:lnTo>
                  <a:lnTo>
                    <a:pt x="180142" y="333131"/>
                  </a:lnTo>
                  <a:lnTo>
                    <a:pt x="185410" y="332410"/>
                  </a:lnTo>
                  <a:lnTo>
                    <a:pt x="190652" y="331522"/>
                  </a:lnTo>
                  <a:lnTo>
                    <a:pt x="195863" y="330468"/>
                  </a:lnTo>
                  <a:lnTo>
                    <a:pt x="201038" y="329249"/>
                  </a:lnTo>
                  <a:lnTo>
                    <a:pt x="206171" y="327866"/>
                  </a:lnTo>
                  <a:lnTo>
                    <a:pt x="211258" y="326320"/>
                  </a:lnTo>
                  <a:lnTo>
                    <a:pt x="216294" y="324613"/>
                  </a:lnTo>
                  <a:lnTo>
                    <a:pt x="221272" y="322747"/>
                  </a:lnTo>
                  <a:lnTo>
                    <a:pt x="226189" y="320724"/>
                  </a:lnTo>
                  <a:lnTo>
                    <a:pt x="231038" y="318545"/>
                  </a:lnTo>
                  <a:lnTo>
                    <a:pt x="235816" y="316213"/>
                  </a:lnTo>
                  <a:lnTo>
                    <a:pt x="240518" y="313730"/>
                  </a:lnTo>
                  <a:lnTo>
                    <a:pt x="245138" y="311100"/>
                  </a:lnTo>
                  <a:lnTo>
                    <a:pt x="249672" y="308323"/>
                  </a:lnTo>
                  <a:lnTo>
                    <a:pt x="254115" y="305404"/>
                  </a:lnTo>
                  <a:lnTo>
                    <a:pt x="258464" y="302345"/>
                  </a:lnTo>
                  <a:lnTo>
                    <a:pt x="262713" y="299149"/>
                  </a:lnTo>
                  <a:lnTo>
                    <a:pt x="266858" y="295820"/>
                  </a:lnTo>
                  <a:lnTo>
                    <a:pt x="270895" y="292361"/>
                  </a:lnTo>
                  <a:lnTo>
                    <a:pt x="274820" y="288775"/>
                  </a:lnTo>
                  <a:lnTo>
                    <a:pt x="278629" y="285065"/>
                  </a:lnTo>
                  <a:lnTo>
                    <a:pt x="282318" y="281237"/>
                  </a:lnTo>
                  <a:lnTo>
                    <a:pt x="285884" y="277294"/>
                  </a:lnTo>
                  <a:lnTo>
                    <a:pt x="289323" y="273238"/>
                  </a:lnTo>
                  <a:lnTo>
                    <a:pt x="292630" y="269076"/>
                  </a:lnTo>
                  <a:lnTo>
                    <a:pt x="295804" y="264811"/>
                  </a:lnTo>
                  <a:lnTo>
                    <a:pt x="298840" y="260446"/>
                  </a:lnTo>
                  <a:lnTo>
                    <a:pt x="301737" y="255988"/>
                  </a:lnTo>
                  <a:lnTo>
                    <a:pt x="304489" y="251439"/>
                  </a:lnTo>
                  <a:lnTo>
                    <a:pt x="307096" y="246806"/>
                  </a:lnTo>
                  <a:lnTo>
                    <a:pt x="309555" y="242092"/>
                  </a:lnTo>
                  <a:lnTo>
                    <a:pt x="311862" y="237302"/>
                  </a:lnTo>
                  <a:lnTo>
                    <a:pt x="314015" y="232441"/>
                  </a:lnTo>
                  <a:lnTo>
                    <a:pt x="316013" y="227514"/>
                  </a:lnTo>
                  <a:lnTo>
                    <a:pt x="317853" y="222526"/>
                  </a:lnTo>
                  <a:lnTo>
                    <a:pt x="319534" y="217482"/>
                  </a:lnTo>
                  <a:lnTo>
                    <a:pt x="321053" y="212387"/>
                  </a:lnTo>
                  <a:lnTo>
                    <a:pt x="322410" y="207246"/>
                  </a:lnTo>
                  <a:lnTo>
                    <a:pt x="323602" y="202065"/>
                  </a:lnTo>
                  <a:lnTo>
                    <a:pt x="324629" y="196849"/>
                  </a:lnTo>
                  <a:lnTo>
                    <a:pt x="325490" y="191602"/>
                  </a:lnTo>
                  <a:lnTo>
                    <a:pt x="326183" y="186331"/>
                  </a:lnTo>
                  <a:lnTo>
                    <a:pt x="326709" y="181040"/>
                  </a:lnTo>
                  <a:lnTo>
                    <a:pt x="327066" y="175736"/>
                  </a:lnTo>
                  <a:lnTo>
                    <a:pt x="327254" y="170423"/>
                  </a:lnTo>
                  <a:lnTo>
                    <a:pt x="327273" y="165106"/>
                  </a:lnTo>
                  <a:lnTo>
                    <a:pt x="327123" y="159791"/>
                  </a:lnTo>
                  <a:lnTo>
                    <a:pt x="326804" y="154484"/>
                  </a:lnTo>
                  <a:lnTo>
                    <a:pt x="326316" y="149190"/>
                  </a:lnTo>
                  <a:lnTo>
                    <a:pt x="325660" y="143914"/>
                  </a:lnTo>
                  <a:lnTo>
                    <a:pt x="324837" y="138662"/>
                  </a:lnTo>
                  <a:lnTo>
                    <a:pt x="323847" y="133438"/>
                  </a:lnTo>
                  <a:lnTo>
                    <a:pt x="322692" y="128248"/>
                  </a:lnTo>
                  <a:lnTo>
                    <a:pt x="321372" y="123098"/>
                  </a:lnTo>
                  <a:lnTo>
                    <a:pt x="319889" y="117993"/>
                  </a:lnTo>
                  <a:lnTo>
                    <a:pt x="318245" y="112937"/>
                  </a:lnTo>
                  <a:lnTo>
                    <a:pt x="316440" y="107936"/>
                  </a:lnTo>
                  <a:lnTo>
                    <a:pt x="314478" y="102995"/>
                  </a:lnTo>
                  <a:lnTo>
                    <a:pt x="312359" y="98119"/>
                  </a:lnTo>
                  <a:lnTo>
                    <a:pt x="310086" y="93312"/>
                  </a:lnTo>
                  <a:lnTo>
                    <a:pt x="307662" y="88581"/>
                  </a:lnTo>
                  <a:lnTo>
                    <a:pt x="305088" y="83928"/>
                  </a:lnTo>
                  <a:lnTo>
                    <a:pt x="302368" y="79360"/>
                  </a:lnTo>
                  <a:lnTo>
                    <a:pt x="299504" y="74881"/>
                  </a:lnTo>
                  <a:lnTo>
                    <a:pt x="296498" y="70495"/>
                  </a:lnTo>
                  <a:lnTo>
                    <a:pt x="293355" y="66207"/>
                  </a:lnTo>
                  <a:lnTo>
                    <a:pt x="290077" y="62022"/>
                  </a:lnTo>
                  <a:lnTo>
                    <a:pt x="286668" y="57942"/>
                  </a:lnTo>
                  <a:lnTo>
                    <a:pt x="283131" y="53973"/>
                  </a:lnTo>
                  <a:lnTo>
                    <a:pt x="279469" y="50118"/>
                  </a:lnTo>
                  <a:lnTo>
                    <a:pt x="275686" y="46382"/>
                  </a:lnTo>
                  <a:lnTo>
                    <a:pt x="271787" y="42768"/>
                  </a:lnTo>
                  <a:lnTo>
                    <a:pt x="267775" y="39280"/>
                  </a:lnTo>
                  <a:lnTo>
                    <a:pt x="263653" y="35921"/>
                  </a:lnTo>
                  <a:lnTo>
                    <a:pt x="259427" y="32695"/>
                  </a:lnTo>
                  <a:lnTo>
                    <a:pt x="255101" y="29605"/>
                  </a:lnTo>
                  <a:lnTo>
                    <a:pt x="250678" y="26654"/>
                  </a:lnTo>
                  <a:lnTo>
                    <a:pt x="246164" y="23846"/>
                  </a:lnTo>
                  <a:lnTo>
                    <a:pt x="241563" y="21182"/>
                  </a:lnTo>
                  <a:lnTo>
                    <a:pt x="236880" y="18666"/>
                  </a:lnTo>
                  <a:lnTo>
                    <a:pt x="232118" y="16300"/>
                  </a:lnTo>
                  <a:lnTo>
                    <a:pt x="227284" y="14086"/>
                  </a:lnTo>
                  <a:lnTo>
                    <a:pt x="222382" y="12028"/>
                  </a:lnTo>
                  <a:lnTo>
                    <a:pt x="217417" y="10126"/>
                  </a:lnTo>
                  <a:lnTo>
                    <a:pt x="212395" y="8384"/>
                  </a:lnTo>
                  <a:lnTo>
                    <a:pt x="207319" y="6802"/>
                  </a:lnTo>
                  <a:lnTo>
                    <a:pt x="202195" y="5382"/>
                  </a:lnTo>
                  <a:lnTo>
                    <a:pt x="197029" y="4125"/>
                  </a:lnTo>
                  <a:lnTo>
                    <a:pt x="191826" y="3034"/>
                  </a:lnTo>
                  <a:lnTo>
                    <a:pt x="186590" y="2109"/>
                  </a:lnTo>
                  <a:lnTo>
                    <a:pt x="181328" y="1351"/>
                  </a:lnTo>
                  <a:lnTo>
                    <a:pt x="176044" y="760"/>
                  </a:lnTo>
                  <a:lnTo>
                    <a:pt x="170745" y="338"/>
                  </a:lnTo>
                  <a:lnTo>
                    <a:pt x="165434" y="84"/>
                  </a:lnTo>
                  <a:lnTo>
                    <a:pt x="160118" y="0"/>
                  </a:lnTo>
                  <a:lnTo>
                    <a:pt x="16011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321558" y="5018213"/>
              <a:ext cx="334324" cy="334314"/>
            </a:xfrm>
            <a:custGeom>
              <a:avLst/>
              <a:pathLst>
                <a:path w="334324" h="334314">
                  <a:moveTo>
                    <a:pt x="167162" y="0"/>
                  </a:moveTo>
                  <a:lnTo>
                    <a:pt x="161885" y="83"/>
                  </a:lnTo>
                  <a:lnTo>
                    <a:pt x="156613" y="333"/>
                  </a:lnTo>
                  <a:lnTo>
                    <a:pt x="151351" y="749"/>
                  </a:lnTo>
                  <a:lnTo>
                    <a:pt x="146105" y="1331"/>
                  </a:lnTo>
                  <a:lnTo>
                    <a:pt x="140881" y="2078"/>
                  </a:lnTo>
                  <a:lnTo>
                    <a:pt x="135682" y="2990"/>
                  </a:lnTo>
                  <a:lnTo>
                    <a:pt x="130515" y="4066"/>
                  </a:lnTo>
                  <a:lnTo>
                    <a:pt x="125384" y="5304"/>
                  </a:lnTo>
                  <a:lnTo>
                    <a:pt x="120295" y="6704"/>
                  </a:lnTo>
                  <a:lnTo>
                    <a:pt x="115253" y="8263"/>
                  </a:lnTo>
                  <a:lnTo>
                    <a:pt x="110263" y="9981"/>
                  </a:lnTo>
                  <a:lnTo>
                    <a:pt x="105329" y="11855"/>
                  </a:lnTo>
                  <a:lnTo>
                    <a:pt x="100457" y="13885"/>
                  </a:lnTo>
                  <a:lnTo>
                    <a:pt x="95651" y="16067"/>
                  </a:lnTo>
                  <a:lnTo>
                    <a:pt x="90917" y="18400"/>
                  </a:lnTo>
                  <a:lnTo>
                    <a:pt x="86258" y="20881"/>
                  </a:lnTo>
                  <a:lnTo>
                    <a:pt x="81681" y="23508"/>
                  </a:lnTo>
                  <a:lnTo>
                    <a:pt x="77188" y="26278"/>
                  </a:lnTo>
                  <a:lnTo>
                    <a:pt x="72785" y="29188"/>
                  </a:lnTo>
                  <a:lnTo>
                    <a:pt x="68477" y="32237"/>
                  </a:lnTo>
                  <a:lnTo>
                    <a:pt x="64266" y="35419"/>
                  </a:lnTo>
                  <a:lnTo>
                    <a:pt x="60158" y="38733"/>
                  </a:lnTo>
                  <a:lnTo>
                    <a:pt x="56157" y="42175"/>
                  </a:lnTo>
                  <a:lnTo>
                    <a:pt x="52267" y="45742"/>
                  </a:lnTo>
                  <a:lnTo>
                    <a:pt x="48491" y="49429"/>
                  </a:lnTo>
                  <a:lnTo>
                    <a:pt x="44833" y="53234"/>
                  </a:lnTo>
                  <a:lnTo>
                    <a:pt x="41298" y="57153"/>
                  </a:lnTo>
                  <a:lnTo>
                    <a:pt x="37887" y="61181"/>
                  </a:lnTo>
                  <a:lnTo>
                    <a:pt x="34606" y="65315"/>
                  </a:lnTo>
                  <a:lnTo>
                    <a:pt x="31457" y="69550"/>
                  </a:lnTo>
                  <a:lnTo>
                    <a:pt x="28443" y="73883"/>
                  </a:lnTo>
                  <a:lnTo>
                    <a:pt x="25567" y="78308"/>
                  </a:lnTo>
                  <a:lnTo>
                    <a:pt x="22832" y="82823"/>
                  </a:lnTo>
                  <a:lnTo>
                    <a:pt x="20242" y="87421"/>
                  </a:lnTo>
                  <a:lnTo>
                    <a:pt x="17797" y="92099"/>
                  </a:lnTo>
                  <a:lnTo>
                    <a:pt x="15502" y="96851"/>
                  </a:lnTo>
                  <a:lnTo>
                    <a:pt x="13358" y="101674"/>
                  </a:lnTo>
                  <a:lnTo>
                    <a:pt x="11367" y="106562"/>
                  </a:lnTo>
                  <a:lnTo>
                    <a:pt x="9531" y="111510"/>
                  </a:lnTo>
                  <a:lnTo>
                    <a:pt x="7853" y="116514"/>
                  </a:lnTo>
                  <a:lnTo>
                    <a:pt x="6333" y="121569"/>
                  </a:lnTo>
                  <a:lnTo>
                    <a:pt x="4974" y="126669"/>
                  </a:lnTo>
                  <a:lnTo>
                    <a:pt x="3776" y="131809"/>
                  </a:lnTo>
                  <a:lnTo>
                    <a:pt x="2742" y="136984"/>
                  </a:lnTo>
                  <a:lnTo>
                    <a:pt x="1871" y="142190"/>
                  </a:lnTo>
                  <a:lnTo>
                    <a:pt x="1165" y="147420"/>
                  </a:lnTo>
                  <a:lnTo>
                    <a:pt x="624" y="152670"/>
                  </a:lnTo>
                  <a:lnTo>
                    <a:pt x="249" y="157935"/>
                  </a:lnTo>
                  <a:lnTo>
                    <a:pt x="41" y="163209"/>
                  </a:lnTo>
                  <a:lnTo>
                    <a:pt x="0" y="168486"/>
                  </a:lnTo>
                  <a:lnTo>
                    <a:pt x="124" y="173763"/>
                  </a:lnTo>
                  <a:lnTo>
                    <a:pt x="416" y="179033"/>
                  </a:lnTo>
                  <a:lnTo>
                    <a:pt x="874" y="184291"/>
                  </a:lnTo>
                  <a:lnTo>
                    <a:pt x="1497" y="189532"/>
                  </a:lnTo>
                  <a:lnTo>
                    <a:pt x="2286" y="194750"/>
                  </a:lnTo>
                  <a:lnTo>
                    <a:pt x="3239" y="199941"/>
                  </a:lnTo>
                  <a:lnTo>
                    <a:pt x="4355" y="205100"/>
                  </a:lnTo>
                  <a:lnTo>
                    <a:pt x="5634" y="210221"/>
                  </a:lnTo>
                  <a:lnTo>
                    <a:pt x="7073" y="215298"/>
                  </a:lnTo>
                  <a:lnTo>
                    <a:pt x="8672" y="220328"/>
                  </a:lnTo>
                  <a:lnTo>
                    <a:pt x="10430" y="225305"/>
                  </a:lnTo>
                  <a:lnTo>
                    <a:pt x="12343" y="230224"/>
                  </a:lnTo>
                  <a:lnTo>
                    <a:pt x="14411" y="235080"/>
                  </a:lnTo>
                  <a:lnTo>
                    <a:pt x="16631" y="239868"/>
                  </a:lnTo>
                  <a:lnTo>
                    <a:pt x="19001" y="244584"/>
                  </a:lnTo>
                  <a:lnTo>
                    <a:pt x="21519" y="249222"/>
                  </a:lnTo>
                  <a:lnTo>
                    <a:pt x="24182" y="253779"/>
                  </a:lnTo>
                  <a:lnTo>
                    <a:pt x="26987" y="258250"/>
                  </a:lnTo>
                  <a:lnTo>
                    <a:pt x="29932" y="262629"/>
                  </a:lnTo>
                  <a:lnTo>
                    <a:pt x="33015" y="266914"/>
                  </a:lnTo>
                  <a:lnTo>
                    <a:pt x="36230" y="271099"/>
                  </a:lnTo>
                  <a:lnTo>
                    <a:pt x="39576" y="275181"/>
                  </a:lnTo>
                  <a:lnTo>
                    <a:pt x="43050" y="279154"/>
                  </a:lnTo>
                  <a:lnTo>
                    <a:pt x="46647" y="283017"/>
                  </a:lnTo>
                  <a:lnTo>
                    <a:pt x="50364" y="286763"/>
                  </a:lnTo>
                  <a:lnTo>
                    <a:pt x="54198" y="290391"/>
                  </a:lnTo>
                  <a:lnTo>
                    <a:pt x="58144" y="293896"/>
                  </a:lnTo>
                  <a:lnTo>
                    <a:pt x="62199" y="297274"/>
                  </a:lnTo>
                  <a:lnTo>
                    <a:pt x="66359" y="300523"/>
                  </a:lnTo>
                  <a:lnTo>
                    <a:pt x="70619" y="303638"/>
                  </a:lnTo>
                  <a:lnTo>
                    <a:pt x="74975" y="306618"/>
                  </a:lnTo>
                  <a:lnTo>
                    <a:pt x="79424" y="309459"/>
                  </a:lnTo>
                  <a:lnTo>
                    <a:pt x="83959" y="312158"/>
                  </a:lnTo>
                  <a:lnTo>
                    <a:pt x="88578" y="314712"/>
                  </a:lnTo>
                  <a:lnTo>
                    <a:pt x="93275" y="317119"/>
                  </a:lnTo>
                  <a:lnTo>
                    <a:pt x="98045" y="319377"/>
                  </a:lnTo>
                  <a:lnTo>
                    <a:pt x="102885" y="321483"/>
                  </a:lnTo>
                  <a:lnTo>
                    <a:pt x="107788" y="323435"/>
                  </a:lnTo>
                  <a:lnTo>
                    <a:pt x="112751" y="325232"/>
                  </a:lnTo>
                  <a:lnTo>
                    <a:pt x="117768" y="326871"/>
                  </a:lnTo>
                  <a:lnTo>
                    <a:pt x="122834" y="328350"/>
                  </a:lnTo>
                  <a:lnTo>
                    <a:pt x="127945" y="329669"/>
                  </a:lnTo>
                  <a:lnTo>
                    <a:pt x="133094" y="330826"/>
                  </a:lnTo>
                  <a:lnTo>
                    <a:pt x="138278" y="331820"/>
                  </a:lnTo>
                  <a:lnTo>
                    <a:pt x="143490" y="332650"/>
                  </a:lnTo>
                  <a:lnTo>
                    <a:pt x="148726" y="333315"/>
                  </a:lnTo>
                  <a:lnTo>
                    <a:pt x="153980" y="333814"/>
                  </a:lnTo>
                  <a:lnTo>
                    <a:pt x="159248" y="334147"/>
                  </a:lnTo>
                  <a:lnTo>
                    <a:pt x="164523" y="334314"/>
                  </a:lnTo>
                  <a:lnTo>
                    <a:pt x="169801" y="334314"/>
                  </a:lnTo>
                  <a:lnTo>
                    <a:pt x="175076" y="334147"/>
                  </a:lnTo>
                  <a:lnTo>
                    <a:pt x="180343" y="333814"/>
                  </a:lnTo>
                  <a:lnTo>
                    <a:pt x="185598" y="333315"/>
                  </a:lnTo>
                  <a:lnTo>
                    <a:pt x="190833" y="332650"/>
                  </a:lnTo>
                  <a:lnTo>
                    <a:pt x="196046" y="331820"/>
                  </a:lnTo>
                  <a:lnTo>
                    <a:pt x="201229" y="330826"/>
                  </a:lnTo>
                  <a:lnTo>
                    <a:pt x="206379" y="329669"/>
                  </a:lnTo>
                  <a:lnTo>
                    <a:pt x="211489" y="328350"/>
                  </a:lnTo>
                  <a:lnTo>
                    <a:pt x="216555" y="326871"/>
                  </a:lnTo>
                  <a:lnTo>
                    <a:pt x="221572" y="325232"/>
                  </a:lnTo>
                  <a:lnTo>
                    <a:pt x="226535" y="323435"/>
                  </a:lnTo>
                  <a:lnTo>
                    <a:pt x="231439" y="321483"/>
                  </a:lnTo>
                  <a:lnTo>
                    <a:pt x="236278" y="319377"/>
                  </a:lnTo>
                  <a:lnTo>
                    <a:pt x="241049" y="317119"/>
                  </a:lnTo>
                  <a:lnTo>
                    <a:pt x="245746" y="314712"/>
                  </a:lnTo>
                  <a:lnTo>
                    <a:pt x="250364" y="312158"/>
                  </a:lnTo>
                  <a:lnTo>
                    <a:pt x="254900" y="309459"/>
                  </a:lnTo>
                  <a:lnTo>
                    <a:pt x="259348" y="306618"/>
                  </a:lnTo>
                  <a:lnTo>
                    <a:pt x="263704" y="303638"/>
                  </a:lnTo>
                  <a:lnTo>
                    <a:pt x="267965" y="300523"/>
                  </a:lnTo>
                  <a:lnTo>
                    <a:pt x="272124" y="297274"/>
                  </a:lnTo>
                  <a:lnTo>
                    <a:pt x="276179" y="293896"/>
                  </a:lnTo>
                  <a:lnTo>
                    <a:pt x="280125" y="290391"/>
                  </a:lnTo>
                  <a:lnTo>
                    <a:pt x="283959" y="286763"/>
                  </a:lnTo>
                  <a:lnTo>
                    <a:pt x="287676" y="283017"/>
                  </a:lnTo>
                  <a:lnTo>
                    <a:pt x="291274" y="279154"/>
                  </a:lnTo>
                  <a:lnTo>
                    <a:pt x="294747" y="275181"/>
                  </a:lnTo>
                  <a:lnTo>
                    <a:pt x="298093" y="271099"/>
                  </a:lnTo>
                  <a:lnTo>
                    <a:pt x="301309" y="266914"/>
                  </a:lnTo>
                  <a:lnTo>
                    <a:pt x="304391" y="262629"/>
                  </a:lnTo>
                  <a:lnTo>
                    <a:pt x="307336" y="258250"/>
                  </a:lnTo>
                  <a:lnTo>
                    <a:pt x="310142" y="253779"/>
                  </a:lnTo>
                  <a:lnTo>
                    <a:pt x="312805" y="249222"/>
                  </a:lnTo>
                  <a:lnTo>
                    <a:pt x="315322" y="244584"/>
                  </a:lnTo>
                  <a:lnTo>
                    <a:pt x="317693" y="239868"/>
                  </a:lnTo>
                  <a:lnTo>
                    <a:pt x="319913" y="235080"/>
                  </a:lnTo>
                  <a:lnTo>
                    <a:pt x="321980" y="230224"/>
                  </a:lnTo>
                  <a:lnTo>
                    <a:pt x="323894" y="225305"/>
                  </a:lnTo>
                  <a:lnTo>
                    <a:pt x="325651" y="220328"/>
                  </a:lnTo>
                  <a:lnTo>
                    <a:pt x="327250" y="215298"/>
                  </a:lnTo>
                  <a:lnTo>
                    <a:pt x="328690" y="210221"/>
                  </a:lnTo>
                  <a:lnTo>
                    <a:pt x="329968" y="205100"/>
                  </a:lnTo>
                  <a:lnTo>
                    <a:pt x="331085" y="199941"/>
                  </a:lnTo>
                  <a:lnTo>
                    <a:pt x="332038" y="194750"/>
                  </a:lnTo>
                  <a:lnTo>
                    <a:pt x="332826" y="189532"/>
                  </a:lnTo>
                  <a:lnTo>
                    <a:pt x="333450" y="184291"/>
                  </a:lnTo>
                  <a:lnTo>
                    <a:pt x="333908" y="179033"/>
                  </a:lnTo>
                  <a:lnTo>
                    <a:pt x="334199" y="173763"/>
                  </a:lnTo>
                  <a:lnTo>
                    <a:pt x="334324" y="168486"/>
                  </a:lnTo>
                  <a:lnTo>
                    <a:pt x="334282" y="163209"/>
                  </a:lnTo>
                  <a:lnTo>
                    <a:pt x="334074" y="157935"/>
                  </a:lnTo>
                  <a:lnTo>
                    <a:pt x="333699" y="152670"/>
                  </a:lnTo>
                  <a:lnTo>
                    <a:pt x="333159" y="147420"/>
                  </a:lnTo>
                  <a:lnTo>
                    <a:pt x="332453" y="142190"/>
                  </a:lnTo>
                  <a:lnTo>
                    <a:pt x="331582" y="136984"/>
                  </a:lnTo>
                  <a:lnTo>
                    <a:pt x="330547" y="131809"/>
                  </a:lnTo>
                  <a:lnTo>
                    <a:pt x="329349" y="126669"/>
                  </a:lnTo>
                  <a:lnTo>
                    <a:pt x="327990" y="121569"/>
                  </a:lnTo>
                  <a:lnTo>
                    <a:pt x="326470" y="116514"/>
                  </a:lnTo>
                  <a:lnTo>
                    <a:pt x="324792" y="111510"/>
                  </a:lnTo>
                  <a:lnTo>
                    <a:pt x="322956" y="106562"/>
                  </a:lnTo>
                  <a:lnTo>
                    <a:pt x="320966" y="101674"/>
                  </a:lnTo>
                  <a:lnTo>
                    <a:pt x="318821" y="96851"/>
                  </a:lnTo>
                  <a:lnTo>
                    <a:pt x="316526" y="92099"/>
                  </a:lnTo>
                  <a:lnTo>
                    <a:pt x="314082" y="87421"/>
                  </a:lnTo>
                  <a:lnTo>
                    <a:pt x="311491" y="82823"/>
                  </a:lnTo>
                  <a:lnTo>
                    <a:pt x="308757" y="78308"/>
                  </a:lnTo>
                  <a:lnTo>
                    <a:pt x="305881" y="73883"/>
                  </a:lnTo>
                  <a:lnTo>
                    <a:pt x="302867" y="69550"/>
                  </a:lnTo>
                  <a:lnTo>
                    <a:pt x="299718" y="65315"/>
                  </a:lnTo>
                  <a:lnTo>
                    <a:pt x="296436" y="61181"/>
                  </a:lnTo>
                  <a:lnTo>
                    <a:pt x="293026" y="57153"/>
                  </a:lnTo>
                  <a:lnTo>
                    <a:pt x="289490" y="53234"/>
                  </a:lnTo>
                  <a:lnTo>
                    <a:pt x="285833" y="49429"/>
                  </a:lnTo>
                  <a:lnTo>
                    <a:pt x="282057" y="45742"/>
                  </a:lnTo>
                  <a:lnTo>
                    <a:pt x="278166" y="42175"/>
                  </a:lnTo>
                  <a:lnTo>
                    <a:pt x="274165" y="38733"/>
                  </a:lnTo>
                  <a:lnTo>
                    <a:pt x="270057" y="35419"/>
                  </a:lnTo>
                  <a:lnTo>
                    <a:pt x="265847" y="32237"/>
                  </a:lnTo>
                  <a:lnTo>
                    <a:pt x="261538" y="29188"/>
                  </a:lnTo>
                  <a:lnTo>
                    <a:pt x="257135" y="26278"/>
                  </a:lnTo>
                  <a:lnTo>
                    <a:pt x="252643" y="23508"/>
                  </a:lnTo>
                  <a:lnTo>
                    <a:pt x="248065" y="20881"/>
                  </a:lnTo>
                  <a:lnTo>
                    <a:pt x="243407" y="18400"/>
                  </a:lnTo>
                  <a:lnTo>
                    <a:pt x="238672" y="16067"/>
                  </a:lnTo>
                  <a:lnTo>
                    <a:pt x="233867" y="13885"/>
                  </a:lnTo>
                  <a:lnTo>
                    <a:pt x="228995" y="11855"/>
                  </a:lnTo>
                  <a:lnTo>
                    <a:pt x="224061" y="9981"/>
                  </a:lnTo>
                  <a:lnTo>
                    <a:pt x="219070" y="8263"/>
                  </a:lnTo>
                  <a:lnTo>
                    <a:pt x="214028" y="6704"/>
                  </a:lnTo>
                  <a:lnTo>
                    <a:pt x="208939" y="5304"/>
                  </a:lnTo>
                  <a:lnTo>
                    <a:pt x="203808" y="4066"/>
                  </a:lnTo>
                  <a:lnTo>
                    <a:pt x="198641" y="2990"/>
                  </a:lnTo>
                  <a:lnTo>
                    <a:pt x="193443" y="2078"/>
                  </a:lnTo>
                  <a:lnTo>
                    <a:pt x="188218" y="1331"/>
                  </a:lnTo>
                  <a:lnTo>
                    <a:pt x="182972" y="749"/>
                  </a:lnTo>
                  <a:lnTo>
                    <a:pt x="177711" y="333"/>
                  </a:lnTo>
                  <a:lnTo>
                    <a:pt x="172439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797334" y="5269756"/>
              <a:ext cx="167167" cy="167167"/>
            </a:xfrm>
            <a:custGeom>
              <a:avLst/>
              <a:pathLst>
                <a:path w="167167" h="167167">
                  <a:moveTo>
                    <a:pt x="167167" y="0"/>
                  </a:moveTo>
                  <a:lnTo>
                    <a:pt x="161703" y="89"/>
                  </a:lnTo>
                  <a:lnTo>
                    <a:pt x="156246" y="357"/>
                  </a:lnTo>
                  <a:lnTo>
                    <a:pt x="150800" y="803"/>
                  </a:lnTo>
                  <a:lnTo>
                    <a:pt x="145372" y="1426"/>
                  </a:lnTo>
                  <a:lnTo>
                    <a:pt x="139967" y="2227"/>
                  </a:lnTo>
                  <a:lnTo>
                    <a:pt x="134591" y="3204"/>
                  </a:lnTo>
                  <a:lnTo>
                    <a:pt x="129250" y="4356"/>
                  </a:lnTo>
                  <a:lnTo>
                    <a:pt x="123950" y="5682"/>
                  </a:lnTo>
                  <a:lnTo>
                    <a:pt x="118695" y="7181"/>
                  </a:lnTo>
                  <a:lnTo>
                    <a:pt x="113493" y="8851"/>
                  </a:lnTo>
                  <a:lnTo>
                    <a:pt x="108348" y="10689"/>
                  </a:lnTo>
                  <a:lnTo>
                    <a:pt x="103265" y="12695"/>
                  </a:lnTo>
                  <a:lnTo>
                    <a:pt x="98251" y="14866"/>
                  </a:lnTo>
                  <a:lnTo>
                    <a:pt x="93311" y="17200"/>
                  </a:lnTo>
                  <a:lnTo>
                    <a:pt x="88449" y="19693"/>
                  </a:lnTo>
                  <a:lnTo>
                    <a:pt x="83671" y="22345"/>
                  </a:lnTo>
                  <a:lnTo>
                    <a:pt x="78983" y="25151"/>
                  </a:lnTo>
                  <a:lnTo>
                    <a:pt x="74389" y="28108"/>
                  </a:lnTo>
                  <a:lnTo>
                    <a:pt x="69894" y="31215"/>
                  </a:lnTo>
                  <a:lnTo>
                    <a:pt x="65503" y="34466"/>
                  </a:lnTo>
                  <a:lnTo>
                    <a:pt x="61220" y="37860"/>
                  </a:lnTo>
                  <a:lnTo>
                    <a:pt x="57051" y="41391"/>
                  </a:lnTo>
                  <a:lnTo>
                    <a:pt x="52999" y="45057"/>
                  </a:lnTo>
                  <a:lnTo>
                    <a:pt x="49070" y="48853"/>
                  </a:lnTo>
                  <a:lnTo>
                    <a:pt x="45266" y="52776"/>
                  </a:lnTo>
                  <a:lnTo>
                    <a:pt x="41593" y="56821"/>
                  </a:lnTo>
                  <a:lnTo>
                    <a:pt x="38054" y="60984"/>
                  </a:lnTo>
                  <a:lnTo>
                    <a:pt x="34653" y="65260"/>
                  </a:lnTo>
                  <a:lnTo>
                    <a:pt x="31393" y="69645"/>
                  </a:lnTo>
                  <a:lnTo>
                    <a:pt x="28278" y="74135"/>
                  </a:lnTo>
                  <a:lnTo>
                    <a:pt x="25312" y="78723"/>
                  </a:lnTo>
                  <a:lnTo>
                    <a:pt x="22498" y="83406"/>
                  </a:lnTo>
                  <a:lnTo>
                    <a:pt x="19838" y="88179"/>
                  </a:lnTo>
                  <a:lnTo>
                    <a:pt x="17335" y="93036"/>
                  </a:lnTo>
                  <a:lnTo>
                    <a:pt x="14992" y="97972"/>
                  </a:lnTo>
                  <a:lnTo>
                    <a:pt x="12812" y="102982"/>
                  </a:lnTo>
                  <a:lnTo>
                    <a:pt x="10797" y="108061"/>
                  </a:lnTo>
                  <a:lnTo>
                    <a:pt x="8949" y="113203"/>
                  </a:lnTo>
                  <a:lnTo>
                    <a:pt x="7270" y="118403"/>
                  </a:lnTo>
                  <a:lnTo>
                    <a:pt x="5762" y="123654"/>
                  </a:lnTo>
                  <a:lnTo>
                    <a:pt x="4426" y="128952"/>
                  </a:lnTo>
                  <a:lnTo>
                    <a:pt x="3264" y="134291"/>
                  </a:lnTo>
                  <a:lnTo>
                    <a:pt x="2277" y="139665"/>
                  </a:lnTo>
                  <a:lnTo>
                    <a:pt x="1466" y="145069"/>
                  </a:lnTo>
                  <a:lnTo>
                    <a:pt x="833" y="150496"/>
                  </a:lnTo>
                  <a:lnTo>
                    <a:pt x="377" y="155941"/>
                  </a:lnTo>
                  <a:lnTo>
                    <a:pt x="99" y="161398"/>
                  </a:lnTo>
                  <a:lnTo>
                    <a:pt x="0" y="166861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797334" y="5269756"/>
              <a:ext cx="334324" cy="334327"/>
            </a:xfrm>
            <a:custGeom>
              <a:avLst/>
              <a:pathLst>
                <a:path w="334324" h="334327">
                  <a:moveTo>
                    <a:pt x="0" y="166861"/>
                  </a:moveTo>
                  <a:lnTo>
                    <a:pt x="73" y="172149"/>
                  </a:lnTo>
                  <a:lnTo>
                    <a:pt x="315" y="177432"/>
                  </a:lnTo>
                  <a:lnTo>
                    <a:pt x="723" y="182705"/>
                  </a:lnTo>
                  <a:lnTo>
                    <a:pt x="1298" y="187963"/>
                  </a:lnTo>
                  <a:lnTo>
                    <a:pt x="2039" y="193199"/>
                  </a:lnTo>
                  <a:lnTo>
                    <a:pt x="2945" y="198410"/>
                  </a:lnTo>
                  <a:lnTo>
                    <a:pt x="4015" y="203589"/>
                  </a:lnTo>
                  <a:lnTo>
                    <a:pt x="5249" y="208732"/>
                  </a:lnTo>
                  <a:lnTo>
                    <a:pt x="6645" y="213833"/>
                  </a:lnTo>
                  <a:lnTo>
                    <a:pt x="8202" y="218888"/>
                  </a:lnTo>
                  <a:lnTo>
                    <a:pt x="9917" y="223891"/>
                  </a:lnTo>
                  <a:lnTo>
                    <a:pt x="11790" y="228837"/>
                  </a:lnTo>
                  <a:lnTo>
                    <a:pt x="13819" y="233721"/>
                  </a:lnTo>
                  <a:lnTo>
                    <a:pt x="16001" y="238539"/>
                  </a:lnTo>
                  <a:lnTo>
                    <a:pt x="18334" y="243285"/>
                  </a:lnTo>
                  <a:lnTo>
                    <a:pt x="20817" y="247955"/>
                  </a:lnTo>
                  <a:lnTo>
                    <a:pt x="23446" y="252544"/>
                  </a:lnTo>
                  <a:lnTo>
                    <a:pt x="26218" y="257048"/>
                  </a:lnTo>
                  <a:lnTo>
                    <a:pt x="29132" y="261461"/>
                  </a:lnTo>
                  <a:lnTo>
                    <a:pt x="32184" y="265781"/>
                  </a:lnTo>
                  <a:lnTo>
                    <a:pt x="35371" y="270001"/>
                  </a:lnTo>
                  <a:lnTo>
                    <a:pt x="38690" y="274119"/>
                  </a:lnTo>
                  <a:lnTo>
                    <a:pt x="42138" y="278130"/>
                  </a:lnTo>
                  <a:lnTo>
                    <a:pt x="45711" y="282029"/>
                  </a:lnTo>
                  <a:lnTo>
                    <a:pt x="49405" y="285814"/>
                  </a:lnTo>
                  <a:lnTo>
                    <a:pt x="53217" y="289480"/>
                  </a:lnTo>
                  <a:lnTo>
                    <a:pt x="57143" y="293023"/>
                  </a:lnTo>
                  <a:lnTo>
                    <a:pt x="61180" y="296441"/>
                  </a:lnTo>
                  <a:lnTo>
                    <a:pt x="65322" y="299729"/>
                  </a:lnTo>
                  <a:lnTo>
                    <a:pt x="69567" y="302884"/>
                  </a:lnTo>
                  <a:lnTo>
                    <a:pt x="73909" y="305904"/>
                  </a:lnTo>
                  <a:lnTo>
                    <a:pt x="78344" y="308785"/>
                  </a:lnTo>
                  <a:lnTo>
                    <a:pt x="82869" y="311523"/>
                  </a:lnTo>
                  <a:lnTo>
                    <a:pt x="87477" y="314118"/>
                  </a:lnTo>
                  <a:lnTo>
                    <a:pt x="92166" y="316565"/>
                  </a:lnTo>
                  <a:lnTo>
                    <a:pt x="96929" y="318863"/>
                  </a:lnTo>
                  <a:lnTo>
                    <a:pt x="101763" y="321009"/>
                  </a:lnTo>
                  <a:lnTo>
                    <a:pt x="106663" y="323001"/>
                  </a:lnTo>
                  <a:lnTo>
                    <a:pt x="111623" y="324837"/>
                  </a:lnTo>
                  <a:lnTo>
                    <a:pt x="116638" y="326515"/>
                  </a:lnTo>
                  <a:lnTo>
                    <a:pt x="121704" y="328034"/>
                  </a:lnTo>
                  <a:lnTo>
                    <a:pt x="126816" y="329391"/>
                  </a:lnTo>
                  <a:lnTo>
                    <a:pt x="131968" y="330587"/>
                  </a:lnTo>
                  <a:lnTo>
                    <a:pt x="137155" y="331618"/>
                  </a:lnTo>
                  <a:lnTo>
                    <a:pt x="142372" y="332485"/>
                  </a:lnTo>
                  <a:lnTo>
                    <a:pt x="147614" y="333187"/>
                  </a:lnTo>
                  <a:lnTo>
                    <a:pt x="152876" y="333722"/>
                  </a:lnTo>
                  <a:lnTo>
                    <a:pt x="158152" y="334091"/>
                  </a:lnTo>
                  <a:lnTo>
                    <a:pt x="163437" y="334293"/>
                  </a:lnTo>
                  <a:lnTo>
                    <a:pt x="168725" y="334327"/>
                  </a:lnTo>
                  <a:lnTo>
                    <a:pt x="174013" y="334194"/>
                  </a:lnTo>
                  <a:lnTo>
                    <a:pt x="179293" y="333894"/>
                  </a:lnTo>
                  <a:lnTo>
                    <a:pt x="184561" y="333427"/>
                  </a:lnTo>
                  <a:lnTo>
                    <a:pt x="189812" y="332794"/>
                  </a:lnTo>
                  <a:lnTo>
                    <a:pt x="195040" y="331994"/>
                  </a:lnTo>
                  <a:lnTo>
                    <a:pt x="200240" y="331030"/>
                  </a:lnTo>
                  <a:lnTo>
                    <a:pt x="205407" y="329902"/>
                  </a:lnTo>
                  <a:lnTo>
                    <a:pt x="210536" y="328611"/>
                  </a:lnTo>
                  <a:lnTo>
                    <a:pt x="215621" y="327158"/>
                  </a:lnTo>
                  <a:lnTo>
                    <a:pt x="220658" y="325545"/>
                  </a:lnTo>
                  <a:lnTo>
                    <a:pt x="225641" y="323774"/>
                  </a:lnTo>
                  <a:lnTo>
                    <a:pt x="230566" y="321846"/>
                  </a:lnTo>
                  <a:lnTo>
                    <a:pt x="235427" y="319763"/>
                  </a:lnTo>
                  <a:lnTo>
                    <a:pt x="240220" y="317527"/>
                  </a:lnTo>
                  <a:lnTo>
                    <a:pt x="244940" y="315141"/>
                  </a:lnTo>
                  <a:lnTo>
                    <a:pt x="249582" y="312606"/>
                  </a:lnTo>
                  <a:lnTo>
                    <a:pt x="254142" y="309926"/>
                  </a:lnTo>
                  <a:lnTo>
                    <a:pt x="258614" y="307104"/>
                  </a:lnTo>
                  <a:lnTo>
                    <a:pt x="262995" y="304141"/>
                  </a:lnTo>
                  <a:lnTo>
                    <a:pt x="267280" y="301041"/>
                  </a:lnTo>
                  <a:lnTo>
                    <a:pt x="271465" y="297807"/>
                  </a:lnTo>
                  <a:lnTo>
                    <a:pt x="275546" y="294442"/>
                  </a:lnTo>
                  <a:lnTo>
                    <a:pt x="279518" y="290950"/>
                  </a:lnTo>
                  <a:lnTo>
                    <a:pt x="283377" y="287334"/>
                  </a:lnTo>
                  <a:lnTo>
                    <a:pt x="287120" y="283597"/>
                  </a:lnTo>
                  <a:lnTo>
                    <a:pt x="290743" y="279745"/>
                  </a:lnTo>
                  <a:lnTo>
                    <a:pt x="294243" y="275779"/>
                  </a:lnTo>
                  <a:lnTo>
                    <a:pt x="297615" y="271705"/>
                  </a:lnTo>
                  <a:lnTo>
                    <a:pt x="300857" y="267526"/>
                  </a:lnTo>
                  <a:lnTo>
                    <a:pt x="303965" y="263247"/>
                  </a:lnTo>
                  <a:lnTo>
                    <a:pt x="306935" y="258871"/>
                  </a:lnTo>
                  <a:lnTo>
                    <a:pt x="309766" y="254404"/>
                  </a:lnTo>
                  <a:lnTo>
                    <a:pt x="312455" y="249849"/>
                  </a:lnTo>
                  <a:lnTo>
                    <a:pt x="314998" y="245212"/>
                  </a:lnTo>
                  <a:lnTo>
                    <a:pt x="317392" y="240496"/>
                  </a:lnTo>
                  <a:lnTo>
                    <a:pt x="319637" y="235707"/>
                  </a:lnTo>
                  <a:lnTo>
                    <a:pt x="321729" y="230850"/>
                  </a:lnTo>
                  <a:lnTo>
                    <a:pt x="323666" y="225929"/>
                  </a:lnTo>
                  <a:lnTo>
                    <a:pt x="325446" y="220948"/>
                  </a:lnTo>
                  <a:lnTo>
                    <a:pt x="327069" y="215915"/>
                  </a:lnTo>
                  <a:lnTo>
                    <a:pt x="328531" y="210832"/>
                  </a:lnTo>
                  <a:lnTo>
                    <a:pt x="329831" y="205705"/>
                  </a:lnTo>
                  <a:lnTo>
                    <a:pt x="330969" y="200540"/>
                  </a:lnTo>
                  <a:lnTo>
                    <a:pt x="331943" y="195342"/>
                  </a:lnTo>
                  <a:lnTo>
                    <a:pt x="332751" y="190115"/>
                  </a:lnTo>
                  <a:lnTo>
                    <a:pt x="333395" y="184866"/>
                  </a:lnTo>
                  <a:lnTo>
                    <a:pt x="333871" y="179599"/>
                  </a:lnTo>
                  <a:lnTo>
                    <a:pt x="334181" y="174319"/>
                  </a:lnTo>
                  <a:lnTo>
                    <a:pt x="334324" y="169032"/>
                  </a:lnTo>
                  <a:lnTo>
                    <a:pt x="334299" y="163743"/>
                  </a:lnTo>
                  <a:lnTo>
                    <a:pt x="334107" y="158458"/>
                  </a:lnTo>
                  <a:lnTo>
                    <a:pt x="333748" y="153181"/>
                  </a:lnTo>
                  <a:lnTo>
                    <a:pt x="333222" y="147919"/>
                  </a:lnTo>
                  <a:lnTo>
                    <a:pt x="332530" y="142675"/>
                  </a:lnTo>
                  <a:lnTo>
                    <a:pt x="331673" y="137457"/>
                  </a:lnTo>
                  <a:lnTo>
                    <a:pt x="330651" y="132268"/>
                  </a:lnTo>
                  <a:lnTo>
                    <a:pt x="329465" y="127113"/>
                  </a:lnTo>
                  <a:lnTo>
                    <a:pt x="328116" y="121999"/>
                  </a:lnTo>
                  <a:lnTo>
                    <a:pt x="326607" y="116930"/>
                  </a:lnTo>
                  <a:lnTo>
                    <a:pt x="324938" y="111912"/>
                  </a:lnTo>
                  <a:lnTo>
                    <a:pt x="323111" y="106949"/>
                  </a:lnTo>
                  <a:lnTo>
                    <a:pt x="321128" y="102046"/>
                  </a:lnTo>
                  <a:lnTo>
                    <a:pt x="318991" y="97208"/>
                  </a:lnTo>
                  <a:lnTo>
                    <a:pt x="316702" y="92440"/>
                  </a:lnTo>
                  <a:lnTo>
                    <a:pt x="314263" y="87747"/>
                  </a:lnTo>
                  <a:lnTo>
                    <a:pt x="311677" y="83134"/>
                  </a:lnTo>
                  <a:lnTo>
                    <a:pt x="308947" y="78604"/>
                  </a:lnTo>
                  <a:lnTo>
                    <a:pt x="306074" y="74164"/>
                  </a:lnTo>
                  <a:lnTo>
                    <a:pt x="303063" y="69816"/>
                  </a:lnTo>
                  <a:lnTo>
                    <a:pt x="299915" y="65566"/>
                  </a:lnTo>
                  <a:lnTo>
                    <a:pt x="296635" y="61417"/>
                  </a:lnTo>
                  <a:lnTo>
                    <a:pt x="293225" y="57375"/>
                  </a:lnTo>
                  <a:lnTo>
                    <a:pt x="289688" y="53442"/>
                  </a:lnTo>
                  <a:lnTo>
                    <a:pt x="286029" y="49623"/>
                  </a:lnTo>
                  <a:lnTo>
                    <a:pt x="282252" y="45922"/>
                  </a:lnTo>
                  <a:lnTo>
                    <a:pt x="278359" y="42342"/>
                  </a:lnTo>
                  <a:lnTo>
                    <a:pt x="274354" y="38887"/>
                  </a:lnTo>
                  <a:lnTo>
                    <a:pt x="270243" y="35560"/>
                  </a:lnTo>
                  <a:lnTo>
                    <a:pt x="266028" y="32366"/>
                  </a:lnTo>
                  <a:lnTo>
                    <a:pt x="261714" y="29306"/>
                  </a:lnTo>
                  <a:lnTo>
                    <a:pt x="257306" y="26384"/>
                  </a:lnTo>
                  <a:lnTo>
                    <a:pt x="252807" y="23603"/>
                  </a:lnTo>
                  <a:lnTo>
                    <a:pt x="248223" y="20965"/>
                  </a:lnTo>
                  <a:lnTo>
                    <a:pt x="243557" y="18475"/>
                  </a:lnTo>
                  <a:lnTo>
                    <a:pt x="238815" y="16132"/>
                  </a:lnTo>
                  <a:lnTo>
                    <a:pt x="234002" y="13941"/>
                  </a:lnTo>
                  <a:lnTo>
                    <a:pt x="229121" y="11904"/>
                  </a:lnTo>
                  <a:lnTo>
                    <a:pt x="224179" y="10022"/>
                  </a:lnTo>
                  <a:lnTo>
                    <a:pt x="219179" y="8297"/>
                  </a:lnTo>
                  <a:lnTo>
                    <a:pt x="214127" y="6731"/>
                  </a:lnTo>
                  <a:lnTo>
                    <a:pt x="209028" y="5326"/>
                  </a:lnTo>
                  <a:lnTo>
                    <a:pt x="203888" y="4083"/>
                  </a:lnTo>
                  <a:lnTo>
                    <a:pt x="198711" y="3003"/>
                  </a:lnTo>
                  <a:lnTo>
                    <a:pt x="193502" y="2087"/>
                  </a:lnTo>
                  <a:lnTo>
                    <a:pt x="188266" y="1336"/>
                  </a:lnTo>
                  <a:lnTo>
                    <a:pt x="183010" y="752"/>
                  </a:lnTo>
                  <a:lnTo>
                    <a:pt x="177738" y="334"/>
                  </a:lnTo>
                  <a:lnTo>
                    <a:pt x="172455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41422" y="5399291"/>
              <a:ext cx="44793" cy="167167"/>
            </a:xfrm>
            <a:custGeom>
              <a:avLst/>
              <a:pathLst>
                <a:path w="44793" h="167167">
                  <a:moveTo>
                    <a:pt x="44793" y="0"/>
                  </a:moveTo>
                  <a:lnTo>
                    <a:pt x="38316" y="125"/>
                  </a:lnTo>
                  <a:lnTo>
                    <a:pt x="31849" y="501"/>
                  </a:lnTo>
                  <a:lnTo>
                    <a:pt x="25402" y="1128"/>
                  </a:lnTo>
                  <a:lnTo>
                    <a:pt x="18984" y="2004"/>
                  </a:lnTo>
                  <a:lnTo>
                    <a:pt x="12604" y="3128"/>
                  </a:lnTo>
                  <a:lnTo>
                    <a:pt x="6273" y="4498"/>
                  </a:lnTo>
                  <a:lnTo>
                    <a:pt x="0" y="6113"/>
                  </a:lnTo>
                  <a:lnTo>
                    <a:pt x="44793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41422" y="5405404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41422" y="5405404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41422" y="5405404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41422" y="5405404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41422" y="5405404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41422" y="5405404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319048" y="5404458"/>
              <a:ext cx="334328" cy="329157"/>
            </a:xfrm>
            <a:custGeom>
              <a:avLst/>
              <a:pathLst>
                <a:path w="334328" h="329157">
                  <a:moveTo>
                    <a:pt x="122374" y="946"/>
                  </a:moveTo>
                  <a:lnTo>
                    <a:pt x="117297" y="2444"/>
                  </a:lnTo>
                  <a:lnTo>
                    <a:pt x="112271" y="4103"/>
                  </a:lnTo>
                  <a:lnTo>
                    <a:pt x="107300" y="5920"/>
                  </a:lnTo>
                  <a:lnTo>
                    <a:pt x="102389" y="7894"/>
                  </a:lnTo>
                  <a:lnTo>
                    <a:pt x="97543" y="10022"/>
                  </a:lnTo>
                  <a:lnTo>
                    <a:pt x="92766" y="12302"/>
                  </a:lnTo>
                  <a:lnTo>
                    <a:pt x="88065" y="14732"/>
                  </a:lnTo>
                  <a:lnTo>
                    <a:pt x="83442" y="17310"/>
                  </a:lnTo>
                  <a:lnTo>
                    <a:pt x="78904" y="20033"/>
                  </a:lnTo>
                  <a:lnTo>
                    <a:pt x="74454" y="22899"/>
                  </a:lnTo>
                  <a:lnTo>
                    <a:pt x="70096" y="25903"/>
                  </a:lnTo>
                  <a:lnTo>
                    <a:pt x="65837" y="29045"/>
                  </a:lnTo>
                  <a:lnTo>
                    <a:pt x="61678" y="32319"/>
                  </a:lnTo>
                  <a:lnTo>
                    <a:pt x="57626" y="35724"/>
                  </a:lnTo>
                  <a:lnTo>
                    <a:pt x="53683" y="39255"/>
                  </a:lnTo>
                  <a:lnTo>
                    <a:pt x="49854" y="42909"/>
                  </a:lnTo>
                  <a:lnTo>
                    <a:pt x="46143" y="46682"/>
                  </a:lnTo>
                  <a:lnTo>
                    <a:pt x="42553" y="50572"/>
                  </a:lnTo>
                  <a:lnTo>
                    <a:pt x="39088" y="54572"/>
                  </a:lnTo>
                  <a:lnTo>
                    <a:pt x="35751" y="58681"/>
                  </a:lnTo>
                  <a:lnTo>
                    <a:pt x="32546" y="62893"/>
                  </a:lnTo>
                  <a:lnTo>
                    <a:pt x="29476" y="67204"/>
                  </a:lnTo>
                  <a:lnTo>
                    <a:pt x="26544" y="71611"/>
                  </a:lnTo>
                  <a:lnTo>
                    <a:pt x="23753" y="76108"/>
                  </a:lnTo>
                  <a:lnTo>
                    <a:pt x="21106" y="80691"/>
                  </a:lnTo>
                  <a:lnTo>
                    <a:pt x="18605" y="85356"/>
                  </a:lnTo>
                  <a:lnTo>
                    <a:pt x="16253" y="90097"/>
                  </a:lnTo>
                  <a:lnTo>
                    <a:pt x="14052" y="94911"/>
                  </a:lnTo>
                  <a:lnTo>
                    <a:pt x="12005" y="99792"/>
                  </a:lnTo>
                  <a:lnTo>
                    <a:pt x="10114" y="104735"/>
                  </a:lnTo>
                  <a:lnTo>
                    <a:pt x="8380" y="109736"/>
                  </a:lnTo>
                  <a:lnTo>
                    <a:pt x="6805" y="114789"/>
                  </a:lnTo>
                  <a:lnTo>
                    <a:pt x="5390" y="119889"/>
                  </a:lnTo>
                  <a:lnTo>
                    <a:pt x="4138" y="125032"/>
                  </a:lnTo>
                  <a:lnTo>
                    <a:pt x="3050" y="130211"/>
                  </a:lnTo>
                  <a:lnTo>
                    <a:pt x="2126" y="135423"/>
                  </a:lnTo>
                  <a:lnTo>
                    <a:pt x="1367" y="140661"/>
                  </a:lnTo>
                  <a:lnTo>
                    <a:pt x="774" y="145920"/>
                  </a:lnTo>
                  <a:lnTo>
                    <a:pt x="349" y="151196"/>
                  </a:lnTo>
                  <a:lnTo>
                    <a:pt x="90" y="156482"/>
                  </a:lnTo>
                  <a:lnTo>
                    <a:pt x="0" y="161774"/>
                  </a:lnTo>
                  <a:lnTo>
                    <a:pt x="76" y="167067"/>
                  </a:lnTo>
                  <a:lnTo>
                    <a:pt x="320" y="172354"/>
                  </a:lnTo>
                  <a:lnTo>
                    <a:pt x="732" y="177631"/>
                  </a:lnTo>
                  <a:lnTo>
                    <a:pt x="1310" y="182892"/>
                  </a:lnTo>
                  <a:lnTo>
                    <a:pt x="2054" y="188132"/>
                  </a:lnTo>
                  <a:lnTo>
                    <a:pt x="2964" y="193346"/>
                  </a:lnTo>
                  <a:lnTo>
                    <a:pt x="4039" y="198528"/>
                  </a:lnTo>
                  <a:lnTo>
                    <a:pt x="5277" y="203674"/>
                  </a:lnTo>
                  <a:lnTo>
                    <a:pt x="6678" y="208778"/>
                  </a:lnTo>
                  <a:lnTo>
                    <a:pt x="8239" y="213836"/>
                  </a:lnTo>
                  <a:lnTo>
                    <a:pt x="9960" y="218841"/>
                  </a:lnTo>
                  <a:lnTo>
                    <a:pt x="11838" y="223789"/>
                  </a:lnTo>
                  <a:lnTo>
                    <a:pt x="13872" y="228676"/>
                  </a:lnTo>
                  <a:lnTo>
                    <a:pt x="16060" y="233495"/>
                  </a:lnTo>
                  <a:lnTo>
                    <a:pt x="18399" y="238243"/>
                  </a:lnTo>
                  <a:lnTo>
                    <a:pt x="20887" y="242914"/>
                  </a:lnTo>
                  <a:lnTo>
                    <a:pt x="23522" y="247505"/>
                  </a:lnTo>
                  <a:lnTo>
                    <a:pt x="26301" y="252009"/>
                  </a:lnTo>
                  <a:lnTo>
                    <a:pt x="29221" y="256424"/>
                  </a:lnTo>
                  <a:lnTo>
                    <a:pt x="32279" y="260743"/>
                  </a:lnTo>
                  <a:lnTo>
                    <a:pt x="35473" y="264964"/>
                  </a:lnTo>
                  <a:lnTo>
                    <a:pt x="38798" y="269082"/>
                  </a:lnTo>
                  <a:lnTo>
                    <a:pt x="42253" y="273092"/>
                  </a:lnTo>
                  <a:lnTo>
                    <a:pt x="45832" y="276991"/>
                  </a:lnTo>
                  <a:lnTo>
                    <a:pt x="49533" y="280774"/>
                  </a:lnTo>
                  <a:lnTo>
                    <a:pt x="53352" y="284439"/>
                  </a:lnTo>
                  <a:lnTo>
                    <a:pt x="57285" y="287980"/>
                  </a:lnTo>
                  <a:lnTo>
                    <a:pt x="61329" y="291396"/>
                  </a:lnTo>
                  <a:lnTo>
                    <a:pt x="65478" y="294681"/>
                  </a:lnTo>
                  <a:lnTo>
                    <a:pt x="69729" y="297834"/>
                  </a:lnTo>
                  <a:lnTo>
                    <a:pt x="74078" y="300851"/>
                  </a:lnTo>
                  <a:lnTo>
                    <a:pt x="78521" y="303728"/>
                  </a:lnTo>
                  <a:lnTo>
                    <a:pt x="83052" y="306463"/>
                  </a:lnTo>
                  <a:lnTo>
                    <a:pt x="87667" y="309054"/>
                  </a:lnTo>
                  <a:lnTo>
                    <a:pt x="92363" y="311497"/>
                  </a:lnTo>
                  <a:lnTo>
                    <a:pt x="97133" y="313790"/>
                  </a:lnTo>
                  <a:lnTo>
                    <a:pt x="101973" y="315931"/>
                  </a:lnTo>
                  <a:lnTo>
                    <a:pt x="106879" y="317918"/>
                  </a:lnTo>
                  <a:lnTo>
                    <a:pt x="111845" y="319748"/>
                  </a:lnTo>
                  <a:lnTo>
                    <a:pt x="116867" y="321421"/>
                  </a:lnTo>
                  <a:lnTo>
                    <a:pt x="121939" y="322933"/>
                  </a:lnTo>
                  <a:lnTo>
                    <a:pt x="127056" y="324284"/>
                  </a:lnTo>
                  <a:lnTo>
                    <a:pt x="132214" y="325473"/>
                  </a:lnTo>
                  <a:lnTo>
                    <a:pt x="137407" y="326497"/>
                  </a:lnTo>
                  <a:lnTo>
                    <a:pt x="142629" y="327357"/>
                  </a:lnTo>
                  <a:lnTo>
                    <a:pt x="147876" y="328051"/>
                  </a:lnTo>
                  <a:lnTo>
                    <a:pt x="153143" y="328578"/>
                  </a:lnTo>
                  <a:lnTo>
                    <a:pt x="158423" y="328939"/>
                  </a:lnTo>
                  <a:lnTo>
                    <a:pt x="163712" y="329132"/>
                  </a:lnTo>
                  <a:lnTo>
                    <a:pt x="169005" y="329157"/>
                  </a:lnTo>
                  <a:lnTo>
                    <a:pt x="174296" y="329015"/>
                  </a:lnTo>
                  <a:lnTo>
                    <a:pt x="179580" y="328706"/>
                  </a:lnTo>
                  <a:lnTo>
                    <a:pt x="184851" y="328229"/>
                  </a:lnTo>
                  <a:lnTo>
                    <a:pt x="190105" y="327586"/>
                  </a:lnTo>
                  <a:lnTo>
                    <a:pt x="195335" y="326777"/>
                  </a:lnTo>
                  <a:lnTo>
                    <a:pt x="200537" y="325803"/>
                  </a:lnTo>
                  <a:lnTo>
                    <a:pt x="205706" y="324664"/>
                  </a:lnTo>
                  <a:lnTo>
                    <a:pt x="210837" y="323363"/>
                  </a:lnTo>
                  <a:lnTo>
                    <a:pt x="215923" y="321899"/>
                  </a:lnTo>
                  <a:lnTo>
                    <a:pt x="220961" y="320276"/>
                  </a:lnTo>
                  <a:lnTo>
                    <a:pt x="225944" y="318493"/>
                  </a:lnTo>
                  <a:lnTo>
                    <a:pt x="230869" y="316554"/>
                  </a:lnTo>
                  <a:lnTo>
                    <a:pt x="235730" y="314460"/>
                  </a:lnTo>
                  <a:lnTo>
                    <a:pt x="240522" y="312213"/>
                  </a:lnTo>
                  <a:lnTo>
                    <a:pt x="245241" y="309816"/>
                  </a:lnTo>
                  <a:lnTo>
                    <a:pt x="249881" y="307270"/>
                  </a:lnTo>
                  <a:lnTo>
                    <a:pt x="254438" y="304579"/>
                  </a:lnTo>
                  <a:lnTo>
                    <a:pt x="258908" y="301744"/>
                  </a:lnTo>
                  <a:lnTo>
                    <a:pt x="263286" y="298770"/>
                  </a:lnTo>
                  <a:lnTo>
                    <a:pt x="267568" y="295658"/>
                  </a:lnTo>
                  <a:lnTo>
                    <a:pt x="271749" y="292413"/>
                  </a:lnTo>
                  <a:lnTo>
                    <a:pt x="275825" y="289037"/>
                  </a:lnTo>
                  <a:lnTo>
                    <a:pt x="279792" y="285533"/>
                  </a:lnTo>
                  <a:lnTo>
                    <a:pt x="283647" y="281906"/>
                  </a:lnTo>
                  <a:lnTo>
                    <a:pt x="287384" y="278158"/>
                  </a:lnTo>
                  <a:lnTo>
                    <a:pt x="291001" y="274294"/>
                  </a:lnTo>
                  <a:lnTo>
                    <a:pt x="294494" y="270318"/>
                  </a:lnTo>
                  <a:lnTo>
                    <a:pt x="297859" y="266233"/>
                  </a:lnTo>
                  <a:lnTo>
                    <a:pt x="301094" y="262043"/>
                  </a:lnTo>
                  <a:lnTo>
                    <a:pt x="304194" y="257753"/>
                  </a:lnTo>
                  <a:lnTo>
                    <a:pt x="307156" y="253367"/>
                  </a:lnTo>
                  <a:lnTo>
                    <a:pt x="309978" y="248889"/>
                  </a:lnTo>
                  <a:lnTo>
                    <a:pt x="312658" y="244325"/>
                  </a:lnTo>
                  <a:lnTo>
                    <a:pt x="315191" y="239678"/>
                  </a:lnTo>
                  <a:lnTo>
                    <a:pt x="317576" y="234953"/>
                  </a:lnTo>
                  <a:lnTo>
                    <a:pt x="319810" y="230155"/>
                  </a:lnTo>
                  <a:lnTo>
                    <a:pt x="321891" y="225288"/>
                  </a:lnTo>
                  <a:lnTo>
                    <a:pt x="323817" y="220358"/>
                  </a:lnTo>
                  <a:lnTo>
                    <a:pt x="325586" y="215370"/>
                  </a:lnTo>
                  <a:lnTo>
                    <a:pt x="327196" y="210328"/>
                  </a:lnTo>
                  <a:lnTo>
                    <a:pt x="328646" y="205237"/>
                  </a:lnTo>
                  <a:lnTo>
                    <a:pt x="329934" y="200104"/>
                  </a:lnTo>
                  <a:lnTo>
                    <a:pt x="331058" y="194932"/>
                  </a:lnTo>
                  <a:lnTo>
                    <a:pt x="332019" y="189727"/>
                  </a:lnTo>
                  <a:lnTo>
                    <a:pt x="332814" y="184494"/>
                  </a:lnTo>
                  <a:lnTo>
                    <a:pt x="333443" y="179239"/>
                  </a:lnTo>
                  <a:lnTo>
                    <a:pt x="333905" y="173966"/>
                  </a:lnTo>
                  <a:lnTo>
                    <a:pt x="334201" y="168682"/>
                  </a:lnTo>
                  <a:lnTo>
                    <a:pt x="334328" y="163391"/>
                  </a:lnTo>
                  <a:lnTo>
                    <a:pt x="334289" y="158098"/>
                  </a:lnTo>
                  <a:lnTo>
                    <a:pt x="334081" y="152809"/>
                  </a:lnTo>
                  <a:lnTo>
                    <a:pt x="333707" y="147530"/>
                  </a:lnTo>
                  <a:lnTo>
                    <a:pt x="333165" y="142265"/>
                  </a:lnTo>
                  <a:lnTo>
                    <a:pt x="332457" y="137020"/>
                  </a:lnTo>
                  <a:lnTo>
                    <a:pt x="331584" y="131799"/>
                  </a:lnTo>
                  <a:lnTo>
                    <a:pt x="330545" y="126610"/>
                  </a:lnTo>
                  <a:lnTo>
                    <a:pt x="329343" y="121455"/>
                  </a:lnTo>
                  <a:lnTo>
                    <a:pt x="327978" y="116341"/>
                  </a:lnTo>
                  <a:lnTo>
                    <a:pt x="326452" y="111273"/>
                  </a:lnTo>
                  <a:lnTo>
                    <a:pt x="324766" y="106256"/>
                  </a:lnTo>
                  <a:lnTo>
                    <a:pt x="322922" y="101295"/>
                  </a:lnTo>
                  <a:lnTo>
                    <a:pt x="320923" y="96394"/>
                  </a:lnTo>
                  <a:lnTo>
                    <a:pt x="318769" y="91560"/>
                  </a:lnTo>
                  <a:lnTo>
                    <a:pt x="316463" y="86796"/>
                  </a:lnTo>
                  <a:lnTo>
                    <a:pt x="314007" y="82107"/>
                  </a:lnTo>
                  <a:lnTo>
                    <a:pt x="311404" y="77499"/>
                  </a:lnTo>
                  <a:lnTo>
                    <a:pt x="308657" y="72975"/>
                  </a:lnTo>
                  <a:lnTo>
                    <a:pt x="305768" y="68540"/>
                  </a:lnTo>
                  <a:lnTo>
                    <a:pt x="302739" y="64199"/>
                  </a:lnTo>
                  <a:lnTo>
                    <a:pt x="299575" y="59956"/>
                  </a:lnTo>
                  <a:lnTo>
                    <a:pt x="296278" y="55816"/>
                  </a:lnTo>
                  <a:lnTo>
                    <a:pt x="292852" y="51782"/>
                  </a:lnTo>
                  <a:lnTo>
                    <a:pt x="289300" y="47858"/>
                  </a:lnTo>
                  <a:lnTo>
                    <a:pt x="285625" y="44049"/>
                  </a:lnTo>
                  <a:lnTo>
                    <a:pt x="281832" y="40358"/>
                  </a:lnTo>
                  <a:lnTo>
                    <a:pt x="277924" y="36789"/>
                  </a:lnTo>
                  <a:lnTo>
                    <a:pt x="273904" y="33345"/>
                  </a:lnTo>
                  <a:lnTo>
                    <a:pt x="269778" y="30031"/>
                  </a:lnTo>
                  <a:lnTo>
                    <a:pt x="265548" y="26848"/>
                  </a:lnTo>
                  <a:lnTo>
                    <a:pt x="261221" y="23801"/>
                  </a:lnTo>
                  <a:lnTo>
                    <a:pt x="256798" y="20893"/>
                  </a:lnTo>
                  <a:lnTo>
                    <a:pt x="252286" y="18126"/>
                  </a:lnTo>
                  <a:lnTo>
                    <a:pt x="247689" y="15504"/>
                  </a:lnTo>
                  <a:lnTo>
                    <a:pt x="243011" y="13028"/>
                  </a:lnTo>
                  <a:lnTo>
                    <a:pt x="238257" y="10702"/>
                  </a:lnTo>
                  <a:lnTo>
                    <a:pt x="233431" y="8527"/>
                  </a:lnTo>
                  <a:lnTo>
                    <a:pt x="228540" y="6506"/>
                  </a:lnTo>
                  <a:lnTo>
                    <a:pt x="223586" y="4641"/>
                  </a:lnTo>
                  <a:lnTo>
                    <a:pt x="218576" y="2934"/>
                  </a:lnTo>
                  <a:lnTo>
                    <a:pt x="213515" y="1386"/>
                  </a:lnTo>
                  <a:lnTo>
                    <a:pt x="208407" y="0"/>
                  </a:lnTo>
                  <a:lnTo>
                    <a:pt x="167167" y="1620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86215" y="5399291"/>
              <a:ext cx="41240" cy="167167"/>
            </a:xfrm>
            <a:custGeom>
              <a:avLst/>
              <a:pathLst>
                <a:path w="41240" h="167167">
                  <a:moveTo>
                    <a:pt x="41240" y="5166"/>
                  </a:moveTo>
                  <a:lnTo>
                    <a:pt x="34476" y="3593"/>
                  </a:lnTo>
                  <a:lnTo>
                    <a:pt x="27652" y="2303"/>
                  </a:lnTo>
                  <a:lnTo>
                    <a:pt x="20781" y="1296"/>
                  </a:lnTo>
                  <a:lnTo>
                    <a:pt x="13874" y="576"/>
                  </a:lnTo>
                  <a:lnTo>
                    <a:pt x="6943" y="14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4856377" y="5399291"/>
              <a:ext cx="167166" cy="306733"/>
            </a:xfrm>
            <a:custGeom>
              <a:avLst/>
              <a:pathLst>
                <a:path w="167166" h="306733">
                  <a:moveTo>
                    <a:pt x="167166" y="0"/>
                  </a:moveTo>
                  <a:lnTo>
                    <a:pt x="161820" y="85"/>
                  </a:lnTo>
                  <a:lnTo>
                    <a:pt x="156480" y="341"/>
                  </a:lnTo>
                  <a:lnTo>
                    <a:pt x="151150" y="768"/>
                  </a:lnTo>
                  <a:lnTo>
                    <a:pt x="145837" y="1366"/>
                  </a:lnTo>
                  <a:lnTo>
                    <a:pt x="140546" y="2133"/>
                  </a:lnTo>
                  <a:lnTo>
                    <a:pt x="135282" y="3068"/>
                  </a:lnTo>
                  <a:lnTo>
                    <a:pt x="130051" y="4172"/>
                  </a:lnTo>
                  <a:lnTo>
                    <a:pt x="124857" y="5442"/>
                  </a:lnTo>
                  <a:lnTo>
                    <a:pt x="119707" y="6878"/>
                  </a:lnTo>
                  <a:lnTo>
                    <a:pt x="114606" y="8477"/>
                  </a:lnTo>
                  <a:lnTo>
                    <a:pt x="109558" y="10239"/>
                  </a:lnTo>
                  <a:lnTo>
                    <a:pt x="104569" y="12162"/>
                  </a:lnTo>
                  <a:lnTo>
                    <a:pt x="99644" y="14243"/>
                  </a:lnTo>
                  <a:lnTo>
                    <a:pt x="94788" y="16480"/>
                  </a:lnTo>
                  <a:lnTo>
                    <a:pt x="90007" y="18872"/>
                  </a:lnTo>
                  <a:lnTo>
                    <a:pt x="85304" y="21415"/>
                  </a:lnTo>
                  <a:lnTo>
                    <a:pt x="80685" y="24108"/>
                  </a:lnTo>
                  <a:lnTo>
                    <a:pt x="76154" y="26946"/>
                  </a:lnTo>
                  <a:lnTo>
                    <a:pt x="71717" y="29928"/>
                  </a:lnTo>
                  <a:lnTo>
                    <a:pt x="67377" y="33051"/>
                  </a:lnTo>
                  <a:lnTo>
                    <a:pt x="63139" y="36311"/>
                  </a:lnTo>
                  <a:lnTo>
                    <a:pt x="59008" y="39704"/>
                  </a:lnTo>
                  <a:lnTo>
                    <a:pt x="54987" y="43228"/>
                  </a:lnTo>
                  <a:lnTo>
                    <a:pt x="51081" y="46879"/>
                  </a:lnTo>
                  <a:lnTo>
                    <a:pt x="47294" y="50653"/>
                  </a:lnTo>
                  <a:lnTo>
                    <a:pt x="43629" y="54546"/>
                  </a:lnTo>
                  <a:lnTo>
                    <a:pt x="40091" y="58554"/>
                  </a:lnTo>
                  <a:lnTo>
                    <a:pt x="36682" y="62673"/>
                  </a:lnTo>
                  <a:lnTo>
                    <a:pt x="33407" y="66899"/>
                  </a:lnTo>
                  <a:lnTo>
                    <a:pt x="30269" y="71228"/>
                  </a:lnTo>
                  <a:lnTo>
                    <a:pt x="27271" y="75655"/>
                  </a:lnTo>
                  <a:lnTo>
                    <a:pt x="24417" y="80175"/>
                  </a:lnTo>
                  <a:lnTo>
                    <a:pt x="21708" y="84785"/>
                  </a:lnTo>
                  <a:lnTo>
                    <a:pt x="19148" y="89478"/>
                  </a:lnTo>
                  <a:lnTo>
                    <a:pt x="16739" y="94251"/>
                  </a:lnTo>
                  <a:lnTo>
                    <a:pt x="14484" y="99099"/>
                  </a:lnTo>
                  <a:lnTo>
                    <a:pt x="12385" y="104017"/>
                  </a:lnTo>
                  <a:lnTo>
                    <a:pt x="10445" y="108999"/>
                  </a:lnTo>
                  <a:lnTo>
                    <a:pt x="8665" y="114040"/>
                  </a:lnTo>
                  <a:lnTo>
                    <a:pt x="7047" y="119136"/>
                  </a:lnTo>
                  <a:lnTo>
                    <a:pt x="5593" y="124281"/>
                  </a:lnTo>
                  <a:lnTo>
                    <a:pt x="4304" y="129470"/>
                  </a:lnTo>
                  <a:lnTo>
                    <a:pt x="3182" y="134697"/>
                  </a:lnTo>
                  <a:lnTo>
                    <a:pt x="2228" y="139958"/>
                  </a:lnTo>
                  <a:lnTo>
                    <a:pt x="1442" y="145246"/>
                  </a:lnTo>
                  <a:lnTo>
                    <a:pt x="826" y="150557"/>
                  </a:lnTo>
                  <a:lnTo>
                    <a:pt x="380" y="155885"/>
                  </a:lnTo>
                  <a:lnTo>
                    <a:pt x="104" y="161224"/>
                  </a:lnTo>
                  <a:lnTo>
                    <a:pt x="0" y="166569"/>
                  </a:lnTo>
                  <a:lnTo>
                    <a:pt x="66" y="171916"/>
                  </a:lnTo>
                  <a:lnTo>
                    <a:pt x="303" y="177257"/>
                  </a:lnTo>
                  <a:lnTo>
                    <a:pt x="711" y="182588"/>
                  </a:lnTo>
                  <a:lnTo>
                    <a:pt x="1289" y="187903"/>
                  </a:lnTo>
                  <a:lnTo>
                    <a:pt x="2037" y="193197"/>
                  </a:lnTo>
                  <a:lnTo>
                    <a:pt x="2954" y="198464"/>
                  </a:lnTo>
                  <a:lnTo>
                    <a:pt x="4039" y="203699"/>
                  </a:lnTo>
                  <a:lnTo>
                    <a:pt x="5291" y="208897"/>
                  </a:lnTo>
                  <a:lnTo>
                    <a:pt x="6708" y="214052"/>
                  </a:lnTo>
                  <a:lnTo>
                    <a:pt x="8289" y="219160"/>
                  </a:lnTo>
                  <a:lnTo>
                    <a:pt x="10033" y="224214"/>
                  </a:lnTo>
                  <a:lnTo>
                    <a:pt x="11938" y="229209"/>
                  </a:lnTo>
                  <a:lnTo>
                    <a:pt x="14001" y="234142"/>
                  </a:lnTo>
                  <a:lnTo>
                    <a:pt x="16221" y="239005"/>
                  </a:lnTo>
                  <a:lnTo>
                    <a:pt x="18596" y="243796"/>
                  </a:lnTo>
                  <a:lnTo>
                    <a:pt x="21122" y="248507"/>
                  </a:lnTo>
                  <a:lnTo>
                    <a:pt x="23798" y="253136"/>
                  </a:lnTo>
                  <a:lnTo>
                    <a:pt x="26621" y="257677"/>
                  </a:lnTo>
                  <a:lnTo>
                    <a:pt x="29587" y="262125"/>
                  </a:lnTo>
                  <a:lnTo>
                    <a:pt x="32694" y="266476"/>
                  </a:lnTo>
                  <a:lnTo>
                    <a:pt x="35939" y="270725"/>
                  </a:lnTo>
                  <a:lnTo>
                    <a:pt x="39317" y="274869"/>
                  </a:lnTo>
                  <a:lnTo>
                    <a:pt x="42827" y="278902"/>
                  </a:lnTo>
                  <a:lnTo>
                    <a:pt x="46464" y="282821"/>
                  </a:lnTo>
                  <a:lnTo>
                    <a:pt x="50224" y="286622"/>
                  </a:lnTo>
                  <a:lnTo>
                    <a:pt x="54104" y="290301"/>
                  </a:lnTo>
                  <a:lnTo>
                    <a:pt x="58099" y="293853"/>
                  </a:lnTo>
                  <a:lnTo>
                    <a:pt x="62206" y="297276"/>
                  </a:lnTo>
                  <a:lnTo>
                    <a:pt x="66421" y="300566"/>
                  </a:lnTo>
                  <a:lnTo>
                    <a:pt x="70738" y="303720"/>
                  </a:lnTo>
                  <a:lnTo>
                    <a:pt x="75154" y="306733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4931532" y="5566459"/>
              <a:ext cx="92011" cy="139566"/>
            </a:xfrm>
            <a:custGeom>
              <a:avLst/>
              <a:pathLst>
                <a:path w="92011" h="139566">
                  <a:moveTo>
                    <a:pt x="0" y="139566"/>
                  </a:moveTo>
                  <a:lnTo>
                    <a:pt x="9201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4931532" y="5566459"/>
              <a:ext cx="92011" cy="139566"/>
            </a:xfrm>
            <a:custGeom>
              <a:avLst/>
              <a:pathLst>
                <a:path w="92011" h="139566">
                  <a:moveTo>
                    <a:pt x="0" y="139566"/>
                  </a:moveTo>
                  <a:lnTo>
                    <a:pt x="9201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4931532" y="5566459"/>
              <a:ext cx="92011" cy="139566"/>
            </a:xfrm>
            <a:custGeom>
              <a:avLst/>
              <a:pathLst>
                <a:path w="92011" h="139566">
                  <a:moveTo>
                    <a:pt x="0" y="139566"/>
                  </a:moveTo>
                  <a:lnTo>
                    <a:pt x="9201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4931532" y="5566459"/>
              <a:ext cx="92011" cy="139566"/>
            </a:xfrm>
            <a:custGeom>
              <a:avLst/>
              <a:pathLst>
                <a:path w="92011" h="139566">
                  <a:moveTo>
                    <a:pt x="0" y="139566"/>
                  </a:moveTo>
                  <a:lnTo>
                    <a:pt x="9201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4931532" y="5566459"/>
              <a:ext cx="92011" cy="139566"/>
            </a:xfrm>
            <a:custGeom>
              <a:avLst/>
              <a:pathLst>
                <a:path w="92011" h="139566">
                  <a:moveTo>
                    <a:pt x="0" y="139566"/>
                  </a:moveTo>
                  <a:lnTo>
                    <a:pt x="9201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4931532" y="5566459"/>
              <a:ext cx="115829" cy="167157"/>
            </a:xfrm>
            <a:custGeom>
              <a:avLst/>
              <a:pathLst>
                <a:path w="115829" h="167157">
                  <a:moveTo>
                    <a:pt x="0" y="139566"/>
                  </a:moveTo>
                  <a:lnTo>
                    <a:pt x="4653" y="142525"/>
                  </a:lnTo>
                  <a:lnTo>
                    <a:pt x="9402" y="145329"/>
                  </a:lnTo>
                  <a:lnTo>
                    <a:pt x="14241" y="147975"/>
                  </a:lnTo>
                  <a:lnTo>
                    <a:pt x="19165" y="150460"/>
                  </a:lnTo>
                  <a:lnTo>
                    <a:pt x="24167" y="152781"/>
                  </a:lnTo>
                  <a:lnTo>
                    <a:pt x="29244" y="154936"/>
                  </a:lnTo>
                  <a:lnTo>
                    <a:pt x="34389" y="156922"/>
                  </a:lnTo>
                  <a:lnTo>
                    <a:pt x="39597" y="158737"/>
                  </a:lnTo>
                  <a:lnTo>
                    <a:pt x="44861" y="160380"/>
                  </a:lnTo>
                  <a:lnTo>
                    <a:pt x="50177" y="161848"/>
                  </a:lnTo>
                  <a:lnTo>
                    <a:pt x="55539" y="163140"/>
                  </a:lnTo>
                  <a:lnTo>
                    <a:pt x="60940" y="164254"/>
                  </a:lnTo>
                  <a:lnTo>
                    <a:pt x="66375" y="165190"/>
                  </a:lnTo>
                  <a:lnTo>
                    <a:pt x="71838" y="165945"/>
                  </a:lnTo>
                  <a:lnTo>
                    <a:pt x="77323" y="166520"/>
                  </a:lnTo>
                  <a:lnTo>
                    <a:pt x="82824" y="166914"/>
                  </a:lnTo>
                  <a:lnTo>
                    <a:pt x="88335" y="167127"/>
                  </a:lnTo>
                  <a:lnTo>
                    <a:pt x="93850" y="167157"/>
                  </a:lnTo>
                  <a:lnTo>
                    <a:pt x="99362" y="167005"/>
                  </a:lnTo>
                  <a:lnTo>
                    <a:pt x="104867" y="166672"/>
                  </a:lnTo>
                  <a:lnTo>
                    <a:pt x="110358" y="166157"/>
                  </a:lnTo>
                  <a:lnTo>
                    <a:pt x="115829" y="165461"/>
                  </a:lnTo>
                  <a:lnTo>
                    <a:pt x="9201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023544" y="5399291"/>
              <a:ext cx="167162" cy="332629"/>
            </a:xfrm>
            <a:custGeom>
              <a:avLst/>
              <a:pathLst>
                <a:path w="167162" h="332629">
                  <a:moveTo>
                    <a:pt x="23817" y="332629"/>
                  </a:moveTo>
                  <a:lnTo>
                    <a:pt x="29083" y="331785"/>
                  </a:lnTo>
                  <a:lnTo>
                    <a:pt x="34318" y="330774"/>
                  </a:lnTo>
                  <a:lnTo>
                    <a:pt x="39519" y="329596"/>
                  </a:lnTo>
                  <a:lnTo>
                    <a:pt x="44680" y="328253"/>
                  </a:lnTo>
                  <a:lnTo>
                    <a:pt x="49795" y="326746"/>
                  </a:lnTo>
                  <a:lnTo>
                    <a:pt x="54859" y="325076"/>
                  </a:lnTo>
                  <a:lnTo>
                    <a:pt x="59868" y="323246"/>
                  </a:lnTo>
                  <a:lnTo>
                    <a:pt x="64815" y="321257"/>
                  </a:lnTo>
                  <a:lnTo>
                    <a:pt x="69697" y="319112"/>
                  </a:lnTo>
                  <a:lnTo>
                    <a:pt x="74508" y="316811"/>
                  </a:lnTo>
                  <a:lnTo>
                    <a:pt x="79243" y="314359"/>
                  </a:lnTo>
                  <a:lnTo>
                    <a:pt x="83897" y="311756"/>
                  </a:lnTo>
                  <a:lnTo>
                    <a:pt x="88466" y="309007"/>
                  </a:lnTo>
                  <a:lnTo>
                    <a:pt x="92945" y="306113"/>
                  </a:lnTo>
                  <a:lnTo>
                    <a:pt x="97330" y="303078"/>
                  </a:lnTo>
                  <a:lnTo>
                    <a:pt x="101615" y="299904"/>
                  </a:lnTo>
                  <a:lnTo>
                    <a:pt x="105797" y="296596"/>
                  </a:lnTo>
                  <a:lnTo>
                    <a:pt x="109871" y="293156"/>
                  </a:lnTo>
                  <a:lnTo>
                    <a:pt x="113834" y="289587"/>
                  </a:lnTo>
                  <a:lnTo>
                    <a:pt x="117680" y="285894"/>
                  </a:lnTo>
                  <a:lnTo>
                    <a:pt x="121407" y="282080"/>
                  </a:lnTo>
                  <a:lnTo>
                    <a:pt x="125011" y="278150"/>
                  </a:lnTo>
                  <a:lnTo>
                    <a:pt x="128487" y="274106"/>
                  </a:lnTo>
                  <a:lnTo>
                    <a:pt x="131832" y="269953"/>
                  </a:lnTo>
                  <a:lnTo>
                    <a:pt x="135044" y="265696"/>
                  </a:lnTo>
                  <a:lnTo>
                    <a:pt x="138117" y="261339"/>
                  </a:lnTo>
                  <a:lnTo>
                    <a:pt x="141051" y="256886"/>
                  </a:lnTo>
                  <a:lnTo>
                    <a:pt x="143841" y="252341"/>
                  </a:lnTo>
                  <a:lnTo>
                    <a:pt x="146484" y="247710"/>
                  </a:lnTo>
                  <a:lnTo>
                    <a:pt x="148978" y="242997"/>
                  </a:lnTo>
                  <a:lnTo>
                    <a:pt x="151321" y="238207"/>
                  </a:lnTo>
                  <a:lnTo>
                    <a:pt x="153510" y="233344"/>
                  </a:lnTo>
                  <a:lnTo>
                    <a:pt x="155543" y="228415"/>
                  </a:lnTo>
                  <a:lnTo>
                    <a:pt x="157417" y="223422"/>
                  </a:lnTo>
                  <a:lnTo>
                    <a:pt x="159131" y="218373"/>
                  </a:lnTo>
                  <a:lnTo>
                    <a:pt x="160683" y="213271"/>
                  </a:lnTo>
                  <a:lnTo>
                    <a:pt x="162072" y="208123"/>
                  </a:lnTo>
                  <a:lnTo>
                    <a:pt x="163296" y="202933"/>
                  </a:lnTo>
                  <a:lnTo>
                    <a:pt x="164354" y="197706"/>
                  </a:lnTo>
                  <a:lnTo>
                    <a:pt x="165244" y="192449"/>
                  </a:lnTo>
                  <a:lnTo>
                    <a:pt x="165966" y="187165"/>
                  </a:lnTo>
                  <a:lnTo>
                    <a:pt x="166520" y="181862"/>
                  </a:lnTo>
                  <a:lnTo>
                    <a:pt x="166904" y="176543"/>
                  </a:lnTo>
                  <a:lnTo>
                    <a:pt x="167118" y="171215"/>
                  </a:lnTo>
                  <a:lnTo>
                    <a:pt x="167162" y="165883"/>
                  </a:lnTo>
                  <a:lnTo>
                    <a:pt x="167036" y="160552"/>
                  </a:lnTo>
                  <a:lnTo>
                    <a:pt x="166740" y="155227"/>
                  </a:lnTo>
                  <a:lnTo>
                    <a:pt x="166274" y="149915"/>
                  </a:lnTo>
                  <a:lnTo>
                    <a:pt x="165640" y="144621"/>
                  </a:lnTo>
                  <a:lnTo>
                    <a:pt x="164836" y="139349"/>
                  </a:lnTo>
                  <a:lnTo>
                    <a:pt x="163865" y="134106"/>
                  </a:lnTo>
                  <a:lnTo>
                    <a:pt x="162727" y="128896"/>
                  </a:lnTo>
                  <a:lnTo>
                    <a:pt x="161424" y="123726"/>
                  </a:lnTo>
                  <a:lnTo>
                    <a:pt x="159956" y="118599"/>
                  </a:lnTo>
                  <a:lnTo>
                    <a:pt x="158326" y="113522"/>
                  </a:lnTo>
                  <a:lnTo>
                    <a:pt x="156534" y="108499"/>
                  </a:lnTo>
                  <a:lnTo>
                    <a:pt x="154583" y="103537"/>
                  </a:lnTo>
                  <a:lnTo>
                    <a:pt x="152475" y="98639"/>
                  </a:lnTo>
                  <a:lnTo>
                    <a:pt x="150212" y="93810"/>
                  </a:lnTo>
                  <a:lnTo>
                    <a:pt x="147796" y="89057"/>
                  </a:lnTo>
                  <a:lnTo>
                    <a:pt x="145229" y="84382"/>
                  </a:lnTo>
                  <a:lnTo>
                    <a:pt x="142515" y="79792"/>
                  </a:lnTo>
                  <a:lnTo>
                    <a:pt x="139656" y="75291"/>
                  </a:lnTo>
                  <a:lnTo>
                    <a:pt x="136654" y="70884"/>
                  </a:lnTo>
                  <a:lnTo>
                    <a:pt x="133514" y="66574"/>
                  </a:lnTo>
                  <a:lnTo>
                    <a:pt x="130237" y="62367"/>
                  </a:lnTo>
                  <a:lnTo>
                    <a:pt x="126829" y="58266"/>
                  </a:lnTo>
                  <a:lnTo>
                    <a:pt x="123291" y="54277"/>
                  </a:lnTo>
                  <a:lnTo>
                    <a:pt x="119627" y="50402"/>
                  </a:lnTo>
                  <a:lnTo>
                    <a:pt x="115842" y="46646"/>
                  </a:lnTo>
                  <a:lnTo>
                    <a:pt x="111939" y="43012"/>
                  </a:lnTo>
                  <a:lnTo>
                    <a:pt x="107922" y="39505"/>
                  </a:lnTo>
                  <a:lnTo>
                    <a:pt x="103796" y="36128"/>
                  </a:lnTo>
                  <a:lnTo>
                    <a:pt x="99564" y="32884"/>
                  </a:lnTo>
                  <a:lnTo>
                    <a:pt x="95230" y="29777"/>
                  </a:lnTo>
                  <a:lnTo>
                    <a:pt x="90799" y="26809"/>
                  </a:lnTo>
                  <a:lnTo>
                    <a:pt x="86277" y="23984"/>
                  </a:lnTo>
                  <a:lnTo>
                    <a:pt x="81666" y="21305"/>
                  </a:lnTo>
                  <a:lnTo>
                    <a:pt x="76972" y="18775"/>
                  </a:lnTo>
                  <a:lnTo>
                    <a:pt x="72200" y="16395"/>
                  </a:lnTo>
                  <a:lnTo>
                    <a:pt x="67354" y="14169"/>
                  </a:lnTo>
                  <a:lnTo>
                    <a:pt x="62440" y="12099"/>
                  </a:lnTo>
                  <a:lnTo>
                    <a:pt x="57463" y="10186"/>
                  </a:lnTo>
                  <a:lnTo>
                    <a:pt x="52427" y="8433"/>
                  </a:lnTo>
                  <a:lnTo>
                    <a:pt x="47337" y="6842"/>
                  </a:lnTo>
                  <a:lnTo>
                    <a:pt x="42199" y="5414"/>
                  </a:lnTo>
                  <a:lnTo>
                    <a:pt x="37019" y="4150"/>
                  </a:lnTo>
                  <a:lnTo>
                    <a:pt x="31801" y="3052"/>
                  </a:lnTo>
                  <a:lnTo>
                    <a:pt x="26550" y="2121"/>
                  </a:lnTo>
                  <a:lnTo>
                    <a:pt x="21272" y="1359"/>
                  </a:lnTo>
                  <a:lnTo>
                    <a:pt x="15973" y="764"/>
                  </a:lnTo>
                  <a:lnTo>
                    <a:pt x="10658" y="340"/>
                  </a:lnTo>
                  <a:lnTo>
                    <a:pt x="5331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428032" y="5269756"/>
              <a:ext cx="117226" cy="167167"/>
            </a:xfrm>
            <a:custGeom>
              <a:avLst/>
              <a:pathLst>
                <a:path w="117226" h="167167">
                  <a:moveTo>
                    <a:pt x="117226" y="0"/>
                  </a:moveTo>
                  <a:lnTo>
                    <a:pt x="111578" y="95"/>
                  </a:lnTo>
                  <a:lnTo>
                    <a:pt x="105937" y="381"/>
                  </a:lnTo>
                  <a:lnTo>
                    <a:pt x="100309" y="858"/>
                  </a:lnTo>
                  <a:lnTo>
                    <a:pt x="94701" y="1524"/>
                  </a:lnTo>
                  <a:lnTo>
                    <a:pt x="89118" y="2380"/>
                  </a:lnTo>
                  <a:lnTo>
                    <a:pt x="83567" y="3423"/>
                  </a:lnTo>
                  <a:lnTo>
                    <a:pt x="78054" y="4654"/>
                  </a:lnTo>
                  <a:lnTo>
                    <a:pt x="72587" y="6070"/>
                  </a:lnTo>
                  <a:lnTo>
                    <a:pt x="67170" y="7670"/>
                  </a:lnTo>
                  <a:lnTo>
                    <a:pt x="61810" y="9452"/>
                  </a:lnTo>
                  <a:lnTo>
                    <a:pt x="56514" y="11414"/>
                  </a:lnTo>
                  <a:lnTo>
                    <a:pt x="51287" y="13554"/>
                  </a:lnTo>
                  <a:lnTo>
                    <a:pt x="46135" y="15869"/>
                  </a:lnTo>
                  <a:lnTo>
                    <a:pt x="41064" y="18357"/>
                  </a:lnTo>
                  <a:lnTo>
                    <a:pt x="36080" y="21015"/>
                  </a:lnTo>
                  <a:lnTo>
                    <a:pt x="31189" y="23840"/>
                  </a:lnTo>
                  <a:lnTo>
                    <a:pt x="26396" y="26828"/>
                  </a:lnTo>
                  <a:lnTo>
                    <a:pt x="21707" y="29977"/>
                  </a:lnTo>
                  <a:lnTo>
                    <a:pt x="17127" y="33282"/>
                  </a:lnTo>
                  <a:lnTo>
                    <a:pt x="12661" y="36740"/>
                  </a:lnTo>
                  <a:lnTo>
                    <a:pt x="8315" y="40347"/>
                  </a:lnTo>
                  <a:lnTo>
                    <a:pt x="4093" y="44099"/>
                  </a:lnTo>
                  <a:lnTo>
                    <a:pt x="0" y="47991"/>
                  </a:lnTo>
                  <a:lnTo>
                    <a:pt x="11722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428032" y="5317747"/>
              <a:ext cx="117226" cy="119176"/>
            </a:xfrm>
            <a:custGeom>
              <a:avLst/>
              <a:pathLst>
                <a:path w="117226" h="119176">
                  <a:moveTo>
                    <a:pt x="0" y="0"/>
                  </a:moveTo>
                  <a:lnTo>
                    <a:pt x="117226" y="1191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428032" y="5317747"/>
              <a:ext cx="117226" cy="119176"/>
            </a:xfrm>
            <a:custGeom>
              <a:avLst/>
              <a:pathLst>
                <a:path w="117226" h="119176">
                  <a:moveTo>
                    <a:pt x="0" y="0"/>
                  </a:moveTo>
                  <a:lnTo>
                    <a:pt x="117226" y="1191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428032" y="5317747"/>
              <a:ext cx="117226" cy="119176"/>
            </a:xfrm>
            <a:custGeom>
              <a:avLst/>
              <a:pathLst>
                <a:path w="117226" h="119176">
                  <a:moveTo>
                    <a:pt x="0" y="0"/>
                  </a:moveTo>
                  <a:lnTo>
                    <a:pt x="117226" y="11917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428032" y="5317747"/>
              <a:ext cx="117226" cy="119176"/>
            </a:xfrm>
            <a:custGeom>
              <a:avLst/>
              <a:pathLst>
                <a:path w="117226" h="119176">
                  <a:moveTo>
                    <a:pt x="0" y="0"/>
                  </a:moveTo>
                  <a:lnTo>
                    <a:pt x="117226" y="11917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401623" y="5317747"/>
              <a:ext cx="143634" cy="119176"/>
            </a:xfrm>
            <a:custGeom>
              <a:avLst/>
              <a:pathLst>
                <a:path w="143634" h="119176">
                  <a:moveTo>
                    <a:pt x="26408" y="0"/>
                  </a:moveTo>
                  <a:lnTo>
                    <a:pt x="22119" y="4376"/>
                  </a:lnTo>
                  <a:lnTo>
                    <a:pt x="17993" y="8907"/>
                  </a:lnTo>
                  <a:lnTo>
                    <a:pt x="14036" y="13585"/>
                  </a:lnTo>
                  <a:lnTo>
                    <a:pt x="10253" y="18406"/>
                  </a:lnTo>
                  <a:lnTo>
                    <a:pt x="6650" y="23362"/>
                  </a:lnTo>
                  <a:lnTo>
                    <a:pt x="3230" y="28447"/>
                  </a:lnTo>
                  <a:lnTo>
                    <a:pt x="0" y="33654"/>
                  </a:lnTo>
                  <a:lnTo>
                    <a:pt x="143634" y="1191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378091" y="5269756"/>
              <a:ext cx="334325" cy="334324"/>
            </a:xfrm>
            <a:custGeom>
              <a:avLst/>
              <a:pathLst>
                <a:path w="334325" h="334324">
                  <a:moveTo>
                    <a:pt x="23532" y="81645"/>
                  </a:moveTo>
                  <a:lnTo>
                    <a:pt x="20900" y="86229"/>
                  </a:lnTo>
                  <a:lnTo>
                    <a:pt x="18414" y="90894"/>
                  </a:lnTo>
                  <a:lnTo>
                    <a:pt x="16077" y="95636"/>
                  </a:lnTo>
                  <a:lnTo>
                    <a:pt x="13891" y="100448"/>
                  </a:lnTo>
                  <a:lnTo>
                    <a:pt x="11858" y="105328"/>
                  </a:lnTo>
                  <a:lnTo>
                    <a:pt x="9980" y="110270"/>
                  </a:lnTo>
                  <a:lnTo>
                    <a:pt x="8260" y="115268"/>
                  </a:lnTo>
                  <a:lnTo>
                    <a:pt x="6698" y="120318"/>
                  </a:lnTo>
                  <a:lnTo>
                    <a:pt x="5297" y="125415"/>
                  </a:lnTo>
                  <a:lnTo>
                    <a:pt x="4058" y="130554"/>
                  </a:lnTo>
                  <a:lnTo>
                    <a:pt x="2982" y="135729"/>
                  </a:lnTo>
                  <a:lnTo>
                    <a:pt x="2070" y="140936"/>
                  </a:lnTo>
                  <a:lnTo>
                    <a:pt x="1323" y="146169"/>
                  </a:lnTo>
                  <a:lnTo>
                    <a:pt x="742" y="151424"/>
                  </a:lnTo>
                  <a:lnTo>
                    <a:pt x="328" y="156693"/>
                  </a:lnTo>
                  <a:lnTo>
                    <a:pt x="80" y="161974"/>
                  </a:lnTo>
                  <a:lnTo>
                    <a:pt x="0" y="167259"/>
                  </a:lnTo>
                  <a:lnTo>
                    <a:pt x="86" y="172545"/>
                  </a:lnTo>
                  <a:lnTo>
                    <a:pt x="340" y="177825"/>
                  </a:lnTo>
                  <a:lnTo>
                    <a:pt x="760" y="183094"/>
                  </a:lnTo>
                  <a:lnTo>
                    <a:pt x="1347" y="188348"/>
                  </a:lnTo>
                  <a:lnTo>
                    <a:pt x="2099" y="193580"/>
                  </a:lnTo>
                  <a:lnTo>
                    <a:pt x="3017" y="198786"/>
                  </a:lnTo>
                  <a:lnTo>
                    <a:pt x="4099" y="203960"/>
                  </a:lnTo>
                  <a:lnTo>
                    <a:pt x="5344" y="209097"/>
                  </a:lnTo>
                  <a:lnTo>
                    <a:pt x="6750" y="214193"/>
                  </a:lnTo>
                  <a:lnTo>
                    <a:pt x="8317" y="219241"/>
                  </a:lnTo>
                  <a:lnTo>
                    <a:pt x="10043" y="224238"/>
                  </a:lnTo>
                  <a:lnTo>
                    <a:pt x="11926" y="229177"/>
                  </a:lnTo>
                  <a:lnTo>
                    <a:pt x="13964" y="234055"/>
                  </a:lnTo>
                  <a:lnTo>
                    <a:pt x="16156" y="238865"/>
                  </a:lnTo>
                  <a:lnTo>
                    <a:pt x="18498" y="243604"/>
                  </a:lnTo>
                  <a:lnTo>
                    <a:pt x="20989" y="248266"/>
                  </a:lnTo>
                  <a:lnTo>
                    <a:pt x="23627" y="252848"/>
                  </a:lnTo>
                  <a:lnTo>
                    <a:pt x="26407" y="257343"/>
                  </a:lnTo>
                  <a:lnTo>
                    <a:pt x="29329" y="261749"/>
                  </a:lnTo>
                  <a:lnTo>
                    <a:pt x="32388" y="266059"/>
                  </a:lnTo>
                  <a:lnTo>
                    <a:pt x="35583" y="270271"/>
                  </a:lnTo>
                  <a:lnTo>
                    <a:pt x="38908" y="274380"/>
                  </a:lnTo>
                  <a:lnTo>
                    <a:pt x="42362" y="278382"/>
                  </a:lnTo>
                  <a:lnTo>
                    <a:pt x="45941" y="282272"/>
                  </a:lnTo>
                  <a:lnTo>
                    <a:pt x="49641" y="286048"/>
                  </a:lnTo>
                  <a:lnTo>
                    <a:pt x="53459" y="289704"/>
                  </a:lnTo>
                  <a:lnTo>
                    <a:pt x="57390" y="293238"/>
                  </a:lnTo>
                  <a:lnTo>
                    <a:pt x="61431" y="296646"/>
                  </a:lnTo>
                  <a:lnTo>
                    <a:pt x="65577" y="299924"/>
                  </a:lnTo>
                  <a:lnTo>
                    <a:pt x="69826" y="303070"/>
                  </a:lnTo>
                  <a:lnTo>
                    <a:pt x="74171" y="306080"/>
                  </a:lnTo>
                  <a:lnTo>
                    <a:pt x="78610" y="308951"/>
                  </a:lnTo>
                  <a:lnTo>
                    <a:pt x="83137" y="311680"/>
                  </a:lnTo>
                  <a:lnTo>
                    <a:pt x="87748" y="314264"/>
                  </a:lnTo>
                  <a:lnTo>
                    <a:pt x="92439" y="316702"/>
                  </a:lnTo>
                  <a:lnTo>
                    <a:pt x="97204" y="318990"/>
                  </a:lnTo>
                  <a:lnTo>
                    <a:pt x="102039" y="321126"/>
                  </a:lnTo>
                  <a:lnTo>
                    <a:pt x="106940" y="323108"/>
                  </a:lnTo>
                  <a:lnTo>
                    <a:pt x="111901" y="324934"/>
                  </a:lnTo>
                  <a:lnTo>
                    <a:pt x="116916" y="326603"/>
                  </a:lnTo>
                  <a:lnTo>
                    <a:pt x="121983" y="328112"/>
                  </a:lnTo>
                  <a:lnTo>
                    <a:pt x="127094" y="329460"/>
                  </a:lnTo>
                  <a:lnTo>
                    <a:pt x="132245" y="330646"/>
                  </a:lnTo>
                  <a:lnTo>
                    <a:pt x="137432" y="331668"/>
                  </a:lnTo>
                  <a:lnTo>
                    <a:pt x="142648" y="332526"/>
                  </a:lnTo>
                  <a:lnTo>
                    <a:pt x="147888" y="333219"/>
                  </a:lnTo>
                  <a:lnTo>
                    <a:pt x="153148" y="333746"/>
                  </a:lnTo>
                  <a:lnTo>
                    <a:pt x="158422" y="334105"/>
                  </a:lnTo>
                  <a:lnTo>
                    <a:pt x="163704" y="334299"/>
                  </a:lnTo>
                  <a:lnTo>
                    <a:pt x="168991" y="334324"/>
                  </a:lnTo>
                  <a:lnTo>
                    <a:pt x="174275" y="334183"/>
                  </a:lnTo>
                  <a:lnTo>
                    <a:pt x="179552" y="333875"/>
                  </a:lnTo>
                  <a:lnTo>
                    <a:pt x="184817" y="333400"/>
                  </a:lnTo>
                  <a:lnTo>
                    <a:pt x="190064" y="332759"/>
                  </a:lnTo>
                  <a:lnTo>
                    <a:pt x="195288" y="331952"/>
                  </a:lnTo>
                  <a:lnTo>
                    <a:pt x="200484" y="330981"/>
                  </a:lnTo>
                  <a:lnTo>
                    <a:pt x="205647" y="329845"/>
                  </a:lnTo>
                  <a:lnTo>
                    <a:pt x="210771" y="328547"/>
                  </a:lnTo>
                  <a:lnTo>
                    <a:pt x="215852" y="327088"/>
                  </a:lnTo>
                  <a:lnTo>
                    <a:pt x="220884" y="325469"/>
                  </a:lnTo>
                  <a:lnTo>
                    <a:pt x="225862" y="323691"/>
                  </a:lnTo>
                  <a:lnTo>
                    <a:pt x="230782" y="321757"/>
                  </a:lnTo>
                  <a:lnTo>
                    <a:pt x="235638" y="319668"/>
                  </a:lnTo>
                  <a:lnTo>
                    <a:pt x="240425" y="317427"/>
                  </a:lnTo>
                  <a:lnTo>
                    <a:pt x="245139" y="315036"/>
                  </a:lnTo>
                  <a:lnTo>
                    <a:pt x="249776" y="312497"/>
                  </a:lnTo>
                  <a:lnTo>
                    <a:pt x="254330" y="309812"/>
                  </a:lnTo>
                  <a:lnTo>
                    <a:pt x="258796" y="306985"/>
                  </a:lnTo>
                  <a:lnTo>
                    <a:pt x="263171" y="304018"/>
                  </a:lnTo>
                  <a:lnTo>
                    <a:pt x="267450" y="300914"/>
                  </a:lnTo>
                  <a:lnTo>
                    <a:pt x="271629" y="297676"/>
                  </a:lnTo>
                  <a:lnTo>
                    <a:pt x="275703" y="294308"/>
                  </a:lnTo>
                  <a:lnTo>
                    <a:pt x="279668" y="290813"/>
                  </a:lnTo>
                  <a:lnTo>
                    <a:pt x="283522" y="287194"/>
                  </a:lnTo>
                  <a:lnTo>
                    <a:pt x="287258" y="283455"/>
                  </a:lnTo>
                  <a:lnTo>
                    <a:pt x="290875" y="279600"/>
                  </a:lnTo>
                  <a:lnTo>
                    <a:pt x="294368" y="275633"/>
                  </a:lnTo>
                  <a:lnTo>
                    <a:pt x="297734" y="271557"/>
                  </a:lnTo>
                  <a:lnTo>
                    <a:pt x="300969" y="267376"/>
                  </a:lnTo>
                  <a:lnTo>
                    <a:pt x="304071" y="263095"/>
                  </a:lnTo>
                  <a:lnTo>
                    <a:pt x="307035" y="258719"/>
                  </a:lnTo>
                  <a:lnTo>
                    <a:pt x="309860" y="254251"/>
                  </a:lnTo>
                  <a:lnTo>
                    <a:pt x="312542" y="249696"/>
                  </a:lnTo>
                  <a:lnTo>
                    <a:pt x="315079" y="245058"/>
                  </a:lnTo>
                  <a:lnTo>
                    <a:pt x="317468" y="240342"/>
                  </a:lnTo>
                  <a:lnTo>
                    <a:pt x="319706" y="235554"/>
                  </a:lnTo>
                  <a:lnTo>
                    <a:pt x="321792" y="230696"/>
                  </a:lnTo>
                  <a:lnTo>
                    <a:pt x="323724" y="225776"/>
                  </a:lnTo>
                  <a:lnTo>
                    <a:pt x="325498" y="220796"/>
                  </a:lnTo>
                  <a:lnTo>
                    <a:pt x="327115" y="215764"/>
                  </a:lnTo>
                  <a:lnTo>
                    <a:pt x="328571" y="210682"/>
                  </a:lnTo>
                  <a:lnTo>
                    <a:pt x="329867" y="205557"/>
                  </a:lnTo>
                  <a:lnTo>
                    <a:pt x="330999" y="200394"/>
                  </a:lnTo>
                  <a:lnTo>
                    <a:pt x="331968" y="195197"/>
                  </a:lnTo>
                  <a:lnTo>
                    <a:pt x="332771" y="189972"/>
                  </a:lnTo>
                  <a:lnTo>
                    <a:pt x="333410" y="184725"/>
                  </a:lnTo>
                  <a:lnTo>
                    <a:pt x="333882" y="179460"/>
                  </a:lnTo>
                  <a:lnTo>
                    <a:pt x="334187" y="174183"/>
                  </a:lnTo>
                  <a:lnTo>
                    <a:pt x="334325" y="168898"/>
                  </a:lnTo>
                  <a:lnTo>
                    <a:pt x="334297" y="163612"/>
                  </a:lnTo>
                  <a:lnTo>
                    <a:pt x="334101" y="158330"/>
                  </a:lnTo>
                  <a:lnTo>
                    <a:pt x="333738" y="153056"/>
                  </a:lnTo>
                  <a:lnTo>
                    <a:pt x="333208" y="147797"/>
                  </a:lnTo>
                  <a:lnTo>
                    <a:pt x="332513" y="142556"/>
                  </a:lnTo>
                  <a:lnTo>
                    <a:pt x="331652" y="137341"/>
                  </a:lnTo>
                  <a:lnTo>
                    <a:pt x="330627" y="132155"/>
                  </a:lnTo>
                  <a:lnTo>
                    <a:pt x="329438" y="127004"/>
                  </a:lnTo>
                  <a:lnTo>
                    <a:pt x="328087" y="121894"/>
                  </a:lnTo>
                  <a:lnTo>
                    <a:pt x="326575" y="116828"/>
                  </a:lnTo>
                  <a:lnTo>
                    <a:pt x="324904" y="111813"/>
                  </a:lnTo>
                  <a:lnTo>
                    <a:pt x="323075" y="106854"/>
                  </a:lnTo>
                  <a:lnTo>
                    <a:pt x="321090" y="101955"/>
                  </a:lnTo>
                  <a:lnTo>
                    <a:pt x="318951" y="97120"/>
                  </a:lnTo>
                  <a:lnTo>
                    <a:pt x="316660" y="92356"/>
                  </a:lnTo>
                  <a:lnTo>
                    <a:pt x="314220" y="87667"/>
                  </a:lnTo>
                  <a:lnTo>
                    <a:pt x="311633" y="83057"/>
                  </a:lnTo>
                  <a:lnTo>
                    <a:pt x="308902" y="78532"/>
                  </a:lnTo>
                  <a:lnTo>
                    <a:pt x="306028" y="74095"/>
                  </a:lnTo>
                  <a:lnTo>
                    <a:pt x="303016" y="69751"/>
                  </a:lnTo>
                  <a:lnTo>
                    <a:pt x="299868" y="65504"/>
                  </a:lnTo>
                  <a:lnTo>
                    <a:pt x="296587" y="61359"/>
                  </a:lnTo>
                  <a:lnTo>
                    <a:pt x="293177" y="57320"/>
                  </a:lnTo>
                  <a:lnTo>
                    <a:pt x="289641" y="53391"/>
                  </a:lnTo>
                  <a:lnTo>
                    <a:pt x="285983" y="49575"/>
                  </a:lnTo>
                  <a:lnTo>
                    <a:pt x="282205" y="45878"/>
                  </a:lnTo>
                  <a:lnTo>
                    <a:pt x="278313" y="42301"/>
                  </a:lnTo>
                  <a:lnTo>
                    <a:pt x="274309" y="38849"/>
                  </a:lnTo>
                  <a:lnTo>
                    <a:pt x="270199" y="35526"/>
                  </a:lnTo>
                  <a:lnTo>
                    <a:pt x="265985" y="32334"/>
                  </a:lnTo>
                  <a:lnTo>
                    <a:pt x="261672" y="29277"/>
                  </a:lnTo>
                  <a:lnTo>
                    <a:pt x="257265" y="26358"/>
                  </a:lnTo>
                  <a:lnTo>
                    <a:pt x="252768" y="23579"/>
                  </a:lnTo>
                  <a:lnTo>
                    <a:pt x="248186" y="20945"/>
                  </a:lnTo>
                  <a:lnTo>
                    <a:pt x="243522" y="18456"/>
                  </a:lnTo>
                  <a:lnTo>
                    <a:pt x="238782" y="16116"/>
                  </a:lnTo>
                  <a:lnTo>
                    <a:pt x="233970" y="13928"/>
                  </a:lnTo>
                  <a:lnTo>
                    <a:pt x="229092" y="11892"/>
                  </a:lnTo>
                  <a:lnTo>
                    <a:pt x="224151" y="10012"/>
                  </a:lnTo>
                  <a:lnTo>
                    <a:pt x="219154" y="8289"/>
                  </a:lnTo>
                  <a:lnTo>
                    <a:pt x="214104" y="6724"/>
                  </a:lnTo>
                  <a:lnTo>
                    <a:pt x="209008" y="5320"/>
                  </a:lnTo>
                  <a:lnTo>
                    <a:pt x="203870" y="4078"/>
                  </a:lnTo>
                  <a:lnTo>
                    <a:pt x="198695" y="3000"/>
                  </a:lnTo>
                  <a:lnTo>
                    <a:pt x="193489" y="2085"/>
                  </a:lnTo>
                  <a:lnTo>
                    <a:pt x="188256" y="1335"/>
                  </a:lnTo>
                  <a:lnTo>
                    <a:pt x="183002" y="751"/>
                  </a:lnTo>
                  <a:lnTo>
                    <a:pt x="177733" y="334"/>
                  </a:lnTo>
                  <a:lnTo>
                    <a:pt x="172452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5856294" y="5018213"/>
              <a:ext cx="164744" cy="167167"/>
            </a:xfrm>
            <a:custGeom>
              <a:avLst/>
              <a:pathLst>
                <a:path w="164744" h="167167">
                  <a:moveTo>
                    <a:pt x="164744" y="0"/>
                  </a:moveTo>
                  <a:lnTo>
                    <a:pt x="159301" y="88"/>
                  </a:lnTo>
                  <a:lnTo>
                    <a:pt x="153864" y="354"/>
                  </a:lnTo>
                  <a:lnTo>
                    <a:pt x="148438" y="797"/>
                  </a:lnTo>
                  <a:lnTo>
                    <a:pt x="143030" y="1416"/>
                  </a:lnTo>
                  <a:lnTo>
                    <a:pt x="137644" y="2211"/>
                  </a:lnTo>
                  <a:lnTo>
                    <a:pt x="132288" y="3181"/>
                  </a:lnTo>
                  <a:lnTo>
                    <a:pt x="126966" y="4324"/>
                  </a:lnTo>
                  <a:lnTo>
                    <a:pt x="121683" y="5641"/>
                  </a:lnTo>
                  <a:lnTo>
                    <a:pt x="116447" y="7128"/>
                  </a:lnTo>
                  <a:lnTo>
                    <a:pt x="111262" y="8786"/>
                  </a:lnTo>
                  <a:lnTo>
                    <a:pt x="106133" y="10611"/>
                  </a:lnTo>
                  <a:lnTo>
                    <a:pt x="101067" y="12603"/>
                  </a:lnTo>
                  <a:lnTo>
                    <a:pt x="96068" y="14758"/>
                  </a:lnTo>
                  <a:lnTo>
                    <a:pt x="91142" y="17075"/>
                  </a:lnTo>
                  <a:lnTo>
                    <a:pt x="86294" y="19551"/>
                  </a:lnTo>
                  <a:lnTo>
                    <a:pt x="81529" y="22184"/>
                  </a:lnTo>
                  <a:lnTo>
                    <a:pt x="76852" y="24970"/>
                  </a:lnTo>
                  <a:lnTo>
                    <a:pt x="72269" y="27907"/>
                  </a:lnTo>
                  <a:lnTo>
                    <a:pt x="67784" y="30992"/>
                  </a:lnTo>
                  <a:lnTo>
                    <a:pt x="63401" y="34221"/>
                  </a:lnTo>
                  <a:lnTo>
                    <a:pt x="59126" y="37591"/>
                  </a:lnTo>
                  <a:lnTo>
                    <a:pt x="54963" y="41099"/>
                  </a:lnTo>
                  <a:lnTo>
                    <a:pt x="50917" y="44740"/>
                  </a:lnTo>
                  <a:lnTo>
                    <a:pt x="46991" y="48512"/>
                  </a:lnTo>
                  <a:lnTo>
                    <a:pt x="43190" y="52409"/>
                  </a:lnTo>
                  <a:lnTo>
                    <a:pt x="39518" y="56427"/>
                  </a:lnTo>
                  <a:lnTo>
                    <a:pt x="35978" y="60563"/>
                  </a:lnTo>
                  <a:lnTo>
                    <a:pt x="32576" y="64813"/>
                  </a:lnTo>
                  <a:lnTo>
                    <a:pt x="29313" y="69170"/>
                  </a:lnTo>
                  <a:lnTo>
                    <a:pt x="26194" y="73632"/>
                  </a:lnTo>
                  <a:lnTo>
                    <a:pt x="23222" y="78193"/>
                  </a:lnTo>
                  <a:lnTo>
                    <a:pt x="20400" y="82848"/>
                  </a:lnTo>
                  <a:lnTo>
                    <a:pt x="17731" y="87592"/>
                  </a:lnTo>
                  <a:lnTo>
                    <a:pt x="15218" y="92421"/>
                  </a:lnTo>
                  <a:lnTo>
                    <a:pt x="12864" y="97330"/>
                  </a:lnTo>
                  <a:lnTo>
                    <a:pt x="10670" y="102312"/>
                  </a:lnTo>
                  <a:lnTo>
                    <a:pt x="8640" y="107363"/>
                  </a:lnTo>
                  <a:lnTo>
                    <a:pt x="6776" y="112478"/>
                  </a:lnTo>
                  <a:lnTo>
                    <a:pt x="5079" y="117650"/>
                  </a:lnTo>
                  <a:lnTo>
                    <a:pt x="3551" y="122875"/>
                  </a:lnTo>
                  <a:lnTo>
                    <a:pt x="2194" y="128147"/>
                  </a:lnTo>
                  <a:lnTo>
                    <a:pt x="1010" y="133460"/>
                  </a:lnTo>
                  <a:lnTo>
                    <a:pt x="0" y="138809"/>
                  </a:lnTo>
                  <a:lnTo>
                    <a:pt x="16474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5856294" y="5157023"/>
              <a:ext cx="164744" cy="28357"/>
            </a:xfrm>
            <a:custGeom>
              <a:avLst/>
              <a:pathLst>
                <a:path w="164744" h="28357">
                  <a:moveTo>
                    <a:pt x="0" y="0"/>
                  </a:moveTo>
                  <a:lnTo>
                    <a:pt x="164744" y="283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5856294" y="5157023"/>
              <a:ext cx="164744" cy="28357"/>
            </a:xfrm>
            <a:custGeom>
              <a:avLst/>
              <a:pathLst>
                <a:path w="164744" h="28357">
                  <a:moveTo>
                    <a:pt x="0" y="0"/>
                  </a:moveTo>
                  <a:lnTo>
                    <a:pt x="164744" y="2835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5856294" y="5157023"/>
              <a:ext cx="164744" cy="28357"/>
            </a:xfrm>
            <a:custGeom>
              <a:avLst/>
              <a:pathLst>
                <a:path w="164744" h="28357">
                  <a:moveTo>
                    <a:pt x="0" y="0"/>
                  </a:moveTo>
                  <a:lnTo>
                    <a:pt x="164744" y="2835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5853877" y="5157023"/>
              <a:ext cx="167161" cy="47617"/>
            </a:xfrm>
            <a:custGeom>
              <a:avLst/>
              <a:pathLst>
                <a:path w="167161" h="47617">
                  <a:moveTo>
                    <a:pt x="2417" y="0"/>
                  </a:moveTo>
                  <a:lnTo>
                    <a:pt x="1508" y="5905"/>
                  </a:lnTo>
                  <a:lnTo>
                    <a:pt x="812" y="11838"/>
                  </a:lnTo>
                  <a:lnTo>
                    <a:pt x="328" y="17793"/>
                  </a:lnTo>
                  <a:lnTo>
                    <a:pt x="57" y="23762"/>
                  </a:lnTo>
                  <a:lnTo>
                    <a:pt x="0" y="29736"/>
                  </a:lnTo>
                  <a:lnTo>
                    <a:pt x="156" y="35708"/>
                  </a:lnTo>
                  <a:lnTo>
                    <a:pt x="525" y="41671"/>
                  </a:lnTo>
                  <a:lnTo>
                    <a:pt x="1107" y="47617"/>
                  </a:lnTo>
                  <a:lnTo>
                    <a:pt x="167161" y="283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5854984" y="5018213"/>
              <a:ext cx="333204" cy="334334"/>
            </a:xfrm>
            <a:custGeom>
              <a:avLst/>
              <a:pathLst>
                <a:path w="333204" h="334334">
                  <a:moveTo>
                    <a:pt x="0" y="186427"/>
                  </a:moveTo>
                  <a:lnTo>
                    <a:pt x="693" y="191681"/>
                  </a:lnTo>
                  <a:lnTo>
                    <a:pt x="1554" y="196910"/>
                  </a:lnTo>
                  <a:lnTo>
                    <a:pt x="2579" y="202110"/>
                  </a:lnTo>
                  <a:lnTo>
                    <a:pt x="3769" y="207274"/>
                  </a:lnTo>
                  <a:lnTo>
                    <a:pt x="5122" y="212398"/>
                  </a:lnTo>
                  <a:lnTo>
                    <a:pt x="6636" y="217476"/>
                  </a:lnTo>
                  <a:lnTo>
                    <a:pt x="8311" y="222504"/>
                  </a:lnTo>
                  <a:lnTo>
                    <a:pt x="10144" y="227476"/>
                  </a:lnTo>
                  <a:lnTo>
                    <a:pt x="12134" y="232388"/>
                  </a:lnTo>
                  <a:lnTo>
                    <a:pt x="14279" y="237234"/>
                  </a:lnTo>
                  <a:lnTo>
                    <a:pt x="16576" y="242010"/>
                  </a:lnTo>
                  <a:lnTo>
                    <a:pt x="19024" y="246710"/>
                  </a:lnTo>
                  <a:lnTo>
                    <a:pt x="21619" y="251331"/>
                  </a:lnTo>
                  <a:lnTo>
                    <a:pt x="24359" y="255867"/>
                  </a:lnTo>
                  <a:lnTo>
                    <a:pt x="27242" y="260313"/>
                  </a:lnTo>
                  <a:lnTo>
                    <a:pt x="30264" y="264667"/>
                  </a:lnTo>
                  <a:lnTo>
                    <a:pt x="33423" y="268922"/>
                  </a:lnTo>
                  <a:lnTo>
                    <a:pt x="36715" y="273075"/>
                  </a:lnTo>
                  <a:lnTo>
                    <a:pt x="40137" y="277121"/>
                  </a:lnTo>
                  <a:lnTo>
                    <a:pt x="43686" y="281057"/>
                  </a:lnTo>
                  <a:lnTo>
                    <a:pt x="47357" y="284879"/>
                  </a:lnTo>
                  <a:lnTo>
                    <a:pt x="51148" y="288582"/>
                  </a:lnTo>
                  <a:lnTo>
                    <a:pt x="55054" y="292163"/>
                  </a:lnTo>
                  <a:lnTo>
                    <a:pt x="59072" y="295619"/>
                  </a:lnTo>
                  <a:lnTo>
                    <a:pt x="63197" y="298945"/>
                  </a:lnTo>
                  <a:lnTo>
                    <a:pt x="67426" y="302139"/>
                  </a:lnTo>
                  <a:lnTo>
                    <a:pt x="71754" y="305198"/>
                  </a:lnTo>
                  <a:lnTo>
                    <a:pt x="76177" y="308118"/>
                  </a:lnTo>
                  <a:lnTo>
                    <a:pt x="80690" y="310896"/>
                  </a:lnTo>
                  <a:lnTo>
                    <a:pt x="85288" y="313529"/>
                  </a:lnTo>
                  <a:lnTo>
                    <a:pt x="89968" y="316016"/>
                  </a:lnTo>
                  <a:lnTo>
                    <a:pt x="94725" y="318353"/>
                  </a:lnTo>
                  <a:lnTo>
                    <a:pt x="99553" y="320538"/>
                  </a:lnTo>
                  <a:lnTo>
                    <a:pt x="104448" y="322569"/>
                  </a:lnTo>
                  <a:lnTo>
                    <a:pt x="109404" y="324443"/>
                  </a:lnTo>
                  <a:lnTo>
                    <a:pt x="114418" y="326160"/>
                  </a:lnTo>
                  <a:lnTo>
                    <a:pt x="119484" y="327717"/>
                  </a:lnTo>
                  <a:lnTo>
                    <a:pt x="124596" y="329112"/>
                  </a:lnTo>
                  <a:lnTo>
                    <a:pt x="129750" y="330345"/>
                  </a:lnTo>
                  <a:lnTo>
                    <a:pt x="134941" y="331414"/>
                  </a:lnTo>
                  <a:lnTo>
                    <a:pt x="140163" y="332317"/>
                  </a:lnTo>
                  <a:lnTo>
                    <a:pt x="145411" y="333055"/>
                  </a:lnTo>
                  <a:lnTo>
                    <a:pt x="150679" y="333626"/>
                  </a:lnTo>
                  <a:lnTo>
                    <a:pt x="155963" y="334030"/>
                  </a:lnTo>
                  <a:lnTo>
                    <a:pt x="161258" y="334266"/>
                  </a:lnTo>
                  <a:lnTo>
                    <a:pt x="166557" y="334334"/>
                  </a:lnTo>
                  <a:lnTo>
                    <a:pt x="171855" y="334234"/>
                  </a:lnTo>
                  <a:lnTo>
                    <a:pt x="177148" y="333966"/>
                  </a:lnTo>
                  <a:lnTo>
                    <a:pt x="182429" y="333530"/>
                  </a:lnTo>
                  <a:lnTo>
                    <a:pt x="187694" y="332928"/>
                  </a:lnTo>
                  <a:lnTo>
                    <a:pt x="192938" y="332158"/>
                  </a:lnTo>
                  <a:lnTo>
                    <a:pt x="198154" y="331223"/>
                  </a:lnTo>
                  <a:lnTo>
                    <a:pt x="203338" y="330123"/>
                  </a:lnTo>
                  <a:lnTo>
                    <a:pt x="208485" y="328860"/>
                  </a:lnTo>
                  <a:lnTo>
                    <a:pt x="213589" y="327434"/>
                  </a:lnTo>
                  <a:lnTo>
                    <a:pt x="218645" y="325846"/>
                  </a:lnTo>
                  <a:lnTo>
                    <a:pt x="223648" y="324099"/>
                  </a:lnTo>
                  <a:lnTo>
                    <a:pt x="228594" y="322195"/>
                  </a:lnTo>
                  <a:lnTo>
                    <a:pt x="233476" y="320135"/>
                  </a:lnTo>
                  <a:lnTo>
                    <a:pt x="238291" y="317921"/>
                  </a:lnTo>
                  <a:lnTo>
                    <a:pt x="243033" y="315555"/>
                  </a:lnTo>
                  <a:lnTo>
                    <a:pt x="247698" y="313041"/>
                  </a:lnTo>
                  <a:lnTo>
                    <a:pt x="252281" y="310379"/>
                  </a:lnTo>
                  <a:lnTo>
                    <a:pt x="256777" y="307574"/>
                  </a:lnTo>
                  <a:lnTo>
                    <a:pt x="261182" y="304628"/>
                  </a:lnTo>
                  <a:lnTo>
                    <a:pt x="265491" y="301544"/>
                  </a:lnTo>
                  <a:lnTo>
                    <a:pt x="269701" y="298324"/>
                  </a:lnTo>
                  <a:lnTo>
                    <a:pt x="273806" y="294973"/>
                  </a:lnTo>
                  <a:lnTo>
                    <a:pt x="277803" y="291493"/>
                  </a:lnTo>
                  <a:lnTo>
                    <a:pt x="281688" y="287888"/>
                  </a:lnTo>
                  <a:lnTo>
                    <a:pt x="285456" y="284162"/>
                  </a:lnTo>
                  <a:lnTo>
                    <a:pt x="289105" y="280319"/>
                  </a:lnTo>
                  <a:lnTo>
                    <a:pt x="292630" y="276362"/>
                  </a:lnTo>
                  <a:lnTo>
                    <a:pt x="296027" y="272295"/>
                  </a:lnTo>
                  <a:lnTo>
                    <a:pt x="299294" y="268122"/>
                  </a:lnTo>
                  <a:lnTo>
                    <a:pt x="302427" y="263848"/>
                  </a:lnTo>
                  <a:lnTo>
                    <a:pt x="305423" y="259477"/>
                  </a:lnTo>
                  <a:lnTo>
                    <a:pt x="308279" y="255012"/>
                  </a:lnTo>
                  <a:lnTo>
                    <a:pt x="310992" y="250460"/>
                  </a:lnTo>
                  <a:lnTo>
                    <a:pt x="313560" y="245824"/>
                  </a:lnTo>
                  <a:lnTo>
                    <a:pt x="315979" y="241109"/>
                  </a:lnTo>
                  <a:lnTo>
                    <a:pt x="318247" y="236320"/>
                  </a:lnTo>
                  <a:lnTo>
                    <a:pt x="320363" y="231461"/>
                  </a:lnTo>
                  <a:lnTo>
                    <a:pt x="322323" y="226537"/>
                  </a:lnTo>
                  <a:lnTo>
                    <a:pt x="324126" y="221554"/>
                  </a:lnTo>
                  <a:lnTo>
                    <a:pt x="325771" y="216516"/>
                  </a:lnTo>
                  <a:lnTo>
                    <a:pt x="327255" y="211429"/>
                  </a:lnTo>
                  <a:lnTo>
                    <a:pt x="328577" y="206297"/>
                  </a:lnTo>
                  <a:lnTo>
                    <a:pt x="329736" y="201125"/>
                  </a:lnTo>
                  <a:lnTo>
                    <a:pt x="330730" y="195920"/>
                  </a:lnTo>
                  <a:lnTo>
                    <a:pt x="331558" y="190686"/>
                  </a:lnTo>
                  <a:lnTo>
                    <a:pt x="332221" y="185428"/>
                  </a:lnTo>
                  <a:lnTo>
                    <a:pt x="332716" y="180152"/>
                  </a:lnTo>
                  <a:lnTo>
                    <a:pt x="333044" y="174862"/>
                  </a:lnTo>
                  <a:lnTo>
                    <a:pt x="333204" y="169565"/>
                  </a:lnTo>
                  <a:lnTo>
                    <a:pt x="333196" y="164266"/>
                  </a:lnTo>
                  <a:lnTo>
                    <a:pt x="333020" y="158969"/>
                  </a:lnTo>
                  <a:lnTo>
                    <a:pt x="332676" y="153681"/>
                  </a:lnTo>
                  <a:lnTo>
                    <a:pt x="332165" y="148406"/>
                  </a:lnTo>
                  <a:lnTo>
                    <a:pt x="331487" y="143150"/>
                  </a:lnTo>
                  <a:lnTo>
                    <a:pt x="330643" y="137919"/>
                  </a:lnTo>
                  <a:lnTo>
                    <a:pt x="329633" y="132716"/>
                  </a:lnTo>
                  <a:lnTo>
                    <a:pt x="328458" y="127548"/>
                  </a:lnTo>
                  <a:lnTo>
                    <a:pt x="327121" y="122420"/>
                  </a:lnTo>
                  <a:lnTo>
                    <a:pt x="325622" y="117338"/>
                  </a:lnTo>
                  <a:lnTo>
                    <a:pt x="323962" y="112305"/>
                  </a:lnTo>
                  <a:lnTo>
                    <a:pt x="322144" y="107327"/>
                  </a:lnTo>
                  <a:lnTo>
                    <a:pt x="320169" y="102409"/>
                  </a:lnTo>
                  <a:lnTo>
                    <a:pt x="318038" y="97557"/>
                  </a:lnTo>
                  <a:lnTo>
                    <a:pt x="315756" y="92774"/>
                  </a:lnTo>
                  <a:lnTo>
                    <a:pt x="313322" y="88066"/>
                  </a:lnTo>
                  <a:lnTo>
                    <a:pt x="310741" y="83438"/>
                  </a:lnTo>
                  <a:lnTo>
                    <a:pt x="308014" y="78894"/>
                  </a:lnTo>
                  <a:lnTo>
                    <a:pt x="305145" y="74438"/>
                  </a:lnTo>
                  <a:lnTo>
                    <a:pt x="302136" y="70076"/>
                  </a:lnTo>
                  <a:lnTo>
                    <a:pt x="298990" y="65812"/>
                  </a:lnTo>
                  <a:lnTo>
                    <a:pt x="295710" y="61649"/>
                  </a:lnTo>
                  <a:lnTo>
                    <a:pt x="292301" y="57592"/>
                  </a:lnTo>
                  <a:lnTo>
                    <a:pt x="288764" y="53645"/>
                  </a:lnTo>
                  <a:lnTo>
                    <a:pt x="285104" y="49813"/>
                  </a:lnTo>
                  <a:lnTo>
                    <a:pt x="281324" y="46098"/>
                  </a:lnTo>
                  <a:lnTo>
                    <a:pt x="277429" y="42505"/>
                  </a:lnTo>
                  <a:lnTo>
                    <a:pt x="273421" y="39037"/>
                  </a:lnTo>
                  <a:lnTo>
                    <a:pt x="269306" y="35699"/>
                  </a:lnTo>
                  <a:lnTo>
                    <a:pt x="265087" y="32492"/>
                  </a:lnTo>
                  <a:lnTo>
                    <a:pt x="260768" y="29420"/>
                  </a:lnTo>
                  <a:lnTo>
                    <a:pt x="256354" y="26487"/>
                  </a:lnTo>
                  <a:lnTo>
                    <a:pt x="251850" y="23696"/>
                  </a:lnTo>
                  <a:lnTo>
                    <a:pt x="247259" y="21048"/>
                  </a:lnTo>
                  <a:lnTo>
                    <a:pt x="242586" y="18548"/>
                  </a:lnTo>
                  <a:lnTo>
                    <a:pt x="237837" y="16196"/>
                  </a:lnTo>
                  <a:lnTo>
                    <a:pt x="233016" y="13997"/>
                  </a:lnTo>
                  <a:lnTo>
                    <a:pt x="228127" y="11951"/>
                  </a:lnTo>
                  <a:lnTo>
                    <a:pt x="223176" y="10062"/>
                  </a:lnTo>
                  <a:lnTo>
                    <a:pt x="218167" y="8330"/>
                  </a:lnTo>
                  <a:lnTo>
                    <a:pt x="213106" y="6758"/>
                  </a:lnTo>
                  <a:lnTo>
                    <a:pt x="207998" y="5347"/>
                  </a:lnTo>
                  <a:lnTo>
                    <a:pt x="202848" y="4099"/>
                  </a:lnTo>
                  <a:lnTo>
                    <a:pt x="197660" y="3015"/>
                  </a:lnTo>
                  <a:lnTo>
                    <a:pt x="192441" y="2095"/>
                  </a:lnTo>
                  <a:lnTo>
                    <a:pt x="187196" y="1342"/>
                  </a:lnTo>
                  <a:lnTo>
                    <a:pt x="181929" y="755"/>
                  </a:lnTo>
                  <a:lnTo>
                    <a:pt x="176646" y="335"/>
                  </a:lnTo>
                  <a:lnTo>
                    <a:pt x="171352" y="84"/>
                  </a:lnTo>
                  <a:lnTo>
                    <a:pt x="166054" y="0"/>
                  </a:lnTo>
                  <a:lnTo>
                    <a:pt x="16605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256069" y="4659281"/>
              <a:ext cx="167165" cy="333391"/>
            </a:xfrm>
            <a:custGeom>
              <a:avLst/>
              <a:pathLst>
                <a:path w="167165" h="333391">
                  <a:moveTo>
                    <a:pt x="167165" y="0"/>
                  </a:moveTo>
                  <a:lnTo>
                    <a:pt x="161825" y="85"/>
                  </a:lnTo>
                  <a:lnTo>
                    <a:pt x="156490" y="341"/>
                  </a:lnTo>
                  <a:lnTo>
                    <a:pt x="151166" y="767"/>
                  </a:lnTo>
                  <a:lnTo>
                    <a:pt x="145859" y="1363"/>
                  </a:lnTo>
                  <a:lnTo>
                    <a:pt x="140573" y="2128"/>
                  </a:lnTo>
                  <a:lnTo>
                    <a:pt x="135314" y="3062"/>
                  </a:lnTo>
                  <a:lnTo>
                    <a:pt x="130088" y="4163"/>
                  </a:lnTo>
                  <a:lnTo>
                    <a:pt x="124900" y="5431"/>
                  </a:lnTo>
                  <a:lnTo>
                    <a:pt x="119755" y="6863"/>
                  </a:lnTo>
                  <a:lnTo>
                    <a:pt x="114658" y="8460"/>
                  </a:lnTo>
                  <a:lnTo>
                    <a:pt x="109615" y="10218"/>
                  </a:lnTo>
                  <a:lnTo>
                    <a:pt x="104631" y="12136"/>
                  </a:lnTo>
                  <a:lnTo>
                    <a:pt x="99710" y="14213"/>
                  </a:lnTo>
                  <a:lnTo>
                    <a:pt x="94859" y="16446"/>
                  </a:lnTo>
                  <a:lnTo>
                    <a:pt x="90081" y="18833"/>
                  </a:lnTo>
                  <a:lnTo>
                    <a:pt x="85381" y="21371"/>
                  </a:lnTo>
                  <a:lnTo>
                    <a:pt x="80766" y="24058"/>
                  </a:lnTo>
                  <a:lnTo>
                    <a:pt x="76238" y="26891"/>
                  </a:lnTo>
                  <a:lnTo>
                    <a:pt x="71804" y="29867"/>
                  </a:lnTo>
                  <a:lnTo>
                    <a:pt x="67466" y="32984"/>
                  </a:lnTo>
                  <a:lnTo>
                    <a:pt x="63231" y="36237"/>
                  </a:lnTo>
                  <a:lnTo>
                    <a:pt x="59101" y="39624"/>
                  </a:lnTo>
                  <a:lnTo>
                    <a:pt x="55082" y="43141"/>
                  </a:lnTo>
                  <a:lnTo>
                    <a:pt x="51177" y="46785"/>
                  </a:lnTo>
                  <a:lnTo>
                    <a:pt x="47391" y="50552"/>
                  </a:lnTo>
                  <a:lnTo>
                    <a:pt x="43727" y="54437"/>
                  </a:lnTo>
                  <a:lnTo>
                    <a:pt x="40188" y="58438"/>
                  </a:lnTo>
                  <a:lnTo>
                    <a:pt x="36780" y="62550"/>
                  </a:lnTo>
                  <a:lnTo>
                    <a:pt x="33504" y="66768"/>
                  </a:lnTo>
                  <a:lnTo>
                    <a:pt x="30365" y="71089"/>
                  </a:lnTo>
                  <a:lnTo>
                    <a:pt x="27366" y="75508"/>
                  </a:lnTo>
                  <a:lnTo>
                    <a:pt x="24509" y="80021"/>
                  </a:lnTo>
                  <a:lnTo>
                    <a:pt x="21798" y="84623"/>
                  </a:lnTo>
                  <a:lnTo>
                    <a:pt x="19236" y="89308"/>
                  </a:lnTo>
                  <a:lnTo>
                    <a:pt x="16824" y="94074"/>
                  </a:lnTo>
                  <a:lnTo>
                    <a:pt x="14566" y="98914"/>
                  </a:lnTo>
                  <a:lnTo>
                    <a:pt x="12463" y="103823"/>
                  </a:lnTo>
                  <a:lnTo>
                    <a:pt x="10519" y="108797"/>
                  </a:lnTo>
                  <a:lnTo>
                    <a:pt x="8734" y="113831"/>
                  </a:lnTo>
                  <a:lnTo>
                    <a:pt x="7111" y="118920"/>
                  </a:lnTo>
                  <a:lnTo>
                    <a:pt x="5652" y="124057"/>
                  </a:lnTo>
                  <a:lnTo>
                    <a:pt x="4357" y="129239"/>
                  </a:lnTo>
                  <a:lnTo>
                    <a:pt x="3228" y="134459"/>
                  </a:lnTo>
                  <a:lnTo>
                    <a:pt x="2267" y="139713"/>
                  </a:lnTo>
                  <a:lnTo>
                    <a:pt x="1474" y="144994"/>
                  </a:lnTo>
                  <a:lnTo>
                    <a:pt x="850" y="150298"/>
                  </a:lnTo>
                  <a:lnTo>
                    <a:pt x="396" y="155620"/>
                  </a:lnTo>
                  <a:lnTo>
                    <a:pt x="113" y="160953"/>
                  </a:lnTo>
                  <a:lnTo>
                    <a:pt x="0" y="166293"/>
                  </a:lnTo>
                  <a:lnTo>
                    <a:pt x="57" y="171633"/>
                  </a:lnTo>
                  <a:lnTo>
                    <a:pt x="285" y="176969"/>
                  </a:lnTo>
                  <a:lnTo>
                    <a:pt x="683" y="182295"/>
                  </a:lnTo>
                  <a:lnTo>
                    <a:pt x="1251" y="187606"/>
                  </a:lnTo>
                  <a:lnTo>
                    <a:pt x="1989" y="192896"/>
                  </a:lnTo>
                  <a:lnTo>
                    <a:pt x="2895" y="198159"/>
                  </a:lnTo>
                  <a:lnTo>
                    <a:pt x="3969" y="203391"/>
                  </a:lnTo>
                  <a:lnTo>
                    <a:pt x="5210" y="208585"/>
                  </a:lnTo>
                  <a:lnTo>
                    <a:pt x="6615" y="213738"/>
                  </a:lnTo>
                  <a:lnTo>
                    <a:pt x="8185" y="218843"/>
                  </a:lnTo>
                  <a:lnTo>
                    <a:pt x="9917" y="223895"/>
                  </a:lnTo>
                  <a:lnTo>
                    <a:pt x="11809" y="228889"/>
                  </a:lnTo>
                  <a:lnTo>
                    <a:pt x="13860" y="233821"/>
                  </a:lnTo>
                  <a:lnTo>
                    <a:pt x="16068" y="238684"/>
                  </a:lnTo>
                  <a:lnTo>
                    <a:pt x="18430" y="243474"/>
                  </a:lnTo>
                  <a:lnTo>
                    <a:pt x="20943" y="248187"/>
                  </a:lnTo>
                  <a:lnTo>
                    <a:pt x="23606" y="252816"/>
                  </a:lnTo>
                  <a:lnTo>
                    <a:pt x="26415" y="257359"/>
                  </a:lnTo>
                  <a:lnTo>
                    <a:pt x="29368" y="261809"/>
                  </a:lnTo>
                  <a:lnTo>
                    <a:pt x="32462" y="266162"/>
                  </a:lnTo>
                  <a:lnTo>
                    <a:pt x="35693" y="270415"/>
                  </a:lnTo>
                  <a:lnTo>
                    <a:pt x="39058" y="274562"/>
                  </a:lnTo>
                  <a:lnTo>
                    <a:pt x="42554" y="278600"/>
                  </a:lnTo>
                  <a:lnTo>
                    <a:pt x="46178" y="282523"/>
                  </a:lnTo>
                  <a:lnTo>
                    <a:pt x="49925" y="286330"/>
                  </a:lnTo>
                  <a:lnTo>
                    <a:pt x="53791" y="290014"/>
                  </a:lnTo>
                  <a:lnTo>
                    <a:pt x="57773" y="293573"/>
                  </a:lnTo>
                  <a:lnTo>
                    <a:pt x="61867" y="297003"/>
                  </a:lnTo>
                  <a:lnTo>
                    <a:pt x="66068" y="300300"/>
                  </a:lnTo>
                  <a:lnTo>
                    <a:pt x="70373" y="303462"/>
                  </a:lnTo>
                  <a:lnTo>
                    <a:pt x="74776" y="306484"/>
                  </a:lnTo>
                  <a:lnTo>
                    <a:pt x="79274" y="309365"/>
                  </a:lnTo>
                  <a:lnTo>
                    <a:pt x="83861" y="312100"/>
                  </a:lnTo>
                  <a:lnTo>
                    <a:pt x="88534" y="314687"/>
                  </a:lnTo>
                  <a:lnTo>
                    <a:pt x="93286" y="317123"/>
                  </a:lnTo>
                  <a:lnTo>
                    <a:pt x="98114" y="319407"/>
                  </a:lnTo>
                  <a:lnTo>
                    <a:pt x="103013" y="321535"/>
                  </a:lnTo>
                  <a:lnTo>
                    <a:pt x="107977" y="323506"/>
                  </a:lnTo>
                  <a:lnTo>
                    <a:pt x="113001" y="325317"/>
                  </a:lnTo>
                  <a:lnTo>
                    <a:pt x="118081" y="326966"/>
                  </a:lnTo>
                  <a:lnTo>
                    <a:pt x="123211" y="328452"/>
                  </a:lnTo>
                  <a:lnTo>
                    <a:pt x="128386" y="329774"/>
                  </a:lnTo>
                  <a:lnTo>
                    <a:pt x="133600" y="330930"/>
                  </a:lnTo>
                  <a:lnTo>
                    <a:pt x="138848" y="331919"/>
                  </a:lnTo>
                  <a:lnTo>
                    <a:pt x="144126" y="332739"/>
                  </a:lnTo>
                  <a:lnTo>
                    <a:pt x="149427" y="333391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05497" y="4826449"/>
              <a:ext cx="17737" cy="166223"/>
            </a:xfrm>
            <a:custGeom>
              <a:avLst/>
              <a:pathLst>
                <a:path w="17737" h="166223">
                  <a:moveTo>
                    <a:pt x="0" y="166223"/>
                  </a:moveTo>
                  <a:lnTo>
                    <a:pt x="1773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05497" y="4826449"/>
              <a:ext cx="17737" cy="166223"/>
            </a:xfrm>
            <a:custGeom>
              <a:avLst/>
              <a:pathLst>
                <a:path w="17737" h="166223">
                  <a:moveTo>
                    <a:pt x="0" y="166223"/>
                  </a:moveTo>
                  <a:lnTo>
                    <a:pt x="1773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05497" y="4826449"/>
              <a:ext cx="104572" cy="167166"/>
            </a:xfrm>
            <a:custGeom>
              <a:avLst/>
              <a:pathLst>
                <a:path w="104572" h="167166">
                  <a:moveTo>
                    <a:pt x="0" y="166223"/>
                  </a:moveTo>
                  <a:lnTo>
                    <a:pt x="5717" y="166734"/>
                  </a:lnTo>
                  <a:lnTo>
                    <a:pt x="11450" y="167049"/>
                  </a:lnTo>
                  <a:lnTo>
                    <a:pt x="17189" y="167166"/>
                  </a:lnTo>
                  <a:lnTo>
                    <a:pt x="22929" y="167086"/>
                  </a:lnTo>
                  <a:lnTo>
                    <a:pt x="28663" y="166810"/>
                  </a:lnTo>
                  <a:lnTo>
                    <a:pt x="34384" y="166336"/>
                  </a:lnTo>
                  <a:lnTo>
                    <a:pt x="40086" y="165666"/>
                  </a:lnTo>
                  <a:lnTo>
                    <a:pt x="45761" y="164801"/>
                  </a:lnTo>
                  <a:lnTo>
                    <a:pt x="51403" y="163742"/>
                  </a:lnTo>
                  <a:lnTo>
                    <a:pt x="57006" y="162489"/>
                  </a:lnTo>
                  <a:lnTo>
                    <a:pt x="62562" y="161045"/>
                  </a:lnTo>
                  <a:lnTo>
                    <a:pt x="68065" y="159411"/>
                  </a:lnTo>
                  <a:lnTo>
                    <a:pt x="73509" y="157589"/>
                  </a:lnTo>
                  <a:lnTo>
                    <a:pt x="78887" y="155581"/>
                  </a:lnTo>
                  <a:lnTo>
                    <a:pt x="84193" y="153390"/>
                  </a:lnTo>
                  <a:lnTo>
                    <a:pt x="89421" y="151018"/>
                  </a:lnTo>
                  <a:lnTo>
                    <a:pt x="94564" y="148467"/>
                  </a:lnTo>
                  <a:lnTo>
                    <a:pt x="99616" y="145742"/>
                  </a:lnTo>
                  <a:lnTo>
                    <a:pt x="104572" y="142844"/>
                  </a:lnTo>
                  <a:lnTo>
                    <a:pt x="1773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23235" y="4659281"/>
              <a:ext cx="167167" cy="310012"/>
            </a:xfrm>
            <a:custGeom>
              <a:avLst/>
              <a:pathLst>
                <a:path w="167167" h="310012">
                  <a:moveTo>
                    <a:pt x="86834" y="310012"/>
                  </a:moveTo>
                  <a:lnTo>
                    <a:pt x="91366" y="307157"/>
                  </a:lnTo>
                  <a:lnTo>
                    <a:pt x="95804" y="304158"/>
                  </a:lnTo>
                  <a:lnTo>
                    <a:pt x="100143" y="301018"/>
                  </a:lnTo>
                  <a:lnTo>
                    <a:pt x="104380" y="297741"/>
                  </a:lnTo>
                  <a:lnTo>
                    <a:pt x="108510" y="294330"/>
                  </a:lnTo>
                  <a:lnTo>
                    <a:pt x="112528" y="290789"/>
                  </a:lnTo>
                  <a:lnTo>
                    <a:pt x="116430" y="287120"/>
                  </a:lnTo>
                  <a:lnTo>
                    <a:pt x="120213" y="283329"/>
                  </a:lnTo>
                  <a:lnTo>
                    <a:pt x="123873" y="279418"/>
                  </a:lnTo>
                  <a:lnTo>
                    <a:pt x="127406" y="275392"/>
                  </a:lnTo>
                  <a:lnTo>
                    <a:pt x="130807" y="271255"/>
                  </a:lnTo>
                  <a:lnTo>
                    <a:pt x="134075" y="267011"/>
                  </a:lnTo>
                  <a:lnTo>
                    <a:pt x="137205" y="262664"/>
                  </a:lnTo>
                  <a:lnTo>
                    <a:pt x="140194" y="258220"/>
                  </a:lnTo>
                  <a:lnTo>
                    <a:pt x="143039" y="253681"/>
                  </a:lnTo>
                  <a:lnTo>
                    <a:pt x="145737" y="249055"/>
                  </a:lnTo>
                  <a:lnTo>
                    <a:pt x="148285" y="244344"/>
                  </a:lnTo>
                  <a:lnTo>
                    <a:pt x="150682" y="239554"/>
                  </a:lnTo>
                  <a:lnTo>
                    <a:pt x="152923" y="234689"/>
                  </a:lnTo>
                  <a:lnTo>
                    <a:pt x="155008" y="229755"/>
                  </a:lnTo>
                  <a:lnTo>
                    <a:pt x="156934" y="224757"/>
                  </a:lnTo>
                  <a:lnTo>
                    <a:pt x="158698" y="219700"/>
                  </a:lnTo>
                  <a:lnTo>
                    <a:pt x="160300" y="214589"/>
                  </a:lnTo>
                  <a:lnTo>
                    <a:pt x="161736" y="209429"/>
                  </a:lnTo>
                  <a:lnTo>
                    <a:pt x="163007" y="204226"/>
                  </a:lnTo>
                  <a:lnTo>
                    <a:pt x="164111" y="198985"/>
                  </a:lnTo>
                  <a:lnTo>
                    <a:pt x="165046" y="193711"/>
                  </a:lnTo>
                  <a:lnTo>
                    <a:pt x="165812" y="188410"/>
                  </a:lnTo>
                  <a:lnTo>
                    <a:pt x="166407" y="183087"/>
                  </a:lnTo>
                  <a:lnTo>
                    <a:pt x="166832" y="177748"/>
                  </a:lnTo>
                  <a:lnTo>
                    <a:pt x="167085" y="172398"/>
                  </a:lnTo>
                  <a:lnTo>
                    <a:pt x="167167" y="167042"/>
                  </a:lnTo>
                  <a:lnTo>
                    <a:pt x="167077" y="161687"/>
                  </a:lnTo>
                  <a:lnTo>
                    <a:pt x="166816" y="156337"/>
                  </a:lnTo>
                  <a:lnTo>
                    <a:pt x="166383" y="150998"/>
                  </a:lnTo>
                  <a:lnTo>
                    <a:pt x="165780" y="145676"/>
                  </a:lnTo>
                  <a:lnTo>
                    <a:pt x="165006" y="140376"/>
                  </a:lnTo>
                  <a:lnTo>
                    <a:pt x="164063" y="135104"/>
                  </a:lnTo>
                  <a:lnTo>
                    <a:pt x="162952" y="129864"/>
                  </a:lnTo>
                  <a:lnTo>
                    <a:pt x="161673" y="124663"/>
                  </a:lnTo>
                  <a:lnTo>
                    <a:pt x="160229" y="119506"/>
                  </a:lnTo>
                  <a:lnTo>
                    <a:pt x="158619" y="114397"/>
                  </a:lnTo>
                  <a:lnTo>
                    <a:pt x="156847" y="109342"/>
                  </a:lnTo>
                  <a:lnTo>
                    <a:pt x="154914" y="104347"/>
                  </a:lnTo>
                  <a:lnTo>
                    <a:pt x="152822" y="99416"/>
                  </a:lnTo>
                  <a:lnTo>
                    <a:pt x="150573" y="94555"/>
                  </a:lnTo>
                  <a:lnTo>
                    <a:pt x="148170" y="89769"/>
                  </a:lnTo>
                  <a:lnTo>
                    <a:pt x="145614" y="85062"/>
                  </a:lnTo>
                  <a:lnTo>
                    <a:pt x="142909" y="80439"/>
                  </a:lnTo>
                  <a:lnTo>
                    <a:pt x="140057" y="75905"/>
                  </a:lnTo>
                  <a:lnTo>
                    <a:pt x="137062" y="71465"/>
                  </a:lnTo>
                  <a:lnTo>
                    <a:pt x="133926" y="67123"/>
                  </a:lnTo>
                  <a:lnTo>
                    <a:pt x="130652" y="62884"/>
                  </a:lnTo>
                  <a:lnTo>
                    <a:pt x="127244" y="58752"/>
                  </a:lnTo>
                  <a:lnTo>
                    <a:pt x="123705" y="54731"/>
                  </a:lnTo>
                  <a:lnTo>
                    <a:pt x="120040" y="50826"/>
                  </a:lnTo>
                  <a:lnTo>
                    <a:pt x="116251" y="47040"/>
                  </a:lnTo>
                  <a:lnTo>
                    <a:pt x="112343" y="43377"/>
                  </a:lnTo>
                  <a:lnTo>
                    <a:pt x="108320" y="39842"/>
                  </a:lnTo>
                  <a:lnTo>
                    <a:pt x="104185" y="36437"/>
                  </a:lnTo>
                  <a:lnTo>
                    <a:pt x="99943" y="33166"/>
                  </a:lnTo>
                  <a:lnTo>
                    <a:pt x="95599" y="30033"/>
                  </a:lnTo>
                  <a:lnTo>
                    <a:pt x="91157" y="27041"/>
                  </a:lnTo>
                  <a:lnTo>
                    <a:pt x="86621" y="24192"/>
                  </a:lnTo>
                  <a:lnTo>
                    <a:pt x="81996" y="21491"/>
                  </a:lnTo>
                  <a:lnTo>
                    <a:pt x="77287" y="18939"/>
                  </a:lnTo>
                  <a:lnTo>
                    <a:pt x="72499" y="16539"/>
                  </a:lnTo>
                  <a:lnTo>
                    <a:pt x="67636" y="14294"/>
                  </a:lnTo>
                  <a:lnTo>
                    <a:pt x="62704" y="12205"/>
                  </a:lnTo>
                  <a:lnTo>
                    <a:pt x="57707" y="10276"/>
                  </a:lnTo>
                  <a:lnTo>
                    <a:pt x="52651" y="8508"/>
                  </a:lnTo>
                  <a:lnTo>
                    <a:pt x="47541" y="6902"/>
                  </a:lnTo>
                  <a:lnTo>
                    <a:pt x="42383" y="5462"/>
                  </a:lnTo>
                  <a:lnTo>
                    <a:pt x="37180" y="4187"/>
                  </a:lnTo>
                  <a:lnTo>
                    <a:pt x="31940" y="3079"/>
                  </a:lnTo>
                  <a:lnTo>
                    <a:pt x="26667" y="2140"/>
                  </a:lnTo>
                  <a:lnTo>
                    <a:pt x="21366" y="1371"/>
                  </a:lnTo>
                  <a:lnTo>
                    <a:pt x="16044" y="771"/>
                  </a:lnTo>
                  <a:lnTo>
                    <a:pt x="10705" y="343"/>
                  </a:lnTo>
                  <a:lnTo>
                    <a:pt x="5355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561311" y="4213821"/>
              <a:ext cx="276737" cy="334319"/>
            </a:xfrm>
            <a:custGeom>
              <a:avLst/>
              <a:pathLst>
                <a:path w="276737" h="334319">
                  <a:moveTo>
                    <a:pt x="167160" y="0"/>
                  </a:moveTo>
                  <a:lnTo>
                    <a:pt x="161833" y="84"/>
                  </a:lnTo>
                  <a:lnTo>
                    <a:pt x="156512" y="339"/>
                  </a:lnTo>
                  <a:lnTo>
                    <a:pt x="151201" y="763"/>
                  </a:lnTo>
                  <a:lnTo>
                    <a:pt x="145906" y="1356"/>
                  </a:lnTo>
                  <a:lnTo>
                    <a:pt x="140633" y="2118"/>
                  </a:lnTo>
                  <a:lnTo>
                    <a:pt x="135387" y="3047"/>
                  </a:lnTo>
                  <a:lnTo>
                    <a:pt x="130174" y="4142"/>
                  </a:lnTo>
                  <a:lnTo>
                    <a:pt x="124998" y="5404"/>
                  </a:lnTo>
                  <a:lnTo>
                    <a:pt x="119864" y="6830"/>
                  </a:lnTo>
                  <a:lnTo>
                    <a:pt x="114779" y="8418"/>
                  </a:lnTo>
                  <a:lnTo>
                    <a:pt x="109747" y="10168"/>
                  </a:lnTo>
                  <a:lnTo>
                    <a:pt x="104773" y="12077"/>
                  </a:lnTo>
                  <a:lnTo>
                    <a:pt x="99863" y="14144"/>
                  </a:lnTo>
                  <a:lnTo>
                    <a:pt x="95021" y="16366"/>
                  </a:lnTo>
                  <a:lnTo>
                    <a:pt x="90252" y="18741"/>
                  </a:lnTo>
                  <a:lnTo>
                    <a:pt x="85561" y="21268"/>
                  </a:lnTo>
                  <a:lnTo>
                    <a:pt x="80954" y="23942"/>
                  </a:lnTo>
                  <a:lnTo>
                    <a:pt x="76433" y="26762"/>
                  </a:lnTo>
                  <a:lnTo>
                    <a:pt x="72005" y="29724"/>
                  </a:lnTo>
                  <a:lnTo>
                    <a:pt x="67674" y="32826"/>
                  </a:lnTo>
                  <a:lnTo>
                    <a:pt x="63444" y="36065"/>
                  </a:lnTo>
                  <a:lnTo>
                    <a:pt x="59319" y="39436"/>
                  </a:lnTo>
                  <a:lnTo>
                    <a:pt x="55303" y="42937"/>
                  </a:lnTo>
                  <a:lnTo>
                    <a:pt x="51401" y="46565"/>
                  </a:lnTo>
                  <a:lnTo>
                    <a:pt x="47617" y="50315"/>
                  </a:lnTo>
                  <a:lnTo>
                    <a:pt x="43954" y="54184"/>
                  </a:lnTo>
                  <a:lnTo>
                    <a:pt x="40416" y="58167"/>
                  </a:lnTo>
                  <a:lnTo>
                    <a:pt x="37007" y="62261"/>
                  </a:lnTo>
                  <a:lnTo>
                    <a:pt x="33730" y="66462"/>
                  </a:lnTo>
                  <a:lnTo>
                    <a:pt x="30589" y="70765"/>
                  </a:lnTo>
                  <a:lnTo>
                    <a:pt x="27587" y="75166"/>
                  </a:lnTo>
                  <a:lnTo>
                    <a:pt x="24726" y="79660"/>
                  </a:lnTo>
                  <a:lnTo>
                    <a:pt x="22010" y="84243"/>
                  </a:lnTo>
                  <a:lnTo>
                    <a:pt x="19441" y="88911"/>
                  </a:lnTo>
                  <a:lnTo>
                    <a:pt x="17022" y="93658"/>
                  </a:lnTo>
                  <a:lnTo>
                    <a:pt x="14756" y="98479"/>
                  </a:lnTo>
                  <a:lnTo>
                    <a:pt x="12645" y="103371"/>
                  </a:lnTo>
                  <a:lnTo>
                    <a:pt x="10690" y="108327"/>
                  </a:lnTo>
                  <a:lnTo>
                    <a:pt x="8895" y="113343"/>
                  </a:lnTo>
                  <a:lnTo>
                    <a:pt x="7260" y="118414"/>
                  </a:lnTo>
                  <a:lnTo>
                    <a:pt x="5788" y="123534"/>
                  </a:lnTo>
                  <a:lnTo>
                    <a:pt x="4479" y="128698"/>
                  </a:lnTo>
                  <a:lnTo>
                    <a:pt x="3336" y="133902"/>
                  </a:lnTo>
                  <a:lnTo>
                    <a:pt x="2359" y="139139"/>
                  </a:lnTo>
                  <a:lnTo>
                    <a:pt x="1550" y="144405"/>
                  </a:lnTo>
                  <a:lnTo>
                    <a:pt x="908" y="149694"/>
                  </a:lnTo>
                  <a:lnTo>
                    <a:pt x="436" y="155000"/>
                  </a:lnTo>
                  <a:lnTo>
                    <a:pt x="133" y="160319"/>
                  </a:lnTo>
                  <a:lnTo>
                    <a:pt x="0" y="165645"/>
                  </a:lnTo>
                  <a:lnTo>
                    <a:pt x="36" y="170973"/>
                  </a:lnTo>
                  <a:lnTo>
                    <a:pt x="242" y="176296"/>
                  </a:lnTo>
                  <a:lnTo>
                    <a:pt x="618" y="181611"/>
                  </a:lnTo>
                  <a:lnTo>
                    <a:pt x="1163" y="186910"/>
                  </a:lnTo>
                  <a:lnTo>
                    <a:pt x="1876" y="192190"/>
                  </a:lnTo>
                  <a:lnTo>
                    <a:pt x="2757" y="197444"/>
                  </a:lnTo>
                  <a:lnTo>
                    <a:pt x="3806" y="202668"/>
                  </a:lnTo>
                  <a:lnTo>
                    <a:pt x="5020" y="207855"/>
                  </a:lnTo>
                  <a:lnTo>
                    <a:pt x="6399" y="213001"/>
                  </a:lnTo>
                  <a:lnTo>
                    <a:pt x="7941" y="218101"/>
                  </a:lnTo>
                  <a:lnTo>
                    <a:pt x="9645" y="223148"/>
                  </a:lnTo>
                  <a:lnTo>
                    <a:pt x="11509" y="228139"/>
                  </a:lnTo>
                  <a:lnTo>
                    <a:pt x="13531" y="233068"/>
                  </a:lnTo>
                  <a:lnTo>
                    <a:pt x="15709" y="237930"/>
                  </a:lnTo>
                  <a:lnTo>
                    <a:pt x="18041" y="242721"/>
                  </a:lnTo>
                  <a:lnTo>
                    <a:pt x="20524" y="247434"/>
                  </a:lnTo>
                  <a:lnTo>
                    <a:pt x="23156" y="252066"/>
                  </a:lnTo>
                  <a:lnTo>
                    <a:pt x="25935" y="256612"/>
                  </a:lnTo>
                  <a:lnTo>
                    <a:pt x="28857" y="261066"/>
                  </a:lnTo>
                  <a:lnTo>
                    <a:pt x="31919" y="265426"/>
                  </a:lnTo>
                  <a:lnTo>
                    <a:pt x="35119" y="269686"/>
                  </a:lnTo>
                  <a:lnTo>
                    <a:pt x="38453" y="273841"/>
                  </a:lnTo>
                  <a:lnTo>
                    <a:pt x="41917" y="277888"/>
                  </a:lnTo>
                  <a:lnTo>
                    <a:pt x="45509" y="281823"/>
                  </a:lnTo>
                  <a:lnTo>
                    <a:pt x="49225" y="285641"/>
                  </a:lnTo>
                  <a:lnTo>
                    <a:pt x="53060" y="289339"/>
                  </a:lnTo>
                  <a:lnTo>
                    <a:pt x="57011" y="292913"/>
                  </a:lnTo>
                  <a:lnTo>
                    <a:pt x="61074" y="296359"/>
                  </a:lnTo>
                  <a:lnTo>
                    <a:pt x="65244" y="299674"/>
                  </a:lnTo>
                  <a:lnTo>
                    <a:pt x="69519" y="302855"/>
                  </a:lnTo>
                  <a:lnTo>
                    <a:pt x="73892" y="305897"/>
                  </a:lnTo>
                  <a:lnTo>
                    <a:pt x="78360" y="308799"/>
                  </a:lnTo>
                  <a:lnTo>
                    <a:pt x="82919" y="311556"/>
                  </a:lnTo>
                  <a:lnTo>
                    <a:pt x="87562" y="314168"/>
                  </a:lnTo>
                  <a:lnTo>
                    <a:pt x="92287" y="316629"/>
                  </a:lnTo>
                  <a:lnTo>
                    <a:pt x="97088" y="318939"/>
                  </a:lnTo>
                  <a:lnTo>
                    <a:pt x="101960" y="321095"/>
                  </a:lnTo>
                  <a:lnTo>
                    <a:pt x="106898" y="323095"/>
                  </a:lnTo>
                  <a:lnTo>
                    <a:pt x="111897" y="324936"/>
                  </a:lnTo>
                  <a:lnTo>
                    <a:pt x="116953" y="326617"/>
                  </a:lnTo>
                  <a:lnTo>
                    <a:pt x="122059" y="328136"/>
                  </a:lnTo>
                  <a:lnTo>
                    <a:pt x="127212" y="329491"/>
                  </a:lnTo>
                  <a:lnTo>
                    <a:pt x="132405" y="330682"/>
                  </a:lnTo>
                  <a:lnTo>
                    <a:pt x="137633" y="331706"/>
                  </a:lnTo>
                  <a:lnTo>
                    <a:pt x="142891" y="332563"/>
                  </a:lnTo>
                  <a:lnTo>
                    <a:pt x="148174" y="333253"/>
                  </a:lnTo>
                  <a:lnTo>
                    <a:pt x="153476" y="333773"/>
                  </a:lnTo>
                  <a:lnTo>
                    <a:pt x="158792" y="334125"/>
                  </a:lnTo>
                  <a:lnTo>
                    <a:pt x="164116" y="334307"/>
                  </a:lnTo>
                  <a:lnTo>
                    <a:pt x="169444" y="334319"/>
                  </a:lnTo>
                  <a:lnTo>
                    <a:pt x="174769" y="334161"/>
                  </a:lnTo>
                  <a:lnTo>
                    <a:pt x="180087" y="333834"/>
                  </a:lnTo>
                  <a:lnTo>
                    <a:pt x="185391" y="333337"/>
                  </a:lnTo>
                  <a:lnTo>
                    <a:pt x="190677" y="332672"/>
                  </a:lnTo>
                  <a:lnTo>
                    <a:pt x="195939" y="331838"/>
                  </a:lnTo>
                  <a:lnTo>
                    <a:pt x="201172" y="330838"/>
                  </a:lnTo>
                  <a:lnTo>
                    <a:pt x="206370" y="329671"/>
                  </a:lnTo>
                  <a:lnTo>
                    <a:pt x="211529" y="328339"/>
                  </a:lnTo>
                  <a:lnTo>
                    <a:pt x="216642" y="326843"/>
                  </a:lnTo>
                  <a:lnTo>
                    <a:pt x="221705" y="325185"/>
                  </a:lnTo>
                  <a:lnTo>
                    <a:pt x="226713" y="323367"/>
                  </a:lnTo>
                  <a:lnTo>
                    <a:pt x="231660" y="321390"/>
                  </a:lnTo>
                  <a:lnTo>
                    <a:pt x="236542" y="319256"/>
                  </a:lnTo>
                  <a:lnTo>
                    <a:pt x="241353" y="316968"/>
                  </a:lnTo>
                  <a:lnTo>
                    <a:pt x="246089" y="314528"/>
                  </a:lnTo>
                  <a:lnTo>
                    <a:pt x="250744" y="311938"/>
                  </a:lnTo>
                  <a:lnTo>
                    <a:pt x="255315" y="309201"/>
                  </a:lnTo>
                  <a:lnTo>
                    <a:pt x="259797" y="306319"/>
                  </a:lnTo>
                  <a:lnTo>
                    <a:pt x="264184" y="303297"/>
                  </a:lnTo>
                  <a:lnTo>
                    <a:pt x="268472" y="300136"/>
                  </a:lnTo>
                  <a:lnTo>
                    <a:pt x="272658" y="296840"/>
                  </a:lnTo>
                  <a:lnTo>
                    <a:pt x="276737" y="293412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380988"/>
              <a:ext cx="109576" cy="126245"/>
            </a:xfrm>
            <a:custGeom>
              <a:avLst/>
              <a:pathLst>
                <a:path w="109576" h="126245">
                  <a:moveTo>
                    <a:pt x="109576" y="12624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380988"/>
              <a:ext cx="166547" cy="126245"/>
            </a:xfrm>
            <a:custGeom>
              <a:avLst/>
              <a:pathLst>
                <a:path w="166547" h="126245">
                  <a:moveTo>
                    <a:pt x="109576" y="126245"/>
                  </a:moveTo>
                  <a:lnTo>
                    <a:pt x="113739" y="122507"/>
                  </a:lnTo>
                  <a:lnTo>
                    <a:pt x="117775" y="118633"/>
                  </a:lnTo>
                  <a:lnTo>
                    <a:pt x="121679" y="114625"/>
                  </a:lnTo>
                  <a:lnTo>
                    <a:pt x="125447" y="110489"/>
                  </a:lnTo>
                  <a:lnTo>
                    <a:pt x="129074" y="106229"/>
                  </a:lnTo>
                  <a:lnTo>
                    <a:pt x="132557" y="101850"/>
                  </a:lnTo>
                  <a:lnTo>
                    <a:pt x="135891" y="97357"/>
                  </a:lnTo>
                  <a:lnTo>
                    <a:pt x="139073" y="92755"/>
                  </a:lnTo>
                  <a:lnTo>
                    <a:pt x="142099" y="88049"/>
                  </a:lnTo>
                  <a:lnTo>
                    <a:pt x="144966" y="83245"/>
                  </a:lnTo>
                  <a:lnTo>
                    <a:pt x="147670" y="78347"/>
                  </a:lnTo>
                  <a:lnTo>
                    <a:pt x="150209" y="73361"/>
                  </a:lnTo>
                  <a:lnTo>
                    <a:pt x="152580" y="68293"/>
                  </a:lnTo>
                  <a:lnTo>
                    <a:pt x="154780" y="63149"/>
                  </a:lnTo>
                  <a:lnTo>
                    <a:pt x="156807" y="57934"/>
                  </a:lnTo>
                  <a:lnTo>
                    <a:pt x="158658" y="52654"/>
                  </a:lnTo>
                  <a:lnTo>
                    <a:pt x="160331" y="47316"/>
                  </a:lnTo>
                  <a:lnTo>
                    <a:pt x="161824" y="41924"/>
                  </a:lnTo>
                  <a:lnTo>
                    <a:pt x="163137" y="36485"/>
                  </a:lnTo>
                  <a:lnTo>
                    <a:pt x="164266" y="31005"/>
                  </a:lnTo>
                  <a:lnTo>
                    <a:pt x="165212" y="25491"/>
                  </a:lnTo>
                  <a:lnTo>
                    <a:pt x="165972" y="19948"/>
                  </a:lnTo>
                  <a:lnTo>
                    <a:pt x="166547" y="14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28472" y="4213821"/>
              <a:ext cx="167156" cy="181550"/>
            </a:xfrm>
            <a:custGeom>
              <a:avLst/>
              <a:pathLst>
                <a:path w="167156" h="181550">
                  <a:moveTo>
                    <a:pt x="166547" y="181550"/>
                  </a:moveTo>
                  <a:lnTo>
                    <a:pt x="166926" y="176132"/>
                  </a:lnTo>
                  <a:lnTo>
                    <a:pt x="167129" y="170705"/>
                  </a:lnTo>
                  <a:lnTo>
                    <a:pt x="167156" y="165275"/>
                  </a:lnTo>
                  <a:lnTo>
                    <a:pt x="167007" y="159846"/>
                  </a:lnTo>
                  <a:lnTo>
                    <a:pt x="166681" y="154425"/>
                  </a:lnTo>
                  <a:lnTo>
                    <a:pt x="166179" y="149017"/>
                  </a:lnTo>
                  <a:lnTo>
                    <a:pt x="165501" y="143628"/>
                  </a:lnTo>
                  <a:lnTo>
                    <a:pt x="164650" y="138265"/>
                  </a:lnTo>
                  <a:lnTo>
                    <a:pt x="163624" y="132932"/>
                  </a:lnTo>
                  <a:lnTo>
                    <a:pt x="162425" y="127635"/>
                  </a:lnTo>
                  <a:lnTo>
                    <a:pt x="161055" y="122379"/>
                  </a:lnTo>
                  <a:lnTo>
                    <a:pt x="159516" y="117171"/>
                  </a:lnTo>
                  <a:lnTo>
                    <a:pt x="157807" y="112016"/>
                  </a:lnTo>
                  <a:lnTo>
                    <a:pt x="155933" y="106919"/>
                  </a:lnTo>
                  <a:lnTo>
                    <a:pt x="153893" y="101886"/>
                  </a:lnTo>
                  <a:lnTo>
                    <a:pt x="151692" y="96921"/>
                  </a:lnTo>
                  <a:lnTo>
                    <a:pt x="149330" y="92031"/>
                  </a:lnTo>
                  <a:lnTo>
                    <a:pt x="146810" y="87220"/>
                  </a:lnTo>
                  <a:lnTo>
                    <a:pt x="144136" y="82493"/>
                  </a:lnTo>
                  <a:lnTo>
                    <a:pt x="141309" y="77856"/>
                  </a:lnTo>
                  <a:lnTo>
                    <a:pt x="138334" y="73313"/>
                  </a:lnTo>
                  <a:lnTo>
                    <a:pt x="135212" y="68869"/>
                  </a:lnTo>
                  <a:lnTo>
                    <a:pt x="131947" y="64528"/>
                  </a:lnTo>
                  <a:lnTo>
                    <a:pt x="128544" y="60296"/>
                  </a:lnTo>
                  <a:lnTo>
                    <a:pt x="125004" y="56177"/>
                  </a:lnTo>
                  <a:lnTo>
                    <a:pt x="121333" y="52175"/>
                  </a:lnTo>
                  <a:lnTo>
                    <a:pt x="117534" y="48295"/>
                  </a:lnTo>
                  <a:lnTo>
                    <a:pt x="113610" y="44539"/>
                  </a:lnTo>
                  <a:lnTo>
                    <a:pt x="109567" y="40914"/>
                  </a:lnTo>
                  <a:lnTo>
                    <a:pt x="105408" y="37421"/>
                  </a:lnTo>
                  <a:lnTo>
                    <a:pt x="101138" y="34066"/>
                  </a:lnTo>
                  <a:lnTo>
                    <a:pt x="96761" y="30850"/>
                  </a:lnTo>
                  <a:lnTo>
                    <a:pt x="92282" y="27779"/>
                  </a:lnTo>
                  <a:lnTo>
                    <a:pt x="87705" y="24855"/>
                  </a:lnTo>
                  <a:lnTo>
                    <a:pt x="83036" y="22081"/>
                  </a:lnTo>
                  <a:lnTo>
                    <a:pt x="78280" y="19461"/>
                  </a:lnTo>
                  <a:lnTo>
                    <a:pt x="73440" y="16996"/>
                  </a:lnTo>
                  <a:lnTo>
                    <a:pt x="68523" y="14689"/>
                  </a:lnTo>
                  <a:lnTo>
                    <a:pt x="63534" y="12544"/>
                  </a:lnTo>
                  <a:lnTo>
                    <a:pt x="58478" y="10562"/>
                  </a:lnTo>
                  <a:lnTo>
                    <a:pt x="53360" y="8745"/>
                  </a:lnTo>
                  <a:lnTo>
                    <a:pt x="48186" y="7095"/>
                  </a:lnTo>
                  <a:lnTo>
                    <a:pt x="42961" y="5614"/>
                  </a:lnTo>
                  <a:lnTo>
                    <a:pt x="37690" y="4304"/>
                  </a:lnTo>
                  <a:lnTo>
                    <a:pt x="32380" y="3166"/>
                  </a:lnTo>
                  <a:lnTo>
                    <a:pt x="27036" y="2200"/>
                  </a:lnTo>
                  <a:lnTo>
                    <a:pt x="21663" y="1409"/>
                  </a:lnTo>
                  <a:lnTo>
                    <a:pt x="16267" y="793"/>
                  </a:lnTo>
                  <a:lnTo>
                    <a:pt x="10854" y="352"/>
                  </a:lnTo>
                  <a:lnTo>
                    <a:pt x="5430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751848" y="3707720"/>
              <a:ext cx="232194" cy="334315"/>
            </a:xfrm>
            <a:custGeom>
              <a:avLst/>
              <a:pathLst>
                <a:path w="232194" h="334315">
                  <a:moveTo>
                    <a:pt x="167162" y="0"/>
                  </a:moveTo>
                  <a:lnTo>
                    <a:pt x="161830" y="85"/>
                  </a:lnTo>
                  <a:lnTo>
                    <a:pt x="156503" y="340"/>
                  </a:lnTo>
                  <a:lnTo>
                    <a:pt x="151187" y="765"/>
                  </a:lnTo>
                  <a:lnTo>
                    <a:pt x="145888" y="1359"/>
                  </a:lnTo>
                  <a:lnTo>
                    <a:pt x="140610" y="2122"/>
                  </a:lnTo>
                  <a:lnTo>
                    <a:pt x="135359" y="3053"/>
                  </a:lnTo>
                  <a:lnTo>
                    <a:pt x="130140" y="4151"/>
                  </a:lnTo>
                  <a:lnTo>
                    <a:pt x="124959" y="5414"/>
                  </a:lnTo>
                  <a:lnTo>
                    <a:pt x="119822" y="6843"/>
                  </a:lnTo>
                  <a:lnTo>
                    <a:pt x="114732" y="8434"/>
                  </a:lnTo>
                  <a:lnTo>
                    <a:pt x="109695" y="10188"/>
                  </a:lnTo>
                  <a:lnTo>
                    <a:pt x="104717" y="12100"/>
                  </a:lnTo>
                  <a:lnTo>
                    <a:pt x="99803" y="14171"/>
                  </a:lnTo>
                  <a:lnTo>
                    <a:pt x="94957" y="16398"/>
                  </a:lnTo>
                  <a:lnTo>
                    <a:pt x="90185" y="18777"/>
                  </a:lnTo>
                  <a:lnTo>
                    <a:pt x="85491" y="21308"/>
                  </a:lnTo>
                  <a:lnTo>
                    <a:pt x="80880" y="23988"/>
                  </a:lnTo>
                  <a:lnTo>
                    <a:pt x="76357" y="26813"/>
                  </a:lnTo>
                  <a:lnTo>
                    <a:pt x="71926" y="29780"/>
                  </a:lnTo>
                  <a:lnTo>
                    <a:pt x="67592" y="32888"/>
                  </a:lnTo>
                  <a:lnTo>
                    <a:pt x="63360" y="36132"/>
                  </a:lnTo>
                  <a:lnTo>
                    <a:pt x="59233" y="39510"/>
                  </a:lnTo>
                  <a:lnTo>
                    <a:pt x="55216" y="43018"/>
                  </a:lnTo>
                  <a:lnTo>
                    <a:pt x="51313" y="46651"/>
                  </a:lnTo>
                  <a:lnTo>
                    <a:pt x="47528" y="50408"/>
                  </a:lnTo>
                  <a:lnTo>
                    <a:pt x="43865" y="54283"/>
                  </a:lnTo>
                  <a:lnTo>
                    <a:pt x="40327" y="58274"/>
                  </a:lnTo>
                  <a:lnTo>
                    <a:pt x="36918" y="62375"/>
                  </a:lnTo>
                  <a:lnTo>
                    <a:pt x="33642" y="66582"/>
                  </a:lnTo>
                  <a:lnTo>
                    <a:pt x="30501" y="70892"/>
                  </a:lnTo>
                  <a:lnTo>
                    <a:pt x="27500" y="75301"/>
                  </a:lnTo>
                  <a:lnTo>
                    <a:pt x="24641" y="79802"/>
                  </a:lnTo>
                  <a:lnTo>
                    <a:pt x="21927" y="84393"/>
                  </a:lnTo>
                  <a:lnTo>
                    <a:pt x="19360" y="89067"/>
                  </a:lnTo>
                  <a:lnTo>
                    <a:pt x="16944" y="93821"/>
                  </a:lnTo>
                  <a:lnTo>
                    <a:pt x="14681" y="98650"/>
                  </a:lnTo>
                  <a:lnTo>
                    <a:pt x="12573" y="103549"/>
                  </a:lnTo>
                  <a:lnTo>
                    <a:pt x="10623" y="108512"/>
                  </a:lnTo>
                  <a:lnTo>
                    <a:pt x="8832" y="113535"/>
                  </a:lnTo>
                  <a:lnTo>
                    <a:pt x="7201" y="118613"/>
                  </a:lnTo>
                  <a:lnTo>
                    <a:pt x="5734" y="123740"/>
                  </a:lnTo>
                  <a:lnTo>
                    <a:pt x="4431" y="128911"/>
                  </a:lnTo>
                  <a:lnTo>
                    <a:pt x="3294" y="134121"/>
                  </a:lnTo>
                  <a:lnTo>
                    <a:pt x="2323" y="139365"/>
                  </a:lnTo>
                  <a:lnTo>
                    <a:pt x="1520" y="144637"/>
                  </a:lnTo>
                  <a:lnTo>
                    <a:pt x="886" y="149931"/>
                  </a:lnTo>
                  <a:lnTo>
                    <a:pt x="420" y="155244"/>
                  </a:lnTo>
                  <a:lnTo>
                    <a:pt x="125" y="160569"/>
                  </a:lnTo>
                  <a:lnTo>
                    <a:pt x="0" y="165900"/>
                  </a:lnTo>
                  <a:lnTo>
                    <a:pt x="44" y="171233"/>
                  </a:lnTo>
                  <a:lnTo>
                    <a:pt x="259" y="176561"/>
                  </a:lnTo>
                  <a:lnTo>
                    <a:pt x="643" y="181880"/>
                  </a:lnTo>
                  <a:lnTo>
                    <a:pt x="1197" y="187184"/>
                  </a:lnTo>
                  <a:lnTo>
                    <a:pt x="1920" y="192468"/>
                  </a:lnTo>
                  <a:lnTo>
                    <a:pt x="2811" y="197725"/>
                  </a:lnTo>
                  <a:lnTo>
                    <a:pt x="3870" y="202952"/>
                  </a:lnTo>
                  <a:lnTo>
                    <a:pt x="5094" y="208142"/>
                  </a:lnTo>
                  <a:lnTo>
                    <a:pt x="6484" y="213291"/>
                  </a:lnTo>
                  <a:lnTo>
                    <a:pt x="8037" y="218393"/>
                  </a:lnTo>
                  <a:lnTo>
                    <a:pt x="9752" y="223442"/>
                  </a:lnTo>
                  <a:lnTo>
                    <a:pt x="11627" y="228435"/>
                  </a:lnTo>
                  <a:lnTo>
                    <a:pt x="13660" y="233365"/>
                  </a:lnTo>
                  <a:lnTo>
                    <a:pt x="15850" y="238227"/>
                  </a:lnTo>
                  <a:lnTo>
                    <a:pt x="18193" y="243017"/>
                  </a:lnTo>
                  <a:lnTo>
                    <a:pt x="20689" y="247730"/>
                  </a:lnTo>
                  <a:lnTo>
                    <a:pt x="23333" y="252361"/>
                  </a:lnTo>
                  <a:lnTo>
                    <a:pt x="26124" y="256906"/>
                  </a:lnTo>
                  <a:lnTo>
                    <a:pt x="29058" y="261359"/>
                  </a:lnTo>
                  <a:lnTo>
                    <a:pt x="32132" y="265716"/>
                  </a:lnTo>
                  <a:lnTo>
                    <a:pt x="35345" y="269973"/>
                  </a:lnTo>
                  <a:lnTo>
                    <a:pt x="38691" y="274125"/>
                  </a:lnTo>
                  <a:lnTo>
                    <a:pt x="42168" y="278169"/>
                  </a:lnTo>
                  <a:lnTo>
                    <a:pt x="45772" y="282099"/>
                  </a:lnTo>
                  <a:lnTo>
                    <a:pt x="49500" y="285913"/>
                  </a:lnTo>
                  <a:lnTo>
                    <a:pt x="53347" y="289605"/>
                  </a:lnTo>
                  <a:lnTo>
                    <a:pt x="57311" y="293173"/>
                  </a:lnTo>
                  <a:lnTo>
                    <a:pt x="61386" y="296613"/>
                  </a:lnTo>
                  <a:lnTo>
                    <a:pt x="65568" y="299921"/>
                  </a:lnTo>
                  <a:lnTo>
                    <a:pt x="69855" y="303094"/>
                  </a:lnTo>
                  <a:lnTo>
                    <a:pt x="74240" y="306129"/>
                  </a:lnTo>
                  <a:lnTo>
                    <a:pt x="78720" y="309022"/>
                  </a:lnTo>
                  <a:lnTo>
                    <a:pt x="83289" y="311771"/>
                  </a:lnTo>
                  <a:lnTo>
                    <a:pt x="87944" y="314373"/>
                  </a:lnTo>
                  <a:lnTo>
                    <a:pt x="92680" y="316825"/>
                  </a:lnTo>
                  <a:lnTo>
                    <a:pt x="97492" y="319124"/>
                  </a:lnTo>
                  <a:lnTo>
                    <a:pt x="102374" y="321269"/>
                  </a:lnTo>
                  <a:lnTo>
                    <a:pt x="107322" y="323257"/>
                  </a:lnTo>
                  <a:lnTo>
                    <a:pt x="112332" y="325086"/>
                  </a:lnTo>
                  <a:lnTo>
                    <a:pt x="117397" y="326755"/>
                  </a:lnTo>
                  <a:lnTo>
                    <a:pt x="122512" y="328261"/>
                  </a:lnTo>
                  <a:lnTo>
                    <a:pt x="127674" y="329603"/>
                  </a:lnTo>
                  <a:lnTo>
                    <a:pt x="132875" y="330780"/>
                  </a:lnTo>
                  <a:lnTo>
                    <a:pt x="138111" y="331791"/>
                  </a:lnTo>
                  <a:lnTo>
                    <a:pt x="143377" y="332634"/>
                  </a:lnTo>
                  <a:lnTo>
                    <a:pt x="148667" y="333308"/>
                  </a:lnTo>
                  <a:lnTo>
                    <a:pt x="153976" y="333813"/>
                  </a:lnTo>
                  <a:lnTo>
                    <a:pt x="159298" y="334149"/>
                  </a:lnTo>
                  <a:lnTo>
                    <a:pt x="164628" y="334315"/>
                  </a:lnTo>
                  <a:lnTo>
                    <a:pt x="169961" y="334311"/>
                  </a:lnTo>
                  <a:lnTo>
                    <a:pt x="175291" y="334137"/>
                  </a:lnTo>
                  <a:lnTo>
                    <a:pt x="180613" y="333792"/>
                  </a:lnTo>
                  <a:lnTo>
                    <a:pt x="185921" y="333279"/>
                  </a:lnTo>
                  <a:lnTo>
                    <a:pt x="191210" y="332596"/>
                  </a:lnTo>
                  <a:lnTo>
                    <a:pt x="196474" y="331744"/>
                  </a:lnTo>
                  <a:lnTo>
                    <a:pt x="201709" y="330726"/>
                  </a:lnTo>
                  <a:lnTo>
                    <a:pt x="206908" y="329541"/>
                  </a:lnTo>
                  <a:lnTo>
                    <a:pt x="212067" y="328190"/>
                  </a:lnTo>
                  <a:lnTo>
                    <a:pt x="217180" y="326676"/>
                  </a:lnTo>
                  <a:lnTo>
                    <a:pt x="222243" y="324999"/>
                  </a:lnTo>
                  <a:lnTo>
                    <a:pt x="227249" y="323162"/>
                  </a:lnTo>
                  <a:lnTo>
                    <a:pt x="232194" y="321166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882"/>
              <a:ext cx="167148" cy="321004"/>
            </a:xfrm>
            <a:custGeom>
              <a:avLst/>
              <a:pathLst>
                <a:path w="167148" h="321004">
                  <a:moveTo>
                    <a:pt x="65032" y="321004"/>
                  </a:moveTo>
                  <a:lnTo>
                    <a:pt x="69944" y="318837"/>
                  </a:lnTo>
                  <a:lnTo>
                    <a:pt x="74784" y="316512"/>
                  </a:lnTo>
                  <a:lnTo>
                    <a:pt x="79546" y="314033"/>
                  </a:lnTo>
                  <a:lnTo>
                    <a:pt x="84227" y="311403"/>
                  </a:lnTo>
                  <a:lnTo>
                    <a:pt x="88821" y="308624"/>
                  </a:lnTo>
                  <a:lnTo>
                    <a:pt x="93323" y="305698"/>
                  </a:lnTo>
                  <a:lnTo>
                    <a:pt x="97728" y="302630"/>
                  </a:lnTo>
                  <a:lnTo>
                    <a:pt x="102034" y="299421"/>
                  </a:lnTo>
                  <a:lnTo>
                    <a:pt x="106233" y="296076"/>
                  </a:lnTo>
                  <a:lnTo>
                    <a:pt x="110323" y="292598"/>
                  </a:lnTo>
                  <a:lnTo>
                    <a:pt x="114300" y="288990"/>
                  </a:lnTo>
                  <a:lnTo>
                    <a:pt x="118158" y="285257"/>
                  </a:lnTo>
                  <a:lnTo>
                    <a:pt x="121895" y="281401"/>
                  </a:lnTo>
                  <a:lnTo>
                    <a:pt x="125506" y="277428"/>
                  </a:lnTo>
                  <a:lnTo>
                    <a:pt x="128987" y="273340"/>
                  </a:lnTo>
                  <a:lnTo>
                    <a:pt x="132335" y="269143"/>
                  </a:lnTo>
                  <a:lnTo>
                    <a:pt x="135547" y="264841"/>
                  </a:lnTo>
                  <a:lnTo>
                    <a:pt x="138619" y="260437"/>
                  </a:lnTo>
                  <a:lnTo>
                    <a:pt x="141548" y="255937"/>
                  </a:lnTo>
                  <a:lnTo>
                    <a:pt x="144331" y="251346"/>
                  </a:lnTo>
                  <a:lnTo>
                    <a:pt x="146965" y="246667"/>
                  </a:lnTo>
                  <a:lnTo>
                    <a:pt x="149448" y="241907"/>
                  </a:lnTo>
                  <a:lnTo>
                    <a:pt x="151776" y="237069"/>
                  </a:lnTo>
                  <a:lnTo>
                    <a:pt x="153948" y="232158"/>
                  </a:lnTo>
                  <a:lnTo>
                    <a:pt x="155961" y="227181"/>
                  </a:lnTo>
                  <a:lnTo>
                    <a:pt x="157813" y="222141"/>
                  </a:lnTo>
                  <a:lnTo>
                    <a:pt x="159502" y="217045"/>
                  </a:lnTo>
                  <a:lnTo>
                    <a:pt x="161026" y="211897"/>
                  </a:lnTo>
                  <a:lnTo>
                    <a:pt x="162385" y="206703"/>
                  </a:lnTo>
                  <a:lnTo>
                    <a:pt x="163576" y="201467"/>
                  </a:lnTo>
                  <a:lnTo>
                    <a:pt x="164598" y="196196"/>
                  </a:lnTo>
                  <a:lnTo>
                    <a:pt x="165451" y="190895"/>
                  </a:lnTo>
                  <a:lnTo>
                    <a:pt x="166133" y="185570"/>
                  </a:lnTo>
                  <a:lnTo>
                    <a:pt x="166643" y="180225"/>
                  </a:lnTo>
                  <a:lnTo>
                    <a:pt x="166982" y="174867"/>
                  </a:lnTo>
                  <a:lnTo>
                    <a:pt x="167148" y="169500"/>
                  </a:lnTo>
                  <a:lnTo>
                    <a:pt x="167142" y="164131"/>
                  </a:lnTo>
                  <a:lnTo>
                    <a:pt x="166964" y="158765"/>
                  </a:lnTo>
                  <a:lnTo>
                    <a:pt x="166613" y="153407"/>
                  </a:lnTo>
                  <a:lnTo>
                    <a:pt x="166090" y="148064"/>
                  </a:lnTo>
                  <a:lnTo>
                    <a:pt x="165396" y="142740"/>
                  </a:lnTo>
                  <a:lnTo>
                    <a:pt x="164532" y="137441"/>
                  </a:lnTo>
                  <a:lnTo>
                    <a:pt x="163498" y="132172"/>
                  </a:lnTo>
                  <a:lnTo>
                    <a:pt x="162295" y="126940"/>
                  </a:lnTo>
                  <a:lnTo>
                    <a:pt x="160924" y="121748"/>
                  </a:lnTo>
                  <a:lnTo>
                    <a:pt x="159388" y="116604"/>
                  </a:lnTo>
                  <a:lnTo>
                    <a:pt x="157687" y="111511"/>
                  </a:lnTo>
                  <a:lnTo>
                    <a:pt x="155824" y="106476"/>
                  </a:lnTo>
                  <a:lnTo>
                    <a:pt x="153799" y="101503"/>
                  </a:lnTo>
                  <a:lnTo>
                    <a:pt x="151616" y="96598"/>
                  </a:lnTo>
                  <a:lnTo>
                    <a:pt x="149277" y="91765"/>
                  </a:lnTo>
                  <a:lnTo>
                    <a:pt x="146784" y="87010"/>
                  </a:lnTo>
                  <a:lnTo>
                    <a:pt x="144139" y="82337"/>
                  </a:lnTo>
                  <a:lnTo>
                    <a:pt x="141346" y="77752"/>
                  </a:lnTo>
                  <a:lnTo>
                    <a:pt x="138407" y="73259"/>
                  </a:lnTo>
                  <a:lnTo>
                    <a:pt x="135325" y="68862"/>
                  </a:lnTo>
                  <a:lnTo>
                    <a:pt x="132103" y="64567"/>
                  </a:lnTo>
                  <a:lnTo>
                    <a:pt x="128745" y="60378"/>
                  </a:lnTo>
                  <a:lnTo>
                    <a:pt x="125255" y="56298"/>
                  </a:lnTo>
                  <a:lnTo>
                    <a:pt x="121635" y="52333"/>
                  </a:lnTo>
                  <a:lnTo>
                    <a:pt x="117890" y="48486"/>
                  </a:lnTo>
                  <a:lnTo>
                    <a:pt x="114023" y="44761"/>
                  </a:lnTo>
                  <a:lnTo>
                    <a:pt x="110038" y="41162"/>
                  </a:lnTo>
                  <a:lnTo>
                    <a:pt x="105940" y="37693"/>
                  </a:lnTo>
                  <a:lnTo>
                    <a:pt x="101733" y="34358"/>
                  </a:lnTo>
                  <a:lnTo>
                    <a:pt x="97420" y="31159"/>
                  </a:lnTo>
                  <a:lnTo>
                    <a:pt x="93008" y="28101"/>
                  </a:lnTo>
                  <a:lnTo>
                    <a:pt x="88499" y="25186"/>
                  </a:lnTo>
                  <a:lnTo>
                    <a:pt x="83899" y="22417"/>
                  </a:lnTo>
                  <a:lnTo>
                    <a:pt x="79212" y="19797"/>
                  </a:lnTo>
                  <a:lnTo>
                    <a:pt x="74444" y="17329"/>
                  </a:lnTo>
                  <a:lnTo>
                    <a:pt x="69599" y="15016"/>
                  </a:lnTo>
                  <a:lnTo>
                    <a:pt x="64682" y="12859"/>
                  </a:lnTo>
                  <a:lnTo>
                    <a:pt x="59698" y="10861"/>
                  </a:lnTo>
                  <a:lnTo>
                    <a:pt x="54653" y="9024"/>
                  </a:lnTo>
                  <a:lnTo>
                    <a:pt x="49552" y="7351"/>
                  </a:lnTo>
                  <a:lnTo>
                    <a:pt x="44399" y="5842"/>
                  </a:lnTo>
                  <a:lnTo>
                    <a:pt x="39201" y="4499"/>
                  </a:lnTo>
                  <a:lnTo>
                    <a:pt x="33962" y="3324"/>
                  </a:lnTo>
                  <a:lnTo>
                    <a:pt x="28688" y="2318"/>
                  </a:lnTo>
                  <a:lnTo>
                    <a:pt x="23384" y="1481"/>
                  </a:lnTo>
                  <a:lnTo>
                    <a:pt x="18056" y="816"/>
                  </a:lnTo>
                  <a:lnTo>
                    <a:pt x="12710" y="322"/>
                  </a:lnTo>
                  <a:lnTo>
                    <a:pt x="7351" y="0"/>
                  </a:lnTo>
                  <a:lnTo>
                    <a:pt x="0" y="1670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19011" y="3707720"/>
              <a:ext cx="7351" cy="167167"/>
            </a:xfrm>
            <a:custGeom>
              <a:avLst/>
              <a:pathLst>
                <a:path w="7351" h="167167">
                  <a:moveTo>
                    <a:pt x="7351" y="16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tx810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11" name="tx811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12" name="tx812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13" name="tx813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2025-06-05T14:08:36Z</dcterms:modified>
  <cp:category/>
</cp:coreProperties>
</file>