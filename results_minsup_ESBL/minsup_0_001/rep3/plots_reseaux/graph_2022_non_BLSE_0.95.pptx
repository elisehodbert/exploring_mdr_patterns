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12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66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4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09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8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175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24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2122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453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0531" y="1227659"/>
              <a:ext cx="1647673" cy="290037"/>
            </a:xfrm>
            <a:custGeom>
              <a:avLst/>
              <a:pathLst>
                <a:path w="1647673" h="290037">
                  <a:moveTo>
                    <a:pt x="1647673" y="290037"/>
                  </a:moveTo>
                  <a:lnTo>
                    <a:pt x="0" y="0"/>
                  </a:lnTo>
                </a:path>
              </a:pathLst>
            </a:custGeom>
            <a:ln w="1678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65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69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72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972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16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16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38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439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6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43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48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318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012953" y="1298395"/>
              <a:ext cx="958771" cy="712571"/>
            </a:xfrm>
            <a:custGeom>
              <a:avLst/>
              <a:pathLst>
                <a:path w="958771" h="712571">
                  <a:moveTo>
                    <a:pt x="958771" y="0"/>
                  </a:moveTo>
                  <a:lnTo>
                    <a:pt x="0" y="712571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17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183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124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079" y="3170392"/>
              <a:ext cx="2699" cy="167167"/>
            </a:xfrm>
            <a:custGeom>
              <a:avLst/>
              <a:pathLst>
                <a:path w="2699" h="167167">
                  <a:moveTo>
                    <a:pt x="2699" y="0"/>
                  </a:moveTo>
                  <a:lnTo>
                    <a:pt x="0" y="21"/>
                  </a:lnTo>
                  <a:lnTo>
                    <a:pt x="269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1079" y="3170414"/>
              <a:ext cx="2699" cy="167145"/>
            </a:xfrm>
            <a:custGeom>
              <a:avLst/>
              <a:pathLst>
                <a:path w="2699" h="167145">
                  <a:moveTo>
                    <a:pt x="0" y="0"/>
                  </a:moveTo>
                  <a:lnTo>
                    <a:pt x="2699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16611" y="3170414"/>
              <a:ext cx="334334" cy="334293"/>
            </a:xfrm>
            <a:custGeom>
              <a:avLst/>
              <a:pathLst>
                <a:path w="334334" h="334293">
                  <a:moveTo>
                    <a:pt x="164467" y="0"/>
                  </a:moveTo>
                  <a:lnTo>
                    <a:pt x="159167" y="169"/>
                  </a:lnTo>
                  <a:lnTo>
                    <a:pt x="153875" y="507"/>
                  </a:lnTo>
                  <a:lnTo>
                    <a:pt x="148596" y="1012"/>
                  </a:lnTo>
                  <a:lnTo>
                    <a:pt x="143336" y="1685"/>
                  </a:lnTo>
                  <a:lnTo>
                    <a:pt x="138099" y="2524"/>
                  </a:lnTo>
                  <a:lnTo>
                    <a:pt x="132892" y="3529"/>
                  </a:lnTo>
                  <a:lnTo>
                    <a:pt x="127720" y="4699"/>
                  </a:lnTo>
                  <a:lnTo>
                    <a:pt x="122587" y="6031"/>
                  </a:lnTo>
                  <a:lnTo>
                    <a:pt x="117499" y="7527"/>
                  </a:lnTo>
                  <a:lnTo>
                    <a:pt x="112461" y="9182"/>
                  </a:lnTo>
                  <a:lnTo>
                    <a:pt x="107479" y="10997"/>
                  </a:lnTo>
                  <a:lnTo>
                    <a:pt x="102556" y="12969"/>
                  </a:lnTo>
                  <a:lnTo>
                    <a:pt x="97698" y="15096"/>
                  </a:lnTo>
                  <a:lnTo>
                    <a:pt x="92910" y="17376"/>
                  </a:lnTo>
                  <a:lnTo>
                    <a:pt x="88197" y="19806"/>
                  </a:lnTo>
                  <a:lnTo>
                    <a:pt x="83563" y="22385"/>
                  </a:lnTo>
                  <a:lnTo>
                    <a:pt x="79014" y="25110"/>
                  </a:lnTo>
                  <a:lnTo>
                    <a:pt x="74553" y="27978"/>
                  </a:lnTo>
                  <a:lnTo>
                    <a:pt x="70185" y="30985"/>
                  </a:lnTo>
                  <a:lnTo>
                    <a:pt x="65915" y="34130"/>
                  </a:lnTo>
                  <a:lnTo>
                    <a:pt x="61747" y="37408"/>
                  </a:lnTo>
                  <a:lnTo>
                    <a:pt x="57685" y="40817"/>
                  </a:lnTo>
                  <a:lnTo>
                    <a:pt x="53733" y="44354"/>
                  </a:lnTo>
                  <a:lnTo>
                    <a:pt x="49896" y="48013"/>
                  </a:lnTo>
                  <a:lnTo>
                    <a:pt x="46176" y="51793"/>
                  </a:lnTo>
                  <a:lnTo>
                    <a:pt x="42578" y="55689"/>
                  </a:lnTo>
                  <a:lnTo>
                    <a:pt x="39105" y="59697"/>
                  </a:lnTo>
                  <a:lnTo>
                    <a:pt x="35762" y="63813"/>
                  </a:lnTo>
                  <a:lnTo>
                    <a:pt x="32550" y="68033"/>
                  </a:lnTo>
                  <a:lnTo>
                    <a:pt x="29474" y="72352"/>
                  </a:lnTo>
                  <a:lnTo>
                    <a:pt x="26537" y="76768"/>
                  </a:lnTo>
                  <a:lnTo>
                    <a:pt x="23741" y="81274"/>
                  </a:lnTo>
                  <a:lnTo>
                    <a:pt x="21089" y="85866"/>
                  </a:lnTo>
                  <a:lnTo>
                    <a:pt x="18585" y="90540"/>
                  </a:lnTo>
                  <a:lnTo>
                    <a:pt x="16230" y="95292"/>
                  </a:lnTo>
                  <a:lnTo>
                    <a:pt x="14027" y="100116"/>
                  </a:lnTo>
                  <a:lnTo>
                    <a:pt x="11977" y="105007"/>
                  </a:lnTo>
                  <a:lnTo>
                    <a:pt x="10085" y="109960"/>
                  </a:lnTo>
                  <a:lnTo>
                    <a:pt x="8350" y="114972"/>
                  </a:lnTo>
                  <a:lnTo>
                    <a:pt x="6775" y="120035"/>
                  </a:lnTo>
                  <a:lnTo>
                    <a:pt x="5361" y="125146"/>
                  </a:lnTo>
                  <a:lnTo>
                    <a:pt x="4111" y="130300"/>
                  </a:lnTo>
                  <a:lnTo>
                    <a:pt x="3024" y="135490"/>
                  </a:lnTo>
                  <a:lnTo>
                    <a:pt x="2102" y="140713"/>
                  </a:lnTo>
                  <a:lnTo>
                    <a:pt x="1347" y="145962"/>
                  </a:lnTo>
                  <a:lnTo>
                    <a:pt x="759" y="151232"/>
                  </a:lnTo>
                  <a:lnTo>
                    <a:pt x="338" y="156518"/>
                  </a:lnTo>
                  <a:lnTo>
                    <a:pt x="84" y="161815"/>
                  </a:lnTo>
                  <a:lnTo>
                    <a:pt x="0" y="167117"/>
                  </a:lnTo>
                  <a:lnTo>
                    <a:pt x="83" y="172420"/>
                  </a:lnTo>
                  <a:lnTo>
                    <a:pt x="334" y="177717"/>
                  </a:lnTo>
                  <a:lnTo>
                    <a:pt x="753" y="183003"/>
                  </a:lnTo>
                  <a:lnTo>
                    <a:pt x="1340" y="188274"/>
                  </a:lnTo>
                  <a:lnTo>
                    <a:pt x="2094" y="193523"/>
                  </a:lnTo>
                  <a:lnTo>
                    <a:pt x="3013" y="198746"/>
                  </a:lnTo>
                  <a:lnTo>
                    <a:pt x="4098" y="203936"/>
                  </a:lnTo>
                  <a:lnTo>
                    <a:pt x="5347" y="209090"/>
                  </a:lnTo>
                  <a:lnTo>
                    <a:pt x="6759" y="214202"/>
                  </a:lnTo>
                  <a:lnTo>
                    <a:pt x="8333" y="219266"/>
                  </a:lnTo>
                  <a:lnTo>
                    <a:pt x="10066" y="224278"/>
                  </a:lnTo>
                  <a:lnTo>
                    <a:pt x="11957" y="229232"/>
                  </a:lnTo>
                  <a:lnTo>
                    <a:pt x="14004" y="234124"/>
                  </a:lnTo>
                  <a:lnTo>
                    <a:pt x="16206" y="238949"/>
                  </a:lnTo>
                  <a:lnTo>
                    <a:pt x="18559" y="243701"/>
                  </a:lnTo>
                  <a:lnTo>
                    <a:pt x="21062" y="248376"/>
                  </a:lnTo>
                  <a:lnTo>
                    <a:pt x="23712" y="252969"/>
                  </a:lnTo>
                  <a:lnTo>
                    <a:pt x="26507" y="257476"/>
                  </a:lnTo>
                  <a:lnTo>
                    <a:pt x="29443" y="261892"/>
                  </a:lnTo>
                  <a:lnTo>
                    <a:pt x="32517" y="266213"/>
                  </a:lnTo>
                  <a:lnTo>
                    <a:pt x="35727" y="270434"/>
                  </a:lnTo>
                  <a:lnTo>
                    <a:pt x="39070" y="274551"/>
                  </a:lnTo>
                  <a:lnTo>
                    <a:pt x="42541" y="278560"/>
                  </a:lnTo>
                  <a:lnTo>
                    <a:pt x="46138" y="282457"/>
                  </a:lnTo>
                  <a:lnTo>
                    <a:pt x="49856" y="286238"/>
                  </a:lnTo>
                  <a:lnTo>
                    <a:pt x="53693" y="289899"/>
                  </a:lnTo>
                  <a:lnTo>
                    <a:pt x="57643" y="293437"/>
                  </a:lnTo>
                  <a:lnTo>
                    <a:pt x="61704" y="296847"/>
                  </a:lnTo>
                  <a:lnTo>
                    <a:pt x="65871" y="300127"/>
                  </a:lnTo>
                  <a:lnTo>
                    <a:pt x="70140" y="303273"/>
                  </a:lnTo>
                  <a:lnTo>
                    <a:pt x="74507" y="306282"/>
                  </a:lnTo>
                  <a:lnTo>
                    <a:pt x="78967" y="309151"/>
                  </a:lnTo>
                  <a:lnTo>
                    <a:pt x="83515" y="311877"/>
                  </a:lnTo>
                  <a:lnTo>
                    <a:pt x="88148" y="314458"/>
                  </a:lnTo>
                  <a:lnTo>
                    <a:pt x="92861" y="316890"/>
                  </a:lnTo>
                  <a:lnTo>
                    <a:pt x="97648" y="319172"/>
                  </a:lnTo>
                  <a:lnTo>
                    <a:pt x="102505" y="321300"/>
                  </a:lnTo>
                  <a:lnTo>
                    <a:pt x="107427" y="323274"/>
                  </a:lnTo>
                  <a:lnTo>
                    <a:pt x="112409" y="325090"/>
                  </a:lnTo>
                  <a:lnTo>
                    <a:pt x="117447" y="326747"/>
                  </a:lnTo>
                  <a:lnTo>
                    <a:pt x="122534" y="328244"/>
                  </a:lnTo>
                  <a:lnTo>
                    <a:pt x="127666" y="329579"/>
                  </a:lnTo>
                  <a:lnTo>
                    <a:pt x="132838" y="330750"/>
                  </a:lnTo>
                  <a:lnTo>
                    <a:pt x="138045" y="331756"/>
                  </a:lnTo>
                  <a:lnTo>
                    <a:pt x="143281" y="332597"/>
                  </a:lnTo>
                  <a:lnTo>
                    <a:pt x="148541" y="333272"/>
                  </a:lnTo>
                  <a:lnTo>
                    <a:pt x="153820" y="333779"/>
                  </a:lnTo>
                  <a:lnTo>
                    <a:pt x="159112" y="334118"/>
                  </a:lnTo>
                  <a:lnTo>
                    <a:pt x="164412" y="334290"/>
                  </a:lnTo>
                  <a:lnTo>
                    <a:pt x="169715" y="334293"/>
                  </a:lnTo>
                  <a:lnTo>
                    <a:pt x="175015" y="334128"/>
                  </a:lnTo>
                  <a:lnTo>
                    <a:pt x="180308" y="333795"/>
                  </a:lnTo>
                  <a:lnTo>
                    <a:pt x="185587" y="333295"/>
                  </a:lnTo>
                  <a:lnTo>
                    <a:pt x="190848" y="332627"/>
                  </a:lnTo>
                  <a:lnTo>
                    <a:pt x="196085" y="331792"/>
                  </a:lnTo>
                  <a:lnTo>
                    <a:pt x="201293" y="330792"/>
                  </a:lnTo>
                  <a:lnTo>
                    <a:pt x="206466" y="329627"/>
                  </a:lnTo>
                  <a:lnTo>
                    <a:pt x="211600" y="328299"/>
                  </a:lnTo>
                  <a:lnTo>
                    <a:pt x="216690" y="326809"/>
                  </a:lnTo>
                  <a:lnTo>
                    <a:pt x="221729" y="325158"/>
                  </a:lnTo>
                  <a:lnTo>
                    <a:pt x="226714" y="323347"/>
                  </a:lnTo>
                  <a:lnTo>
                    <a:pt x="231638" y="321380"/>
                  </a:lnTo>
                  <a:lnTo>
                    <a:pt x="236498" y="319258"/>
                  </a:lnTo>
                  <a:lnTo>
                    <a:pt x="241288" y="316982"/>
                  </a:lnTo>
                  <a:lnTo>
                    <a:pt x="246003" y="314555"/>
                  </a:lnTo>
                  <a:lnTo>
                    <a:pt x="250639" y="311981"/>
                  </a:lnTo>
                  <a:lnTo>
                    <a:pt x="255191" y="309260"/>
                  </a:lnTo>
                  <a:lnTo>
                    <a:pt x="259655" y="306397"/>
                  </a:lnTo>
                  <a:lnTo>
                    <a:pt x="264025" y="303393"/>
                  </a:lnTo>
                  <a:lnTo>
                    <a:pt x="268298" y="300252"/>
                  </a:lnTo>
                  <a:lnTo>
                    <a:pt x="272469" y="296978"/>
                  </a:lnTo>
                  <a:lnTo>
                    <a:pt x="276534" y="293572"/>
                  </a:lnTo>
                  <a:lnTo>
                    <a:pt x="280489" y="290040"/>
                  </a:lnTo>
                  <a:lnTo>
                    <a:pt x="284330" y="286383"/>
                  </a:lnTo>
                  <a:lnTo>
                    <a:pt x="288053" y="282607"/>
                  </a:lnTo>
                  <a:lnTo>
                    <a:pt x="291655" y="278715"/>
                  </a:lnTo>
                  <a:lnTo>
                    <a:pt x="295131" y="274710"/>
                  </a:lnTo>
                  <a:lnTo>
                    <a:pt x="298478" y="270597"/>
                  </a:lnTo>
                  <a:lnTo>
                    <a:pt x="301694" y="266380"/>
                  </a:lnTo>
                  <a:lnTo>
                    <a:pt x="304774" y="262063"/>
                  </a:lnTo>
                  <a:lnTo>
                    <a:pt x="307715" y="257650"/>
                  </a:lnTo>
                  <a:lnTo>
                    <a:pt x="310515" y="253147"/>
                  </a:lnTo>
                  <a:lnTo>
                    <a:pt x="313171" y="248557"/>
                  </a:lnTo>
                  <a:lnTo>
                    <a:pt x="315680" y="243885"/>
                  </a:lnTo>
                  <a:lnTo>
                    <a:pt x="318039" y="239135"/>
                  </a:lnTo>
                  <a:lnTo>
                    <a:pt x="320246" y="234314"/>
                  </a:lnTo>
                  <a:lnTo>
                    <a:pt x="322300" y="229424"/>
                  </a:lnTo>
                  <a:lnTo>
                    <a:pt x="324197" y="224472"/>
                  </a:lnTo>
                  <a:lnTo>
                    <a:pt x="325937" y="219463"/>
                  </a:lnTo>
                  <a:lnTo>
                    <a:pt x="327516" y="214400"/>
                  </a:lnTo>
                  <a:lnTo>
                    <a:pt x="328934" y="209291"/>
                  </a:lnTo>
                  <a:lnTo>
                    <a:pt x="330190" y="204138"/>
                  </a:lnTo>
                  <a:lnTo>
                    <a:pt x="331281" y="198949"/>
                  </a:lnTo>
                  <a:lnTo>
                    <a:pt x="332207" y="193727"/>
                  </a:lnTo>
                  <a:lnTo>
                    <a:pt x="332967" y="188479"/>
                  </a:lnTo>
                  <a:lnTo>
                    <a:pt x="333561" y="183209"/>
                  </a:lnTo>
                  <a:lnTo>
                    <a:pt x="333987" y="177923"/>
                  </a:lnTo>
                  <a:lnTo>
                    <a:pt x="334244" y="172627"/>
                  </a:lnTo>
                  <a:lnTo>
                    <a:pt x="334334" y="167324"/>
                  </a:lnTo>
                  <a:lnTo>
                    <a:pt x="334256" y="162022"/>
                  </a:lnTo>
                  <a:lnTo>
                    <a:pt x="334009" y="156725"/>
                  </a:lnTo>
                  <a:lnTo>
                    <a:pt x="333595" y="151438"/>
                  </a:lnTo>
                  <a:lnTo>
                    <a:pt x="333013" y="146167"/>
                  </a:lnTo>
                  <a:lnTo>
                    <a:pt x="332264" y="140917"/>
                  </a:lnTo>
                  <a:lnTo>
                    <a:pt x="331349" y="135694"/>
                  </a:lnTo>
                  <a:lnTo>
                    <a:pt x="330269" y="130502"/>
                  </a:lnTo>
                  <a:lnTo>
                    <a:pt x="329024" y="125347"/>
                  </a:lnTo>
                  <a:lnTo>
                    <a:pt x="327617" y="120234"/>
                  </a:lnTo>
                  <a:lnTo>
                    <a:pt x="326049" y="115168"/>
                  </a:lnTo>
                  <a:lnTo>
                    <a:pt x="324320" y="110155"/>
                  </a:lnTo>
                  <a:lnTo>
                    <a:pt x="322433" y="105199"/>
                  </a:lnTo>
                  <a:lnTo>
                    <a:pt x="320390" y="100305"/>
                  </a:lnTo>
                  <a:lnTo>
                    <a:pt x="318193" y="95479"/>
                  </a:lnTo>
                  <a:lnTo>
                    <a:pt x="315844" y="90724"/>
                  </a:lnTo>
                  <a:lnTo>
                    <a:pt x="313345" y="86047"/>
                  </a:lnTo>
                  <a:lnTo>
                    <a:pt x="310699" y="81451"/>
                  </a:lnTo>
                  <a:lnTo>
                    <a:pt x="307909" y="76942"/>
                  </a:lnTo>
                  <a:lnTo>
                    <a:pt x="304977" y="72523"/>
                  </a:lnTo>
                  <a:lnTo>
                    <a:pt x="301906" y="68199"/>
                  </a:lnTo>
                  <a:lnTo>
                    <a:pt x="298700" y="63975"/>
                  </a:lnTo>
                  <a:lnTo>
                    <a:pt x="295361" y="59855"/>
                  </a:lnTo>
                  <a:lnTo>
                    <a:pt x="291894" y="55843"/>
                  </a:lnTo>
                  <a:lnTo>
                    <a:pt x="288301" y="51943"/>
                  </a:lnTo>
                  <a:lnTo>
                    <a:pt x="284586" y="48159"/>
                  </a:lnTo>
                  <a:lnTo>
                    <a:pt x="280753" y="44494"/>
                  </a:lnTo>
                  <a:lnTo>
                    <a:pt x="276805" y="40953"/>
                  </a:lnTo>
                  <a:lnTo>
                    <a:pt x="272747" y="37539"/>
                  </a:lnTo>
                  <a:lnTo>
                    <a:pt x="268583" y="34255"/>
                  </a:lnTo>
                  <a:lnTo>
                    <a:pt x="264317" y="31105"/>
                  </a:lnTo>
                  <a:lnTo>
                    <a:pt x="259953" y="28092"/>
                  </a:lnTo>
                  <a:lnTo>
                    <a:pt x="255496" y="25219"/>
                  </a:lnTo>
                  <a:lnTo>
                    <a:pt x="250950" y="22489"/>
                  </a:lnTo>
                  <a:lnTo>
                    <a:pt x="246319" y="19904"/>
                  </a:lnTo>
                  <a:lnTo>
                    <a:pt x="241609" y="17468"/>
                  </a:lnTo>
                  <a:lnTo>
                    <a:pt x="236824" y="15182"/>
                  </a:lnTo>
                  <a:lnTo>
                    <a:pt x="231969" y="13049"/>
                  </a:lnTo>
                  <a:lnTo>
                    <a:pt x="227049" y="11071"/>
                  </a:lnTo>
                  <a:lnTo>
                    <a:pt x="222068" y="9250"/>
                  </a:lnTo>
                  <a:lnTo>
                    <a:pt x="217032" y="7588"/>
                  </a:lnTo>
                  <a:lnTo>
                    <a:pt x="211946" y="6087"/>
                  </a:lnTo>
                  <a:lnTo>
                    <a:pt x="206815" y="4748"/>
                  </a:lnTo>
                  <a:lnTo>
                    <a:pt x="201644" y="3572"/>
                  </a:lnTo>
                  <a:lnTo>
                    <a:pt x="196438" y="2560"/>
                  </a:lnTo>
                  <a:lnTo>
                    <a:pt x="191203" y="1715"/>
                  </a:lnTo>
                  <a:lnTo>
                    <a:pt x="185944" y="1036"/>
                  </a:lnTo>
                  <a:lnTo>
                    <a:pt x="180666" y="524"/>
                  </a:lnTo>
                  <a:lnTo>
                    <a:pt x="175374" y="179"/>
                  </a:lnTo>
                  <a:lnTo>
                    <a:pt x="170074" y="3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83779" y="3170392"/>
              <a:ext cx="2906" cy="167167"/>
            </a:xfrm>
            <a:custGeom>
              <a:avLst/>
              <a:pathLst>
                <a:path w="2906" h="167167">
                  <a:moveTo>
                    <a:pt x="2906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487" y="2655501"/>
              <a:ext cx="33007" cy="167167"/>
            </a:xfrm>
            <a:custGeom>
              <a:avLst/>
              <a:pathLst>
                <a:path w="33007" h="167167">
                  <a:moveTo>
                    <a:pt x="33007" y="0"/>
                  </a:moveTo>
                  <a:lnTo>
                    <a:pt x="26364" y="132"/>
                  </a:lnTo>
                  <a:lnTo>
                    <a:pt x="19731" y="528"/>
                  </a:lnTo>
                  <a:lnTo>
                    <a:pt x="13119" y="1187"/>
                  </a:lnTo>
                  <a:lnTo>
                    <a:pt x="6538" y="2108"/>
                  </a:lnTo>
                  <a:lnTo>
                    <a:pt x="0" y="3291"/>
                  </a:lnTo>
                  <a:lnTo>
                    <a:pt x="3300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890487" y="2658793"/>
              <a:ext cx="33007" cy="163876"/>
            </a:xfrm>
            <a:custGeom>
              <a:avLst/>
              <a:pathLst>
                <a:path w="33007" h="163876">
                  <a:moveTo>
                    <a:pt x="0" y="0"/>
                  </a:moveTo>
                  <a:lnTo>
                    <a:pt x="33007" y="1638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6333" y="2658793"/>
              <a:ext cx="334321" cy="331039"/>
            </a:xfrm>
            <a:custGeom>
              <a:avLst/>
              <a:pathLst>
                <a:path w="334321" h="331039">
                  <a:moveTo>
                    <a:pt x="134154" y="0"/>
                  </a:moveTo>
                  <a:lnTo>
                    <a:pt x="128973" y="1129"/>
                  </a:lnTo>
                  <a:lnTo>
                    <a:pt x="123831" y="2422"/>
                  </a:lnTo>
                  <a:lnTo>
                    <a:pt x="118733" y="3877"/>
                  </a:lnTo>
                  <a:lnTo>
                    <a:pt x="113683" y="5493"/>
                  </a:lnTo>
                  <a:lnTo>
                    <a:pt x="108687" y="7269"/>
                  </a:lnTo>
                  <a:lnTo>
                    <a:pt x="103749" y="9202"/>
                  </a:lnTo>
                  <a:lnTo>
                    <a:pt x="98876" y="11291"/>
                  </a:lnTo>
                  <a:lnTo>
                    <a:pt x="94071" y="13534"/>
                  </a:lnTo>
                  <a:lnTo>
                    <a:pt x="89340" y="15927"/>
                  </a:lnTo>
                  <a:lnTo>
                    <a:pt x="84687" y="18470"/>
                  </a:lnTo>
                  <a:lnTo>
                    <a:pt x="80117" y="21158"/>
                  </a:lnTo>
                  <a:lnTo>
                    <a:pt x="75635" y="23991"/>
                  </a:lnTo>
                  <a:lnTo>
                    <a:pt x="71245" y="26964"/>
                  </a:lnTo>
                  <a:lnTo>
                    <a:pt x="66951" y="30075"/>
                  </a:lnTo>
                  <a:lnTo>
                    <a:pt x="62758" y="33320"/>
                  </a:lnTo>
                  <a:lnTo>
                    <a:pt x="58670" y="36697"/>
                  </a:lnTo>
                  <a:lnTo>
                    <a:pt x="54691" y="40201"/>
                  </a:lnTo>
                  <a:lnTo>
                    <a:pt x="50826" y="43830"/>
                  </a:lnTo>
                  <a:lnTo>
                    <a:pt x="47077" y="47580"/>
                  </a:lnTo>
                  <a:lnTo>
                    <a:pt x="43449" y="51447"/>
                  </a:lnTo>
                  <a:lnTo>
                    <a:pt x="39946" y="55427"/>
                  </a:lnTo>
                  <a:lnTo>
                    <a:pt x="36570" y="59516"/>
                  </a:lnTo>
                  <a:lnTo>
                    <a:pt x="33326" y="63710"/>
                  </a:lnTo>
                  <a:lnTo>
                    <a:pt x="30217" y="68005"/>
                  </a:lnTo>
                  <a:lnTo>
                    <a:pt x="27246" y="72396"/>
                  </a:lnTo>
                  <a:lnTo>
                    <a:pt x="24415" y="76880"/>
                  </a:lnTo>
                  <a:lnTo>
                    <a:pt x="21728" y="81451"/>
                  </a:lnTo>
                  <a:lnTo>
                    <a:pt x="19187" y="86104"/>
                  </a:lnTo>
                  <a:lnTo>
                    <a:pt x="16795" y="90836"/>
                  </a:lnTo>
                  <a:lnTo>
                    <a:pt x="14554" y="95642"/>
                  </a:lnTo>
                  <a:lnTo>
                    <a:pt x="12467" y="100516"/>
                  </a:lnTo>
                  <a:lnTo>
                    <a:pt x="10535" y="105454"/>
                  </a:lnTo>
                  <a:lnTo>
                    <a:pt x="8761" y="110450"/>
                  </a:lnTo>
                  <a:lnTo>
                    <a:pt x="7146" y="115501"/>
                  </a:lnTo>
                  <a:lnTo>
                    <a:pt x="5693" y="120600"/>
                  </a:lnTo>
                  <a:lnTo>
                    <a:pt x="4402" y="125742"/>
                  </a:lnTo>
                  <a:lnTo>
                    <a:pt x="3274" y="130923"/>
                  </a:lnTo>
                  <a:lnTo>
                    <a:pt x="2311" y="136138"/>
                  </a:lnTo>
                  <a:lnTo>
                    <a:pt x="1515" y="141380"/>
                  </a:lnTo>
                  <a:lnTo>
                    <a:pt x="884" y="146644"/>
                  </a:lnTo>
                  <a:lnTo>
                    <a:pt x="422" y="151926"/>
                  </a:lnTo>
                  <a:lnTo>
                    <a:pt x="127" y="157220"/>
                  </a:lnTo>
                  <a:lnTo>
                    <a:pt x="0" y="162521"/>
                  </a:lnTo>
                  <a:lnTo>
                    <a:pt x="41" y="167823"/>
                  </a:lnTo>
                  <a:lnTo>
                    <a:pt x="250" y="173121"/>
                  </a:lnTo>
                  <a:lnTo>
                    <a:pt x="627" y="178410"/>
                  </a:lnTo>
                  <a:lnTo>
                    <a:pt x="1172" y="183684"/>
                  </a:lnTo>
                  <a:lnTo>
                    <a:pt x="1883" y="188938"/>
                  </a:lnTo>
                  <a:lnTo>
                    <a:pt x="2761" y="194167"/>
                  </a:lnTo>
                  <a:lnTo>
                    <a:pt x="3805" y="199366"/>
                  </a:lnTo>
                  <a:lnTo>
                    <a:pt x="5012" y="204529"/>
                  </a:lnTo>
                  <a:lnTo>
                    <a:pt x="6383" y="209651"/>
                  </a:lnTo>
                  <a:lnTo>
                    <a:pt x="7916" y="214727"/>
                  </a:lnTo>
                  <a:lnTo>
                    <a:pt x="9609" y="219751"/>
                  </a:lnTo>
                  <a:lnTo>
                    <a:pt x="11460" y="224720"/>
                  </a:lnTo>
                  <a:lnTo>
                    <a:pt x="13468" y="229627"/>
                  </a:lnTo>
                  <a:lnTo>
                    <a:pt x="15630" y="234468"/>
                  </a:lnTo>
                  <a:lnTo>
                    <a:pt x="17945" y="239238"/>
                  </a:lnTo>
                  <a:lnTo>
                    <a:pt x="20411" y="243933"/>
                  </a:lnTo>
                  <a:lnTo>
                    <a:pt x="23023" y="248547"/>
                  </a:lnTo>
                  <a:lnTo>
                    <a:pt x="25781" y="253075"/>
                  </a:lnTo>
                  <a:lnTo>
                    <a:pt x="28681" y="257514"/>
                  </a:lnTo>
                  <a:lnTo>
                    <a:pt x="31720" y="261859"/>
                  </a:lnTo>
                  <a:lnTo>
                    <a:pt x="34896" y="266105"/>
                  </a:lnTo>
                  <a:lnTo>
                    <a:pt x="38205" y="270248"/>
                  </a:lnTo>
                  <a:lnTo>
                    <a:pt x="41643" y="274284"/>
                  </a:lnTo>
                  <a:lnTo>
                    <a:pt x="45208" y="278210"/>
                  </a:lnTo>
                  <a:lnTo>
                    <a:pt x="48895" y="282020"/>
                  </a:lnTo>
                  <a:lnTo>
                    <a:pt x="52701" y="285711"/>
                  </a:lnTo>
                  <a:lnTo>
                    <a:pt x="56623" y="289280"/>
                  </a:lnTo>
                  <a:lnTo>
                    <a:pt x="60655" y="292722"/>
                  </a:lnTo>
                  <a:lnTo>
                    <a:pt x="64795" y="296035"/>
                  </a:lnTo>
                  <a:lnTo>
                    <a:pt x="69038" y="299215"/>
                  </a:lnTo>
                  <a:lnTo>
                    <a:pt x="73379" y="302259"/>
                  </a:lnTo>
                  <a:lnTo>
                    <a:pt x="77815" y="305164"/>
                  </a:lnTo>
                  <a:lnTo>
                    <a:pt x="82341" y="307926"/>
                  </a:lnTo>
                  <a:lnTo>
                    <a:pt x="86952" y="310544"/>
                  </a:lnTo>
                  <a:lnTo>
                    <a:pt x="91644" y="313014"/>
                  </a:lnTo>
                  <a:lnTo>
                    <a:pt x="96412" y="315333"/>
                  </a:lnTo>
                  <a:lnTo>
                    <a:pt x="101251" y="317501"/>
                  </a:lnTo>
                  <a:lnTo>
                    <a:pt x="106156" y="319514"/>
                  </a:lnTo>
                  <a:lnTo>
                    <a:pt x="111122" y="321371"/>
                  </a:lnTo>
                  <a:lnTo>
                    <a:pt x="116145" y="323069"/>
                  </a:lnTo>
                  <a:lnTo>
                    <a:pt x="121220" y="324606"/>
                  </a:lnTo>
                  <a:lnTo>
                    <a:pt x="126340" y="325983"/>
                  </a:lnTo>
                  <a:lnTo>
                    <a:pt x="131502" y="327196"/>
                  </a:lnTo>
                  <a:lnTo>
                    <a:pt x="136699" y="328244"/>
                  </a:lnTo>
                  <a:lnTo>
                    <a:pt x="141927" y="329128"/>
                  </a:lnTo>
                  <a:lnTo>
                    <a:pt x="147181" y="329845"/>
                  </a:lnTo>
                  <a:lnTo>
                    <a:pt x="152454" y="330395"/>
                  </a:lnTo>
                  <a:lnTo>
                    <a:pt x="157743" y="330778"/>
                  </a:lnTo>
                  <a:lnTo>
                    <a:pt x="163041" y="330992"/>
                  </a:lnTo>
                  <a:lnTo>
                    <a:pt x="168343" y="331039"/>
                  </a:lnTo>
                  <a:lnTo>
                    <a:pt x="173644" y="330918"/>
                  </a:lnTo>
                  <a:lnTo>
                    <a:pt x="178938" y="330628"/>
                  </a:lnTo>
                  <a:lnTo>
                    <a:pt x="184220" y="330171"/>
                  </a:lnTo>
                  <a:lnTo>
                    <a:pt x="189486" y="329546"/>
                  </a:lnTo>
                  <a:lnTo>
                    <a:pt x="194728" y="328755"/>
                  </a:lnTo>
                  <a:lnTo>
                    <a:pt x="199944" y="327797"/>
                  </a:lnTo>
                  <a:lnTo>
                    <a:pt x="205126" y="326675"/>
                  </a:lnTo>
                  <a:lnTo>
                    <a:pt x="210270" y="325389"/>
                  </a:lnTo>
                  <a:lnTo>
                    <a:pt x="215370" y="323941"/>
                  </a:lnTo>
                  <a:lnTo>
                    <a:pt x="220422" y="322332"/>
                  </a:lnTo>
                  <a:lnTo>
                    <a:pt x="225421" y="320563"/>
                  </a:lnTo>
                  <a:lnTo>
                    <a:pt x="230361" y="318636"/>
                  </a:lnTo>
                  <a:lnTo>
                    <a:pt x="235237" y="316554"/>
                  </a:lnTo>
                  <a:lnTo>
                    <a:pt x="240045" y="314318"/>
                  </a:lnTo>
                  <a:lnTo>
                    <a:pt x="244779" y="311931"/>
                  </a:lnTo>
                  <a:lnTo>
                    <a:pt x="249436" y="309395"/>
                  </a:lnTo>
                  <a:lnTo>
                    <a:pt x="254009" y="306713"/>
                  </a:lnTo>
                  <a:lnTo>
                    <a:pt x="258496" y="303887"/>
                  </a:lnTo>
                  <a:lnTo>
                    <a:pt x="262890" y="300920"/>
                  </a:lnTo>
                  <a:lnTo>
                    <a:pt x="267188" y="297815"/>
                  </a:lnTo>
                  <a:lnTo>
                    <a:pt x="271385" y="294575"/>
                  </a:lnTo>
                  <a:lnTo>
                    <a:pt x="275478" y="291204"/>
                  </a:lnTo>
                  <a:lnTo>
                    <a:pt x="279462" y="287705"/>
                  </a:lnTo>
                  <a:lnTo>
                    <a:pt x="283332" y="284081"/>
                  </a:lnTo>
                  <a:lnTo>
                    <a:pt x="287086" y="280336"/>
                  </a:lnTo>
                  <a:lnTo>
                    <a:pt x="290719" y="276475"/>
                  </a:lnTo>
                  <a:lnTo>
                    <a:pt x="294228" y="272499"/>
                  </a:lnTo>
                  <a:lnTo>
                    <a:pt x="297609" y="268415"/>
                  </a:lnTo>
                  <a:lnTo>
                    <a:pt x="300859" y="264225"/>
                  </a:lnTo>
                  <a:lnTo>
                    <a:pt x="303974" y="259935"/>
                  </a:lnTo>
                  <a:lnTo>
                    <a:pt x="306951" y="255548"/>
                  </a:lnTo>
                  <a:lnTo>
                    <a:pt x="309788" y="251068"/>
                  </a:lnTo>
                  <a:lnTo>
                    <a:pt x="312482" y="246501"/>
                  </a:lnTo>
                  <a:lnTo>
                    <a:pt x="315029" y="241851"/>
                  </a:lnTo>
                  <a:lnTo>
                    <a:pt x="317428" y="237122"/>
                  </a:lnTo>
                  <a:lnTo>
                    <a:pt x="319675" y="232320"/>
                  </a:lnTo>
                  <a:lnTo>
                    <a:pt x="321769" y="227448"/>
                  </a:lnTo>
                  <a:lnTo>
                    <a:pt x="323707" y="222513"/>
                  </a:lnTo>
                  <a:lnTo>
                    <a:pt x="325488" y="217519"/>
                  </a:lnTo>
                  <a:lnTo>
                    <a:pt x="327110" y="212471"/>
                  </a:lnTo>
                  <a:lnTo>
                    <a:pt x="328570" y="207374"/>
                  </a:lnTo>
                  <a:lnTo>
                    <a:pt x="329869" y="202233"/>
                  </a:lnTo>
                  <a:lnTo>
                    <a:pt x="331003" y="197054"/>
                  </a:lnTo>
                  <a:lnTo>
                    <a:pt x="331973" y="191841"/>
                  </a:lnTo>
                  <a:lnTo>
                    <a:pt x="332777" y="186600"/>
                  </a:lnTo>
                  <a:lnTo>
                    <a:pt x="333415" y="181336"/>
                  </a:lnTo>
                  <a:lnTo>
                    <a:pt x="333885" y="176055"/>
                  </a:lnTo>
                  <a:lnTo>
                    <a:pt x="334187" y="170761"/>
                  </a:lnTo>
                  <a:lnTo>
                    <a:pt x="334321" y="165461"/>
                  </a:lnTo>
                  <a:lnTo>
                    <a:pt x="334288" y="160159"/>
                  </a:lnTo>
                  <a:lnTo>
                    <a:pt x="334086" y="154860"/>
                  </a:lnTo>
                  <a:lnTo>
                    <a:pt x="333716" y="149571"/>
                  </a:lnTo>
                  <a:lnTo>
                    <a:pt x="333178" y="144296"/>
                  </a:lnTo>
                  <a:lnTo>
                    <a:pt x="332474" y="139041"/>
                  </a:lnTo>
                  <a:lnTo>
                    <a:pt x="331603" y="133811"/>
                  </a:lnTo>
                  <a:lnTo>
                    <a:pt x="330567" y="128611"/>
                  </a:lnTo>
                  <a:lnTo>
                    <a:pt x="329366" y="123446"/>
                  </a:lnTo>
                  <a:lnTo>
                    <a:pt x="328002" y="118322"/>
                  </a:lnTo>
                  <a:lnTo>
                    <a:pt x="326477" y="113244"/>
                  </a:lnTo>
                  <a:lnTo>
                    <a:pt x="324791" y="108217"/>
                  </a:lnTo>
                  <a:lnTo>
                    <a:pt x="322946" y="103246"/>
                  </a:lnTo>
                  <a:lnTo>
                    <a:pt x="320945" y="98336"/>
                  </a:lnTo>
                  <a:lnTo>
                    <a:pt x="318789" y="93492"/>
                  </a:lnTo>
                  <a:lnTo>
                    <a:pt x="316481" y="88718"/>
                  </a:lnTo>
                  <a:lnTo>
                    <a:pt x="314022" y="84021"/>
                  </a:lnTo>
                  <a:lnTo>
                    <a:pt x="311416" y="79403"/>
                  </a:lnTo>
                  <a:lnTo>
                    <a:pt x="308664" y="74871"/>
                  </a:lnTo>
                  <a:lnTo>
                    <a:pt x="305771" y="70428"/>
                  </a:lnTo>
                  <a:lnTo>
                    <a:pt x="302737" y="66079"/>
                  </a:lnTo>
                  <a:lnTo>
                    <a:pt x="299567" y="61829"/>
                  </a:lnTo>
                  <a:lnTo>
                    <a:pt x="296265" y="57681"/>
                  </a:lnTo>
                  <a:lnTo>
                    <a:pt x="292832" y="53640"/>
                  </a:lnTo>
                  <a:lnTo>
                    <a:pt x="289273" y="49710"/>
                  </a:lnTo>
                  <a:lnTo>
                    <a:pt x="285590" y="45895"/>
                  </a:lnTo>
                  <a:lnTo>
                    <a:pt x="281789" y="42198"/>
                  </a:lnTo>
                  <a:lnTo>
                    <a:pt x="277873" y="38624"/>
                  </a:lnTo>
                  <a:lnTo>
                    <a:pt x="273845" y="35176"/>
                  </a:lnTo>
                  <a:lnTo>
                    <a:pt x="269709" y="31857"/>
                  </a:lnTo>
                  <a:lnTo>
                    <a:pt x="265471" y="28672"/>
                  </a:lnTo>
                  <a:lnTo>
                    <a:pt x="261134" y="25622"/>
                  </a:lnTo>
                  <a:lnTo>
                    <a:pt x="256702" y="22711"/>
                  </a:lnTo>
                  <a:lnTo>
                    <a:pt x="252180" y="19942"/>
                  </a:lnTo>
                  <a:lnTo>
                    <a:pt x="247572" y="17319"/>
                  </a:lnTo>
                  <a:lnTo>
                    <a:pt x="242884" y="14842"/>
                  </a:lnTo>
                  <a:lnTo>
                    <a:pt x="238120" y="12516"/>
                  </a:lnTo>
                  <a:lnTo>
                    <a:pt x="233284" y="10341"/>
                  </a:lnTo>
                  <a:lnTo>
                    <a:pt x="228381" y="8322"/>
                  </a:lnTo>
                  <a:lnTo>
                    <a:pt x="223417" y="6458"/>
                  </a:lnTo>
                  <a:lnTo>
                    <a:pt x="218396" y="4753"/>
                  </a:lnTo>
                  <a:lnTo>
                    <a:pt x="213324" y="3209"/>
                  </a:lnTo>
                  <a:lnTo>
                    <a:pt x="208206" y="1825"/>
                  </a:lnTo>
                  <a:lnTo>
                    <a:pt x="203046" y="605"/>
                  </a:lnTo>
                  <a:lnTo>
                    <a:pt x="167161" y="1638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3495" y="2655501"/>
              <a:ext cx="35884" cy="167167"/>
            </a:xfrm>
            <a:custGeom>
              <a:avLst/>
              <a:pathLst>
                <a:path w="35884" h="167167">
                  <a:moveTo>
                    <a:pt x="35884" y="3896"/>
                  </a:moveTo>
                  <a:lnTo>
                    <a:pt x="28788" y="2497"/>
                  </a:lnTo>
                  <a:lnTo>
                    <a:pt x="21638" y="1406"/>
                  </a:lnTo>
                  <a:lnTo>
                    <a:pt x="14448" y="625"/>
                  </a:lnTo>
                  <a:lnTo>
                    <a:pt x="7230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39208" y="2168369"/>
              <a:ext cx="6684" cy="167167"/>
            </a:xfrm>
            <a:custGeom>
              <a:avLst/>
              <a:pathLst>
                <a:path w="6684" h="167167">
                  <a:moveTo>
                    <a:pt x="6684" y="0"/>
                  </a:moveTo>
                  <a:lnTo>
                    <a:pt x="0" y="133"/>
                  </a:lnTo>
                  <a:lnTo>
                    <a:pt x="668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39208" y="2168502"/>
              <a:ext cx="6684" cy="167033"/>
            </a:xfrm>
            <a:custGeom>
              <a:avLst/>
              <a:pathLst>
                <a:path w="6684" h="167033">
                  <a:moveTo>
                    <a:pt x="0" y="0"/>
                  </a:moveTo>
                  <a:lnTo>
                    <a:pt x="6684" y="167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578726" y="2168502"/>
              <a:ext cx="167166" cy="334020"/>
            </a:xfrm>
            <a:custGeom>
              <a:avLst/>
              <a:pathLst>
                <a:path w="167166" h="334020">
                  <a:moveTo>
                    <a:pt x="160481" y="0"/>
                  </a:moveTo>
                  <a:lnTo>
                    <a:pt x="155170" y="297"/>
                  </a:lnTo>
                  <a:lnTo>
                    <a:pt x="149870" y="763"/>
                  </a:lnTo>
                  <a:lnTo>
                    <a:pt x="144589" y="1397"/>
                  </a:lnTo>
                  <a:lnTo>
                    <a:pt x="139330" y="2200"/>
                  </a:lnTo>
                  <a:lnTo>
                    <a:pt x="134099" y="3169"/>
                  </a:lnTo>
                  <a:lnTo>
                    <a:pt x="128902" y="4304"/>
                  </a:lnTo>
                  <a:lnTo>
                    <a:pt x="123743" y="5604"/>
                  </a:lnTo>
                  <a:lnTo>
                    <a:pt x="118629" y="7067"/>
                  </a:lnTo>
                  <a:lnTo>
                    <a:pt x="113563" y="8693"/>
                  </a:lnTo>
                  <a:lnTo>
                    <a:pt x="108552" y="10479"/>
                  </a:lnTo>
                  <a:lnTo>
                    <a:pt x="103600" y="12423"/>
                  </a:lnTo>
                  <a:lnTo>
                    <a:pt x="98713" y="14524"/>
                  </a:lnTo>
                  <a:lnTo>
                    <a:pt x="93895" y="16779"/>
                  </a:lnTo>
                  <a:lnTo>
                    <a:pt x="89151" y="19187"/>
                  </a:lnTo>
                  <a:lnTo>
                    <a:pt x="84486" y="21744"/>
                  </a:lnTo>
                  <a:lnTo>
                    <a:pt x="79905" y="24448"/>
                  </a:lnTo>
                  <a:lnTo>
                    <a:pt x="75413" y="27297"/>
                  </a:lnTo>
                  <a:lnTo>
                    <a:pt x="71013" y="30287"/>
                  </a:lnTo>
                  <a:lnTo>
                    <a:pt x="66710" y="33416"/>
                  </a:lnTo>
                  <a:lnTo>
                    <a:pt x="62510" y="36680"/>
                  </a:lnTo>
                  <a:lnTo>
                    <a:pt x="58415" y="40076"/>
                  </a:lnTo>
                  <a:lnTo>
                    <a:pt x="54430" y="43601"/>
                  </a:lnTo>
                  <a:lnTo>
                    <a:pt x="50560" y="47250"/>
                  </a:lnTo>
                  <a:lnTo>
                    <a:pt x="46808" y="51021"/>
                  </a:lnTo>
                  <a:lnTo>
                    <a:pt x="43177" y="54910"/>
                  </a:lnTo>
                  <a:lnTo>
                    <a:pt x="39672" y="58912"/>
                  </a:lnTo>
                  <a:lnTo>
                    <a:pt x="36296" y="63023"/>
                  </a:lnTo>
                  <a:lnTo>
                    <a:pt x="33053" y="67240"/>
                  </a:lnTo>
                  <a:lnTo>
                    <a:pt x="29946" y="71558"/>
                  </a:lnTo>
                  <a:lnTo>
                    <a:pt x="26977" y="75972"/>
                  </a:lnTo>
                  <a:lnTo>
                    <a:pt x="24151" y="80479"/>
                  </a:lnTo>
                  <a:lnTo>
                    <a:pt x="21469" y="85074"/>
                  </a:lnTo>
                  <a:lnTo>
                    <a:pt x="18935" y="89751"/>
                  </a:lnTo>
                  <a:lnTo>
                    <a:pt x="16551" y="94507"/>
                  </a:lnTo>
                  <a:lnTo>
                    <a:pt x="14320" y="99336"/>
                  </a:lnTo>
                  <a:lnTo>
                    <a:pt x="12243" y="104234"/>
                  </a:lnTo>
                  <a:lnTo>
                    <a:pt x="10323" y="109195"/>
                  </a:lnTo>
                  <a:lnTo>
                    <a:pt x="8562" y="114215"/>
                  </a:lnTo>
                  <a:lnTo>
                    <a:pt x="6962" y="119288"/>
                  </a:lnTo>
                  <a:lnTo>
                    <a:pt x="5524" y="124410"/>
                  </a:lnTo>
                  <a:lnTo>
                    <a:pt x="4249" y="129575"/>
                  </a:lnTo>
                  <a:lnTo>
                    <a:pt x="3140" y="134778"/>
                  </a:lnTo>
                  <a:lnTo>
                    <a:pt x="2197" y="140013"/>
                  </a:lnTo>
                  <a:lnTo>
                    <a:pt x="1421" y="145276"/>
                  </a:lnTo>
                  <a:lnTo>
                    <a:pt x="812" y="150561"/>
                  </a:lnTo>
                  <a:lnTo>
                    <a:pt x="372" y="155862"/>
                  </a:lnTo>
                  <a:lnTo>
                    <a:pt x="101" y="161175"/>
                  </a:lnTo>
                  <a:lnTo>
                    <a:pt x="0" y="166494"/>
                  </a:lnTo>
                  <a:lnTo>
                    <a:pt x="67" y="171813"/>
                  </a:lnTo>
                  <a:lnTo>
                    <a:pt x="304" y="177128"/>
                  </a:lnTo>
                  <a:lnTo>
                    <a:pt x="709" y="182432"/>
                  </a:lnTo>
                  <a:lnTo>
                    <a:pt x="1284" y="187721"/>
                  </a:lnTo>
                  <a:lnTo>
                    <a:pt x="2026" y="192989"/>
                  </a:lnTo>
                  <a:lnTo>
                    <a:pt x="2935" y="198230"/>
                  </a:lnTo>
                  <a:lnTo>
                    <a:pt x="4011" y="203440"/>
                  </a:lnTo>
                  <a:lnTo>
                    <a:pt x="5252" y="208613"/>
                  </a:lnTo>
                  <a:lnTo>
                    <a:pt x="6657" y="213744"/>
                  </a:lnTo>
                  <a:lnTo>
                    <a:pt x="8225" y="218827"/>
                  </a:lnTo>
                  <a:lnTo>
                    <a:pt x="9953" y="223859"/>
                  </a:lnTo>
                  <a:lnTo>
                    <a:pt x="11841" y="228832"/>
                  </a:lnTo>
                  <a:lnTo>
                    <a:pt x="13886" y="233743"/>
                  </a:lnTo>
                  <a:lnTo>
                    <a:pt x="16086" y="238587"/>
                  </a:lnTo>
                  <a:lnTo>
                    <a:pt x="18440" y="243358"/>
                  </a:lnTo>
                  <a:lnTo>
                    <a:pt x="20943" y="248051"/>
                  </a:lnTo>
                  <a:lnTo>
                    <a:pt x="23595" y="252663"/>
                  </a:lnTo>
                  <a:lnTo>
                    <a:pt x="26393" y="257188"/>
                  </a:lnTo>
                  <a:lnTo>
                    <a:pt x="29333" y="261621"/>
                  </a:lnTo>
                  <a:lnTo>
                    <a:pt x="32412" y="265959"/>
                  </a:lnTo>
                  <a:lnTo>
                    <a:pt x="35628" y="270197"/>
                  </a:lnTo>
                  <a:lnTo>
                    <a:pt x="38977" y="274330"/>
                  </a:lnTo>
                  <a:lnTo>
                    <a:pt x="42456" y="278355"/>
                  </a:lnTo>
                  <a:lnTo>
                    <a:pt x="46062" y="282266"/>
                  </a:lnTo>
                  <a:lnTo>
                    <a:pt x="49790" y="286061"/>
                  </a:lnTo>
                  <a:lnTo>
                    <a:pt x="53636" y="289736"/>
                  </a:lnTo>
                  <a:lnTo>
                    <a:pt x="57598" y="293286"/>
                  </a:lnTo>
                  <a:lnTo>
                    <a:pt x="61671" y="296709"/>
                  </a:lnTo>
                  <a:lnTo>
                    <a:pt x="65850" y="300000"/>
                  </a:lnTo>
                  <a:lnTo>
                    <a:pt x="70133" y="303156"/>
                  </a:lnTo>
                  <a:lnTo>
                    <a:pt x="74513" y="306175"/>
                  </a:lnTo>
                  <a:lnTo>
                    <a:pt x="78987" y="309052"/>
                  </a:lnTo>
                  <a:lnTo>
                    <a:pt x="83551" y="311786"/>
                  </a:lnTo>
                  <a:lnTo>
                    <a:pt x="88199" y="314374"/>
                  </a:lnTo>
                  <a:lnTo>
                    <a:pt x="92927" y="316812"/>
                  </a:lnTo>
                  <a:lnTo>
                    <a:pt x="97731" y="319098"/>
                  </a:lnTo>
                  <a:lnTo>
                    <a:pt x="102604" y="321230"/>
                  </a:lnTo>
                  <a:lnTo>
                    <a:pt x="107543" y="323207"/>
                  </a:lnTo>
                  <a:lnTo>
                    <a:pt x="112543" y="325025"/>
                  </a:lnTo>
                  <a:lnTo>
                    <a:pt x="117598" y="326683"/>
                  </a:lnTo>
                  <a:lnTo>
                    <a:pt x="122703" y="328179"/>
                  </a:lnTo>
                  <a:lnTo>
                    <a:pt x="127853" y="329512"/>
                  </a:lnTo>
                  <a:lnTo>
                    <a:pt x="133043" y="330681"/>
                  </a:lnTo>
                  <a:lnTo>
                    <a:pt x="138267" y="331684"/>
                  </a:lnTo>
                  <a:lnTo>
                    <a:pt x="143521" y="332520"/>
                  </a:lnTo>
                  <a:lnTo>
                    <a:pt x="148798" y="333189"/>
                  </a:lnTo>
                  <a:lnTo>
                    <a:pt x="154094" y="333689"/>
                  </a:lnTo>
                  <a:lnTo>
                    <a:pt x="159404" y="334020"/>
                  </a:lnTo>
                  <a:lnTo>
                    <a:pt x="167166" y="167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38130" y="2168369"/>
              <a:ext cx="174923" cy="334317"/>
            </a:xfrm>
            <a:custGeom>
              <a:avLst/>
              <a:pathLst>
                <a:path w="174923" h="334317">
                  <a:moveTo>
                    <a:pt x="0" y="334154"/>
                  </a:moveTo>
                  <a:lnTo>
                    <a:pt x="5326" y="334317"/>
                  </a:lnTo>
                  <a:lnTo>
                    <a:pt x="10655" y="334309"/>
                  </a:lnTo>
                  <a:lnTo>
                    <a:pt x="15982" y="334132"/>
                  </a:lnTo>
                  <a:lnTo>
                    <a:pt x="21299" y="333785"/>
                  </a:lnTo>
                  <a:lnTo>
                    <a:pt x="26603" y="333269"/>
                  </a:lnTo>
                  <a:lnTo>
                    <a:pt x="31888" y="332584"/>
                  </a:lnTo>
                  <a:lnTo>
                    <a:pt x="37149" y="331731"/>
                  </a:lnTo>
                  <a:lnTo>
                    <a:pt x="42379" y="330711"/>
                  </a:lnTo>
                  <a:lnTo>
                    <a:pt x="47575" y="329524"/>
                  </a:lnTo>
                  <a:lnTo>
                    <a:pt x="52730" y="328173"/>
                  </a:lnTo>
                  <a:lnTo>
                    <a:pt x="57839" y="326657"/>
                  </a:lnTo>
                  <a:lnTo>
                    <a:pt x="62897" y="324980"/>
                  </a:lnTo>
                  <a:lnTo>
                    <a:pt x="67899" y="323143"/>
                  </a:lnTo>
                  <a:lnTo>
                    <a:pt x="72841" y="321146"/>
                  </a:lnTo>
                  <a:lnTo>
                    <a:pt x="77716" y="318994"/>
                  </a:lnTo>
                  <a:lnTo>
                    <a:pt x="82520" y="316687"/>
                  </a:lnTo>
                  <a:lnTo>
                    <a:pt x="87248" y="314228"/>
                  </a:lnTo>
                  <a:lnTo>
                    <a:pt x="91895" y="311620"/>
                  </a:lnTo>
                  <a:lnTo>
                    <a:pt x="96456" y="308865"/>
                  </a:lnTo>
                  <a:lnTo>
                    <a:pt x="100928" y="305965"/>
                  </a:lnTo>
                  <a:lnTo>
                    <a:pt x="105305" y="302925"/>
                  </a:lnTo>
                  <a:lnTo>
                    <a:pt x="109583" y="299747"/>
                  </a:lnTo>
                  <a:lnTo>
                    <a:pt x="113757" y="296434"/>
                  </a:lnTo>
                  <a:lnTo>
                    <a:pt x="117823" y="292990"/>
                  </a:lnTo>
                  <a:lnTo>
                    <a:pt x="121778" y="289418"/>
                  </a:lnTo>
                  <a:lnTo>
                    <a:pt x="125617" y="285721"/>
                  </a:lnTo>
                  <a:lnTo>
                    <a:pt x="129336" y="281904"/>
                  </a:lnTo>
                  <a:lnTo>
                    <a:pt x="132931" y="277971"/>
                  </a:lnTo>
                  <a:lnTo>
                    <a:pt x="136400" y="273925"/>
                  </a:lnTo>
                  <a:lnTo>
                    <a:pt x="139737" y="269770"/>
                  </a:lnTo>
                  <a:lnTo>
                    <a:pt x="142941" y="265511"/>
                  </a:lnTo>
                  <a:lnTo>
                    <a:pt x="146007" y="261153"/>
                  </a:lnTo>
                  <a:lnTo>
                    <a:pt x="148932" y="256698"/>
                  </a:lnTo>
                  <a:lnTo>
                    <a:pt x="151714" y="252153"/>
                  </a:lnTo>
                  <a:lnTo>
                    <a:pt x="154350" y="247521"/>
                  </a:lnTo>
                  <a:lnTo>
                    <a:pt x="156837" y="242808"/>
                  </a:lnTo>
                  <a:lnTo>
                    <a:pt x="159172" y="238018"/>
                  </a:lnTo>
                  <a:lnTo>
                    <a:pt x="161354" y="233155"/>
                  </a:lnTo>
                  <a:lnTo>
                    <a:pt x="163379" y="228226"/>
                  </a:lnTo>
                  <a:lnTo>
                    <a:pt x="165246" y="223235"/>
                  </a:lnTo>
                  <a:lnTo>
                    <a:pt x="166953" y="218187"/>
                  </a:lnTo>
                  <a:lnTo>
                    <a:pt x="168499" y="213086"/>
                  </a:lnTo>
                  <a:lnTo>
                    <a:pt x="169881" y="207940"/>
                  </a:lnTo>
                  <a:lnTo>
                    <a:pt x="171098" y="202751"/>
                  </a:lnTo>
                  <a:lnTo>
                    <a:pt x="172149" y="197527"/>
                  </a:lnTo>
                  <a:lnTo>
                    <a:pt x="173033" y="192272"/>
                  </a:lnTo>
                  <a:lnTo>
                    <a:pt x="173750" y="186991"/>
                  </a:lnTo>
                  <a:lnTo>
                    <a:pt x="174297" y="181690"/>
                  </a:lnTo>
                  <a:lnTo>
                    <a:pt x="174675" y="176374"/>
                  </a:lnTo>
                  <a:lnTo>
                    <a:pt x="174884" y="171049"/>
                  </a:lnTo>
                  <a:lnTo>
                    <a:pt x="174923" y="165720"/>
                  </a:lnTo>
                  <a:lnTo>
                    <a:pt x="174792" y="160393"/>
                  </a:lnTo>
                  <a:lnTo>
                    <a:pt x="174491" y="155072"/>
                  </a:lnTo>
                  <a:lnTo>
                    <a:pt x="174021" y="149764"/>
                  </a:lnTo>
                  <a:lnTo>
                    <a:pt x="173382" y="144473"/>
                  </a:lnTo>
                  <a:lnTo>
                    <a:pt x="172574" y="139205"/>
                  </a:lnTo>
                  <a:lnTo>
                    <a:pt x="171599" y="133966"/>
                  </a:lnTo>
                  <a:lnTo>
                    <a:pt x="170457" y="128761"/>
                  </a:lnTo>
                  <a:lnTo>
                    <a:pt x="169151" y="123594"/>
                  </a:lnTo>
                  <a:lnTo>
                    <a:pt x="167680" y="118472"/>
                  </a:lnTo>
                  <a:lnTo>
                    <a:pt x="166046" y="113399"/>
                  </a:lnTo>
                  <a:lnTo>
                    <a:pt x="164252" y="108381"/>
                  </a:lnTo>
                  <a:lnTo>
                    <a:pt x="162299" y="103423"/>
                  </a:lnTo>
                  <a:lnTo>
                    <a:pt x="160188" y="98530"/>
                  </a:lnTo>
                  <a:lnTo>
                    <a:pt x="157923" y="93706"/>
                  </a:lnTo>
                  <a:lnTo>
                    <a:pt x="155505" y="88957"/>
                  </a:lnTo>
                  <a:lnTo>
                    <a:pt x="152937" y="84287"/>
                  </a:lnTo>
                  <a:lnTo>
                    <a:pt x="150222" y="79702"/>
                  </a:lnTo>
                  <a:lnTo>
                    <a:pt x="147361" y="75205"/>
                  </a:lnTo>
                  <a:lnTo>
                    <a:pt x="144359" y="70802"/>
                  </a:lnTo>
                  <a:lnTo>
                    <a:pt x="141218" y="66497"/>
                  </a:lnTo>
                  <a:lnTo>
                    <a:pt x="137941" y="62295"/>
                  </a:lnTo>
                  <a:lnTo>
                    <a:pt x="134532" y="58198"/>
                  </a:lnTo>
                  <a:lnTo>
                    <a:pt x="130995" y="54213"/>
                  </a:lnTo>
                  <a:lnTo>
                    <a:pt x="127332" y="50342"/>
                  </a:lnTo>
                  <a:lnTo>
                    <a:pt x="123547" y="46590"/>
                  </a:lnTo>
                  <a:lnTo>
                    <a:pt x="119645" y="42961"/>
                  </a:lnTo>
                  <a:lnTo>
                    <a:pt x="115629" y="39458"/>
                  </a:lnTo>
                  <a:lnTo>
                    <a:pt x="111503" y="36084"/>
                  </a:lnTo>
                  <a:lnTo>
                    <a:pt x="107272" y="32844"/>
                  </a:lnTo>
                  <a:lnTo>
                    <a:pt x="102940" y="29741"/>
                  </a:lnTo>
                  <a:lnTo>
                    <a:pt x="98511" y="26777"/>
                  </a:lnTo>
                  <a:lnTo>
                    <a:pt x="93990" y="23955"/>
                  </a:lnTo>
                  <a:lnTo>
                    <a:pt x="89382" y="21280"/>
                  </a:lnTo>
                  <a:lnTo>
                    <a:pt x="84690" y="18752"/>
                  </a:lnTo>
                  <a:lnTo>
                    <a:pt x="79920" y="16375"/>
                  </a:lnTo>
                  <a:lnTo>
                    <a:pt x="75077" y="14152"/>
                  </a:lnTo>
                  <a:lnTo>
                    <a:pt x="70166" y="12084"/>
                  </a:lnTo>
                  <a:lnTo>
                    <a:pt x="65191" y="10174"/>
                  </a:lnTo>
                  <a:lnTo>
                    <a:pt x="60157" y="8423"/>
                  </a:lnTo>
                  <a:lnTo>
                    <a:pt x="55071" y="6833"/>
                  </a:lnTo>
                  <a:lnTo>
                    <a:pt x="49936" y="5407"/>
                  </a:lnTo>
                  <a:lnTo>
                    <a:pt x="44758" y="4145"/>
                  </a:lnTo>
                  <a:lnTo>
                    <a:pt x="39543" y="3048"/>
                  </a:lnTo>
                  <a:lnTo>
                    <a:pt x="34296" y="2119"/>
                  </a:lnTo>
                  <a:lnTo>
                    <a:pt x="29021" y="1357"/>
                  </a:lnTo>
                  <a:lnTo>
                    <a:pt x="23725" y="763"/>
                  </a:lnTo>
                  <a:lnTo>
                    <a:pt x="18413" y="339"/>
                  </a:lnTo>
                  <a:lnTo>
                    <a:pt x="13090" y="84"/>
                  </a:lnTo>
                  <a:lnTo>
                    <a:pt x="7762" y="0"/>
                  </a:lnTo>
                  <a:lnTo>
                    <a:pt x="77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3325" y="1735255"/>
              <a:ext cx="17221" cy="167167"/>
            </a:xfrm>
            <a:custGeom>
              <a:avLst/>
              <a:pathLst>
                <a:path w="17221" h="167167">
                  <a:moveTo>
                    <a:pt x="17221" y="0"/>
                  </a:moveTo>
                  <a:lnTo>
                    <a:pt x="8599" y="222"/>
                  </a:lnTo>
                  <a:lnTo>
                    <a:pt x="0" y="889"/>
                  </a:lnTo>
                  <a:lnTo>
                    <a:pt x="1722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43325" y="1736145"/>
              <a:ext cx="17221" cy="166278"/>
            </a:xfrm>
            <a:custGeom>
              <a:avLst/>
              <a:pathLst>
                <a:path w="17221" h="166278">
                  <a:moveTo>
                    <a:pt x="0" y="0"/>
                  </a:moveTo>
                  <a:lnTo>
                    <a:pt x="17221" y="1662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293386" y="1736145"/>
              <a:ext cx="334317" cy="333442"/>
            </a:xfrm>
            <a:custGeom>
              <a:avLst/>
              <a:pathLst>
                <a:path w="334317" h="333442">
                  <a:moveTo>
                    <a:pt x="149939" y="0"/>
                  </a:moveTo>
                  <a:lnTo>
                    <a:pt x="144676" y="629"/>
                  </a:lnTo>
                  <a:lnTo>
                    <a:pt x="139435" y="1425"/>
                  </a:lnTo>
                  <a:lnTo>
                    <a:pt x="134222" y="2387"/>
                  </a:lnTo>
                  <a:lnTo>
                    <a:pt x="129043" y="3514"/>
                  </a:lnTo>
                  <a:lnTo>
                    <a:pt x="123901" y="4804"/>
                  </a:lnTo>
                  <a:lnTo>
                    <a:pt x="118804" y="6257"/>
                  </a:lnTo>
                  <a:lnTo>
                    <a:pt x="113754" y="7871"/>
                  </a:lnTo>
                  <a:lnTo>
                    <a:pt x="108759" y="9643"/>
                  </a:lnTo>
                  <a:lnTo>
                    <a:pt x="103822" y="11574"/>
                  </a:lnTo>
                  <a:lnTo>
                    <a:pt x="98949" y="13660"/>
                  </a:lnTo>
                  <a:lnTo>
                    <a:pt x="94145" y="15899"/>
                  </a:lnTo>
                  <a:lnTo>
                    <a:pt x="89414" y="18290"/>
                  </a:lnTo>
                  <a:lnTo>
                    <a:pt x="84761" y="20829"/>
                  </a:lnTo>
                  <a:lnTo>
                    <a:pt x="80191" y="23515"/>
                  </a:lnTo>
                  <a:lnTo>
                    <a:pt x="75708" y="26344"/>
                  </a:lnTo>
                  <a:lnTo>
                    <a:pt x="71317" y="29314"/>
                  </a:lnTo>
                  <a:lnTo>
                    <a:pt x="67023" y="32421"/>
                  </a:lnTo>
                  <a:lnTo>
                    <a:pt x="62829" y="35663"/>
                  </a:lnTo>
                  <a:lnTo>
                    <a:pt x="58741" y="39037"/>
                  </a:lnTo>
                  <a:lnTo>
                    <a:pt x="54761" y="42538"/>
                  </a:lnTo>
                  <a:lnTo>
                    <a:pt x="50894" y="46164"/>
                  </a:lnTo>
                  <a:lnTo>
                    <a:pt x="47145" y="49911"/>
                  </a:lnTo>
                  <a:lnTo>
                    <a:pt x="43516" y="53775"/>
                  </a:lnTo>
                  <a:lnTo>
                    <a:pt x="40011" y="57751"/>
                  </a:lnTo>
                  <a:lnTo>
                    <a:pt x="36634" y="61837"/>
                  </a:lnTo>
                  <a:lnTo>
                    <a:pt x="33388" y="66028"/>
                  </a:lnTo>
                  <a:lnTo>
                    <a:pt x="30277" y="70320"/>
                  </a:lnTo>
                  <a:lnTo>
                    <a:pt x="27303" y="74708"/>
                  </a:lnTo>
                  <a:lnTo>
                    <a:pt x="24470" y="79188"/>
                  </a:lnTo>
                  <a:lnTo>
                    <a:pt x="21781" y="83756"/>
                  </a:lnTo>
                  <a:lnTo>
                    <a:pt x="19238" y="88407"/>
                  </a:lnTo>
                  <a:lnTo>
                    <a:pt x="16843" y="93136"/>
                  </a:lnTo>
                  <a:lnTo>
                    <a:pt x="14600" y="97938"/>
                  </a:lnTo>
                  <a:lnTo>
                    <a:pt x="12510" y="102810"/>
                  </a:lnTo>
                  <a:lnTo>
                    <a:pt x="10575" y="107745"/>
                  </a:lnTo>
                  <a:lnTo>
                    <a:pt x="8798" y="112739"/>
                  </a:lnTo>
                  <a:lnTo>
                    <a:pt x="7180" y="117787"/>
                  </a:lnTo>
                  <a:lnTo>
                    <a:pt x="5723" y="122883"/>
                  </a:lnTo>
                  <a:lnTo>
                    <a:pt x="4429" y="128023"/>
                  </a:lnTo>
                  <a:lnTo>
                    <a:pt x="3298" y="133202"/>
                  </a:lnTo>
                  <a:lnTo>
                    <a:pt x="2331" y="138414"/>
                  </a:lnTo>
                  <a:lnTo>
                    <a:pt x="1531" y="143654"/>
                  </a:lnTo>
                  <a:lnTo>
                    <a:pt x="897" y="148917"/>
                  </a:lnTo>
                  <a:lnTo>
                    <a:pt x="430" y="154197"/>
                  </a:lnTo>
                  <a:lnTo>
                    <a:pt x="131" y="159489"/>
                  </a:lnTo>
                  <a:lnTo>
                    <a:pt x="0" y="164788"/>
                  </a:lnTo>
                  <a:lnTo>
                    <a:pt x="36" y="170089"/>
                  </a:lnTo>
                  <a:lnTo>
                    <a:pt x="241" y="175386"/>
                  </a:lnTo>
                  <a:lnTo>
                    <a:pt x="614" y="180673"/>
                  </a:lnTo>
                  <a:lnTo>
                    <a:pt x="1154" y="185947"/>
                  </a:lnTo>
                  <a:lnTo>
                    <a:pt x="1861" y="191200"/>
                  </a:lnTo>
                  <a:lnTo>
                    <a:pt x="2734" y="196428"/>
                  </a:lnTo>
                  <a:lnTo>
                    <a:pt x="3773" y="201626"/>
                  </a:lnTo>
                  <a:lnTo>
                    <a:pt x="4976" y="206789"/>
                  </a:lnTo>
                  <a:lnTo>
                    <a:pt x="6342" y="211910"/>
                  </a:lnTo>
                  <a:lnTo>
                    <a:pt x="7869" y="216986"/>
                  </a:lnTo>
                  <a:lnTo>
                    <a:pt x="9557" y="222011"/>
                  </a:lnTo>
                  <a:lnTo>
                    <a:pt x="11404" y="226980"/>
                  </a:lnTo>
                  <a:lnTo>
                    <a:pt x="13406" y="231888"/>
                  </a:lnTo>
                  <a:lnTo>
                    <a:pt x="15564" y="236730"/>
                  </a:lnTo>
                  <a:lnTo>
                    <a:pt x="17874" y="241501"/>
                  </a:lnTo>
                  <a:lnTo>
                    <a:pt x="20334" y="246196"/>
                  </a:lnTo>
                  <a:lnTo>
                    <a:pt x="22942" y="250811"/>
                  </a:lnTo>
                  <a:lnTo>
                    <a:pt x="25694" y="255341"/>
                  </a:lnTo>
                  <a:lnTo>
                    <a:pt x="28589" y="259781"/>
                  </a:lnTo>
                  <a:lnTo>
                    <a:pt x="31623" y="264128"/>
                  </a:lnTo>
                  <a:lnTo>
                    <a:pt x="34794" y="268376"/>
                  </a:lnTo>
                  <a:lnTo>
                    <a:pt x="38097" y="272521"/>
                  </a:lnTo>
                  <a:lnTo>
                    <a:pt x="41531" y="276560"/>
                  </a:lnTo>
                  <a:lnTo>
                    <a:pt x="45090" y="280487"/>
                  </a:lnTo>
                  <a:lnTo>
                    <a:pt x="48773" y="284300"/>
                  </a:lnTo>
                  <a:lnTo>
                    <a:pt x="52574" y="287994"/>
                  </a:lnTo>
                  <a:lnTo>
                    <a:pt x="56491" y="291566"/>
                  </a:lnTo>
                  <a:lnTo>
                    <a:pt x="60519" y="295012"/>
                  </a:lnTo>
                  <a:lnTo>
                    <a:pt x="64654" y="298328"/>
                  </a:lnTo>
                  <a:lnTo>
                    <a:pt x="68892" y="301512"/>
                  </a:lnTo>
                  <a:lnTo>
                    <a:pt x="73229" y="304560"/>
                  </a:lnTo>
                  <a:lnTo>
                    <a:pt x="77661" y="307468"/>
                  </a:lnTo>
                  <a:lnTo>
                    <a:pt x="82182" y="310235"/>
                  </a:lnTo>
                  <a:lnTo>
                    <a:pt x="86789" y="312857"/>
                  </a:lnTo>
                  <a:lnTo>
                    <a:pt x="91477" y="315331"/>
                  </a:lnTo>
                  <a:lnTo>
                    <a:pt x="96241" y="317656"/>
                  </a:lnTo>
                  <a:lnTo>
                    <a:pt x="101076" y="319828"/>
                  </a:lnTo>
                  <a:lnTo>
                    <a:pt x="105978" y="321846"/>
                  </a:lnTo>
                  <a:lnTo>
                    <a:pt x="110941" y="323708"/>
                  </a:lnTo>
                  <a:lnTo>
                    <a:pt x="115960" y="325411"/>
                  </a:lnTo>
                  <a:lnTo>
                    <a:pt x="121032" y="326954"/>
                  </a:lnTo>
                  <a:lnTo>
                    <a:pt x="126149" y="328336"/>
                  </a:lnTo>
                  <a:lnTo>
                    <a:pt x="131308" y="329555"/>
                  </a:lnTo>
                  <a:lnTo>
                    <a:pt x="136503" y="330610"/>
                  </a:lnTo>
                  <a:lnTo>
                    <a:pt x="141728" y="331499"/>
                  </a:lnTo>
                  <a:lnTo>
                    <a:pt x="146979" y="332222"/>
                  </a:lnTo>
                  <a:lnTo>
                    <a:pt x="152251" y="332779"/>
                  </a:lnTo>
                  <a:lnTo>
                    <a:pt x="157537" y="333168"/>
                  </a:lnTo>
                  <a:lnTo>
                    <a:pt x="162833" y="333389"/>
                  </a:lnTo>
                  <a:lnTo>
                    <a:pt x="168134" y="333442"/>
                  </a:lnTo>
                  <a:lnTo>
                    <a:pt x="173433" y="333327"/>
                  </a:lnTo>
                  <a:lnTo>
                    <a:pt x="178727" y="333044"/>
                  </a:lnTo>
                  <a:lnTo>
                    <a:pt x="184008" y="332594"/>
                  </a:lnTo>
                  <a:lnTo>
                    <a:pt x="189273" y="331976"/>
                  </a:lnTo>
                  <a:lnTo>
                    <a:pt x="194515" y="331192"/>
                  </a:lnTo>
                  <a:lnTo>
                    <a:pt x="199730" y="330241"/>
                  </a:lnTo>
                  <a:lnTo>
                    <a:pt x="204912" y="329126"/>
                  </a:lnTo>
                  <a:lnTo>
                    <a:pt x="210056" y="327848"/>
                  </a:lnTo>
                  <a:lnTo>
                    <a:pt x="215157" y="326406"/>
                  </a:lnTo>
                  <a:lnTo>
                    <a:pt x="220210" y="324804"/>
                  </a:lnTo>
                  <a:lnTo>
                    <a:pt x="225210" y="323042"/>
                  </a:lnTo>
                  <a:lnTo>
                    <a:pt x="230151" y="321123"/>
                  </a:lnTo>
                  <a:lnTo>
                    <a:pt x="235029" y="319048"/>
                  </a:lnTo>
                  <a:lnTo>
                    <a:pt x="239838" y="316820"/>
                  </a:lnTo>
                  <a:lnTo>
                    <a:pt x="244575" y="314440"/>
                  </a:lnTo>
                  <a:lnTo>
                    <a:pt x="249233" y="311911"/>
                  </a:lnTo>
                  <a:lnTo>
                    <a:pt x="253809" y="309235"/>
                  </a:lnTo>
                  <a:lnTo>
                    <a:pt x="258298" y="306416"/>
                  </a:lnTo>
                  <a:lnTo>
                    <a:pt x="262695" y="303456"/>
                  </a:lnTo>
                  <a:lnTo>
                    <a:pt x="266997" y="300358"/>
                  </a:lnTo>
                  <a:lnTo>
                    <a:pt x="271198" y="297126"/>
                  </a:lnTo>
                  <a:lnTo>
                    <a:pt x="275294" y="293761"/>
                  </a:lnTo>
                  <a:lnTo>
                    <a:pt x="279281" y="290269"/>
                  </a:lnTo>
                  <a:lnTo>
                    <a:pt x="283156" y="286652"/>
                  </a:lnTo>
                  <a:lnTo>
                    <a:pt x="286914" y="282913"/>
                  </a:lnTo>
                  <a:lnTo>
                    <a:pt x="290552" y="279058"/>
                  </a:lnTo>
                  <a:lnTo>
                    <a:pt x="294066" y="275089"/>
                  </a:lnTo>
                  <a:lnTo>
                    <a:pt x="297452" y="271011"/>
                  </a:lnTo>
                  <a:lnTo>
                    <a:pt x="300707" y="266827"/>
                  </a:lnTo>
                  <a:lnTo>
                    <a:pt x="303828" y="262542"/>
                  </a:lnTo>
                  <a:lnTo>
                    <a:pt x="306811" y="258161"/>
                  </a:lnTo>
                  <a:lnTo>
                    <a:pt x="309654" y="253687"/>
                  </a:lnTo>
                  <a:lnTo>
                    <a:pt x="312354" y="249125"/>
                  </a:lnTo>
                  <a:lnTo>
                    <a:pt x="314908" y="244480"/>
                  </a:lnTo>
                  <a:lnTo>
                    <a:pt x="317313" y="239757"/>
                  </a:lnTo>
                  <a:lnTo>
                    <a:pt x="319567" y="234959"/>
                  </a:lnTo>
                  <a:lnTo>
                    <a:pt x="321668" y="230092"/>
                  </a:lnTo>
                  <a:lnTo>
                    <a:pt x="323614" y="225162"/>
                  </a:lnTo>
                  <a:lnTo>
                    <a:pt x="325402" y="220172"/>
                  </a:lnTo>
                  <a:lnTo>
                    <a:pt x="327031" y="215127"/>
                  </a:lnTo>
                  <a:lnTo>
                    <a:pt x="328499" y="210034"/>
                  </a:lnTo>
                  <a:lnTo>
                    <a:pt x="329806" y="204897"/>
                  </a:lnTo>
                  <a:lnTo>
                    <a:pt x="330948" y="199721"/>
                  </a:lnTo>
                  <a:lnTo>
                    <a:pt x="331926" y="194511"/>
                  </a:lnTo>
                  <a:lnTo>
                    <a:pt x="332739" y="189273"/>
                  </a:lnTo>
                  <a:lnTo>
                    <a:pt x="333384" y="184012"/>
                  </a:lnTo>
                  <a:lnTo>
                    <a:pt x="333863" y="178733"/>
                  </a:lnTo>
                  <a:lnTo>
                    <a:pt x="334174" y="173441"/>
                  </a:lnTo>
                  <a:lnTo>
                    <a:pt x="334317" y="168142"/>
                  </a:lnTo>
                  <a:lnTo>
                    <a:pt x="334292" y="162841"/>
                  </a:lnTo>
                  <a:lnTo>
                    <a:pt x="334099" y="157544"/>
                  </a:lnTo>
                  <a:lnTo>
                    <a:pt x="333739" y="152256"/>
                  </a:lnTo>
                  <a:lnTo>
                    <a:pt x="333210" y="146981"/>
                  </a:lnTo>
                  <a:lnTo>
                    <a:pt x="332515" y="141726"/>
                  </a:lnTo>
                  <a:lnTo>
                    <a:pt x="331654" y="136496"/>
                  </a:lnTo>
                  <a:lnTo>
                    <a:pt x="330627" y="131296"/>
                  </a:lnTo>
                  <a:lnTo>
                    <a:pt x="329435" y="126131"/>
                  </a:lnTo>
                  <a:lnTo>
                    <a:pt x="328081" y="121006"/>
                  </a:lnTo>
                  <a:lnTo>
                    <a:pt x="326565" y="115927"/>
                  </a:lnTo>
                  <a:lnTo>
                    <a:pt x="324888" y="110898"/>
                  </a:lnTo>
                  <a:lnTo>
                    <a:pt x="323053" y="105925"/>
                  </a:lnTo>
                  <a:lnTo>
                    <a:pt x="321061" y="101013"/>
                  </a:lnTo>
                  <a:lnTo>
                    <a:pt x="318914" y="96166"/>
                  </a:lnTo>
                  <a:lnTo>
                    <a:pt x="316615" y="91390"/>
                  </a:lnTo>
                  <a:lnTo>
                    <a:pt x="314166" y="86689"/>
                  </a:lnTo>
                  <a:lnTo>
                    <a:pt x="311569" y="82068"/>
                  </a:lnTo>
                  <a:lnTo>
                    <a:pt x="308826" y="77532"/>
                  </a:lnTo>
                  <a:lnTo>
                    <a:pt x="305941" y="73085"/>
                  </a:lnTo>
                  <a:lnTo>
                    <a:pt x="302917" y="68732"/>
                  </a:lnTo>
                  <a:lnTo>
                    <a:pt x="299756" y="64477"/>
                  </a:lnTo>
                  <a:lnTo>
                    <a:pt x="296461" y="60324"/>
                  </a:lnTo>
                  <a:lnTo>
                    <a:pt x="293037" y="56278"/>
                  </a:lnTo>
                  <a:lnTo>
                    <a:pt x="289486" y="52342"/>
                  </a:lnTo>
                  <a:lnTo>
                    <a:pt x="285812" y="48521"/>
                  </a:lnTo>
                  <a:lnTo>
                    <a:pt x="282019" y="44818"/>
                  </a:lnTo>
                  <a:lnTo>
                    <a:pt x="278111" y="41238"/>
                  </a:lnTo>
                  <a:lnTo>
                    <a:pt x="274090" y="37783"/>
                  </a:lnTo>
                  <a:lnTo>
                    <a:pt x="269963" y="34457"/>
                  </a:lnTo>
                  <a:lnTo>
                    <a:pt x="265732" y="31264"/>
                  </a:lnTo>
                  <a:lnTo>
                    <a:pt x="261401" y="28207"/>
                  </a:lnTo>
                  <a:lnTo>
                    <a:pt x="256976" y="25288"/>
                  </a:lnTo>
                  <a:lnTo>
                    <a:pt x="252461" y="22511"/>
                  </a:lnTo>
                  <a:lnTo>
                    <a:pt x="247860" y="19879"/>
                  </a:lnTo>
                  <a:lnTo>
                    <a:pt x="243178" y="17394"/>
                  </a:lnTo>
                  <a:lnTo>
                    <a:pt x="238419" y="15059"/>
                  </a:lnTo>
                  <a:lnTo>
                    <a:pt x="233589" y="12876"/>
                  </a:lnTo>
                  <a:lnTo>
                    <a:pt x="228692" y="10847"/>
                  </a:lnTo>
                  <a:lnTo>
                    <a:pt x="223733" y="8974"/>
                  </a:lnTo>
                  <a:lnTo>
                    <a:pt x="218717" y="7259"/>
                  </a:lnTo>
                  <a:lnTo>
                    <a:pt x="213650" y="5705"/>
                  </a:lnTo>
                  <a:lnTo>
                    <a:pt x="208535" y="4311"/>
                  </a:lnTo>
                  <a:lnTo>
                    <a:pt x="203379" y="3081"/>
                  </a:lnTo>
                  <a:lnTo>
                    <a:pt x="198187" y="2015"/>
                  </a:lnTo>
                  <a:lnTo>
                    <a:pt x="192963" y="1113"/>
                  </a:lnTo>
                  <a:lnTo>
                    <a:pt x="187714" y="378"/>
                  </a:lnTo>
                  <a:lnTo>
                    <a:pt x="167160" y="1662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460546" y="1735255"/>
              <a:ext cx="20553" cy="167167"/>
            </a:xfrm>
            <a:custGeom>
              <a:avLst/>
              <a:pathLst>
                <a:path w="20553" h="167167">
                  <a:moveTo>
                    <a:pt x="20553" y="1268"/>
                  </a:moveTo>
                  <a:lnTo>
                    <a:pt x="10296" y="3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5681" y="1379510"/>
              <a:ext cx="167159" cy="251090"/>
            </a:xfrm>
            <a:custGeom>
              <a:avLst/>
              <a:pathLst>
                <a:path w="167159" h="251090">
                  <a:moveTo>
                    <a:pt x="167159" y="0"/>
                  </a:moveTo>
                  <a:lnTo>
                    <a:pt x="161767" y="86"/>
                  </a:lnTo>
                  <a:lnTo>
                    <a:pt x="156382" y="347"/>
                  </a:lnTo>
                  <a:lnTo>
                    <a:pt x="151007" y="782"/>
                  </a:lnTo>
                  <a:lnTo>
                    <a:pt x="145649" y="1389"/>
                  </a:lnTo>
                  <a:lnTo>
                    <a:pt x="140314" y="2169"/>
                  </a:lnTo>
                  <a:lnTo>
                    <a:pt x="135006" y="3121"/>
                  </a:lnTo>
                  <a:lnTo>
                    <a:pt x="129732" y="4243"/>
                  </a:lnTo>
                  <a:lnTo>
                    <a:pt x="124497" y="5535"/>
                  </a:lnTo>
                  <a:lnTo>
                    <a:pt x="119306" y="6995"/>
                  </a:lnTo>
                  <a:lnTo>
                    <a:pt x="114165" y="8622"/>
                  </a:lnTo>
                  <a:lnTo>
                    <a:pt x="109079" y="10413"/>
                  </a:lnTo>
                  <a:lnTo>
                    <a:pt x="104054" y="12368"/>
                  </a:lnTo>
                  <a:lnTo>
                    <a:pt x="99094" y="14484"/>
                  </a:lnTo>
                  <a:lnTo>
                    <a:pt x="94205" y="16758"/>
                  </a:lnTo>
                  <a:lnTo>
                    <a:pt x="89392" y="19190"/>
                  </a:lnTo>
                  <a:lnTo>
                    <a:pt x="84660" y="21775"/>
                  </a:lnTo>
                  <a:lnTo>
                    <a:pt x="80014" y="24511"/>
                  </a:lnTo>
                  <a:lnTo>
                    <a:pt x="75458" y="27396"/>
                  </a:lnTo>
                  <a:lnTo>
                    <a:pt x="70998" y="30426"/>
                  </a:lnTo>
                  <a:lnTo>
                    <a:pt x="66638" y="33599"/>
                  </a:lnTo>
                  <a:lnTo>
                    <a:pt x="62382" y="36910"/>
                  </a:lnTo>
                  <a:lnTo>
                    <a:pt x="58236" y="40357"/>
                  </a:lnTo>
                  <a:lnTo>
                    <a:pt x="54203" y="43936"/>
                  </a:lnTo>
                  <a:lnTo>
                    <a:pt x="50287" y="47643"/>
                  </a:lnTo>
                  <a:lnTo>
                    <a:pt x="46493" y="51475"/>
                  </a:lnTo>
                  <a:lnTo>
                    <a:pt x="42824" y="55427"/>
                  </a:lnTo>
                  <a:lnTo>
                    <a:pt x="39285" y="59495"/>
                  </a:lnTo>
                  <a:lnTo>
                    <a:pt x="35879" y="63675"/>
                  </a:lnTo>
                  <a:lnTo>
                    <a:pt x="32610" y="67963"/>
                  </a:lnTo>
                  <a:lnTo>
                    <a:pt x="29480" y="72354"/>
                  </a:lnTo>
                  <a:lnTo>
                    <a:pt x="26494" y="76844"/>
                  </a:lnTo>
                  <a:lnTo>
                    <a:pt x="23654" y="81427"/>
                  </a:lnTo>
                  <a:lnTo>
                    <a:pt x="20963" y="86100"/>
                  </a:lnTo>
                  <a:lnTo>
                    <a:pt x="18425" y="90858"/>
                  </a:lnTo>
                  <a:lnTo>
                    <a:pt x="16041" y="95694"/>
                  </a:lnTo>
                  <a:lnTo>
                    <a:pt x="13815" y="100605"/>
                  </a:lnTo>
                  <a:lnTo>
                    <a:pt x="11748" y="105586"/>
                  </a:lnTo>
                  <a:lnTo>
                    <a:pt x="9842" y="110630"/>
                  </a:lnTo>
                  <a:lnTo>
                    <a:pt x="8101" y="115733"/>
                  </a:lnTo>
                  <a:lnTo>
                    <a:pt x="6525" y="120890"/>
                  </a:lnTo>
                  <a:lnTo>
                    <a:pt x="5116" y="126095"/>
                  </a:lnTo>
                  <a:lnTo>
                    <a:pt x="3875" y="131342"/>
                  </a:lnTo>
                  <a:lnTo>
                    <a:pt x="2805" y="136627"/>
                  </a:lnTo>
                  <a:lnTo>
                    <a:pt x="1905" y="141944"/>
                  </a:lnTo>
                  <a:lnTo>
                    <a:pt x="1178" y="147287"/>
                  </a:lnTo>
                  <a:lnTo>
                    <a:pt x="623" y="152650"/>
                  </a:lnTo>
                  <a:lnTo>
                    <a:pt x="241" y="158029"/>
                  </a:lnTo>
                  <a:lnTo>
                    <a:pt x="34" y="163417"/>
                  </a:lnTo>
                  <a:lnTo>
                    <a:pt x="0" y="168809"/>
                  </a:lnTo>
                  <a:lnTo>
                    <a:pt x="139" y="174199"/>
                  </a:lnTo>
                  <a:lnTo>
                    <a:pt x="453" y="179582"/>
                  </a:lnTo>
                  <a:lnTo>
                    <a:pt x="940" y="184953"/>
                  </a:lnTo>
                  <a:lnTo>
                    <a:pt x="1600" y="190304"/>
                  </a:lnTo>
                  <a:lnTo>
                    <a:pt x="2433" y="195632"/>
                  </a:lnTo>
                  <a:lnTo>
                    <a:pt x="3436" y="200930"/>
                  </a:lnTo>
                  <a:lnTo>
                    <a:pt x="4611" y="206192"/>
                  </a:lnTo>
                  <a:lnTo>
                    <a:pt x="5954" y="211415"/>
                  </a:lnTo>
                  <a:lnTo>
                    <a:pt x="7465" y="216591"/>
                  </a:lnTo>
                  <a:lnTo>
                    <a:pt x="9142" y="221716"/>
                  </a:lnTo>
                  <a:lnTo>
                    <a:pt x="10983" y="226784"/>
                  </a:lnTo>
                  <a:lnTo>
                    <a:pt x="12987" y="231789"/>
                  </a:lnTo>
                  <a:lnTo>
                    <a:pt x="15152" y="236728"/>
                  </a:lnTo>
                  <a:lnTo>
                    <a:pt x="17474" y="241595"/>
                  </a:lnTo>
                  <a:lnTo>
                    <a:pt x="19953" y="246383"/>
                  </a:lnTo>
                  <a:lnTo>
                    <a:pt x="22584" y="25109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938265" y="1546678"/>
              <a:ext cx="144574" cy="83922"/>
            </a:xfrm>
            <a:custGeom>
              <a:avLst/>
              <a:pathLst>
                <a:path w="144574" h="83922">
                  <a:moveTo>
                    <a:pt x="0" y="83922"/>
                  </a:moveTo>
                  <a:lnTo>
                    <a:pt x="14457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938265" y="1498334"/>
              <a:ext cx="311739" cy="215503"/>
            </a:xfrm>
            <a:custGeom>
              <a:avLst/>
              <a:pathLst>
                <a:path w="311739" h="215503">
                  <a:moveTo>
                    <a:pt x="0" y="132267"/>
                  </a:moveTo>
                  <a:lnTo>
                    <a:pt x="2756" y="136845"/>
                  </a:lnTo>
                  <a:lnTo>
                    <a:pt x="5657" y="141332"/>
                  </a:lnTo>
                  <a:lnTo>
                    <a:pt x="8700" y="145725"/>
                  </a:lnTo>
                  <a:lnTo>
                    <a:pt x="11882" y="150018"/>
                  </a:lnTo>
                  <a:lnTo>
                    <a:pt x="15199" y="154207"/>
                  </a:lnTo>
                  <a:lnTo>
                    <a:pt x="18649" y="158288"/>
                  </a:lnTo>
                  <a:lnTo>
                    <a:pt x="22227" y="162257"/>
                  </a:lnTo>
                  <a:lnTo>
                    <a:pt x="25931" y="166109"/>
                  </a:lnTo>
                  <a:lnTo>
                    <a:pt x="29755" y="169841"/>
                  </a:lnTo>
                  <a:lnTo>
                    <a:pt x="33697" y="173448"/>
                  </a:lnTo>
                  <a:lnTo>
                    <a:pt x="37753" y="176928"/>
                  </a:lnTo>
                  <a:lnTo>
                    <a:pt x="41917" y="180277"/>
                  </a:lnTo>
                  <a:lnTo>
                    <a:pt x="46186" y="183491"/>
                  </a:lnTo>
                  <a:lnTo>
                    <a:pt x="50556" y="186566"/>
                  </a:lnTo>
                  <a:lnTo>
                    <a:pt x="55022" y="189501"/>
                  </a:lnTo>
                  <a:lnTo>
                    <a:pt x="59579" y="192291"/>
                  </a:lnTo>
                  <a:lnTo>
                    <a:pt x="64224" y="194934"/>
                  </a:lnTo>
                  <a:lnTo>
                    <a:pt x="68950" y="197427"/>
                  </a:lnTo>
                  <a:lnTo>
                    <a:pt x="73754" y="199768"/>
                  </a:lnTo>
                  <a:lnTo>
                    <a:pt x="78630" y="201954"/>
                  </a:lnTo>
                  <a:lnTo>
                    <a:pt x="83573" y="203984"/>
                  </a:lnTo>
                  <a:lnTo>
                    <a:pt x="88579" y="205854"/>
                  </a:lnTo>
                  <a:lnTo>
                    <a:pt x="93642" y="207563"/>
                  </a:lnTo>
                  <a:lnTo>
                    <a:pt x="98757" y="209110"/>
                  </a:lnTo>
                  <a:lnTo>
                    <a:pt x="103919" y="210492"/>
                  </a:lnTo>
                  <a:lnTo>
                    <a:pt x="109122" y="211708"/>
                  </a:lnTo>
                  <a:lnTo>
                    <a:pt x="114362" y="212758"/>
                  </a:lnTo>
                  <a:lnTo>
                    <a:pt x="119632" y="213640"/>
                  </a:lnTo>
                  <a:lnTo>
                    <a:pt x="124928" y="214353"/>
                  </a:lnTo>
                  <a:lnTo>
                    <a:pt x="130244" y="214896"/>
                  </a:lnTo>
                  <a:lnTo>
                    <a:pt x="135575" y="215269"/>
                  </a:lnTo>
                  <a:lnTo>
                    <a:pt x="140914" y="215471"/>
                  </a:lnTo>
                  <a:lnTo>
                    <a:pt x="146258" y="215503"/>
                  </a:lnTo>
                  <a:lnTo>
                    <a:pt x="151600" y="215363"/>
                  </a:lnTo>
                  <a:lnTo>
                    <a:pt x="156935" y="215053"/>
                  </a:lnTo>
                  <a:lnTo>
                    <a:pt x="162257" y="214573"/>
                  </a:lnTo>
                  <a:lnTo>
                    <a:pt x="167561" y="213923"/>
                  </a:lnTo>
                  <a:lnTo>
                    <a:pt x="172841" y="213104"/>
                  </a:lnTo>
                  <a:lnTo>
                    <a:pt x="178093" y="212116"/>
                  </a:lnTo>
                  <a:lnTo>
                    <a:pt x="183310" y="210961"/>
                  </a:lnTo>
                  <a:lnTo>
                    <a:pt x="188488" y="209640"/>
                  </a:lnTo>
                  <a:lnTo>
                    <a:pt x="193621" y="208154"/>
                  </a:lnTo>
                  <a:lnTo>
                    <a:pt x="198704" y="206505"/>
                  </a:lnTo>
                  <a:lnTo>
                    <a:pt x="203731" y="204694"/>
                  </a:lnTo>
                  <a:lnTo>
                    <a:pt x="208698" y="202723"/>
                  </a:lnTo>
                  <a:lnTo>
                    <a:pt x="213600" y="200595"/>
                  </a:lnTo>
                  <a:lnTo>
                    <a:pt x="218431" y="198311"/>
                  </a:lnTo>
                  <a:lnTo>
                    <a:pt x="223186" y="195874"/>
                  </a:lnTo>
                  <a:lnTo>
                    <a:pt x="227861" y="193286"/>
                  </a:lnTo>
                  <a:lnTo>
                    <a:pt x="232452" y="190550"/>
                  </a:lnTo>
                  <a:lnTo>
                    <a:pt x="236952" y="187668"/>
                  </a:lnTo>
                  <a:lnTo>
                    <a:pt x="241358" y="184644"/>
                  </a:lnTo>
                  <a:lnTo>
                    <a:pt x="245665" y="181481"/>
                  </a:lnTo>
                  <a:lnTo>
                    <a:pt x="249868" y="178182"/>
                  </a:lnTo>
                  <a:lnTo>
                    <a:pt x="253965" y="174751"/>
                  </a:lnTo>
                  <a:lnTo>
                    <a:pt x="257949" y="171190"/>
                  </a:lnTo>
                  <a:lnTo>
                    <a:pt x="261817" y="167503"/>
                  </a:lnTo>
                  <a:lnTo>
                    <a:pt x="265566" y="163695"/>
                  </a:lnTo>
                  <a:lnTo>
                    <a:pt x="269191" y="159769"/>
                  </a:lnTo>
                  <a:lnTo>
                    <a:pt x="272689" y="155729"/>
                  </a:lnTo>
                  <a:lnTo>
                    <a:pt x="276056" y="151579"/>
                  </a:lnTo>
                  <a:lnTo>
                    <a:pt x="279288" y="147324"/>
                  </a:lnTo>
                  <a:lnTo>
                    <a:pt x="282383" y="142968"/>
                  </a:lnTo>
                  <a:lnTo>
                    <a:pt x="285337" y="138515"/>
                  </a:lnTo>
                  <a:lnTo>
                    <a:pt x="288147" y="133970"/>
                  </a:lnTo>
                  <a:lnTo>
                    <a:pt x="290810" y="129337"/>
                  </a:lnTo>
                  <a:lnTo>
                    <a:pt x="293324" y="124622"/>
                  </a:lnTo>
                  <a:lnTo>
                    <a:pt x="295686" y="119829"/>
                  </a:lnTo>
                  <a:lnTo>
                    <a:pt x="297894" y="114962"/>
                  </a:lnTo>
                  <a:lnTo>
                    <a:pt x="299945" y="110028"/>
                  </a:lnTo>
                  <a:lnTo>
                    <a:pt x="301837" y="105030"/>
                  </a:lnTo>
                  <a:lnTo>
                    <a:pt x="303569" y="99975"/>
                  </a:lnTo>
                  <a:lnTo>
                    <a:pt x="305138" y="94867"/>
                  </a:lnTo>
                  <a:lnTo>
                    <a:pt x="306542" y="89711"/>
                  </a:lnTo>
                  <a:lnTo>
                    <a:pt x="307782" y="84513"/>
                  </a:lnTo>
                  <a:lnTo>
                    <a:pt x="308855" y="79278"/>
                  </a:lnTo>
                  <a:lnTo>
                    <a:pt x="309759" y="74012"/>
                  </a:lnTo>
                  <a:lnTo>
                    <a:pt x="310495" y="68719"/>
                  </a:lnTo>
                  <a:lnTo>
                    <a:pt x="311062" y="63405"/>
                  </a:lnTo>
                  <a:lnTo>
                    <a:pt x="311458" y="58076"/>
                  </a:lnTo>
                  <a:lnTo>
                    <a:pt x="311684" y="52738"/>
                  </a:lnTo>
                  <a:lnTo>
                    <a:pt x="311739" y="47394"/>
                  </a:lnTo>
                  <a:lnTo>
                    <a:pt x="311623" y="42052"/>
                  </a:lnTo>
                  <a:lnTo>
                    <a:pt x="311337" y="36716"/>
                  </a:lnTo>
                  <a:lnTo>
                    <a:pt x="310880" y="31392"/>
                  </a:lnTo>
                  <a:lnTo>
                    <a:pt x="310253" y="26085"/>
                  </a:lnTo>
                  <a:lnTo>
                    <a:pt x="309457" y="20801"/>
                  </a:lnTo>
                  <a:lnTo>
                    <a:pt x="308493" y="15545"/>
                  </a:lnTo>
                  <a:lnTo>
                    <a:pt x="307361" y="10322"/>
                  </a:lnTo>
                  <a:lnTo>
                    <a:pt x="306062" y="5139"/>
                  </a:lnTo>
                  <a:lnTo>
                    <a:pt x="304599" y="0"/>
                  </a:lnTo>
                  <a:lnTo>
                    <a:pt x="144574" y="48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82840" y="1379510"/>
              <a:ext cx="160024" cy="167167"/>
            </a:xfrm>
            <a:custGeom>
              <a:avLst/>
              <a:pathLst>
                <a:path w="160024" h="167167">
                  <a:moveTo>
                    <a:pt x="160024" y="118823"/>
                  </a:moveTo>
                  <a:lnTo>
                    <a:pt x="158355" y="113608"/>
                  </a:lnTo>
                  <a:lnTo>
                    <a:pt x="156516" y="108451"/>
                  </a:lnTo>
                  <a:lnTo>
                    <a:pt x="154509" y="103357"/>
                  </a:lnTo>
                  <a:lnTo>
                    <a:pt x="152337" y="98331"/>
                  </a:lnTo>
                  <a:lnTo>
                    <a:pt x="150001" y="93379"/>
                  </a:lnTo>
                  <a:lnTo>
                    <a:pt x="147504" y="88507"/>
                  </a:lnTo>
                  <a:lnTo>
                    <a:pt x="144849" y="83718"/>
                  </a:lnTo>
                  <a:lnTo>
                    <a:pt x="142038" y="79020"/>
                  </a:lnTo>
                  <a:lnTo>
                    <a:pt x="139075" y="74415"/>
                  </a:lnTo>
                  <a:lnTo>
                    <a:pt x="135963" y="69911"/>
                  </a:lnTo>
                  <a:lnTo>
                    <a:pt x="132705" y="65510"/>
                  </a:lnTo>
                  <a:lnTo>
                    <a:pt x="129305" y="61219"/>
                  </a:lnTo>
                  <a:lnTo>
                    <a:pt x="125766" y="57041"/>
                  </a:lnTo>
                  <a:lnTo>
                    <a:pt x="122092" y="52982"/>
                  </a:lnTo>
                  <a:lnTo>
                    <a:pt x="118287" y="49045"/>
                  </a:lnTo>
                  <a:lnTo>
                    <a:pt x="114356" y="45234"/>
                  </a:lnTo>
                  <a:lnTo>
                    <a:pt x="110301" y="41555"/>
                  </a:lnTo>
                  <a:lnTo>
                    <a:pt x="106129" y="38010"/>
                  </a:lnTo>
                  <a:lnTo>
                    <a:pt x="101842" y="34604"/>
                  </a:lnTo>
                  <a:lnTo>
                    <a:pt x="97446" y="31339"/>
                  </a:lnTo>
                  <a:lnTo>
                    <a:pt x="92946" y="28221"/>
                  </a:lnTo>
                  <a:lnTo>
                    <a:pt x="88346" y="25252"/>
                  </a:lnTo>
                  <a:lnTo>
                    <a:pt x="83651" y="22435"/>
                  </a:lnTo>
                  <a:lnTo>
                    <a:pt x="78866" y="19773"/>
                  </a:lnTo>
                  <a:lnTo>
                    <a:pt x="73997" y="17269"/>
                  </a:lnTo>
                  <a:lnTo>
                    <a:pt x="69048" y="14926"/>
                  </a:lnTo>
                  <a:lnTo>
                    <a:pt x="64026" y="12747"/>
                  </a:lnTo>
                  <a:lnTo>
                    <a:pt x="58934" y="10733"/>
                  </a:lnTo>
                  <a:lnTo>
                    <a:pt x="53780" y="8887"/>
                  </a:lnTo>
                  <a:lnTo>
                    <a:pt x="48568" y="7210"/>
                  </a:lnTo>
                  <a:lnTo>
                    <a:pt x="43303" y="5706"/>
                  </a:lnTo>
                  <a:lnTo>
                    <a:pt x="37993" y="4374"/>
                  </a:lnTo>
                  <a:lnTo>
                    <a:pt x="32641" y="3217"/>
                  </a:lnTo>
                  <a:lnTo>
                    <a:pt x="27254" y="2236"/>
                  </a:lnTo>
                  <a:lnTo>
                    <a:pt x="21839" y="1432"/>
                  </a:lnTo>
                  <a:lnTo>
                    <a:pt x="16399" y="806"/>
                  </a:lnTo>
                  <a:lnTo>
                    <a:pt x="10943" y="358"/>
                  </a:lnTo>
                  <a:lnTo>
                    <a:pt x="547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65970" y="1120312"/>
              <a:ext cx="167164" cy="309288"/>
            </a:xfrm>
            <a:custGeom>
              <a:avLst/>
              <a:pathLst>
                <a:path w="167164" h="309288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100" y="4160"/>
                  </a:lnTo>
                  <a:lnTo>
                    <a:pt x="124913" y="5427"/>
                  </a:lnTo>
                  <a:lnTo>
                    <a:pt x="119770" y="6859"/>
                  </a:lnTo>
                  <a:lnTo>
                    <a:pt x="114675" y="8454"/>
                  </a:lnTo>
                  <a:lnTo>
                    <a:pt x="109633" y="10211"/>
                  </a:lnTo>
                  <a:lnTo>
                    <a:pt x="104650" y="12128"/>
                  </a:lnTo>
                  <a:lnTo>
                    <a:pt x="99731" y="14204"/>
                  </a:lnTo>
                  <a:lnTo>
                    <a:pt x="94881" y="16435"/>
                  </a:lnTo>
                  <a:lnTo>
                    <a:pt x="90104" y="18820"/>
                  </a:lnTo>
                  <a:lnTo>
                    <a:pt x="85406" y="21357"/>
                  </a:lnTo>
                  <a:lnTo>
                    <a:pt x="80792" y="24042"/>
                  </a:lnTo>
                  <a:lnTo>
                    <a:pt x="76265" y="26873"/>
                  </a:lnTo>
                  <a:lnTo>
                    <a:pt x="71831" y="29848"/>
                  </a:lnTo>
                  <a:lnTo>
                    <a:pt x="67495" y="32962"/>
                  </a:lnTo>
                  <a:lnTo>
                    <a:pt x="63260" y="36213"/>
                  </a:lnTo>
                  <a:lnTo>
                    <a:pt x="59131" y="39598"/>
                  </a:lnTo>
                  <a:lnTo>
                    <a:pt x="55112" y="43113"/>
                  </a:lnTo>
                  <a:lnTo>
                    <a:pt x="51208" y="46755"/>
                  </a:lnTo>
                  <a:lnTo>
                    <a:pt x="47422" y="50519"/>
                  </a:lnTo>
                  <a:lnTo>
                    <a:pt x="43758" y="54403"/>
                  </a:lnTo>
                  <a:lnTo>
                    <a:pt x="40220" y="58401"/>
                  </a:lnTo>
                  <a:lnTo>
                    <a:pt x="36811" y="62510"/>
                  </a:lnTo>
                  <a:lnTo>
                    <a:pt x="33535" y="66726"/>
                  </a:lnTo>
                  <a:lnTo>
                    <a:pt x="30396" y="71045"/>
                  </a:lnTo>
                  <a:lnTo>
                    <a:pt x="27396" y="75461"/>
                  </a:lnTo>
                  <a:lnTo>
                    <a:pt x="24539" y="79972"/>
                  </a:lnTo>
                  <a:lnTo>
                    <a:pt x="21827" y="84571"/>
                  </a:lnTo>
                  <a:lnTo>
                    <a:pt x="19264" y="89254"/>
                  </a:lnTo>
                  <a:lnTo>
                    <a:pt x="16851" y="94017"/>
                  </a:lnTo>
                  <a:lnTo>
                    <a:pt x="14592" y="98854"/>
                  </a:lnTo>
                  <a:lnTo>
                    <a:pt x="12488" y="103761"/>
                  </a:lnTo>
                  <a:lnTo>
                    <a:pt x="10542" y="108733"/>
                  </a:lnTo>
                  <a:lnTo>
                    <a:pt x="8756" y="113765"/>
                  </a:lnTo>
                  <a:lnTo>
                    <a:pt x="7131" y="118850"/>
                  </a:lnTo>
                  <a:lnTo>
                    <a:pt x="5670" y="123986"/>
                  </a:lnTo>
                  <a:lnTo>
                    <a:pt x="4374" y="129165"/>
                  </a:lnTo>
                  <a:lnTo>
                    <a:pt x="3243" y="134383"/>
                  </a:lnTo>
                  <a:lnTo>
                    <a:pt x="2280" y="139634"/>
                  </a:lnTo>
                  <a:lnTo>
                    <a:pt x="1485" y="144914"/>
                  </a:lnTo>
                  <a:lnTo>
                    <a:pt x="858" y="150216"/>
                  </a:lnTo>
                  <a:lnTo>
                    <a:pt x="402" y="155535"/>
                  </a:lnTo>
                  <a:lnTo>
                    <a:pt x="115" y="160867"/>
                  </a:lnTo>
                  <a:lnTo>
                    <a:pt x="0" y="166204"/>
                  </a:lnTo>
                  <a:lnTo>
                    <a:pt x="54" y="171543"/>
                  </a:lnTo>
                  <a:lnTo>
                    <a:pt x="279" y="176877"/>
                  </a:lnTo>
                  <a:lnTo>
                    <a:pt x="674" y="182202"/>
                  </a:lnTo>
                  <a:lnTo>
                    <a:pt x="1239" y="187511"/>
                  </a:lnTo>
                  <a:lnTo>
                    <a:pt x="1974" y="192799"/>
                  </a:lnTo>
                  <a:lnTo>
                    <a:pt x="2876" y="198061"/>
                  </a:lnTo>
                  <a:lnTo>
                    <a:pt x="3947" y="203292"/>
                  </a:lnTo>
                  <a:lnTo>
                    <a:pt x="5184" y="208486"/>
                  </a:lnTo>
                  <a:lnTo>
                    <a:pt x="6586" y="213637"/>
                  </a:lnTo>
                  <a:lnTo>
                    <a:pt x="8152" y="218741"/>
                  </a:lnTo>
                  <a:lnTo>
                    <a:pt x="9880" y="223793"/>
                  </a:lnTo>
                  <a:lnTo>
                    <a:pt x="11768" y="228787"/>
                  </a:lnTo>
                  <a:lnTo>
                    <a:pt x="13815" y="233718"/>
                  </a:lnTo>
                  <a:lnTo>
                    <a:pt x="16019" y="238581"/>
                  </a:lnTo>
                  <a:lnTo>
                    <a:pt x="18376" y="243371"/>
                  </a:lnTo>
                  <a:lnTo>
                    <a:pt x="20886" y="248084"/>
                  </a:lnTo>
                  <a:lnTo>
                    <a:pt x="23544" y="252714"/>
                  </a:lnTo>
                  <a:lnTo>
                    <a:pt x="26349" y="257257"/>
                  </a:lnTo>
                  <a:lnTo>
                    <a:pt x="29298" y="261707"/>
                  </a:lnTo>
                  <a:lnTo>
                    <a:pt x="32388" y="266062"/>
                  </a:lnTo>
                  <a:lnTo>
                    <a:pt x="35614" y="270315"/>
                  </a:lnTo>
                  <a:lnTo>
                    <a:pt x="38975" y="274464"/>
                  </a:lnTo>
                  <a:lnTo>
                    <a:pt x="42467" y="278503"/>
                  </a:lnTo>
                  <a:lnTo>
                    <a:pt x="46086" y="282428"/>
                  </a:lnTo>
                  <a:lnTo>
                    <a:pt x="49829" y="286236"/>
                  </a:lnTo>
                  <a:lnTo>
                    <a:pt x="53691" y="289922"/>
                  </a:lnTo>
                  <a:lnTo>
                    <a:pt x="57669" y="293483"/>
                  </a:lnTo>
                  <a:lnTo>
                    <a:pt x="61759" y="296915"/>
                  </a:lnTo>
                  <a:lnTo>
                    <a:pt x="65956" y="300215"/>
                  </a:lnTo>
                  <a:lnTo>
                    <a:pt x="70256" y="303379"/>
                  </a:lnTo>
                  <a:lnTo>
                    <a:pt x="74655" y="306404"/>
                  </a:lnTo>
                  <a:lnTo>
                    <a:pt x="79149" y="309288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120" y="1287480"/>
              <a:ext cx="88015" cy="142120"/>
            </a:xfrm>
            <a:custGeom>
              <a:avLst/>
              <a:pathLst>
                <a:path w="88015" h="142120">
                  <a:moveTo>
                    <a:pt x="0" y="142120"/>
                  </a:moveTo>
                  <a:lnTo>
                    <a:pt x="880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120" y="1122732"/>
              <a:ext cx="255181" cy="331898"/>
            </a:xfrm>
            <a:custGeom>
              <a:avLst/>
              <a:pathLst>
                <a:path w="255181" h="331898">
                  <a:moveTo>
                    <a:pt x="0" y="306868"/>
                  </a:moveTo>
                  <a:lnTo>
                    <a:pt x="4557" y="309592"/>
                  </a:lnTo>
                  <a:lnTo>
                    <a:pt x="9199" y="312169"/>
                  </a:lnTo>
                  <a:lnTo>
                    <a:pt x="13921" y="314598"/>
                  </a:lnTo>
                  <a:lnTo>
                    <a:pt x="18717" y="316875"/>
                  </a:lnTo>
                  <a:lnTo>
                    <a:pt x="23584" y="318999"/>
                  </a:lnTo>
                  <a:lnTo>
                    <a:pt x="28515" y="320968"/>
                  </a:lnTo>
                  <a:lnTo>
                    <a:pt x="33506" y="322779"/>
                  </a:lnTo>
                  <a:lnTo>
                    <a:pt x="38552" y="324430"/>
                  </a:lnTo>
                  <a:lnTo>
                    <a:pt x="43649" y="325920"/>
                  </a:lnTo>
                  <a:lnTo>
                    <a:pt x="48790" y="327248"/>
                  </a:lnTo>
                  <a:lnTo>
                    <a:pt x="53970" y="328412"/>
                  </a:lnTo>
                  <a:lnTo>
                    <a:pt x="59185" y="329410"/>
                  </a:lnTo>
                  <a:lnTo>
                    <a:pt x="64429" y="330243"/>
                  </a:lnTo>
                  <a:lnTo>
                    <a:pt x="69697" y="330909"/>
                  </a:lnTo>
                  <a:lnTo>
                    <a:pt x="74983" y="331406"/>
                  </a:lnTo>
                  <a:lnTo>
                    <a:pt x="80282" y="331736"/>
                  </a:lnTo>
                  <a:lnTo>
                    <a:pt x="85589" y="331898"/>
                  </a:lnTo>
                  <a:lnTo>
                    <a:pt x="90899" y="331890"/>
                  </a:lnTo>
                  <a:lnTo>
                    <a:pt x="96205" y="331714"/>
                  </a:lnTo>
                  <a:lnTo>
                    <a:pt x="101504" y="331370"/>
                  </a:lnTo>
                  <a:lnTo>
                    <a:pt x="106789" y="330858"/>
                  </a:lnTo>
                  <a:lnTo>
                    <a:pt x="112055" y="330178"/>
                  </a:lnTo>
                  <a:lnTo>
                    <a:pt x="117296" y="329331"/>
                  </a:lnTo>
                  <a:lnTo>
                    <a:pt x="122508" y="328318"/>
                  </a:lnTo>
                  <a:lnTo>
                    <a:pt x="127686" y="327140"/>
                  </a:lnTo>
                  <a:lnTo>
                    <a:pt x="132823" y="325798"/>
                  </a:lnTo>
                  <a:lnTo>
                    <a:pt x="137915" y="324294"/>
                  </a:lnTo>
                  <a:lnTo>
                    <a:pt x="142957" y="322629"/>
                  </a:lnTo>
                  <a:lnTo>
                    <a:pt x="147943" y="320804"/>
                  </a:lnTo>
                  <a:lnTo>
                    <a:pt x="152869" y="318822"/>
                  </a:lnTo>
                  <a:lnTo>
                    <a:pt x="157729" y="316685"/>
                  </a:lnTo>
                  <a:lnTo>
                    <a:pt x="162519" y="314394"/>
                  </a:lnTo>
                  <a:lnTo>
                    <a:pt x="167234" y="311952"/>
                  </a:lnTo>
                  <a:lnTo>
                    <a:pt x="171869" y="309362"/>
                  </a:lnTo>
                  <a:lnTo>
                    <a:pt x="176420" y="306626"/>
                  </a:lnTo>
                  <a:lnTo>
                    <a:pt x="180881" y="303747"/>
                  </a:lnTo>
                  <a:lnTo>
                    <a:pt x="185248" y="300728"/>
                  </a:lnTo>
                  <a:lnTo>
                    <a:pt x="189518" y="297571"/>
                  </a:lnTo>
                  <a:lnTo>
                    <a:pt x="193685" y="294281"/>
                  </a:lnTo>
                  <a:lnTo>
                    <a:pt x="197745" y="290860"/>
                  </a:lnTo>
                  <a:lnTo>
                    <a:pt x="201695" y="287311"/>
                  </a:lnTo>
                  <a:lnTo>
                    <a:pt x="205530" y="283639"/>
                  </a:lnTo>
                  <a:lnTo>
                    <a:pt x="209246" y="279847"/>
                  </a:lnTo>
                  <a:lnTo>
                    <a:pt x="212841" y="275939"/>
                  </a:lnTo>
                  <a:lnTo>
                    <a:pt x="216309" y="271918"/>
                  </a:lnTo>
                  <a:lnTo>
                    <a:pt x="219648" y="267790"/>
                  </a:lnTo>
                  <a:lnTo>
                    <a:pt x="222854" y="263558"/>
                  </a:lnTo>
                  <a:lnTo>
                    <a:pt x="225924" y="259226"/>
                  </a:lnTo>
                  <a:lnTo>
                    <a:pt x="228855" y="254798"/>
                  </a:lnTo>
                  <a:lnTo>
                    <a:pt x="231643" y="250280"/>
                  </a:lnTo>
                  <a:lnTo>
                    <a:pt x="234287" y="245675"/>
                  </a:lnTo>
                  <a:lnTo>
                    <a:pt x="236784" y="240989"/>
                  </a:lnTo>
                  <a:lnTo>
                    <a:pt x="239130" y="236226"/>
                  </a:lnTo>
                  <a:lnTo>
                    <a:pt x="241324" y="231391"/>
                  </a:lnTo>
                  <a:lnTo>
                    <a:pt x="243363" y="226489"/>
                  </a:lnTo>
                  <a:lnTo>
                    <a:pt x="245245" y="221524"/>
                  </a:lnTo>
                  <a:lnTo>
                    <a:pt x="246969" y="216502"/>
                  </a:lnTo>
                  <a:lnTo>
                    <a:pt x="248532" y="211428"/>
                  </a:lnTo>
                  <a:lnTo>
                    <a:pt x="249934" y="206306"/>
                  </a:lnTo>
                  <a:lnTo>
                    <a:pt x="251172" y="201143"/>
                  </a:lnTo>
                  <a:lnTo>
                    <a:pt x="252246" y="195943"/>
                  </a:lnTo>
                  <a:lnTo>
                    <a:pt x="253154" y="190712"/>
                  </a:lnTo>
                  <a:lnTo>
                    <a:pt x="253895" y="185454"/>
                  </a:lnTo>
                  <a:lnTo>
                    <a:pt x="254469" y="180176"/>
                  </a:lnTo>
                  <a:lnTo>
                    <a:pt x="254875" y="174882"/>
                  </a:lnTo>
                  <a:lnTo>
                    <a:pt x="255112" y="169577"/>
                  </a:lnTo>
                  <a:lnTo>
                    <a:pt x="255181" y="164268"/>
                  </a:lnTo>
                  <a:lnTo>
                    <a:pt x="255082" y="158959"/>
                  </a:lnTo>
                  <a:lnTo>
                    <a:pt x="254814" y="153657"/>
                  </a:lnTo>
                  <a:lnTo>
                    <a:pt x="254377" y="148365"/>
                  </a:lnTo>
                  <a:lnTo>
                    <a:pt x="253773" y="143090"/>
                  </a:lnTo>
                  <a:lnTo>
                    <a:pt x="253002" y="137837"/>
                  </a:lnTo>
                  <a:lnTo>
                    <a:pt x="252064" y="132611"/>
                  </a:lnTo>
                  <a:lnTo>
                    <a:pt x="250961" y="127417"/>
                  </a:lnTo>
                  <a:lnTo>
                    <a:pt x="249693" y="122261"/>
                  </a:lnTo>
                  <a:lnTo>
                    <a:pt x="248262" y="117148"/>
                  </a:lnTo>
                  <a:lnTo>
                    <a:pt x="246669" y="112083"/>
                  </a:lnTo>
                  <a:lnTo>
                    <a:pt x="244917" y="107070"/>
                  </a:lnTo>
                  <a:lnTo>
                    <a:pt x="243006" y="102117"/>
                  </a:lnTo>
                  <a:lnTo>
                    <a:pt x="240939" y="97226"/>
                  </a:lnTo>
                  <a:lnTo>
                    <a:pt x="238717" y="92403"/>
                  </a:lnTo>
                  <a:lnTo>
                    <a:pt x="236344" y="87654"/>
                  </a:lnTo>
                  <a:lnTo>
                    <a:pt x="233821" y="82982"/>
                  </a:lnTo>
                  <a:lnTo>
                    <a:pt x="231150" y="78393"/>
                  </a:lnTo>
                  <a:lnTo>
                    <a:pt x="228336" y="73891"/>
                  </a:lnTo>
                  <a:lnTo>
                    <a:pt x="225379" y="69480"/>
                  </a:lnTo>
                  <a:lnTo>
                    <a:pt x="222285" y="65166"/>
                  </a:lnTo>
                  <a:lnTo>
                    <a:pt x="219054" y="60952"/>
                  </a:lnTo>
                  <a:lnTo>
                    <a:pt x="215692" y="56843"/>
                  </a:lnTo>
                  <a:lnTo>
                    <a:pt x="212201" y="52842"/>
                  </a:lnTo>
                  <a:lnTo>
                    <a:pt x="208584" y="48955"/>
                  </a:lnTo>
                  <a:lnTo>
                    <a:pt x="204846" y="45184"/>
                  </a:lnTo>
                  <a:lnTo>
                    <a:pt x="200990" y="41534"/>
                  </a:lnTo>
                  <a:lnTo>
                    <a:pt x="197020" y="38008"/>
                  </a:lnTo>
                  <a:lnTo>
                    <a:pt x="192940" y="34611"/>
                  </a:lnTo>
                  <a:lnTo>
                    <a:pt x="188754" y="31344"/>
                  </a:lnTo>
                  <a:lnTo>
                    <a:pt x="184466" y="28212"/>
                  </a:lnTo>
                  <a:lnTo>
                    <a:pt x="180082" y="25218"/>
                  </a:lnTo>
                  <a:lnTo>
                    <a:pt x="175604" y="22364"/>
                  </a:lnTo>
                  <a:lnTo>
                    <a:pt x="171038" y="19654"/>
                  </a:lnTo>
                  <a:lnTo>
                    <a:pt x="166388" y="17091"/>
                  </a:lnTo>
                  <a:lnTo>
                    <a:pt x="161659" y="14676"/>
                  </a:lnTo>
                  <a:lnTo>
                    <a:pt x="156856" y="12413"/>
                  </a:lnTo>
                  <a:lnTo>
                    <a:pt x="151984" y="10304"/>
                  </a:lnTo>
                  <a:lnTo>
                    <a:pt x="147047" y="8350"/>
                  </a:lnTo>
                  <a:lnTo>
                    <a:pt x="142050" y="6554"/>
                  </a:lnTo>
                  <a:lnTo>
                    <a:pt x="136999" y="4918"/>
                  </a:lnTo>
                  <a:lnTo>
                    <a:pt x="131898" y="3443"/>
                  </a:lnTo>
                  <a:lnTo>
                    <a:pt x="126753" y="2131"/>
                  </a:lnTo>
                  <a:lnTo>
                    <a:pt x="121569" y="983"/>
                  </a:lnTo>
                  <a:lnTo>
                    <a:pt x="116351" y="0"/>
                  </a:lnTo>
                  <a:lnTo>
                    <a:pt x="88015" y="1647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633135" y="1120312"/>
              <a:ext cx="28336" cy="167167"/>
            </a:xfrm>
            <a:custGeom>
              <a:avLst/>
              <a:pathLst>
                <a:path w="28336" h="167167">
                  <a:moveTo>
                    <a:pt x="28336" y="2419"/>
                  </a:moveTo>
                  <a:lnTo>
                    <a:pt x="21297" y="1362"/>
                  </a:lnTo>
                  <a:lnTo>
                    <a:pt x="14219" y="605"/>
                  </a:lnTo>
                  <a:lnTo>
                    <a:pt x="7116" y="15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68509" y="971635"/>
              <a:ext cx="167166" cy="278889"/>
            </a:xfrm>
            <a:custGeom>
              <a:avLst/>
              <a:pathLst>
                <a:path w="167166" h="278889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1" y="768"/>
                  </a:lnTo>
                  <a:lnTo>
                    <a:pt x="145838" y="1366"/>
                  </a:lnTo>
                  <a:lnTo>
                    <a:pt x="140547" y="2132"/>
                  </a:lnTo>
                  <a:lnTo>
                    <a:pt x="135284" y="3068"/>
                  </a:lnTo>
                  <a:lnTo>
                    <a:pt x="130053" y="4171"/>
                  </a:lnTo>
                  <a:lnTo>
                    <a:pt x="124859" y="5442"/>
                  </a:lnTo>
                  <a:lnTo>
                    <a:pt x="119709" y="6877"/>
                  </a:lnTo>
                  <a:lnTo>
                    <a:pt x="114608" y="8477"/>
                  </a:lnTo>
                  <a:lnTo>
                    <a:pt x="109561" y="10238"/>
                  </a:lnTo>
                  <a:lnTo>
                    <a:pt x="104572" y="12161"/>
                  </a:lnTo>
                  <a:lnTo>
                    <a:pt x="99647" y="14241"/>
                  </a:lnTo>
                  <a:lnTo>
                    <a:pt x="94792" y="16479"/>
                  </a:lnTo>
                  <a:lnTo>
                    <a:pt x="90010" y="18870"/>
                  </a:lnTo>
                  <a:lnTo>
                    <a:pt x="85307" y="21413"/>
                  </a:lnTo>
                  <a:lnTo>
                    <a:pt x="80688" y="24105"/>
                  </a:lnTo>
                  <a:lnTo>
                    <a:pt x="76158" y="26944"/>
                  </a:lnTo>
                  <a:lnTo>
                    <a:pt x="71721" y="29926"/>
                  </a:lnTo>
                  <a:lnTo>
                    <a:pt x="67381" y="33048"/>
                  </a:lnTo>
                  <a:lnTo>
                    <a:pt x="63143" y="36307"/>
                  </a:lnTo>
                  <a:lnTo>
                    <a:pt x="59012" y="39701"/>
                  </a:lnTo>
                  <a:lnTo>
                    <a:pt x="54991" y="43224"/>
                  </a:lnTo>
                  <a:lnTo>
                    <a:pt x="51085" y="46875"/>
                  </a:lnTo>
                  <a:lnTo>
                    <a:pt x="47298" y="50648"/>
                  </a:lnTo>
                  <a:lnTo>
                    <a:pt x="43633" y="54541"/>
                  </a:lnTo>
                  <a:lnTo>
                    <a:pt x="40095" y="58549"/>
                  </a:lnTo>
                  <a:lnTo>
                    <a:pt x="36687" y="62667"/>
                  </a:lnTo>
                  <a:lnTo>
                    <a:pt x="33412" y="66893"/>
                  </a:lnTo>
                  <a:lnTo>
                    <a:pt x="30274" y="71222"/>
                  </a:lnTo>
                  <a:lnTo>
                    <a:pt x="27276" y="75648"/>
                  </a:lnTo>
                  <a:lnTo>
                    <a:pt x="24421" y="80168"/>
                  </a:lnTo>
                  <a:lnTo>
                    <a:pt x="21712" y="84777"/>
                  </a:lnTo>
                  <a:lnTo>
                    <a:pt x="19152" y="89471"/>
                  </a:lnTo>
                  <a:lnTo>
                    <a:pt x="16743" y="94243"/>
                  </a:lnTo>
                  <a:lnTo>
                    <a:pt x="14488" y="99091"/>
                  </a:lnTo>
                  <a:lnTo>
                    <a:pt x="12389" y="104008"/>
                  </a:lnTo>
                  <a:lnTo>
                    <a:pt x="10448" y="108989"/>
                  </a:lnTo>
                  <a:lnTo>
                    <a:pt x="8668" y="114031"/>
                  </a:lnTo>
                  <a:lnTo>
                    <a:pt x="7050" y="119126"/>
                  </a:lnTo>
                  <a:lnTo>
                    <a:pt x="5596" y="124271"/>
                  </a:lnTo>
                  <a:lnTo>
                    <a:pt x="4307" y="129459"/>
                  </a:lnTo>
                  <a:lnTo>
                    <a:pt x="3184" y="134686"/>
                  </a:lnTo>
                  <a:lnTo>
                    <a:pt x="2229" y="139947"/>
                  </a:lnTo>
                  <a:lnTo>
                    <a:pt x="1443" y="145235"/>
                  </a:lnTo>
                  <a:lnTo>
                    <a:pt x="827" y="150545"/>
                  </a:lnTo>
                  <a:lnTo>
                    <a:pt x="380" y="155873"/>
                  </a:lnTo>
                  <a:lnTo>
                    <a:pt x="104" y="161212"/>
                  </a:lnTo>
                  <a:lnTo>
                    <a:pt x="0" y="166557"/>
                  </a:lnTo>
                  <a:lnTo>
                    <a:pt x="65" y="171903"/>
                  </a:lnTo>
                  <a:lnTo>
                    <a:pt x="302" y="177244"/>
                  </a:lnTo>
                  <a:lnTo>
                    <a:pt x="710" y="182574"/>
                  </a:lnTo>
                  <a:lnTo>
                    <a:pt x="1288" y="187889"/>
                  </a:lnTo>
                  <a:lnTo>
                    <a:pt x="2035" y="193183"/>
                  </a:lnTo>
                  <a:lnTo>
                    <a:pt x="2952" y="198450"/>
                  </a:lnTo>
                  <a:lnTo>
                    <a:pt x="4036" y="203685"/>
                  </a:lnTo>
                  <a:lnTo>
                    <a:pt x="5287" y="208883"/>
                  </a:lnTo>
                  <a:lnTo>
                    <a:pt x="6704" y="214038"/>
                  </a:lnTo>
                  <a:lnTo>
                    <a:pt x="8285" y="219145"/>
                  </a:lnTo>
                  <a:lnTo>
                    <a:pt x="10028" y="224199"/>
                  </a:lnTo>
                  <a:lnTo>
                    <a:pt x="11932" y="229195"/>
                  </a:lnTo>
                  <a:lnTo>
                    <a:pt x="13995" y="234127"/>
                  </a:lnTo>
                  <a:lnTo>
                    <a:pt x="16215" y="238991"/>
                  </a:lnTo>
                  <a:lnTo>
                    <a:pt x="18589" y="243781"/>
                  </a:lnTo>
                  <a:lnTo>
                    <a:pt x="21114" y="248493"/>
                  </a:lnTo>
                  <a:lnTo>
                    <a:pt x="23790" y="253122"/>
                  </a:lnTo>
                  <a:lnTo>
                    <a:pt x="26612" y="257663"/>
                  </a:lnTo>
                  <a:lnTo>
                    <a:pt x="29577" y="262111"/>
                  </a:lnTo>
                  <a:lnTo>
                    <a:pt x="32684" y="266462"/>
                  </a:lnTo>
                  <a:lnTo>
                    <a:pt x="35928" y="270712"/>
                  </a:lnTo>
                  <a:lnTo>
                    <a:pt x="39306" y="274855"/>
                  </a:lnTo>
                  <a:lnTo>
                    <a:pt x="42815" y="27888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11325" y="1138802"/>
              <a:ext cx="124351" cy="111721"/>
            </a:xfrm>
            <a:custGeom>
              <a:avLst/>
              <a:pathLst>
                <a:path w="124351" h="111721">
                  <a:moveTo>
                    <a:pt x="0" y="111721"/>
                  </a:moveTo>
                  <a:lnTo>
                    <a:pt x="1243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11325" y="1006321"/>
              <a:ext cx="291506" cy="299643"/>
            </a:xfrm>
            <a:custGeom>
              <a:avLst/>
              <a:pathLst>
                <a:path w="291506" h="299643">
                  <a:moveTo>
                    <a:pt x="0" y="244203"/>
                  </a:moveTo>
                  <a:lnTo>
                    <a:pt x="3634" y="248120"/>
                  </a:lnTo>
                  <a:lnTo>
                    <a:pt x="7391" y="251919"/>
                  </a:lnTo>
                  <a:lnTo>
                    <a:pt x="11269" y="255596"/>
                  </a:lnTo>
                  <a:lnTo>
                    <a:pt x="15261" y="259148"/>
                  </a:lnTo>
                  <a:lnTo>
                    <a:pt x="19366" y="262570"/>
                  </a:lnTo>
                  <a:lnTo>
                    <a:pt x="23577" y="265859"/>
                  </a:lnTo>
                  <a:lnTo>
                    <a:pt x="27891" y="269011"/>
                  </a:lnTo>
                  <a:lnTo>
                    <a:pt x="32304" y="272025"/>
                  </a:lnTo>
                  <a:lnTo>
                    <a:pt x="36811" y="274895"/>
                  </a:lnTo>
                  <a:lnTo>
                    <a:pt x="41408" y="277620"/>
                  </a:lnTo>
                  <a:lnTo>
                    <a:pt x="46089" y="280197"/>
                  </a:lnTo>
                  <a:lnTo>
                    <a:pt x="50850" y="282623"/>
                  </a:lnTo>
                  <a:lnTo>
                    <a:pt x="55687" y="284895"/>
                  </a:lnTo>
                  <a:lnTo>
                    <a:pt x="60593" y="287012"/>
                  </a:lnTo>
                  <a:lnTo>
                    <a:pt x="65565" y="288971"/>
                  </a:lnTo>
                  <a:lnTo>
                    <a:pt x="70596" y="290770"/>
                  </a:lnTo>
                  <a:lnTo>
                    <a:pt x="75683" y="292407"/>
                  </a:lnTo>
                  <a:lnTo>
                    <a:pt x="80819" y="293881"/>
                  </a:lnTo>
                  <a:lnTo>
                    <a:pt x="86000" y="295190"/>
                  </a:lnTo>
                  <a:lnTo>
                    <a:pt x="91220" y="296332"/>
                  </a:lnTo>
                  <a:lnTo>
                    <a:pt x="96474" y="297308"/>
                  </a:lnTo>
                  <a:lnTo>
                    <a:pt x="101756" y="298114"/>
                  </a:lnTo>
                  <a:lnTo>
                    <a:pt x="107062" y="298752"/>
                  </a:lnTo>
                  <a:lnTo>
                    <a:pt x="112385" y="299220"/>
                  </a:lnTo>
                  <a:lnTo>
                    <a:pt x="117720" y="299517"/>
                  </a:lnTo>
                  <a:lnTo>
                    <a:pt x="123062" y="299643"/>
                  </a:lnTo>
                  <a:lnTo>
                    <a:pt x="128406" y="299599"/>
                  </a:lnTo>
                  <a:lnTo>
                    <a:pt x="133745" y="299384"/>
                  </a:lnTo>
                  <a:lnTo>
                    <a:pt x="139075" y="298999"/>
                  </a:lnTo>
                  <a:lnTo>
                    <a:pt x="144389" y="298443"/>
                  </a:lnTo>
                  <a:lnTo>
                    <a:pt x="149683" y="297718"/>
                  </a:lnTo>
                  <a:lnTo>
                    <a:pt x="154952" y="296824"/>
                  </a:lnTo>
                  <a:lnTo>
                    <a:pt x="160189" y="295762"/>
                  </a:lnTo>
                  <a:lnTo>
                    <a:pt x="165389" y="294533"/>
                  </a:lnTo>
                  <a:lnTo>
                    <a:pt x="170547" y="293138"/>
                  </a:lnTo>
                  <a:lnTo>
                    <a:pt x="175659" y="291580"/>
                  </a:lnTo>
                  <a:lnTo>
                    <a:pt x="180717" y="289859"/>
                  </a:lnTo>
                  <a:lnTo>
                    <a:pt x="185719" y="287977"/>
                  </a:lnTo>
                  <a:lnTo>
                    <a:pt x="190657" y="285936"/>
                  </a:lnTo>
                  <a:lnTo>
                    <a:pt x="195528" y="283738"/>
                  </a:lnTo>
                  <a:lnTo>
                    <a:pt x="200326" y="281386"/>
                  </a:lnTo>
                  <a:lnTo>
                    <a:pt x="205046" y="278882"/>
                  </a:lnTo>
                  <a:lnTo>
                    <a:pt x="209684" y="276228"/>
                  </a:lnTo>
                  <a:lnTo>
                    <a:pt x="214235" y="273427"/>
                  </a:lnTo>
                  <a:lnTo>
                    <a:pt x="218694" y="270482"/>
                  </a:lnTo>
                  <a:lnTo>
                    <a:pt x="223056" y="267396"/>
                  </a:lnTo>
                  <a:lnTo>
                    <a:pt x="227318" y="264172"/>
                  </a:lnTo>
                  <a:lnTo>
                    <a:pt x="231474" y="260814"/>
                  </a:lnTo>
                  <a:lnTo>
                    <a:pt x="235521" y="257325"/>
                  </a:lnTo>
                  <a:lnTo>
                    <a:pt x="239455" y="253708"/>
                  </a:lnTo>
                  <a:lnTo>
                    <a:pt x="243271" y="249967"/>
                  </a:lnTo>
                  <a:lnTo>
                    <a:pt x="246965" y="246106"/>
                  </a:lnTo>
                  <a:lnTo>
                    <a:pt x="250534" y="242129"/>
                  </a:lnTo>
                  <a:lnTo>
                    <a:pt x="253974" y="238040"/>
                  </a:lnTo>
                  <a:lnTo>
                    <a:pt x="257281" y="233843"/>
                  </a:lnTo>
                  <a:lnTo>
                    <a:pt x="260453" y="229543"/>
                  </a:lnTo>
                  <a:lnTo>
                    <a:pt x="263486" y="225143"/>
                  </a:lnTo>
                  <a:lnTo>
                    <a:pt x="266376" y="220649"/>
                  </a:lnTo>
                  <a:lnTo>
                    <a:pt x="269122" y="216065"/>
                  </a:lnTo>
                  <a:lnTo>
                    <a:pt x="271719" y="211395"/>
                  </a:lnTo>
                  <a:lnTo>
                    <a:pt x="274166" y="206644"/>
                  </a:lnTo>
                  <a:lnTo>
                    <a:pt x="276460" y="201818"/>
                  </a:lnTo>
                  <a:lnTo>
                    <a:pt x="278599" y="196921"/>
                  </a:lnTo>
                  <a:lnTo>
                    <a:pt x="280579" y="191958"/>
                  </a:lnTo>
                  <a:lnTo>
                    <a:pt x="282400" y="186934"/>
                  </a:lnTo>
                  <a:lnTo>
                    <a:pt x="284060" y="181855"/>
                  </a:lnTo>
                  <a:lnTo>
                    <a:pt x="285557" y="176725"/>
                  </a:lnTo>
                  <a:lnTo>
                    <a:pt x="286888" y="171550"/>
                  </a:lnTo>
                  <a:lnTo>
                    <a:pt x="288054" y="166336"/>
                  </a:lnTo>
                  <a:lnTo>
                    <a:pt x="289052" y="161086"/>
                  </a:lnTo>
                  <a:lnTo>
                    <a:pt x="289883" y="155807"/>
                  </a:lnTo>
                  <a:lnTo>
                    <a:pt x="290544" y="150505"/>
                  </a:lnTo>
                  <a:lnTo>
                    <a:pt x="291035" y="145184"/>
                  </a:lnTo>
                  <a:lnTo>
                    <a:pt x="291356" y="139850"/>
                  </a:lnTo>
                  <a:lnTo>
                    <a:pt x="291506" y="134508"/>
                  </a:lnTo>
                  <a:lnTo>
                    <a:pt x="291485" y="129165"/>
                  </a:lnTo>
                  <a:lnTo>
                    <a:pt x="291294" y="123825"/>
                  </a:lnTo>
                  <a:lnTo>
                    <a:pt x="290932" y="118493"/>
                  </a:lnTo>
                  <a:lnTo>
                    <a:pt x="290400" y="113176"/>
                  </a:lnTo>
                  <a:lnTo>
                    <a:pt x="289698" y="107879"/>
                  </a:lnTo>
                  <a:lnTo>
                    <a:pt x="288827" y="102607"/>
                  </a:lnTo>
                  <a:lnTo>
                    <a:pt x="287788" y="97365"/>
                  </a:lnTo>
                  <a:lnTo>
                    <a:pt x="286582" y="92160"/>
                  </a:lnTo>
                  <a:lnTo>
                    <a:pt x="285211" y="86995"/>
                  </a:lnTo>
                  <a:lnTo>
                    <a:pt x="283675" y="81877"/>
                  </a:lnTo>
                  <a:lnTo>
                    <a:pt x="281976" y="76811"/>
                  </a:lnTo>
                  <a:lnTo>
                    <a:pt x="280116" y="71801"/>
                  </a:lnTo>
                  <a:lnTo>
                    <a:pt x="278097" y="66854"/>
                  </a:lnTo>
                  <a:lnTo>
                    <a:pt x="275921" y="61973"/>
                  </a:lnTo>
                  <a:lnTo>
                    <a:pt x="273590" y="57165"/>
                  </a:lnTo>
                  <a:lnTo>
                    <a:pt x="271107" y="52433"/>
                  </a:lnTo>
                  <a:lnTo>
                    <a:pt x="268473" y="47784"/>
                  </a:lnTo>
                  <a:lnTo>
                    <a:pt x="265693" y="43221"/>
                  </a:lnTo>
                  <a:lnTo>
                    <a:pt x="262768" y="38749"/>
                  </a:lnTo>
                  <a:lnTo>
                    <a:pt x="259701" y="34373"/>
                  </a:lnTo>
                  <a:lnTo>
                    <a:pt x="256496" y="30097"/>
                  </a:lnTo>
                  <a:lnTo>
                    <a:pt x="253156" y="25926"/>
                  </a:lnTo>
                  <a:lnTo>
                    <a:pt x="249685" y="21863"/>
                  </a:lnTo>
                  <a:lnTo>
                    <a:pt x="246085" y="17914"/>
                  </a:lnTo>
                  <a:lnTo>
                    <a:pt x="242361" y="14082"/>
                  </a:lnTo>
                  <a:lnTo>
                    <a:pt x="238517" y="10370"/>
                  </a:lnTo>
                  <a:lnTo>
                    <a:pt x="234556" y="6784"/>
                  </a:lnTo>
                  <a:lnTo>
                    <a:pt x="230482" y="3326"/>
                  </a:lnTo>
                  <a:lnTo>
                    <a:pt x="226300" y="0"/>
                  </a:lnTo>
                  <a:lnTo>
                    <a:pt x="124351" y="1324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135676" y="971635"/>
              <a:ext cx="101949" cy="167167"/>
            </a:xfrm>
            <a:custGeom>
              <a:avLst/>
              <a:pathLst>
                <a:path w="101949" h="167167">
                  <a:moveTo>
                    <a:pt x="101949" y="34686"/>
                  </a:moveTo>
                  <a:lnTo>
                    <a:pt x="97316" y="31246"/>
                  </a:lnTo>
                  <a:lnTo>
                    <a:pt x="92566" y="27968"/>
                  </a:lnTo>
                  <a:lnTo>
                    <a:pt x="87707" y="24856"/>
                  </a:lnTo>
                  <a:lnTo>
                    <a:pt x="82743" y="21914"/>
                  </a:lnTo>
                  <a:lnTo>
                    <a:pt x="77681" y="19145"/>
                  </a:lnTo>
                  <a:lnTo>
                    <a:pt x="72526" y="16552"/>
                  </a:lnTo>
                  <a:lnTo>
                    <a:pt x="67284" y="14138"/>
                  </a:lnTo>
                  <a:lnTo>
                    <a:pt x="61963" y="11907"/>
                  </a:lnTo>
                  <a:lnTo>
                    <a:pt x="56567" y="9861"/>
                  </a:lnTo>
                  <a:lnTo>
                    <a:pt x="51104" y="8003"/>
                  </a:lnTo>
                  <a:lnTo>
                    <a:pt x="45580" y="6334"/>
                  </a:lnTo>
                  <a:lnTo>
                    <a:pt x="40002" y="4856"/>
                  </a:lnTo>
                  <a:lnTo>
                    <a:pt x="34377" y="3572"/>
                  </a:lnTo>
                  <a:lnTo>
                    <a:pt x="28710" y="2483"/>
                  </a:lnTo>
                  <a:lnTo>
                    <a:pt x="23009" y="1591"/>
                  </a:lnTo>
                  <a:lnTo>
                    <a:pt x="17281" y="895"/>
                  </a:lnTo>
                  <a:lnTo>
                    <a:pt x="11532" y="398"/>
                  </a:lnTo>
                  <a:lnTo>
                    <a:pt x="576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1738" y="941493"/>
              <a:ext cx="75541" cy="167167"/>
            </a:xfrm>
            <a:custGeom>
              <a:avLst/>
              <a:pathLst>
                <a:path w="75541" h="167167">
                  <a:moveTo>
                    <a:pt x="75541" y="0"/>
                  </a:moveTo>
                  <a:lnTo>
                    <a:pt x="69513" y="108"/>
                  </a:lnTo>
                  <a:lnTo>
                    <a:pt x="63493" y="434"/>
                  </a:lnTo>
                  <a:lnTo>
                    <a:pt x="57488" y="977"/>
                  </a:lnTo>
                  <a:lnTo>
                    <a:pt x="51507" y="1736"/>
                  </a:lnTo>
                  <a:lnTo>
                    <a:pt x="45557" y="2710"/>
                  </a:lnTo>
                  <a:lnTo>
                    <a:pt x="39646" y="3899"/>
                  </a:lnTo>
                  <a:lnTo>
                    <a:pt x="33782" y="5299"/>
                  </a:lnTo>
                  <a:lnTo>
                    <a:pt x="27972" y="6910"/>
                  </a:lnTo>
                  <a:lnTo>
                    <a:pt x="22224" y="8730"/>
                  </a:lnTo>
                  <a:lnTo>
                    <a:pt x="16546" y="10756"/>
                  </a:lnTo>
                  <a:lnTo>
                    <a:pt x="10944" y="12985"/>
                  </a:lnTo>
                  <a:lnTo>
                    <a:pt x="5426" y="15414"/>
                  </a:lnTo>
                  <a:lnTo>
                    <a:pt x="0" y="18041"/>
                  </a:lnTo>
                  <a:lnTo>
                    <a:pt x="7554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541738" y="959535"/>
              <a:ext cx="75541" cy="149125"/>
            </a:xfrm>
            <a:custGeom>
              <a:avLst/>
              <a:pathLst>
                <a:path w="75541" h="149125">
                  <a:moveTo>
                    <a:pt x="0" y="0"/>
                  </a:moveTo>
                  <a:lnTo>
                    <a:pt x="75541" y="1491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50116" y="949151"/>
              <a:ext cx="334331" cy="326663"/>
            </a:xfrm>
            <a:custGeom>
              <a:avLst/>
              <a:pathLst>
                <a:path w="334331" h="326663">
                  <a:moveTo>
                    <a:pt x="91622" y="10383"/>
                  </a:moveTo>
                  <a:lnTo>
                    <a:pt x="86938" y="12850"/>
                  </a:lnTo>
                  <a:lnTo>
                    <a:pt x="82334" y="15464"/>
                  </a:lnTo>
                  <a:lnTo>
                    <a:pt x="77816" y="18222"/>
                  </a:lnTo>
                  <a:lnTo>
                    <a:pt x="73387" y="21122"/>
                  </a:lnTo>
                  <a:lnTo>
                    <a:pt x="69052" y="24160"/>
                  </a:lnTo>
                  <a:lnTo>
                    <a:pt x="64816" y="27335"/>
                  </a:lnTo>
                  <a:lnTo>
                    <a:pt x="60682" y="30642"/>
                  </a:lnTo>
                  <a:lnTo>
                    <a:pt x="56655" y="34078"/>
                  </a:lnTo>
                  <a:lnTo>
                    <a:pt x="52739" y="37640"/>
                  </a:lnTo>
                  <a:lnTo>
                    <a:pt x="48937" y="41324"/>
                  </a:lnTo>
                  <a:lnTo>
                    <a:pt x="45254" y="45127"/>
                  </a:lnTo>
                  <a:lnTo>
                    <a:pt x="41694" y="49045"/>
                  </a:lnTo>
                  <a:lnTo>
                    <a:pt x="38259" y="53073"/>
                  </a:lnTo>
                  <a:lnTo>
                    <a:pt x="34953" y="57208"/>
                  </a:lnTo>
                  <a:lnTo>
                    <a:pt x="31780" y="61445"/>
                  </a:lnTo>
                  <a:lnTo>
                    <a:pt x="28743" y="65781"/>
                  </a:lnTo>
                  <a:lnTo>
                    <a:pt x="25845" y="70211"/>
                  </a:lnTo>
                  <a:lnTo>
                    <a:pt x="23088" y="74731"/>
                  </a:lnTo>
                  <a:lnTo>
                    <a:pt x="20476" y="79335"/>
                  </a:lnTo>
                  <a:lnTo>
                    <a:pt x="18011" y="84020"/>
                  </a:lnTo>
                  <a:lnTo>
                    <a:pt x="15696" y="88781"/>
                  </a:lnTo>
                  <a:lnTo>
                    <a:pt x="13532" y="93612"/>
                  </a:lnTo>
                  <a:lnTo>
                    <a:pt x="11522" y="98510"/>
                  </a:lnTo>
                  <a:lnTo>
                    <a:pt x="9669" y="103469"/>
                  </a:lnTo>
                  <a:lnTo>
                    <a:pt x="7974" y="108484"/>
                  </a:lnTo>
                  <a:lnTo>
                    <a:pt x="6438" y="113550"/>
                  </a:lnTo>
                  <a:lnTo>
                    <a:pt x="5063" y="118662"/>
                  </a:lnTo>
                  <a:lnTo>
                    <a:pt x="3851" y="123815"/>
                  </a:lnTo>
                  <a:lnTo>
                    <a:pt x="2803" y="129004"/>
                  </a:lnTo>
                  <a:lnTo>
                    <a:pt x="1919" y="134224"/>
                  </a:lnTo>
                  <a:lnTo>
                    <a:pt x="1201" y="139469"/>
                  </a:lnTo>
                  <a:lnTo>
                    <a:pt x="650" y="144734"/>
                  </a:lnTo>
                  <a:lnTo>
                    <a:pt x="266" y="150014"/>
                  </a:lnTo>
                  <a:lnTo>
                    <a:pt x="49" y="155303"/>
                  </a:lnTo>
                  <a:lnTo>
                    <a:pt x="0" y="160597"/>
                  </a:lnTo>
                  <a:lnTo>
                    <a:pt x="118" y="165889"/>
                  </a:lnTo>
                  <a:lnTo>
                    <a:pt x="404" y="171175"/>
                  </a:lnTo>
                  <a:lnTo>
                    <a:pt x="857" y="176450"/>
                  </a:lnTo>
                  <a:lnTo>
                    <a:pt x="1476" y="181707"/>
                  </a:lnTo>
                  <a:lnTo>
                    <a:pt x="2262" y="186942"/>
                  </a:lnTo>
                  <a:lnTo>
                    <a:pt x="3214" y="192150"/>
                  </a:lnTo>
                  <a:lnTo>
                    <a:pt x="4329" y="197325"/>
                  </a:lnTo>
                  <a:lnTo>
                    <a:pt x="5609" y="202462"/>
                  </a:lnTo>
                  <a:lnTo>
                    <a:pt x="7050" y="207556"/>
                  </a:lnTo>
                  <a:lnTo>
                    <a:pt x="8651" y="212602"/>
                  </a:lnTo>
                  <a:lnTo>
                    <a:pt x="10412" y="217594"/>
                  </a:lnTo>
                  <a:lnTo>
                    <a:pt x="12330" y="222528"/>
                  </a:lnTo>
                  <a:lnTo>
                    <a:pt x="14403" y="227399"/>
                  </a:lnTo>
                  <a:lnTo>
                    <a:pt x="16629" y="232202"/>
                  </a:lnTo>
                  <a:lnTo>
                    <a:pt x="19006" y="236932"/>
                  </a:lnTo>
                  <a:lnTo>
                    <a:pt x="21532" y="241585"/>
                  </a:lnTo>
                  <a:lnTo>
                    <a:pt x="24204" y="246155"/>
                  </a:lnTo>
                  <a:lnTo>
                    <a:pt x="27019" y="250638"/>
                  </a:lnTo>
                  <a:lnTo>
                    <a:pt x="29975" y="255030"/>
                  </a:lnTo>
                  <a:lnTo>
                    <a:pt x="33068" y="259326"/>
                  </a:lnTo>
                  <a:lnTo>
                    <a:pt x="36296" y="263522"/>
                  </a:lnTo>
                  <a:lnTo>
                    <a:pt x="39655" y="267613"/>
                  </a:lnTo>
                  <a:lnTo>
                    <a:pt x="43142" y="271597"/>
                  </a:lnTo>
                  <a:lnTo>
                    <a:pt x="46754" y="275467"/>
                  </a:lnTo>
                  <a:lnTo>
                    <a:pt x="50486" y="279222"/>
                  </a:lnTo>
                  <a:lnTo>
                    <a:pt x="54335" y="282856"/>
                  </a:lnTo>
                  <a:lnTo>
                    <a:pt x="58297" y="286367"/>
                  </a:lnTo>
                  <a:lnTo>
                    <a:pt x="62368" y="289751"/>
                  </a:lnTo>
                  <a:lnTo>
                    <a:pt x="66545" y="293004"/>
                  </a:lnTo>
                  <a:lnTo>
                    <a:pt x="70822" y="296123"/>
                  </a:lnTo>
                  <a:lnTo>
                    <a:pt x="75196" y="299105"/>
                  </a:lnTo>
                  <a:lnTo>
                    <a:pt x="79663" y="301947"/>
                  </a:lnTo>
                  <a:lnTo>
                    <a:pt x="84217" y="304646"/>
                  </a:lnTo>
                  <a:lnTo>
                    <a:pt x="88854" y="307200"/>
                  </a:lnTo>
                  <a:lnTo>
                    <a:pt x="93570" y="309605"/>
                  </a:lnTo>
                  <a:lnTo>
                    <a:pt x="98359" y="311860"/>
                  </a:lnTo>
                  <a:lnTo>
                    <a:pt x="103218" y="313962"/>
                  </a:lnTo>
                  <a:lnTo>
                    <a:pt x="108140" y="315910"/>
                  </a:lnTo>
                  <a:lnTo>
                    <a:pt x="113122" y="317700"/>
                  </a:lnTo>
                  <a:lnTo>
                    <a:pt x="118158" y="319332"/>
                  </a:lnTo>
                  <a:lnTo>
                    <a:pt x="123244" y="320803"/>
                  </a:lnTo>
                  <a:lnTo>
                    <a:pt x="128373" y="322113"/>
                  </a:lnTo>
                  <a:lnTo>
                    <a:pt x="133541" y="323260"/>
                  </a:lnTo>
                  <a:lnTo>
                    <a:pt x="138743" y="324242"/>
                  </a:lnTo>
                  <a:lnTo>
                    <a:pt x="143973" y="325060"/>
                  </a:lnTo>
                  <a:lnTo>
                    <a:pt x="149227" y="325711"/>
                  </a:lnTo>
                  <a:lnTo>
                    <a:pt x="154498" y="326196"/>
                  </a:lnTo>
                  <a:lnTo>
                    <a:pt x="159783" y="326513"/>
                  </a:lnTo>
                  <a:lnTo>
                    <a:pt x="165074" y="326663"/>
                  </a:lnTo>
                  <a:lnTo>
                    <a:pt x="170368" y="326645"/>
                  </a:lnTo>
                  <a:lnTo>
                    <a:pt x="175659" y="326460"/>
                  </a:lnTo>
                  <a:lnTo>
                    <a:pt x="180941" y="326107"/>
                  </a:lnTo>
                  <a:lnTo>
                    <a:pt x="186209" y="325588"/>
                  </a:lnTo>
                  <a:lnTo>
                    <a:pt x="191458" y="324901"/>
                  </a:lnTo>
                  <a:lnTo>
                    <a:pt x="196683" y="324049"/>
                  </a:lnTo>
                  <a:lnTo>
                    <a:pt x="201878" y="323032"/>
                  </a:lnTo>
                  <a:lnTo>
                    <a:pt x="207039" y="321851"/>
                  </a:lnTo>
                  <a:lnTo>
                    <a:pt x="212159" y="320507"/>
                  </a:lnTo>
                  <a:lnTo>
                    <a:pt x="217234" y="319001"/>
                  </a:lnTo>
                  <a:lnTo>
                    <a:pt x="222259" y="317336"/>
                  </a:lnTo>
                  <a:lnTo>
                    <a:pt x="227229" y="315512"/>
                  </a:lnTo>
                  <a:lnTo>
                    <a:pt x="232139" y="313532"/>
                  </a:lnTo>
                  <a:lnTo>
                    <a:pt x="236983" y="311397"/>
                  </a:lnTo>
                  <a:lnTo>
                    <a:pt x="241757" y="309110"/>
                  </a:lnTo>
                  <a:lnTo>
                    <a:pt x="246457" y="306673"/>
                  </a:lnTo>
                  <a:lnTo>
                    <a:pt x="251077" y="304089"/>
                  </a:lnTo>
                  <a:lnTo>
                    <a:pt x="255613" y="301359"/>
                  </a:lnTo>
                  <a:lnTo>
                    <a:pt x="260060" y="298488"/>
                  </a:lnTo>
                  <a:lnTo>
                    <a:pt x="264414" y="295476"/>
                  </a:lnTo>
                  <a:lnTo>
                    <a:pt x="268671" y="292329"/>
                  </a:lnTo>
                  <a:lnTo>
                    <a:pt x="272825" y="289048"/>
                  </a:lnTo>
                  <a:lnTo>
                    <a:pt x="276874" y="285638"/>
                  </a:lnTo>
                  <a:lnTo>
                    <a:pt x="280813" y="282100"/>
                  </a:lnTo>
                  <a:lnTo>
                    <a:pt x="284638" y="278440"/>
                  </a:lnTo>
                  <a:lnTo>
                    <a:pt x="288345" y="274661"/>
                  </a:lnTo>
                  <a:lnTo>
                    <a:pt x="291930" y="270766"/>
                  </a:lnTo>
                  <a:lnTo>
                    <a:pt x="295390" y="266760"/>
                  </a:lnTo>
                  <a:lnTo>
                    <a:pt x="298722" y="262646"/>
                  </a:lnTo>
                  <a:lnTo>
                    <a:pt x="301922" y="258429"/>
                  </a:lnTo>
                  <a:lnTo>
                    <a:pt x="304986" y="254112"/>
                  </a:lnTo>
                  <a:lnTo>
                    <a:pt x="307913" y="249701"/>
                  </a:lnTo>
                  <a:lnTo>
                    <a:pt x="310698" y="245199"/>
                  </a:lnTo>
                  <a:lnTo>
                    <a:pt x="313339" y="240611"/>
                  </a:lnTo>
                  <a:lnTo>
                    <a:pt x="315834" y="235942"/>
                  </a:lnTo>
                  <a:lnTo>
                    <a:pt x="318180" y="231196"/>
                  </a:lnTo>
                  <a:lnTo>
                    <a:pt x="320374" y="226378"/>
                  </a:lnTo>
                  <a:lnTo>
                    <a:pt x="322414" y="221493"/>
                  </a:lnTo>
                  <a:lnTo>
                    <a:pt x="324299" y="216546"/>
                  </a:lnTo>
                  <a:lnTo>
                    <a:pt x="326026" y="211542"/>
                  </a:lnTo>
                  <a:lnTo>
                    <a:pt x="327594" y="206486"/>
                  </a:lnTo>
                  <a:lnTo>
                    <a:pt x="329001" y="201383"/>
                  </a:lnTo>
                  <a:lnTo>
                    <a:pt x="330246" y="196237"/>
                  </a:lnTo>
                  <a:lnTo>
                    <a:pt x="331327" y="191055"/>
                  </a:lnTo>
                  <a:lnTo>
                    <a:pt x="332244" y="185841"/>
                  </a:lnTo>
                  <a:lnTo>
                    <a:pt x="332995" y="180601"/>
                  </a:lnTo>
                  <a:lnTo>
                    <a:pt x="333580" y="175339"/>
                  </a:lnTo>
                  <a:lnTo>
                    <a:pt x="333997" y="170062"/>
                  </a:lnTo>
                  <a:lnTo>
                    <a:pt x="334248" y="164774"/>
                  </a:lnTo>
                  <a:lnTo>
                    <a:pt x="334331" y="159481"/>
                  </a:lnTo>
                  <a:lnTo>
                    <a:pt x="334246" y="154188"/>
                  </a:lnTo>
                  <a:lnTo>
                    <a:pt x="333994" y="148900"/>
                  </a:lnTo>
                  <a:lnTo>
                    <a:pt x="333574" y="143623"/>
                  </a:lnTo>
                  <a:lnTo>
                    <a:pt x="332988" y="138361"/>
                  </a:lnTo>
                  <a:lnTo>
                    <a:pt x="332235" y="133121"/>
                  </a:lnTo>
                  <a:lnTo>
                    <a:pt x="331317" y="127908"/>
                  </a:lnTo>
                  <a:lnTo>
                    <a:pt x="330234" y="122726"/>
                  </a:lnTo>
                  <a:lnTo>
                    <a:pt x="328987" y="117581"/>
                  </a:lnTo>
                  <a:lnTo>
                    <a:pt x="327579" y="112478"/>
                  </a:lnTo>
                  <a:lnTo>
                    <a:pt x="326009" y="107422"/>
                  </a:lnTo>
                  <a:lnTo>
                    <a:pt x="324280" y="102419"/>
                  </a:lnTo>
                  <a:lnTo>
                    <a:pt x="322394" y="97472"/>
                  </a:lnTo>
                  <a:lnTo>
                    <a:pt x="320352" y="92588"/>
                  </a:lnTo>
                  <a:lnTo>
                    <a:pt x="318156" y="87771"/>
                  </a:lnTo>
                  <a:lnTo>
                    <a:pt x="315809" y="83026"/>
                  </a:lnTo>
                  <a:lnTo>
                    <a:pt x="313312" y="78358"/>
                  </a:lnTo>
                  <a:lnTo>
                    <a:pt x="310669" y="73771"/>
                  </a:lnTo>
                  <a:lnTo>
                    <a:pt x="307883" y="69270"/>
                  </a:lnTo>
                  <a:lnTo>
                    <a:pt x="304955" y="64859"/>
                  </a:lnTo>
                  <a:lnTo>
                    <a:pt x="301889" y="60544"/>
                  </a:lnTo>
                  <a:lnTo>
                    <a:pt x="298688" y="56328"/>
                  </a:lnTo>
                  <a:lnTo>
                    <a:pt x="295355" y="52215"/>
                  </a:lnTo>
                  <a:lnTo>
                    <a:pt x="291893" y="48210"/>
                  </a:lnTo>
                  <a:lnTo>
                    <a:pt x="288306" y="44316"/>
                  </a:lnTo>
                  <a:lnTo>
                    <a:pt x="284598" y="40538"/>
                  </a:lnTo>
                  <a:lnTo>
                    <a:pt x="280772" y="36879"/>
                  </a:lnTo>
                  <a:lnTo>
                    <a:pt x="276832" y="33343"/>
                  </a:lnTo>
                  <a:lnTo>
                    <a:pt x="272782" y="29934"/>
                  </a:lnTo>
                  <a:lnTo>
                    <a:pt x="268626" y="26655"/>
                  </a:lnTo>
                  <a:lnTo>
                    <a:pt x="264369" y="23509"/>
                  </a:lnTo>
                  <a:lnTo>
                    <a:pt x="260014" y="20499"/>
                  </a:lnTo>
                  <a:lnTo>
                    <a:pt x="255566" y="17628"/>
                  </a:lnTo>
                  <a:lnTo>
                    <a:pt x="251029" y="14900"/>
                  </a:lnTo>
                  <a:lnTo>
                    <a:pt x="246408" y="12317"/>
                  </a:lnTo>
                  <a:lnTo>
                    <a:pt x="241708" y="9882"/>
                  </a:lnTo>
                  <a:lnTo>
                    <a:pt x="236932" y="7597"/>
                  </a:lnTo>
                  <a:lnTo>
                    <a:pt x="232087" y="5464"/>
                  </a:lnTo>
                  <a:lnTo>
                    <a:pt x="227177" y="3485"/>
                  </a:lnTo>
                  <a:lnTo>
                    <a:pt x="222207" y="1663"/>
                  </a:lnTo>
                  <a:lnTo>
                    <a:pt x="217181" y="0"/>
                  </a:lnTo>
                  <a:lnTo>
                    <a:pt x="167163" y="1595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617280" y="941493"/>
              <a:ext cx="50017" cy="167167"/>
            </a:xfrm>
            <a:custGeom>
              <a:avLst/>
              <a:pathLst>
                <a:path w="50017" h="167167">
                  <a:moveTo>
                    <a:pt x="50017" y="7658"/>
                  </a:moveTo>
                  <a:lnTo>
                    <a:pt x="43924" y="5873"/>
                  </a:lnTo>
                  <a:lnTo>
                    <a:pt x="37767" y="4322"/>
                  </a:lnTo>
                  <a:lnTo>
                    <a:pt x="31556" y="3005"/>
                  </a:lnTo>
                  <a:lnTo>
                    <a:pt x="25300" y="1925"/>
                  </a:lnTo>
                  <a:lnTo>
                    <a:pt x="19007" y="1084"/>
                  </a:lnTo>
                  <a:lnTo>
                    <a:pt x="12686" y="482"/>
                  </a:lnTo>
                  <a:lnTo>
                    <a:pt x="6347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39185" y="1031511"/>
              <a:ext cx="166708" cy="167167"/>
            </a:xfrm>
            <a:custGeom>
              <a:avLst/>
              <a:pathLst>
                <a:path w="166708" h="167167">
                  <a:moveTo>
                    <a:pt x="166708" y="0"/>
                  </a:moveTo>
                  <a:lnTo>
                    <a:pt x="161270" y="88"/>
                  </a:lnTo>
                  <a:lnTo>
                    <a:pt x="155838" y="353"/>
                  </a:lnTo>
                  <a:lnTo>
                    <a:pt x="150417" y="795"/>
                  </a:lnTo>
                  <a:lnTo>
                    <a:pt x="145013" y="1413"/>
                  </a:lnTo>
                  <a:lnTo>
                    <a:pt x="139632" y="2207"/>
                  </a:lnTo>
                  <a:lnTo>
                    <a:pt x="134280" y="3175"/>
                  </a:lnTo>
                  <a:lnTo>
                    <a:pt x="128963" y="4317"/>
                  </a:lnTo>
                  <a:lnTo>
                    <a:pt x="123685" y="5631"/>
                  </a:lnTo>
                  <a:lnTo>
                    <a:pt x="118453" y="7116"/>
                  </a:lnTo>
                  <a:lnTo>
                    <a:pt x="113271" y="8771"/>
                  </a:lnTo>
                  <a:lnTo>
                    <a:pt x="108147" y="10593"/>
                  </a:lnTo>
                  <a:lnTo>
                    <a:pt x="103084" y="12581"/>
                  </a:lnTo>
                  <a:lnTo>
                    <a:pt x="98089" y="14732"/>
                  </a:lnTo>
                  <a:lnTo>
                    <a:pt x="93166" y="17045"/>
                  </a:lnTo>
                  <a:lnTo>
                    <a:pt x="88322" y="19517"/>
                  </a:lnTo>
                  <a:lnTo>
                    <a:pt x="83560" y="22145"/>
                  </a:lnTo>
                  <a:lnTo>
                    <a:pt x="78886" y="24927"/>
                  </a:lnTo>
                  <a:lnTo>
                    <a:pt x="74305" y="27859"/>
                  </a:lnTo>
                  <a:lnTo>
                    <a:pt x="69822" y="30939"/>
                  </a:lnTo>
                  <a:lnTo>
                    <a:pt x="65442" y="34163"/>
                  </a:lnTo>
                  <a:lnTo>
                    <a:pt x="61169" y="37528"/>
                  </a:lnTo>
                  <a:lnTo>
                    <a:pt x="57007" y="41030"/>
                  </a:lnTo>
                  <a:lnTo>
                    <a:pt x="52962" y="44665"/>
                  </a:lnTo>
                  <a:lnTo>
                    <a:pt x="49037" y="48431"/>
                  </a:lnTo>
                  <a:lnTo>
                    <a:pt x="45236" y="52321"/>
                  </a:lnTo>
                  <a:lnTo>
                    <a:pt x="41565" y="56334"/>
                  </a:lnTo>
                  <a:lnTo>
                    <a:pt x="38025" y="60464"/>
                  </a:lnTo>
                  <a:lnTo>
                    <a:pt x="34622" y="64706"/>
                  </a:lnTo>
                  <a:lnTo>
                    <a:pt x="31359" y="69058"/>
                  </a:lnTo>
                  <a:lnTo>
                    <a:pt x="28239" y="73513"/>
                  </a:lnTo>
                  <a:lnTo>
                    <a:pt x="25265" y="78067"/>
                  </a:lnTo>
                  <a:lnTo>
                    <a:pt x="22442" y="82715"/>
                  </a:lnTo>
                  <a:lnTo>
                    <a:pt x="19771" y="87453"/>
                  </a:lnTo>
                  <a:lnTo>
                    <a:pt x="17255" y="92276"/>
                  </a:lnTo>
                  <a:lnTo>
                    <a:pt x="14898" y="97177"/>
                  </a:lnTo>
                  <a:lnTo>
                    <a:pt x="12702" y="102153"/>
                  </a:lnTo>
                  <a:lnTo>
                    <a:pt x="10668" y="107197"/>
                  </a:lnTo>
                  <a:lnTo>
                    <a:pt x="8800" y="112305"/>
                  </a:lnTo>
                  <a:lnTo>
                    <a:pt x="7099" y="117471"/>
                  </a:lnTo>
                  <a:lnTo>
                    <a:pt x="5566" y="122690"/>
                  </a:lnTo>
                  <a:lnTo>
                    <a:pt x="4205" y="127956"/>
                  </a:lnTo>
                  <a:lnTo>
                    <a:pt x="3015" y="133263"/>
                  </a:lnTo>
                  <a:lnTo>
                    <a:pt x="1999" y="138606"/>
                  </a:lnTo>
                  <a:lnTo>
                    <a:pt x="1157" y="143980"/>
                  </a:lnTo>
                  <a:lnTo>
                    <a:pt x="490" y="149378"/>
                  </a:lnTo>
                  <a:lnTo>
                    <a:pt x="0" y="154794"/>
                  </a:lnTo>
                  <a:lnTo>
                    <a:pt x="16670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39185" y="1186306"/>
              <a:ext cx="166708" cy="12372"/>
            </a:xfrm>
            <a:custGeom>
              <a:avLst/>
              <a:pathLst>
                <a:path w="166708" h="12372">
                  <a:moveTo>
                    <a:pt x="0" y="0"/>
                  </a:moveTo>
                  <a:lnTo>
                    <a:pt x="166708" y="123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38733" y="1186306"/>
              <a:ext cx="175744" cy="179523"/>
            </a:xfrm>
            <a:custGeom>
              <a:avLst/>
              <a:pathLst>
                <a:path w="175744" h="179523">
                  <a:moveTo>
                    <a:pt x="451" y="0"/>
                  </a:moveTo>
                  <a:lnTo>
                    <a:pt x="137" y="5443"/>
                  </a:lnTo>
                  <a:lnTo>
                    <a:pt x="0" y="10894"/>
                  </a:lnTo>
                  <a:lnTo>
                    <a:pt x="40" y="16347"/>
                  </a:lnTo>
                  <a:lnTo>
                    <a:pt x="259" y="21795"/>
                  </a:lnTo>
                  <a:lnTo>
                    <a:pt x="655" y="27234"/>
                  </a:lnTo>
                  <a:lnTo>
                    <a:pt x="1228" y="32656"/>
                  </a:lnTo>
                  <a:lnTo>
                    <a:pt x="1978" y="38057"/>
                  </a:lnTo>
                  <a:lnTo>
                    <a:pt x="2904" y="43431"/>
                  </a:lnTo>
                  <a:lnTo>
                    <a:pt x="4004" y="48771"/>
                  </a:lnTo>
                  <a:lnTo>
                    <a:pt x="5278" y="54073"/>
                  </a:lnTo>
                  <a:lnTo>
                    <a:pt x="6724" y="59331"/>
                  </a:lnTo>
                  <a:lnTo>
                    <a:pt x="8341" y="64538"/>
                  </a:lnTo>
                  <a:lnTo>
                    <a:pt x="10127" y="69690"/>
                  </a:lnTo>
                  <a:lnTo>
                    <a:pt x="12080" y="74781"/>
                  </a:lnTo>
                  <a:lnTo>
                    <a:pt x="14198" y="79806"/>
                  </a:lnTo>
                  <a:lnTo>
                    <a:pt x="16478" y="84759"/>
                  </a:lnTo>
                  <a:lnTo>
                    <a:pt x="18919" y="89635"/>
                  </a:lnTo>
                  <a:lnTo>
                    <a:pt x="21518" y="94429"/>
                  </a:lnTo>
                  <a:lnTo>
                    <a:pt x="24272" y="99135"/>
                  </a:lnTo>
                  <a:lnTo>
                    <a:pt x="27177" y="103749"/>
                  </a:lnTo>
                  <a:lnTo>
                    <a:pt x="30232" y="108266"/>
                  </a:lnTo>
                  <a:lnTo>
                    <a:pt x="33432" y="112681"/>
                  </a:lnTo>
                  <a:lnTo>
                    <a:pt x="36775" y="116989"/>
                  </a:lnTo>
                  <a:lnTo>
                    <a:pt x="40256" y="121185"/>
                  </a:lnTo>
                  <a:lnTo>
                    <a:pt x="43873" y="125266"/>
                  </a:lnTo>
                  <a:lnTo>
                    <a:pt x="47620" y="129227"/>
                  </a:lnTo>
                  <a:lnTo>
                    <a:pt x="51495" y="133064"/>
                  </a:lnTo>
                  <a:lnTo>
                    <a:pt x="55493" y="136772"/>
                  </a:lnTo>
                  <a:lnTo>
                    <a:pt x="59610" y="140348"/>
                  </a:lnTo>
                  <a:lnTo>
                    <a:pt x="63841" y="143787"/>
                  </a:lnTo>
                  <a:lnTo>
                    <a:pt x="68182" y="147087"/>
                  </a:lnTo>
                  <a:lnTo>
                    <a:pt x="72628" y="150244"/>
                  </a:lnTo>
                  <a:lnTo>
                    <a:pt x="77175" y="153253"/>
                  </a:lnTo>
                  <a:lnTo>
                    <a:pt x="81817" y="156113"/>
                  </a:lnTo>
                  <a:lnTo>
                    <a:pt x="86551" y="158820"/>
                  </a:lnTo>
                  <a:lnTo>
                    <a:pt x="91370" y="161371"/>
                  </a:lnTo>
                  <a:lnTo>
                    <a:pt x="96270" y="163764"/>
                  </a:lnTo>
                  <a:lnTo>
                    <a:pt x="101245" y="165995"/>
                  </a:lnTo>
                  <a:lnTo>
                    <a:pt x="106290" y="168064"/>
                  </a:lnTo>
                  <a:lnTo>
                    <a:pt x="111401" y="169966"/>
                  </a:lnTo>
                  <a:lnTo>
                    <a:pt x="116570" y="171701"/>
                  </a:lnTo>
                  <a:lnTo>
                    <a:pt x="121793" y="173266"/>
                  </a:lnTo>
                  <a:lnTo>
                    <a:pt x="127065" y="174660"/>
                  </a:lnTo>
                  <a:lnTo>
                    <a:pt x="132379" y="175881"/>
                  </a:lnTo>
                  <a:lnTo>
                    <a:pt x="137730" y="176929"/>
                  </a:lnTo>
                  <a:lnTo>
                    <a:pt x="143113" y="177801"/>
                  </a:lnTo>
                  <a:lnTo>
                    <a:pt x="148521" y="178497"/>
                  </a:lnTo>
                  <a:lnTo>
                    <a:pt x="153949" y="179017"/>
                  </a:lnTo>
                  <a:lnTo>
                    <a:pt x="159391" y="179359"/>
                  </a:lnTo>
                  <a:lnTo>
                    <a:pt x="164841" y="179523"/>
                  </a:lnTo>
                  <a:lnTo>
                    <a:pt x="170294" y="179510"/>
                  </a:lnTo>
                  <a:lnTo>
                    <a:pt x="175744" y="179319"/>
                  </a:lnTo>
                  <a:lnTo>
                    <a:pt x="167160" y="123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105894" y="1031511"/>
              <a:ext cx="167159" cy="334114"/>
            </a:xfrm>
            <a:custGeom>
              <a:avLst/>
              <a:pathLst>
                <a:path w="167159" h="334114">
                  <a:moveTo>
                    <a:pt x="8583" y="334114"/>
                  </a:moveTo>
                  <a:lnTo>
                    <a:pt x="13896" y="333756"/>
                  </a:lnTo>
                  <a:lnTo>
                    <a:pt x="19195" y="333229"/>
                  </a:lnTo>
                  <a:lnTo>
                    <a:pt x="24475" y="332533"/>
                  </a:lnTo>
                  <a:lnTo>
                    <a:pt x="29730" y="331669"/>
                  </a:lnTo>
                  <a:lnTo>
                    <a:pt x="34955" y="330639"/>
                  </a:lnTo>
                  <a:lnTo>
                    <a:pt x="40144" y="329443"/>
                  </a:lnTo>
                  <a:lnTo>
                    <a:pt x="45292" y="328082"/>
                  </a:lnTo>
                  <a:lnTo>
                    <a:pt x="50395" y="326557"/>
                  </a:lnTo>
                  <a:lnTo>
                    <a:pt x="55446" y="324871"/>
                  </a:lnTo>
                  <a:lnTo>
                    <a:pt x="60442" y="323025"/>
                  </a:lnTo>
                  <a:lnTo>
                    <a:pt x="65375" y="321021"/>
                  </a:lnTo>
                  <a:lnTo>
                    <a:pt x="70243" y="318860"/>
                  </a:lnTo>
                  <a:lnTo>
                    <a:pt x="75039" y="316546"/>
                  </a:lnTo>
                  <a:lnTo>
                    <a:pt x="79759" y="314080"/>
                  </a:lnTo>
                  <a:lnTo>
                    <a:pt x="84398" y="311465"/>
                  </a:lnTo>
                  <a:lnTo>
                    <a:pt x="88952" y="308703"/>
                  </a:lnTo>
                  <a:lnTo>
                    <a:pt x="93415" y="305798"/>
                  </a:lnTo>
                  <a:lnTo>
                    <a:pt x="97783" y="302752"/>
                  </a:lnTo>
                  <a:lnTo>
                    <a:pt x="102052" y="299569"/>
                  </a:lnTo>
                  <a:lnTo>
                    <a:pt x="106218" y="296251"/>
                  </a:lnTo>
                  <a:lnTo>
                    <a:pt x="110276" y="292802"/>
                  </a:lnTo>
                  <a:lnTo>
                    <a:pt x="114221" y="289226"/>
                  </a:lnTo>
                  <a:lnTo>
                    <a:pt x="118051" y="285525"/>
                  </a:lnTo>
                  <a:lnTo>
                    <a:pt x="121761" y="281705"/>
                  </a:lnTo>
                  <a:lnTo>
                    <a:pt x="125348" y="277769"/>
                  </a:lnTo>
                  <a:lnTo>
                    <a:pt x="128807" y="273720"/>
                  </a:lnTo>
                  <a:lnTo>
                    <a:pt x="132136" y="269563"/>
                  </a:lnTo>
                  <a:lnTo>
                    <a:pt x="135330" y="265302"/>
                  </a:lnTo>
                  <a:lnTo>
                    <a:pt x="138388" y="260941"/>
                  </a:lnTo>
                  <a:lnTo>
                    <a:pt x="141304" y="256486"/>
                  </a:lnTo>
                  <a:lnTo>
                    <a:pt x="144078" y="251940"/>
                  </a:lnTo>
                  <a:lnTo>
                    <a:pt x="146705" y="247307"/>
                  </a:lnTo>
                  <a:lnTo>
                    <a:pt x="149183" y="242594"/>
                  </a:lnTo>
                  <a:lnTo>
                    <a:pt x="151510" y="237804"/>
                  </a:lnTo>
                  <a:lnTo>
                    <a:pt x="153683" y="232942"/>
                  </a:lnTo>
                  <a:lnTo>
                    <a:pt x="155700" y="228013"/>
                  </a:lnTo>
                  <a:lnTo>
                    <a:pt x="157559" y="223023"/>
                  </a:lnTo>
                  <a:lnTo>
                    <a:pt x="159258" y="217976"/>
                  </a:lnTo>
                  <a:lnTo>
                    <a:pt x="160796" y="212877"/>
                  </a:lnTo>
                  <a:lnTo>
                    <a:pt x="162170" y="207732"/>
                  </a:lnTo>
                  <a:lnTo>
                    <a:pt x="163380" y="202546"/>
                  </a:lnTo>
                  <a:lnTo>
                    <a:pt x="164424" y="197324"/>
                  </a:lnTo>
                  <a:lnTo>
                    <a:pt x="165301" y="192071"/>
                  </a:lnTo>
                  <a:lnTo>
                    <a:pt x="166011" y="186793"/>
                  </a:lnTo>
                  <a:lnTo>
                    <a:pt x="166552" y="181496"/>
                  </a:lnTo>
                  <a:lnTo>
                    <a:pt x="166924" y="176183"/>
                  </a:lnTo>
                  <a:lnTo>
                    <a:pt x="167126" y="170862"/>
                  </a:lnTo>
                  <a:lnTo>
                    <a:pt x="167159" y="165536"/>
                  </a:lnTo>
                  <a:lnTo>
                    <a:pt x="167022" y="160213"/>
                  </a:lnTo>
                  <a:lnTo>
                    <a:pt x="166716" y="154896"/>
                  </a:lnTo>
                  <a:lnTo>
                    <a:pt x="166241" y="149592"/>
                  </a:lnTo>
                  <a:lnTo>
                    <a:pt x="165596" y="144306"/>
                  </a:lnTo>
                  <a:lnTo>
                    <a:pt x="164784" y="139043"/>
                  </a:lnTo>
                  <a:lnTo>
                    <a:pt x="163805" y="133808"/>
                  </a:lnTo>
                  <a:lnTo>
                    <a:pt x="162659" y="128607"/>
                  </a:lnTo>
                  <a:lnTo>
                    <a:pt x="161348" y="123446"/>
                  </a:lnTo>
                  <a:lnTo>
                    <a:pt x="159874" y="118329"/>
                  </a:lnTo>
                  <a:lnTo>
                    <a:pt x="158237" y="113261"/>
                  </a:lnTo>
                  <a:lnTo>
                    <a:pt x="156440" y="108248"/>
                  </a:lnTo>
                  <a:lnTo>
                    <a:pt x="154484" y="103295"/>
                  </a:lnTo>
                  <a:lnTo>
                    <a:pt x="152371" y="98407"/>
                  </a:lnTo>
                  <a:lnTo>
                    <a:pt x="150103" y="93588"/>
                  </a:lnTo>
                  <a:lnTo>
                    <a:pt x="147683" y="88844"/>
                  </a:lnTo>
                  <a:lnTo>
                    <a:pt x="145114" y="84180"/>
                  </a:lnTo>
                  <a:lnTo>
                    <a:pt x="142397" y="79600"/>
                  </a:lnTo>
                  <a:lnTo>
                    <a:pt x="139535" y="75108"/>
                  </a:lnTo>
                  <a:lnTo>
                    <a:pt x="136532" y="70711"/>
                  </a:lnTo>
                  <a:lnTo>
                    <a:pt x="133390" y="66411"/>
                  </a:lnTo>
                  <a:lnTo>
                    <a:pt x="130113" y="62213"/>
                  </a:lnTo>
                  <a:lnTo>
                    <a:pt x="126704" y="58122"/>
                  </a:lnTo>
                  <a:lnTo>
                    <a:pt x="123167" y="54141"/>
                  </a:lnTo>
                  <a:lnTo>
                    <a:pt x="119504" y="50275"/>
                  </a:lnTo>
                  <a:lnTo>
                    <a:pt x="115720" y="46528"/>
                  </a:lnTo>
                  <a:lnTo>
                    <a:pt x="111819" y="42903"/>
                  </a:lnTo>
                  <a:lnTo>
                    <a:pt x="107804" y="39405"/>
                  </a:lnTo>
                  <a:lnTo>
                    <a:pt x="103679" y="36036"/>
                  </a:lnTo>
                  <a:lnTo>
                    <a:pt x="99450" y="32800"/>
                  </a:lnTo>
                  <a:lnTo>
                    <a:pt x="95120" y="29700"/>
                  </a:lnTo>
                  <a:lnTo>
                    <a:pt x="90693" y="26740"/>
                  </a:lnTo>
                  <a:lnTo>
                    <a:pt x="86174" y="23922"/>
                  </a:lnTo>
                  <a:lnTo>
                    <a:pt x="81567" y="21250"/>
                  </a:lnTo>
                  <a:lnTo>
                    <a:pt x="76878" y="18726"/>
                  </a:lnTo>
                  <a:lnTo>
                    <a:pt x="72111" y="16353"/>
                  </a:lnTo>
                  <a:lnTo>
                    <a:pt x="67270" y="14132"/>
                  </a:lnTo>
                  <a:lnTo>
                    <a:pt x="62362" y="12067"/>
                  </a:lnTo>
                  <a:lnTo>
                    <a:pt x="57390" y="10160"/>
                  </a:lnTo>
                  <a:lnTo>
                    <a:pt x="52359" y="8411"/>
                  </a:lnTo>
                  <a:lnTo>
                    <a:pt x="47276" y="6824"/>
                  </a:lnTo>
                  <a:lnTo>
                    <a:pt x="42145" y="5399"/>
                  </a:lnTo>
                  <a:lnTo>
                    <a:pt x="36971" y="4139"/>
                  </a:lnTo>
                  <a:lnTo>
                    <a:pt x="31759" y="3044"/>
                  </a:lnTo>
                  <a:lnTo>
                    <a:pt x="26515" y="2116"/>
                  </a:lnTo>
                  <a:lnTo>
                    <a:pt x="21244" y="1355"/>
                  </a:lnTo>
                  <a:lnTo>
                    <a:pt x="15952" y="762"/>
                  </a:lnTo>
                  <a:lnTo>
                    <a:pt x="10644" y="339"/>
                  </a:lnTo>
                  <a:lnTo>
                    <a:pt x="532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2694" y="1236837"/>
              <a:ext cx="166394" cy="167167"/>
            </a:xfrm>
            <a:custGeom>
              <a:avLst/>
              <a:pathLst>
                <a:path w="166394" h="167167">
                  <a:moveTo>
                    <a:pt x="166394" y="0"/>
                  </a:moveTo>
                  <a:lnTo>
                    <a:pt x="160917" y="89"/>
                  </a:lnTo>
                  <a:lnTo>
                    <a:pt x="155446" y="358"/>
                  </a:lnTo>
                  <a:lnTo>
                    <a:pt x="149987" y="807"/>
                  </a:lnTo>
                  <a:lnTo>
                    <a:pt x="144545" y="1433"/>
                  </a:lnTo>
                  <a:lnTo>
                    <a:pt x="139127" y="2238"/>
                  </a:lnTo>
                  <a:lnTo>
                    <a:pt x="133738" y="3220"/>
                  </a:lnTo>
                  <a:lnTo>
                    <a:pt x="128384" y="4378"/>
                  </a:lnTo>
                  <a:lnTo>
                    <a:pt x="123072" y="5711"/>
                  </a:lnTo>
                  <a:lnTo>
                    <a:pt x="117805" y="7217"/>
                  </a:lnTo>
                  <a:lnTo>
                    <a:pt x="112591" y="8894"/>
                  </a:lnTo>
                  <a:lnTo>
                    <a:pt x="107434" y="10742"/>
                  </a:lnTo>
                  <a:lnTo>
                    <a:pt x="102341" y="12758"/>
                  </a:lnTo>
                  <a:lnTo>
                    <a:pt x="97317" y="14939"/>
                  </a:lnTo>
                  <a:lnTo>
                    <a:pt x="92366" y="17284"/>
                  </a:lnTo>
                  <a:lnTo>
                    <a:pt x="87496" y="19790"/>
                  </a:lnTo>
                  <a:lnTo>
                    <a:pt x="82710" y="22454"/>
                  </a:lnTo>
                  <a:lnTo>
                    <a:pt x="78013" y="25273"/>
                  </a:lnTo>
                  <a:lnTo>
                    <a:pt x="73412" y="28245"/>
                  </a:lnTo>
                  <a:lnTo>
                    <a:pt x="68910" y="31366"/>
                  </a:lnTo>
                  <a:lnTo>
                    <a:pt x="64514" y="34632"/>
                  </a:lnTo>
                  <a:lnTo>
                    <a:pt x="60226" y="38041"/>
                  </a:lnTo>
                  <a:lnTo>
                    <a:pt x="56053" y="41589"/>
                  </a:lnTo>
                  <a:lnTo>
                    <a:pt x="51998" y="45271"/>
                  </a:lnTo>
                  <a:lnTo>
                    <a:pt x="48066" y="49085"/>
                  </a:lnTo>
                  <a:lnTo>
                    <a:pt x="44260" y="53025"/>
                  </a:lnTo>
                  <a:lnTo>
                    <a:pt x="40586" y="57087"/>
                  </a:lnTo>
                  <a:lnTo>
                    <a:pt x="37047" y="61268"/>
                  </a:lnTo>
                  <a:lnTo>
                    <a:pt x="33647" y="65563"/>
                  </a:lnTo>
                  <a:lnTo>
                    <a:pt x="30390" y="69966"/>
                  </a:lnTo>
                  <a:lnTo>
                    <a:pt x="27278" y="74474"/>
                  </a:lnTo>
                  <a:lnTo>
                    <a:pt x="24316" y="79082"/>
                  </a:lnTo>
                  <a:lnTo>
                    <a:pt x="21507" y="83784"/>
                  </a:lnTo>
                  <a:lnTo>
                    <a:pt x="18853" y="88576"/>
                  </a:lnTo>
                  <a:lnTo>
                    <a:pt x="16357" y="93452"/>
                  </a:lnTo>
                  <a:lnTo>
                    <a:pt x="14022" y="98407"/>
                  </a:lnTo>
                  <a:lnTo>
                    <a:pt x="11851" y="103436"/>
                  </a:lnTo>
                  <a:lnTo>
                    <a:pt x="9846" y="108533"/>
                  </a:lnTo>
                  <a:lnTo>
                    <a:pt x="8009" y="113693"/>
                  </a:lnTo>
                  <a:lnTo>
                    <a:pt x="6343" y="118911"/>
                  </a:lnTo>
                  <a:lnTo>
                    <a:pt x="4848" y="124181"/>
                  </a:lnTo>
                  <a:lnTo>
                    <a:pt x="3526" y="129496"/>
                  </a:lnTo>
                  <a:lnTo>
                    <a:pt x="2379" y="134853"/>
                  </a:lnTo>
                  <a:lnTo>
                    <a:pt x="1409" y="140243"/>
                  </a:lnTo>
                  <a:lnTo>
                    <a:pt x="615" y="145663"/>
                  </a:lnTo>
                  <a:lnTo>
                    <a:pt x="0" y="151106"/>
                  </a:lnTo>
                  <a:lnTo>
                    <a:pt x="16639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62694" y="1387944"/>
              <a:ext cx="166394" cy="16060"/>
            </a:xfrm>
            <a:custGeom>
              <a:avLst/>
              <a:pathLst>
                <a:path w="166394" h="16060">
                  <a:moveTo>
                    <a:pt x="0" y="0"/>
                  </a:moveTo>
                  <a:lnTo>
                    <a:pt x="166394" y="160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61921" y="1236966"/>
              <a:ext cx="334332" cy="334190"/>
            </a:xfrm>
            <a:custGeom>
              <a:avLst/>
              <a:pathLst>
                <a:path w="334332" h="334190">
                  <a:moveTo>
                    <a:pt x="773" y="150977"/>
                  </a:moveTo>
                  <a:lnTo>
                    <a:pt x="346" y="156275"/>
                  </a:lnTo>
                  <a:lnTo>
                    <a:pt x="88" y="161584"/>
                  </a:lnTo>
                  <a:lnTo>
                    <a:pt x="0" y="166898"/>
                  </a:lnTo>
                  <a:lnTo>
                    <a:pt x="80" y="172212"/>
                  </a:lnTo>
                  <a:lnTo>
                    <a:pt x="328" y="177521"/>
                  </a:lnTo>
                  <a:lnTo>
                    <a:pt x="746" y="182820"/>
                  </a:lnTo>
                  <a:lnTo>
                    <a:pt x="1332" y="188102"/>
                  </a:lnTo>
                  <a:lnTo>
                    <a:pt x="2085" y="193364"/>
                  </a:lnTo>
                  <a:lnTo>
                    <a:pt x="3006" y="198598"/>
                  </a:lnTo>
                  <a:lnTo>
                    <a:pt x="4092" y="203801"/>
                  </a:lnTo>
                  <a:lnTo>
                    <a:pt x="5343" y="208967"/>
                  </a:lnTo>
                  <a:lnTo>
                    <a:pt x="6758" y="214090"/>
                  </a:lnTo>
                  <a:lnTo>
                    <a:pt x="8335" y="219166"/>
                  </a:lnTo>
                  <a:lnTo>
                    <a:pt x="10072" y="224189"/>
                  </a:lnTo>
                  <a:lnTo>
                    <a:pt x="11968" y="229154"/>
                  </a:lnTo>
                  <a:lnTo>
                    <a:pt x="14021" y="234056"/>
                  </a:lnTo>
                  <a:lnTo>
                    <a:pt x="16229" y="238891"/>
                  </a:lnTo>
                  <a:lnTo>
                    <a:pt x="18590" y="243653"/>
                  </a:lnTo>
                  <a:lnTo>
                    <a:pt x="21101" y="248337"/>
                  </a:lnTo>
                  <a:lnTo>
                    <a:pt x="23759" y="252940"/>
                  </a:lnTo>
                  <a:lnTo>
                    <a:pt x="26562" y="257455"/>
                  </a:lnTo>
                  <a:lnTo>
                    <a:pt x="29508" y="261879"/>
                  </a:lnTo>
                  <a:lnTo>
                    <a:pt x="32592" y="266208"/>
                  </a:lnTo>
                  <a:lnTo>
                    <a:pt x="35813" y="270436"/>
                  </a:lnTo>
                  <a:lnTo>
                    <a:pt x="39166" y="274559"/>
                  </a:lnTo>
                  <a:lnTo>
                    <a:pt x="42649" y="278574"/>
                  </a:lnTo>
                  <a:lnTo>
                    <a:pt x="46258" y="282476"/>
                  </a:lnTo>
                  <a:lnTo>
                    <a:pt x="49989" y="286261"/>
                  </a:lnTo>
                  <a:lnTo>
                    <a:pt x="53838" y="289926"/>
                  </a:lnTo>
                  <a:lnTo>
                    <a:pt x="57802" y="293467"/>
                  </a:lnTo>
                  <a:lnTo>
                    <a:pt x="61877" y="296880"/>
                  </a:lnTo>
                  <a:lnTo>
                    <a:pt x="66057" y="300161"/>
                  </a:lnTo>
                  <a:lnTo>
                    <a:pt x="70341" y="303308"/>
                  </a:lnTo>
                  <a:lnTo>
                    <a:pt x="74722" y="306318"/>
                  </a:lnTo>
                  <a:lnTo>
                    <a:pt x="79196" y="309186"/>
                  </a:lnTo>
                  <a:lnTo>
                    <a:pt x="83759" y="311911"/>
                  </a:lnTo>
                  <a:lnTo>
                    <a:pt x="88407" y="314489"/>
                  </a:lnTo>
                  <a:lnTo>
                    <a:pt x="93134" y="316918"/>
                  </a:lnTo>
                  <a:lnTo>
                    <a:pt x="97937" y="319196"/>
                  </a:lnTo>
                  <a:lnTo>
                    <a:pt x="102809" y="321320"/>
                  </a:lnTo>
                  <a:lnTo>
                    <a:pt x="107746" y="323288"/>
                  </a:lnTo>
                  <a:lnTo>
                    <a:pt x="112743" y="325098"/>
                  </a:lnTo>
                  <a:lnTo>
                    <a:pt x="117795" y="326748"/>
                  </a:lnTo>
                  <a:lnTo>
                    <a:pt x="122898" y="328237"/>
                  </a:lnTo>
                  <a:lnTo>
                    <a:pt x="128045" y="329563"/>
                  </a:lnTo>
                  <a:lnTo>
                    <a:pt x="133231" y="330725"/>
                  </a:lnTo>
                  <a:lnTo>
                    <a:pt x="138452" y="331721"/>
                  </a:lnTo>
                  <a:lnTo>
                    <a:pt x="143702" y="332550"/>
                  </a:lnTo>
                  <a:lnTo>
                    <a:pt x="148975" y="333213"/>
                  </a:lnTo>
                  <a:lnTo>
                    <a:pt x="154267" y="333707"/>
                  </a:lnTo>
                  <a:lnTo>
                    <a:pt x="159572" y="334033"/>
                  </a:lnTo>
                  <a:lnTo>
                    <a:pt x="164885" y="334190"/>
                  </a:lnTo>
                  <a:lnTo>
                    <a:pt x="170200" y="334178"/>
                  </a:lnTo>
                  <a:lnTo>
                    <a:pt x="175511" y="333997"/>
                  </a:lnTo>
                  <a:lnTo>
                    <a:pt x="180815" y="333647"/>
                  </a:lnTo>
                  <a:lnTo>
                    <a:pt x="186105" y="333129"/>
                  </a:lnTo>
                  <a:lnTo>
                    <a:pt x="191375" y="332443"/>
                  </a:lnTo>
                  <a:lnTo>
                    <a:pt x="196621" y="331590"/>
                  </a:lnTo>
                  <a:lnTo>
                    <a:pt x="201837" y="330571"/>
                  </a:lnTo>
                  <a:lnTo>
                    <a:pt x="207019" y="329386"/>
                  </a:lnTo>
                  <a:lnTo>
                    <a:pt x="212159" y="328037"/>
                  </a:lnTo>
                  <a:lnTo>
                    <a:pt x="217255" y="326525"/>
                  </a:lnTo>
                  <a:lnTo>
                    <a:pt x="222300" y="324852"/>
                  </a:lnTo>
                  <a:lnTo>
                    <a:pt x="227289" y="323020"/>
                  </a:lnTo>
                  <a:lnTo>
                    <a:pt x="232217" y="321030"/>
                  </a:lnTo>
                  <a:lnTo>
                    <a:pt x="237080" y="318884"/>
                  </a:lnTo>
                  <a:lnTo>
                    <a:pt x="241872" y="316585"/>
                  </a:lnTo>
                  <a:lnTo>
                    <a:pt x="246588" y="314134"/>
                  </a:lnTo>
                  <a:lnTo>
                    <a:pt x="251224" y="311535"/>
                  </a:lnTo>
                  <a:lnTo>
                    <a:pt x="255775" y="308790"/>
                  </a:lnTo>
                  <a:lnTo>
                    <a:pt x="260237" y="305901"/>
                  </a:lnTo>
                  <a:lnTo>
                    <a:pt x="264604" y="302872"/>
                  </a:lnTo>
                  <a:lnTo>
                    <a:pt x="268873" y="299706"/>
                  </a:lnTo>
                  <a:lnTo>
                    <a:pt x="273039" y="296406"/>
                  </a:lnTo>
                  <a:lnTo>
                    <a:pt x="277098" y="292975"/>
                  </a:lnTo>
                  <a:lnTo>
                    <a:pt x="281046" y="289416"/>
                  </a:lnTo>
                  <a:lnTo>
                    <a:pt x="284879" y="285734"/>
                  </a:lnTo>
                  <a:lnTo>
                    <a:pt x="288593" y="281932"/>
                  </a:lnTo>
                  <a:lnTo>
                    <a:pt x="292184" y="278014"/>
                  </a:lnTo>
                  <a:lnTo>
                    <a:pt x="295649" y="273983"/>
                  </a:lnTo>
                  <a:lnTo>
                    <a:pt x="298984" y="269845"/>
                  </a:lnTo>
                  <a:lnTo>
                    <a:pt x="302185" y="265602"/>
                  </a:lnTo>
                  <a:lnTo>
                    <a:pt x="305251" y="261260"/>
                  </a:lnTo>
                  <a:lnTo>
                    <a:pt x="308176" y="256823"/>
                  </a:lnTo>
                  <a:lnTo>
                    <a:pt x="310959" y="252295"/>
                  </a:lnTo>
                  <a:lnTo>
                    <a:pt x="313597" y="247681"/>
                  </a:lnTo>
                  <a:lnTo>
                    <a:pt x="316086" y="242985"/>
                  </a:lnTo>
                  <a:lnTo>
                    <a:pt x="318425" y="238212"/>
                  </a:lnTo>
                  <a:lnTo>
                    <a:pt x="320612" y="233368"/>
                  </a:lnTo>
                  <a:lnTo>
                    <a:pt x="322643" y="228456"/>
                  </a:lnTo>
                  <a:lnTo>
                    <a:pt x="324517" y="223483"/>
                  </a:lnTo>
                  <a:lnTo>
                    <a:pt x="326232" y="218452"/>
                  </a:lnTo>
                  <a:lnTo>
                    <a:pt x="327786" y="213369"/>
                  </a:lnTo>
                  <a:lnTo>
                    <a:pt x="329177" y="208240"/>
                  </a:lnTo>
                  <a:lnTo>
                    <a:pt x="330405" y="203069"/>
                  </a:lnTo>
                  <a:lnTo>
                    <a:pt x="331468" y="197861"/>
                  </a:lnTo>
                  <a:lnTo>
                    <a:pt x="332365" y="192622"/>
                  </a:lnTo>
                  <a:lnTo>
                    <a:pt x="333095" y="187358"/>
                  </a:lnTo>
                  <a:lnTo>
                    <a:pt x="333657" y="182072"/>
                  </a:lnTo>
                  <a:lnTo>
                    <a:pt x="334051" y="176772"/>
                  </a:lnTo>
                  <a:lnTo>
                    <a:pt x="334276" y="171462"/>
                  </a:lnTo>
                  <a:lnTo>
                    <a:pt x="334332" y="166147"/>
                  </a:lnTo>
                  <a:lnTo>
                    <a:pt x="334219" y="160833"/>
                  </a:lnTo>
                  <a:lnTo>
                    <a:pt x="333937" y="155526"/>
                  </a:lnTo>
                  <a:lnTo>
                    <a:pt x="333487" y="150230"/>
                  </a:lnTo>
                  <a:lnTo>
                    <a:pt x="332869" y="144951"/>
                  </a:lnTo>
                  <a:lnTo>
                    <a:pt x="332083" y="139695"/>
                  </a:lnTo>
                  <a:lnTo>
                    <a:pt x="331130" y="134466"/>
                  </a:lnTo>
                  <a:lnTo>
                    <a:pt x="330012" y="129270"/>
                  </a:lnTo>
                  <a:lnTo>
                    <a:pt x="328729" y="124112"/>
                  </a:lnTo>
                  <a:lnTo>
                    <a:pt x="327283" y="118998"/>
                  </a:lnTo>
                  <a:lnTo>
                    <a:pt x="325675" y="113932"/>
                  </a:lnTo>
                  <a:lnTo>
                    <a:pt x="323906" y="108920"/>
                  </a:lnTo>
                  <a:lnTo>
                    <a:pt x="321979" y="103966"/>
                  </a:lnTo>
                  <a:lnTo>
                    <a:pt x="319896" y="99077"/>
                  </a:lnTo>
                  <a:lnTo>
                    <a:pt x="317658" y="94256"/>
                  </a:lnTo>
                  <a:lnTo>
                    <a:pt x="315269" y="89508"/>
                  </a:lnTo>
                  <a:lnTo>
                    <a:pt x="312729" y="84839"/>
                  </a:lnTo>
                  <a:lnTo>
                    <a:pt x="310042" y="80253"/>
                  </a:lnTo>
                  <a:lnTo>
                    <a:pt x="307211" y="75755"/>
                  </a:lnTo>
                  <a:lnTo>
                    <a:pt x="304239" y="71349"/>
                  </a:lnTo>
                  <a:lnTo>
                    <a:pt x="301127" y="67040"/>
                  </a:lnTo>
                  <a:lnTo>
                    <a:pt x="297881" y="62832"/>
                  </a:lnTo>
                  <a:lnTo>
                    <a:pt x="294502" y="58729"/>
                  </a:lnTo>
                  <a:lnTo>
                    <a:pt x="290994" y="54736"/>
                  </a:lnTo>
                  <a:lnTo>
                    <a:pt x="287362" y="50856"/>
                  </a:lnTo>
                  <a:lnTo>
                    <a:pt x="283608" y="47094"/>
                  </a:lnTo>
                  <a:lnTo>
                    <a:pt x="279736" y="43453"/>
                  </a:lnTo>
                  <a:lnTo>
                    <a:pt x="275750" y="39937"/>
                  </a:lnTo>
                  <a:lnTo>
                    <a:pt x="271654" y="36549"/>
                  </a:lnTo>
                  <a:lnTo>
                    <a:pt x="267453" y="33294"/>
                  </a:lnTo>
                  <a:lnTo>
                    <a:pt x="263151" y="30173"/>
                  </a:lnTo>
                  <a:lnTo>
                    <a:pt x="258751" y="27191"/>
                  </a:lnTo>
                  <a:lnTo>
                    <a:pt x="254259" y="24350"/>
                  </a:lnTo>
                  <a:lnTo>
                    <a:pt x="249679" y="21654"/>
                  </a:lnTo>
                  <a:lnTo>
                    <a:pt x="245016" y="19104"/>
                  </a:lnTo>
                  <a:lnTo>
                    <a:pt x="240274" y="16704"/>
                  </a:lnTo>
                  <a:lnTo>
                    <a:pt x="235458" y="14456"/>
                  </a:lnTo>
                  <a:lnTo>
                    <a:pt x="230572" y="12362"/>
                  </a:lnTo>
                  <a:lnTo>
                    <a:pt x="225623" y="10424"/>
                  </a:lnTo>
                  <a:lnTo>
                    <a:pt x="220615" y="8645"/>
                  </a:lnTo>
                  <a:lnTo>
                    <a:pt x="215552" y="7026"/>
                  </a:lnTo>
                  <a:lnTo>
                    <a:pt x="210441" y="5569"/>
                  </a:lnTo>
                  <a:lnTo>
                    <a:pt x="205286" y="4275"/>
                  </a:lnTo>
                  <a:lnTo>
                    <a:pt x="200093" y="3145"/>
                  </a:lnTo>
                  <a:lnTo>
                    <a:pt x="194866" y="2181"/>
                  </a:lnTo>
                  <a:lnTo>
                    <a:pt x="189611" y="1384"/>
                  </a:lnTo>
                  <a:lnTo>
                    <a:pt x="184334" y="754"/>
                  </a:lnTo>
                  <a:lnTo>
                    <a:pt x="179039" y="293"/>
                  </a:lnTo>
                  <a:lnTo>
                    <a:pt x="173732" y="0"/>
                  </a:lnTo>
                  <a:lnTo>
                    <a:pt x="167167" y="1670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629088" y="1236837"/>
              <a:ext cx="6564" cy="167167"/>
            </a:xfrm>
            <a:custGeom>
              <a:avLst/>
              <a:pathLst>
                <a:path w="6564" h="167167">
                  <a:moveTo>
                    <a:pt x="6564" y="12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3884" y="1546402"/>
              <a:ext cx="38682" cy="167167"/>
            </a:xfrm>
            <a:custGeom>
              <a:avLst/>
              <a:pathLst>
                <a:path w="38682" h="167167">
                  <a:moveTo>
                    <a:pt x="38682" y="0"/>
                  </a:moveTo>
                  <a:lnTo>
                    <a:pt x="32178" y="126"/>
                  </a:lnTo>
                  <a:lnTo>
                    <a:pt x="25683" y="506"/>
                  </a:lnTo>
                  <a:lnTo>
                    <a:pt x="19208" y="1138"/>
                  </a:lnTo>
                  <a:lnTo>
                    <a:pt x="12763" y="2021"/>
                  </a:lnTo>
                  <a:lnTo>
                    <a:pt x="6357" y="3155"/>
                  </a:lnTo>
                  <a:lnTo>
                    <a:pt x="0" y="4537"/>
                  </a:lnTo>
                  <a:lnTo>
                    <a:pt x="3868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173884" y="1550939"/>
              <a:ext cx="38682" cy="162630"/>
            </a:xfrm>
            <a:custGeom>
              <a:avLst/>
              <a:pathLst>
                <a:path w="38682" h="162630">
                  <a:moveTo>
                    <a:pt x="0" y="0"/>
                  </a:moveTo>
                  <a:lnTo>
                    <a:pt x="38682" y="1626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45404" y="1550939"/>
              <a:ext cx="334311" cy="329796"/>
            </a:xfrm>
            <a:custGeom>
              <a:avLst/>
              <a:pathLst>
                <a:path w="334311" h="329796">
                  <a:moveTo>
                    <a:pt x="128479" y="0"/>
                  </a:moveTo>
                  <a:lnTo>
                    <a:pt x="123353" y="1305"/>
                  </a:lnTo>
                  <a:lnTo>
                    <a:pt x="118270" y="2772"/>
                  </a:lnTo>
                  <a:lnTo>
                    <a:pt x="113237" y="4398"/>
                  </a:lnTo>
                  <a:lnTo>
                    <a:pt x="108258" y="6184"/>
                  </a:lnTo>
                  <a:lnTo>
                    <a:pt x="103338" y="8126"/>
                  </a:lnTo>
                  <a:lnTo>
                    <a:pt x="98482" y="10222"/>
                  </a:lnTo>
                  <a:lnTo>
                    <a:pt x="93694" y="12471"/>
                  </a:lnTo>
                  <a:lnTo>
                    <a:pt x="88980" y="14871"/>
                  </a:lnTo>
                  <a:lnTo>
                    <a:pt x="84344" y="17418"/>
                  </a:lnTo>
                  <a:lnTo>
                    <a:pt x="79792" y="20111"/>
                  </a:lnTo>
                  <a:lnTo>
                    <a:pt x="75326" y="22947"/>
                  </a:lnTo>
                  <a:lnTo>
                    <a:pt x="70953" y="25922"/>
                  </a:lnTo>
                  <a:lnTo>
                    <a:pt x="66676" y="29035"/>
                  </a:lnTo>
                  <a:lnTo>
                    <a:pt x="62499" y="32281"/>
                  </a:lnTo>
                  <a:lnTo>
                    <a:pt x="58428" y="35657"/>
                  </a:lnTo>
                  <a:lnTo>
                    <a:pt x="54465" y="39161"/>
                  </a:lnTo>
                  <a:lnTo>
                    <a:pt x="50615" y="42788"/>
                  </a:lnTo>
                  <a:lnTo>
                    <a:pt x="46882" y="46536"/>
                  </a:lnTo>
                  <a:lnTo>
                    <a:pt x="43269" y="50399"/>
                  </a:lnTo>
                  <a:lnTo>
                    <a:pt x="39780" y="54375"/>
                  </a:lnTo>
                  <a:lnTo>
                    <a:pt x="36419" y="58460"/>
                  </a:lnTo>
                  <a:lnTo>
                    <a:pt x="33189" y="62648"/>
                  </a:lnTo>
                  <a:lnTo>
                    <a:pt x="30093" y="66937"/>
                  </a:lnTo>
                  <a:lnTo>
                    <a:pt x="27134" y="71321"/>
                  </a:lnTo>
                  <a:lnTo>
                    <a:pt x="24315" y="75797"/>
                  </a:lnTo>
                  <a:lnTo>
                    <a:pt x="21639" y="80360"/>
                  </a:lnTo>
                  <a:lnTo>
                    <a:pt x="19109" y="85005"/>
                  </a:lnTo>
                  <a:lnTo>
                    <a:pt x="16727" y="89728"/>
                  </a:lnTo>
                  <a:lnTo>
                    <a:pt x="14496" y="94524"/>
                  </a:lnTo>
                  <a:lnTo>
                    <a:pt x="12418" y="99389"/>
                  </a:lnTo>
                  <a:lnTo>
                    <a:pt x="10495" y="104316"/>
                  </a:lnTo>
                  <a:lnTo>
                    <a:pt x="8728" y="109302"/>
                  </a:lnTo>
                  <a:lnTo>
                    <a:pt x="7120" y="114341"/>
                  </a:lnTo>
                  <a:lnTo>
                    <a:pt x="5672" y="119429"/>
                  </a:lnTo>
                  <a:lnTo>
                    <a:pt x="4386" y="124560"/>
                  </a:lnTo>
                  <a:lnTo>
                    <a:pt x="3264" y="129729"/>
                  </a:lnTo>
                  <a:lnTo>
                    <a:pt x="2305" y="134931"/>
                  </a:lnTo>
                  <a:lnTo>
                    <a:pt x="1511" y="140160"/>
                  </a:lnTo>
                  <a:lnTo>
                    <a:pt x="883" y="145412"/>
                  </a:lnTo>
                  <a:lnTo>
                    <a:pt x="421" y="150682"/>
                  </a:lnTo>
                  <a:lnTo>
                    <a:pt x="127" y="155963"/>
                  </a:lnTo>
                  <a:lnTo>
                    <a:pt x="0" y="161251"/>
                  </a:lnTo>
                  <a:lnTo>
                    <a:pt x="40" y="166541"/>
                  </a:lnTo>
                  <a:lnTo>
                    <a:pt x="247" y="171826"/>
                  </a:lnTo>
                  <a:lnTo>
                    <a:pt x="621" y="177102"/>
                  </a:lnTo>
                  <a:lnTo>
                    <a:pt x="1163" y="182364"/>
                  </a:lnTo>
                  <a:lnTo>
                    <a:pt x="1870" y="187606"/>
                  </a:lnTo>
                  <a:lnTo>
                    <a:pt x="2743" y="192823"/>
                  </a:lnTo>
                  <a:lnTo>
                    <a:pt x="3781" y="198010"/>
                  </a:lnTo>
                  <a:lnTo>
                    <a:pt x="4982" y="203161"/>
                  </a:lnTo>
                  <a:lnTo>
                    <a:pt x="6345" y="208272"/>
                  </a:lnTo>
                  <a:lnTo>
                    <a:pt x="7870" y="213337"/>
                  </a:lnTo>
                  <a:lnTo>
                    <a:pt x="9554" y="218352"/>
                  </a:lnTo>
                  <a:lnTo>
                    <a:pt x="11396" y="223310"/>
                  </a:lnTo>
                  <a:lnTo>
                    <a:pt x="13394" y="228208"/>
                  </a:lnTo>
                  <a:lnTo>
                    <a:pt x="15545" y="233040"/>
                  </a:lnTo>
                  <a:lnTo>
                    <a:pt x="17849" y="237802"/>
                  </a:lnTo>
                  <a:lnTo>
                    <a:pt x="20302" y="242488"/>
                  </a:lnTo>
                  <a:lnTo>
                    <a:pt x="22902" y="247094"/>
                  </a:lnTo>
                  <a:lnTo>
                    <a:pt x="25647" y="251616"/>
                  </a:lnTo>
                  <a:lnTo>
                    <a:pt x="28533" y="256049"/>
                  </a:lnTo>
                  <a:lnTo>
                    <a:pt x="31558" y="260388"/>
                  </a:lnTo>
                  <a:lnTo>
                    <a:pt x="34719" y="264630"/>
                  </a:lnTo>
                  <a:lnTo>
                    <a:pt x="38012" y="268769"/>
                  </a:lnTo>
                  <a:lnTo>
                    <a:pt x="41435" y="272802"/>
                  </a:lnTo>
                  <a:lnTo>
                    <a:pt x="44984" y="276724"/>
                  </a:lnTo>
                  <a:lnTo>
                    <a:pt x="48654" y="280533"/>
                  </a:lnTo>
                  <a:lnTo>
                    <a:pt x="52444" y="284223"/>
                  </a:lnTo>
                  <a:lnTo>
                    <a:pt x="56348" y="287792"/>
                  </a:lnTo>
                  <a:lnTo>
                    <a:pt x="60364" y="291235"/>
                  </a:lnTo>
                  <a:lnTo>
                    <a:pt x="64486" y="294549"/>
                  </a:lnTo>
                  <a:lnTo>
                    <a:pt x="68711" y="297732"/>
                  </a:lnTo>
                  <a:lnTo>
                    <a:pt x="73035" y="300779"/>
                  </a:lnTo>
                  <a:lnTo>
                    <a:pt x="77453" y="303688"/>
                  </a:lnTo>
                  <a:lnTo>
                    <a:pt x="81961" y="306455"/>
                  </a:lnTo>
                  <a:lnTo>
                    <a:pt x="86554" y="309079"/>
                  </a:lnTo>
                  <a:lnTo>
                    <a:pt x="91228" y="311556"/>
                  </a:lnTo>
                  <a:lnTo>
                    <a:pt x="95977" y="313884"/>
                  </a:lnTo>
                  <a:lnTo>
                    <a:pt x="100798" y="316060"/>
                  </a:lnTo>
                  <a:lnTo>
                    <a:pt x="105686" y="318083"/>
                  </a:lnTo>
                  <a:lnTo>
                    <a:pt x="110635" y="319950"/>
                  </a:lnTo>
                  <a:lnTo>
                    <a:pt x="115641" y="321660"/>
                  </a:lnTo>
                  <a:lnTo>
                    <a:pt x="120698" y="323210"/>
                  </a:lnTo>
                  <a:lnTo>
                    <a:pt x="125802" y="324600"/>
                  </a:lnTo>
                  <a:lnTo>
                    <a:pt x="130947" y="325827"/>
                  </a:lnTo>
                  <a:lnTo>
                    <a:pt x="136128" y="326891"/>
                  </a:lnTo>
                  <a:lnTo>
                    <a:pt x="141341" y="327791"/>
                  </a:lnTo>
                  <a:lnTo>
                    <a:pt x="146579" y="328525"/>
                  </a:lnTo>
                  <a:lnTo>
                    <a:pt x="151838" y="329093"/>
                  </a:lnTo>
                  <a:lnTo>
                    <a:pt x="157112" y="329495"/>
                  </a:lnTo>
                  <a:lnTo>
                    <a:pt x="162397" y="329729"/>
                  </a:lnTo>
                  <a:lnTo>
                    <a:pt x="167686" y="329796"/>
                  </a:lnTo>
                  <a:lnTo>
                    <a:pt x="172974" y="329696"/>
                  </a:lnTo>
                  <a:lnTo>
                    <a:pt x="178257" y="329429"/>
                  </a:lnTo>
                  <a:lnTo>
                    <a:pt x="183529" y="328994"/>
                  </a:lnTo>
                  <a:lnTo>
                    <a:pt x="188784" y="328393"/>
                  </a:lnTo>
                  <a:lnTo>
                    <a:pt x="194018" y="327626"/>
                  </a:lnTo>
                  <a:lnTo>
                    <a:pt x="199225" y="326693"/>
                  </a:lnTo>
                  <a:lnTo>
                    <a:pt x="204399" y="325597"/>
                  </a:lnTo>
                  <a:lnTo>
                    <a:pt x="209537" y="324337"/>
                  </a:lnTo>
                  <a:lnTo>
                    <a:pt x="214632" y="322916"/>
                  </a:lnTo>
                  <a:lnTo>
                    <a:pt x="219679" y="321333"/>
                  </a:lnTo>
                  <a:lnTo>
                    <a:pt x="224674" y="319592"/>
                  </a:lnTo>
                  <a:lnTo>
                    <a:pt x="229611" y="317694"/>
                  </a:lnTo>
                  <a:lnTo>
                    <a:pt x="234486" y="315641"/>
                  </a:lnTo>
                  <a:lnTo>
                    <a:pt x="239293" y="313434"/>
                  </a:lnTo>
                  <a:lnTo>
                    <a:pt x="244028" y="311076"/>
                  </a:lnTo>
                  <a:lnTo>
                    <a:pt x="248686" y="308570"/>
                  </a:lnTo>
                  <a:lnTo>
                    <a:pt x="253263" y="305918"/>
                  </a:lnTo>
                  <a:lnTo>
                    <a:pt x="257753" y="303122"/>
                  </a:lnTo>
                  <a:lnTo>
                    <a:pt x="262153" y="300185"/>
                  </a:lnTo>
                  <a:lnTo>
                    <a:pt x="266457" y="297111"/>
                  </a:lnTo>
                  <a:lnTo>
                    <a:pt x="270662" y="293902"/>
                  </a:lnTo>
                  <a:lnTo>
                    <a:pt x="274764" y="290562"/>
                  </a:lnTo>
                  <a:lnTo>
                    <a:pt x="278757" y="287094"/>
                  </a:lnTo>
                  <a:lnTo>
                    <a:pt x="282639" y="283501"/>
                  </a:lnTo>
                  <a:lnTo>
                    <a:pt x="286406" y="279787"/>
                  </a:lnTo>
                  <a:lnTo>
                    <a:pt x="290053" y="275955"/>
                  </a:lnTo>
                  <a:lnTo>
                    <a:pt x="293577" y="272010"/>
                  </a:lnTo>
                  <a:lnTo>
                    <a:pt x="296974" y="267956"/>
                  </a:lnTo>
                  <a:lnTo>
                    <a:pt x="300241" y="263796"/>
                  </a:lnTo>
                  <a:lnTo>
                    <a:pt x="303375" y="259535"/>
                  </a:lnTo>
                  <a:lnTo>
                    <a:pt x="306373" y="255177"/>
                  </a:lnTo>
                  <a:lnTo>
                    <a:pt x="309231" y="250726"/>
                  </a:lnTo>
                  <a:lnTo>
                    <a:pt x="311948" y="246187"/>
                  </a:lnTo>
                  <a:lnTo>
                    <a:pt x="314519" y="241565"/>
                  </a:lnTo>
                  <a:lnTo>
                    <a:pt x="316942" y="236863"/>
                  </a:lnTo>
                  <a:lnTo>
                    <a:pt x="319216" y="232087"/>
                  </a:lnTo>
                  <a:lnTo>
                    <a:pt x="321337" y="227242"/>
                  </a:lnTo>
                  <a:lnTo>
                    <a:pt x="323304" y="222331"/>
                  </a:lnTo>
                  <a:lnTo>
                    <a:pt x="325115" y="217361"/>
                  </a:lnTo>
                  <a:lnTo>
                    <a:pt x="326768" y="212337"/>
                  </a:lnTo>
                  <a:lnTo>
                    <a:pt x="328260" y="207262"/>
                  </a:lnTo>
                  <a:lnTo>
                    <a:pt x="329592" y="202143"/>
                  </a:lnTo>
                  <a:lnTo>
                    <a:pt x="330761" y="196984"/>
                  </a:lnTo>
                  <a:lnTo>
                    <a:pt x="331766" y="191791"/>
                  </a:lnTo>
                  <a:lnTo>
                    <a:pt x="332606" y="186568"/>
                  </a:lnTo>
                  <a:lnTo>
                    <a:pt x="333280" y="181322"/>
                  </a:lnTo>
                  <a:lnTo>
                    <a:pt x="333789" y="176057"/>
                  </a:lnTo>
                  <a:lnTo>
                    <a:pt x="334130" y="170778"/>
                  </a:lnTo>
                  <a:lnTo>
                    <a:pt x="334304" y="165492"/>
                  </a:lnTo>
                  <a:lnTo>
                    <a:pt x="334311" y="160202"/>
                  </a:lnTo>
                  <a:lnTo>
                    <a:pt x="334151" y="154915"/>
                  </a:lnTo>
                  <a:lnTo>
                    <a:pt x="333823" y="149636"/>
                  </a:lnTo>
                  <a:lnTo>
                    <a:pt x="333328" y="144369"/>
                  </a:lnTo>
                  <a:lnTo>
                    <a:pt x="332667" y="139121"/>
                  </a:lnTo>
                  <a:lnTo>
                    <a:pt x="331841" y="133896"/>
                  </a:lnTo>
                  <a:lnTo>
                    <a:pt x="330849" y="128701"/>
                  </a:lnTo>
                  <a:lnTo>
                    <a:pt x="329694" y="123539"/>
                  </a:lnTo>
                  <a:lnTo>
                    <a:pt x="328376" y="118416"/>
                  </a:lnTo>
                  <a:lnTo>
                    <a:pt x="326896" y="113338"/>
                  </a:lnTo>
                  <a:lnTo>
                    <a:pt x="325257" y="108309"/>
                  </a:lnTo>
                  <a:lnTo>
                    <a:pt x="323459" y="103334"/>
                  </a:lnTo>
                  <a:lnTo>
                    <a:pt x="321505" y="98419"/>
                  </a:lnTo>
                  <a:lnTo>
                    <a:pt x="319396" y="93568"/>
                  </a:lnTo>
                  <a:lnTo>
                    <a:pt x="317135" y="88786"/>
                  </a:lnTo>
                  <a:lnTo>
                    <a:pt x="314723" y="84078"/>
                  </a:lnTo>
                  <a:lnTo>
                    <a:pt x="312164" y="79449"/>
                  </a:lnTo>
                  <a:lnTo>
                    <a:pt x="309460" y="74903"/>
                  </a:lnTo>
                  <a:lnTo>
                    <a:pt x="306613" y="70444"/>
                  </a:lnTo>
                  <a:lnTo>
                    <a:pt x="303627" y="66078"/>
                  </a:lnTo>
                  <a:lnTo>
                    <a:pt x="300504" y="61809"/>
                  </a:lnTo>
                  <a:lnTo>
                    <a:pt x="297247" y="57641"/>
                  </a:lnTo>
                  <a:lnTo>
                    <a:pt x="293860" y="53578"/>
                  </a:lnTo>
                  <a:lnTo>
                    <a:pt x="290347" y="49624"/>
                  </a:lnTo>
                  <a:lnTo>
                    <a:pt x="286710" y="45783"/>
                  </a:lnTo>
                  <a:lnTo>
                    <a:pt x="282953" y="42059"/>
                  </a:lnTo>
                  <a:lnTo>
                    <a:pt x="279080" y="38456"/>
                  </a:lnTo>
                  <a:lnTo>
                    <a:pt x="275096" y="34977"/>
                  </a:lnTo>
                  <a:lnTo>
                    <a:pt x="271003" y="31626"/>
                  </a:lnTo>
                  <a:lnTo>
                    <a:pt x="266806" y="28407"/>
                  </a:lnTo>
                  <a:lnTo>
                    <a:pt x="262510" y="25321"/>
                  </a:lnTo>
                  <a:lnTo>
                    <a:pt x="258118" y="22373"/>
                  </a:lnTo>
                  <a:lnTo>
                    <a:pt x="253635" y="19566"/>
                  </a:lnTo>
                  <a:lnTo>
                    <a:pt x="249065" y="16902"/>
                  </a:lnTo>
                  <a:lnTo>
                    <a:pt x="244414" y="14383"/>
                  </a:lnTo>
                  <a:lnTo>
                    <a:pt x="239685" y="12013"/>
                  </a:lnTo>
                  <a:lnTo>
                    <a:pt x="234883" y="9794"/>
                  </a:lnTo>
                  <a:lnTo>
                    <a:pt x="230014" y="7728"/>
                  </a:lnTo>
                  <a:lnTo>
                    <a:pt x="225081" y="5817"/>
                  </a:lnTo>
                  <a:lnTo>
                    <a:pt x="220091" y="4063"/>
                  </a:lnTo>
                  <a:lnTo>
                    <a:pt x="215048" y="2468"/>
                  </a:lnTo>
                  <a:lnTo>
                    <a:pt x="167161" y="1626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212566" y="1546402"/>
              <a:ext cx="47886" cy="167167"/>
            </a:xfrm>
            <a:custGeom>
              <a:avLst/>
              <a:pathLst>
                <a:path w="47886" h="167167">
                  <a:moveTo>
                    <a:pt x="47886" y="7005"/>
                  </a:moveTo>
                  <a:lnTo>
                    <a:pt x="42039" y="5372"/>
                  </a:lnTo>
                  <a:lnTo>
                    <a:pt x="36137" y="3952"/>
                  </a:lnTo>
                  <a:lnTo>
                    <a:pt x="30187" y="2748"/>
                  </a:lnTo>
                  <a:lnTo>
                    <a:pt x="24198" y="1760"/>
                  </a:lnTo>
                  <a:lnTo>
                    <a:pt x="18176" y="991"/>
                  </a:lnTo>
                  <a:lnTo>
                    <a:pt x="12131" y="440"/>
                  </a:lnTo>
                  <a:lnTo>
                    <a:pt x="6069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44994" y="1943516"/>
              <a:ext cx="33789" cy="167167"/>
            </a:xfrm>
            <a:custGeom>
              <a:avLst/>
              <a:pathLst>
                <a:path w="33789" h="167167">
                  <a:moveTo>
                    <a:pt x="33789" y="0"/>
                  </a:moveTo>
                  <a:lnTo>
                    <a:pt x="26986" y="138"/>
                  </a:lnTo>
                  <a:lnTo>
                    <a:pt x="20194" y="553"/>
                  </a:lnTo>
                  <a:lnTo>
                    <a:pt x="13425" y="1244"/>
                  </a:lnTo>
                  <a:lnTo>
                    <a:pt x="6690" y="2211"/>
                  </a:lnTo>
                  <a:lnTo>
                    <a:pt x="0" y="3450"/>
                  </a:lnTo>
                  <a:lnTo>
                    <a:pt x="3378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844994" y="1946967"/>
              <a:ext cx="33789" cy="163716"/>
            </a:xfrm>
            <a:custGeom>
              <a:avLst/>
              <a:pathLst>
                <a:path w="33789" h="163716">
                  <a:moveTo>
                    <a:pt x="0" y="0"/>
                  </a:moveTo>
                  <a:lnTo>
                    <a:pt x="33789" y="1637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5679" y="1946967"/>
              <a:ext cx="93104" cy="163716"/>
            </a:xfrm>
            <a:custGeom>
              <a:avLst/>
              <a:pathLst>
                <a:path w="93104" h="163716">
                  <a:moveTo>
                    <a:pt x="59314" y="0"/>
                  </a:moveTo>
                  <a:lnTo>
                    <a:pt x="53574" y="1290"/>
                  </a:lnTo>
                  <a:lnTo>
                    <a:pt x="47882" y="2782"/>
                  </a:lnTo>
                  <a:lnTo>
                    <a:pt x="42247" y="4473"/>
                  </a:lnTo>
                  <a:lnTo>
                    <a:pt x="36675" y="6361"/>
                  </a:lnTo>
                  <a:lnTo>
                    <a:pt x="31172" y="8444"/>
                  </a:lnTo>
                  <a:lnTo>
                    <a:pt x="25746" y="10720"/>
                  </a:lnTo>
                  <a:lnTo>
                    <a:pt x="20404" y="13185"/>
                  </a:lnTo>
                  <a:lnTo>
                    <a:pt x="15152" y="15837"/>
                  </a:lnTo>
                  <a:lnTo>
                    <a:pt x="9996" y="18671"/>
                  </a:lnTo>
                  <a:lnTo>
                    <a:pt x="4943" y="21686"/>
                  </a:lnTo>
                  <a:lnTo>
                    <a:pt x="0" y="24876"/>
                  </a:lnTo>
                  <a:lnTo>
                    <a:pt x="93104" y="1637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11616" y="1943516"/>
              <a:ext cx="334325" cy="334325"/>
            </a:xfrm>
            <a:custGeom>
              <a:avLst/>
              <a:pathLst>
                <a:path w="334325" h="334325">
                  <a:moveTo>
                    <a:pt x="74063" y="28327"/>
                  </a:moveTo>
                  <a:lnTo>
                    <a:pt x="69719" y="31340"/>
                  </a:lnTo>
                  <a:lnTo>
                    <a:pt x="65473" y="34489"/>
                  </a:lnTo>
                  <a:lnTo>
                    <a:pt x="61329" y="37771"/>
                  </a:lnTo>
                  <a:lnTo>
                    <a:pt x="57290" y="41183"/>
                  </a:lnTo>
                  <a:lnTo>
                    <a:pt x="53362" y="44720"/>
                  </a:lnTo>
                  <a:lnTo>
                    <a:pt x="49547" y="48379"/>
                  </a:lnTo>
                  <a:lnTo>
                    <a:pt x="45850" y="52158"/>
                  </a:lnTo>
                  <a:lnTo>
                    <a:pt x="42274" y="56051"/>
                  </a:lnTo>
                  <a:lnTo>
                    <a:pt x="38823" y="60056"/>
                  </a:lnTo>
                  <a:lnTo>
                    <a:pt x="35500" y="64168"/>
                  </a:lnTo>
                  <a:lnTo>
                    <a:pt x="32309" y="68383"/>
                  </a:lnTo>
                  <a:lnTo>
                    <a:pt x="29253" y="72696"/>
                  </a:lnTo>
                  <a:lnTo>
                    <a:pt x="26335" y="77104"/>
                  </a:lnTo>
                  <a:lnTo>
                    <a:pt x="23558" y="81602"/>
                  </a:lnTo>
                  <a:lnTo>
                    <a:pt x="20924" y="86186"/>
                  </a:lnTo>
                  <a:lnTo>
                    <a:pt x="18436" y="90851"/>
                  </a:lnTo>
                  <a:lnTo>
                    <a:pt x="16098" y="95592"/>
                  </a:lnTo>
                  <a:lnTo>
                    <a:pt x="13910" y="100404"/>
                  </a:lnTo>
                  <a:lnTo>
                    <a:pt x="11876" y="105283"/>
                  </a:lnTo>
                  <a:lnTo>
                    <a:pt x="9997" y="110225"/>
                  </a:lnTo>
                  <a:lnTo>
                    <a:pt x="8275" y="115223"/>
                  </a:lnTo>
                  <a:lnTo>
                    <a:pt x="6712" y="120273"/>
                  </a:lnTo>
                  <a:lnTo>
                    <a:pt x="5309" y="125370"/>
                  </a:lnTo>
                  <a:lnTo>
                    <a:pt x="4068" y="130509"/>
                  </a:lnTo>
                  <a:lnTo>
                    <a:pt x="2991" y="135684"/>
                  </a:lnTo>
                  <a:lnTo>
                    <a:pt x="2078" y="140891"/>
                  </a:lnTo>
                  <a:lnTo>
                    <a:pt x="1329" y="146124"/>
                  </a:lnTo>
                  <a:lnTo>
                    <a:pt x="747" y="151378"/>
                  </a:lnTo>
                  <a:lnTo>
                    <a:pt x="331" y="156648"/>
                  </a:lnTo>
                  <a:lnTo>
                    <a:pt x="82" y="161929"/>
                  </a:lnTo>
                  <a:lnTo>
                    <a:pt x="0" y="167215"/>
                  </a:lnTo>
                  <a:lnTo>
                    <a:pt x="85" y="172500"/>
                  </a:lnTo>
                  <a:lnTo>
                    <a:pt x="337" y="177781"/>
                  </a:lnTo>
                  <a:lnTo>
                    <a:pt x="756" y="183051"/>
                  </a:lnTo>
                  <a:lnTo>
                    <a:pt x="1341" y="188305"/>
                  </a:lnTo>
                  <a:lnTo>
                    <a:pt x="2093" y="193537"/>
                  </a:lnTo>
                  <a:lnTo>
                    <a:pt x="3009" y="198744"/>
                  </a:lnTo>
                  <a:lnTo>
                    <a:pt x="4089" y="203919"/>
                  </a:lnTo>
                  <a:lnTo>
                    <a:pt x="5333" y="209057"/>
                  </a:lnTo>
                  <a:lnTo>
                    <a:pt x="6738" y="214153"/>
                  </a:lnTo>
                  <a:lnTo>
                    <a:pt x="8304" y="219202"/>
                  </a:lnTo>
                  <a:lnTo>
                    <a:pt x="10029" y="224199"/>
                  </a:lnTo>
                  <a:lnTo>
                    <a:pt x="11911" y="229139"/>
                  </a:lnTo>
                  <a:lnTo>
                    <a:pt x="13948" y="234017"/>
                  </a:lnTo>
                  <a:lnTo>
                    <a:pt x="16139" y="238829"/>
                  </a:lnTo>
                  <a:lnTo>
                    <a:pt x="18480" y="243568"/>
                  </a:lnTo>
                  <a:lnTo>
                    <a:pt x="20970" y="248231"/>
                  </a:lnTo>
                  <a:lnTo>
                    <a:pt x="23606" y="252814"/>
                  </a:lnTo>
                  <a:lnTo>
                    <a:pt x="26386" y="257310"/>
                  </a:lnTo>
                  <a:lnTo>
                    <a:pt x="29307" y="261716"/>
                  </a:lnTo>
                  <a:lnTo>
                    <a:pt x="32366" y="266028"/>
                  </a:lnTo>
                  <a:lnTo>
                    <a:pt x="35559" y="270241"/>
                  </a:lnTo>
                  <a:lnTo>
                    <a:pt x="38884" y="274351"/>
                  </a:lnTo>
                  <a:lnTo>
                    <a:pt x="42337" y="278354"/>
                  </a:lnTo>
                  <a:lnTo>
                    <a:pt x="45915" y="282245"/>
                  </a:lnTo>
                  <a:lnTo>
                    <a:pt x="49615" y="286022"/>
                  </a:lnTo>
                  <a:lnTo>
                    <a:pt x="53432" y="289679"/>
                  </a:lnTo>
                  <a:lnTo>
                    <a:pt x="57362" y="293214"/>
                  </a:lnTo>
                  <a:lnTo>
                    <a:pt x="61403" y="296623"/>
                  </a:lnTo>
                  <a:lnTo>
                    <a:pt x="65549" y="299903"/>
                  </a:lnTo>
                  <a:lnTo>
                    <a:pt x="69797" y="303049"/>
                  </a:lnTo>
                  <a:lnTo>
                    <a:pt x="74142" y="306060"/>
                  </a:lnTo>
                  <a:lnTo>
                    <a:pt x="78580" y="308932"/>
                  </a:lnTo>
                  <a:lnTo>
                    <a:pt x="83107" y="311662"/>
                  </a:lnTo>
                  <a:lnTo>
                    <a:pt x="87718" y="314248"/>
                  </a:lnTo>
                  <a:lnTo>
                    <a:pt x="92408" y="316687"/>
                  </a:lnTo>
                  <a:lnTo>
                    <a:pt x="97174" y="318976"/>
                  </a:lnTo>
                  <a:lnTo>
                    <a:pt x="102009" y="321113"/>
                  </a:lnTo>
                  <a:lnTo>
                    <a:pt x="106909" y="323096"/>
                  </a:lnTo>
                  <a:lnTo>
                    <a:pt x="111869" y="324924"/>
                  </a:lnTo>
                  <a:lnTo>
                    <a:pt x="116885" y="326593"/>
                  </a:lnTo>
                  <a:lnTo>
                    <a:pt x="121951" y="328103"/>
                  </a:lnTo>
                  <a:lnTo>
                    <a:pt x="127063" y="329453"/>
                  </a:lnTo>
                  <a:lnTo>
                    <a:pt x="132214" y="330639"/>
                  </a:lnTo>
                  <a:lnTo>
                    <a:pt x="137401" y="331663"/>
                  </a:lnTo>
                  <a:lnTo>
                    <a:pt x="142617" y="332522"/>
                  </a:lnTo>
                  <a:lnTo>
                    <a:pt x="147858" y="333215"/>
                  </a:lnTo>
                  <a:lnTo>
                    <a:pt x="153118" y="333743"/>
                  </a:lnTo>
                  <a:lnTo>
                    <a:pt x="158392" y="334104"/>
                  </a:lnTo>
                  <a:lnTo>
                    <a:pt x="163675" y="334298"/>
                  </a:lnTo>
                  <a:lnTo>
                    <a:pt x="168961" y="334325"/>
                  </a:lnTo>
                  <a:lnTo>
                    <a:pt x="174245" y="334184"/>
                  </a:lnTo>
                  <a:lnTo>
                    <a:pt x="179523" y="333877"/>
                  </a:lnTo>
                  <a:lnTo>
                    <a:pt x="184788" y="333403"/>
                  </a:lnTo>
                  <a:lnTo>
                    <a:pt x="190036" y="332763"/>
                  </a:lnTo>
                  <a:lnTo>
                    <a:pt x="195260" y="331957"/>
                  </a:lnTo>
                  <a:lnTo>
                    <a:pt x="200457" y="330986"/>
                  </a:lnTo>
                  <a:lnTo>
                    <a:pt x="205620" y="329852"/>
                  </a:lnTo>
                  <a:lnTo>
                    <a:pt x="210745" y="328554"/>
                  </a:lnTo>
                  <a:lnTo>
                    <a:pt x="215826" y="327096"/>
                  </a:lnTo>
                  <a:lnTo>
                    <a:pt x="220859" y="325477"/>
                  </a:lnTo>
                  <a:lnTo>
                    <a:pt x="225837" y="323700"/>
                  </a:lnTo>
                  <a:lnTo>
                    <a:pt x="230758" y="321767"/>
                  </a:lnTo>
                  <a:lnTo>
                    <a:pt x="235614" y="319679"/>
                  </a:lnTo>
                  <a:lnTo>
                    <a:pt x="240402" y="317438"/>
                  </a:lnTo>
                  <a:lnTo>
                    <a:pt x="245117" y="315048"/>
                  </a:lnTo>
                  <a:lnTo>
                    <a:pt x="249754" y="312509"/>
                  </a:lnTo>
                  <a:lnTo>
                    <a:pt x="254309" y="309825"/>
                  </a:lnTo>
                  <a:lnTo>
                    <a:pt x="258776" y="306998"/>
                  </a:lnTo>
                  <a:lnTo>
                    <a:pt x="263151" y="304032"/>
                  </a:lnTo>
                  <a:lnTo>
                    <a:pt x="267431" y="300928"/>
                  </a:lnTo>
                  <a:lnTo>
                    <a:pt x="271610" y="297691"/>
                  </a:lnTo>
                  <a:lnTo>
                    <a:pt x="275685" y="294323"/>
                  </a:lnTo>
                  <a:lnTo>
                    <a:pt x="279652" y="290828"/>
                  </a:lnTo>
                  <a:lnTo>
                    <a:pt x="283505" y="287210"/>
                  </a:lnTo>
                  <a:lnTo>
                    <a:pt x="287243" y="283471"/>
                  </a:lnTo>
                  <a:lnTo>
                    <a:pt x="290860" y="279616"/>
                  </a:lnTo>
                  <a:lnTo>
                    <a:pt x="294354" y="275649"/>
                  </a:lnTo>
                  <a:lnTo>
                    <a:pt x="297721" y="271573"/>
                  </a:lnTo>
                  <a:lnTo>
                    <a:pt x="300957" y="267393"/>
                  </a:lnTo>
                  <a:lnTo>
                    <a:pt x="304059" y="263112"/>
                  </a:lnTo>
                  <a:lnTo>
                    <a:pt x="307024" y="258736"/>
                  </a:lnTo>
                  <a:lnTo>
                    <a:pt x="309850" y="254268"/>
                  </a:lnTo>
                  <a:lnTo>
                    <a:pt x="312532" y="249713"/>
                  </a:lnTo>
                  <a:lnTo>
                    <a:pt x="315070" y="245075"/>
                  </a:lnTo>
                  <a:lnTo>
                    <a:pt x="317459" y="240359"/>
                  </a:lnTo>
                  <a:lnTo>
                    <a:pt x="319699" y="235571"/>
                  </a:lnTo>
                  <a:lnTo>
                    <a:pt x="321785" y="230714"/>
                  </a:lnTo>
                  <a:lnTo>
                    <a:pt x="323717" y="225793"/>
                  </a:lnTo>
                  <a:lnTo>
                    <a:pt x="325493" y="220813"/>
                  </a:lnTo>
                  <a:lnTo>
                    <a:pt x="327110" y="215780"/>
                  </a:lnTo>
                  <a:lnTo>
                    <a:pt x="328567" y="210699"/>
                  </a:lnTo>
                  <a:lnTo>
                    <a:pt x="329863" y="205574"/>
                  </a:lnTo>
                  <a:lnTo>
                    <a:pt x="330996" y="200410"/>
                  </a:lnTo>
                  <a:lnTo>
                    <a:pt x="331965" y="195213"/>
                  </a:lnTo>
                  <a:lnTo>
                    <a:pt x="332769" y="189988"/>
                  </a:lnTo>
                  <a:lnTo>
                    <a:pt x="333408" y="184741"/>
                  </a:lnTo>
                  <a:lnTo>
                    <a:pt x="333881" y="179475"/>
                  </a:lnTo>
                  <a:lnTo>
                    <a:pt x="334186" y="174198"/>
                  </a:lnTo>
                  <a:lnTo>
                    <a:pt x="334325" y="168913"/>
                  </a:lnTo>
                  <a:lnTo>
                    <a:pt x="334297" y="163627"/>
                  </a:lnTo>
                  <a:lnTo>
                    <a:pt x="334101" y="158344"/>
                  </a:lnTo>
                  <a:lnTo>
                    <a:pt x="333739" y="153070"/>
                  </a:lnTo>
                  <a:lnTo>
                    <a:pt x="333210" y="147810"/>
                  </a:lnTo>
                  <a:lnTo>
                    <a:pt x="332515" y="142570"/>
                  </a:lnTo>
                  <a:lnTo>
                    <a:pt x="331654" y="137354"/>
                  </a:lnTo>
                  <a:lnTo>
                    <a:pt x="330629" y="132168"/>
                  </a:lnTo>
                  <a:lnTo>
                    <a:pt x="329441" y="127016"/>
                  </a:lnTo>
                  <a:lnTo>
                    <a:pt x="328090" y="121906"/>
                  </a:lnTo>
                  <a:lnTo>
                    <a:pt x="326579" y="116840"/>
                  </a:lnTo>
                  <a:lnTo>
                    <a:pt x="324908" y="111824"/>
                  </a:lnTo>
                  <a:lnTo>
                    <a:pt x="323079" y="106864"/>
                  </a:lnTo>
                  <a:lnTo>
                    <a:pt x="321094" y="101965"/>
                  </a:lnTo>
                  <a:lnTo>
                    <a:pt x="318956" y="97130"/>
                  </a:lnTo>
                  <a:lnTo>
                    <a:pt x="316665" y="92366"/>
                  </a:lnTo>
                  <a:lnTo>
                    <a:pt x="314225" y="87676"/>
                  </a:lnTo>
                  <a:lnTo>
                    <a:pt x="311638" y="83066"/>
                  </a:lnTo>
                  <a:lnTo>
                    <a:pt x="308907" y="78540"/>
                  </a:lnTo>
                  <a:lnTo>
                    <a:pt x="306034" y="74102"/>
                  </a:lnTo>
                  <a:lnTo>
                    <a:pt x="303021" y="69758"/>
                  </a:lnTo>
                  <a:lnTo>
                    <a:pt x="299873" y="65511"/>
                  </a:lnTo>
                  <a:lnTo>
                    <a:pt x="296593" y="61366"/>
                  </a:lnTo>
                  <a:lnTo>
                    <a:pt x="293183" y="57326"/>
                  </a:lnTo>
                  <a:lnTo>
                    <a:pt x="289647" y="53397"/>
                  </a:lnTo>
                  <a:lnTo>
                    <a:pt x="285988" y="49581"/>
                  </a:lnTo>
                  <a:lnTo>
                    <a:pt x="282211" y="45882"/>
                  </a:lnTo>
                  <a:lnTo>
                    <a:pt x="278318" y="42305"/>
                  </a:lnTo>
                  <a:lnTo>
                    <a:pt x="274314" y="38853"/>
                  </a:lnTo>
                  <a:lnTo>
                    <a:pt x="270204" y="35530"/>
                  </a:lnTo>
                  <a:lnTo>
                    <a:pt x="265990" y="32337"/>
                  </a:lnTo>
                  <a:lnTo>
                    <a:pt x="261677" y="29280"/>
                  </a:lnTo>
                  <a:lnTo>
                    <a:pt x="257270" y="26361"/>
                  </a:lnTo>
                  <a:lnTo>
                    <a:pt x="252773" y="23582"/>
                  </a:lnTo>
                  <a:lnTo>
                    <a:pt x="248190" y="20947"/>
                  </a:lnTo>
                  <a:lnTo>
                    <a:pt x="243526" y="18458"/>
                  </a:lnTo>
                  <a:lnTo>
                    <a:pt x="238785" y="16118"/>
                  </a:lnTo>
                  <a:lnTo>
                    <a:pt x="233974" y="13929"/>
                  </a:lnTo>
                  <a:lnTo>
                    <a:pt x="229095" y="11893"/>
                  </a:lnTo>
                  <a:lnTo>
                    <a:pt x="224154" y="10013"/>
                  </a:lnTo>
                  <a:lnTo>
                    <a:pt x="219157" y="8290"/>
                  </a:lnTo>
                  <a:lnTo>
                    <a:pt x="214107" y="6725"/>
                  </a:lnTo>
                  <a:lnTo>
                    <a:pt x="209010" y="5321"/>
                  </a:lnTo>
                  <a:lnTo>
                    <a:pt x="203872" y="4079"/>
                  </a:lnTo>
                  <a:lnTo>
                    <a:pt x="198697" y="3000"/>
                  </a:lnTo>
                  <a:lnTo>
                    <a:pt x="193490" y="2085"/>
                  </a:lnTo>
                  <a:lnTo>
                    <a:pt x="188257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969" y="2406772"/>
              <a:ext cx="19764" cy="167167"/>
            </a:xfrm>
            <a:custGeom>
              <a:avLst/>
              <a:pathLst>
                <a:path w="19764" h="167167">
                  <a:moveTo>
                    <a:pt x="19764" y="0"/>
                  </a:moveTo>
                  <a:lnTo>
                    <a:pt x="9864" y="293"/>
                  </a:lnTo>
                  <a:lnTo>
                    <a:pt x="0" y="1172"/>
                  </a:lnTo>
                  <a:lnTo>
                    <a:pt x="1976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25969" y="2407944"/>
              <a:ext cx="19764" cy="165994"/>
            </a:xfrm>
            <a:custGeom>
              <a:avLst/>
              <a:pathLst>
                <a:path w="19764" h="165994">
                  <a:moveTo>
                    <a:pt x="0" y="0"/>
                  </a:moveTo>
                  <a:lnTo>
                    <a:pt x="19764" y="165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78567" y="2407944"/>
              <a:ext cx="334332" cy="333141"/>
            </a:xfrm>
            <a:custGeom>
              <a:avLst/>
              <a:pathLst>
                <a:path w="334332" h="333141">
                  <a:moveTo>
                    <a:pt x="147401" y="0"/>
                  </a:moveTo>
                  <a:lnTo>
                    <a:pt x="142158" y="708"/>
                  </a:lnTo>
                  <a:lnTo>
                    <a:pt x="136939" y="1582"/>
                  </a:lnTo>
                  <a:lnTo>
                    <a:pt x="131751" y="2621"/>
                  </a:lnTo>
                  <a:lnTo>
                    <a:pt x="126598" y="3824"/>
                  </a:lnTo>
                  <a:lnTo>
                    <a:pt x="121486" y="5189"/>
                  </a:lnTo>
                  <a:lnTo>
                    <a:pt x="116419" y="6716"/>
                  </a:lnTo>
                  <a:lnTo>
                    <a:pt x="111404" y="8401"/>
                  </a:lnTo>
                  <a:lnTo>
                    <a:pt x="106444" y="10245"/>
                  </a:lnTo>
                  <a:lnTo>
                    <a:pt x="101545" y="12245"/>
                  </a:lnTo>
                  <a:lnTo>
                    <a:pt x="96712" y="14399"/>
                  </a:lnTo>
                  <a:lnTo>
                    <a:pt x="91949" y="16705"/>
                  </a:lnTo>
                  <a:lnTo>
                    <a:pt x="87262" y="19160"/>
                  </a:lnTo>
                  <a:lnTo>
                    <a:pt x="82655" y="21762"/>
                  </a:lnTo>
                  <a:lnTo>
                    <a:pt x="78133" y="24509"/>
                  </a:lnTo>
                  <a:lnTo>
                    <a:pt x="73699" y="27398"/>
                  </a:lnTo>
                  <a:lnTo>
                    <a:pt x="69360" y="30425"/>
                  </a:lnTo>
                  <a:lnTo>
                    <a:pt x="65118" y="33589"/>
                  </a:lnTo>
                  <a:lnTo>
                    <a:pt x="60979" y="36885"/>
                  </a:lnTo>
                  <a:lnTo>
                    <a:pt x="56946" y="40310"/>
                  </a:lnTo>
                  <a:lnTo>
                    <a:pt x="53023" y="43862"/>
                  </a:lnTo>
                  <a:lnTo>
                    <a:pt x="49215" y="47535"/>
                  </a:lnTo>
                  <a:lnTo>
                    <a:pt x="45525" y="51328"/>
                  </a:lnTo>
                  <a:lnTo>
                    <a:pt x="41957" y="55235"/>
                  </a:lnTo>
                  <a:lnTo>
                    <a:pt x="38514" y="59253"/>
                  </a:lnTo>
                  <a:lnTo>
                    <a:pt x="35200" y="63378"/>
                  </a:lnTo>
                  <a:lnTo>
                    <a:pt x="32019" y="67606"/>
                  </a:lnTo>
                  <a:lnTo>
                    <a:pt x="28973" y="71933"/>
                  </a:lnTo>
                  <a:lnTo>
                    <a:pt x="26065" y="76353"/>
                  </a:lnTo>
                  <a:lnTo>
                    <a:pt x="23299" y="80864"/>
                  </a:lnTo>
                  <a:lnTo>
                    <a:pt x="20676" y="85460"/>
                  </a:lnTo>
                  <a:lnTo>
                    <a:pt x="18201" y="90136"/>
                  </a:lnTo>
                  <a:lnTo>
                    <a:pt x="15875" y="94889"/>
                  </a:lnTo>
                  <a:lnTo>
                    <a:pt x="13700" y="99713"/>
                  </a:lnTo>
                  <a:lnTo>
                    <a:pt x="11679" y="104603"/>
                  </a:lnTo>
                  <a:lnTo>
                    <a:pt x="9814" y="109555"/>
                  </a:lnTo>
                  <a:lnTo>
                    <a:pt x="8107" y="114563"/>
                  </a:lnTo>
                  <a:lnTo>
                    <a:pt x="6559" y="119623"/>
                  </a:lnTo>
                  <a:lnTo>
                    <a:pt x="5171" y="124729"/>
                  </a:lnTo>
                  <a:lnTo>
                    <a:pt x="3947" y="129877"/>
                  </a:lnTo>
                  <a:lnTo>
                    <a:pt x="2885" y="135061"/>
                  </a:lnTo>
                  <a:lnTo>
                    <a:pt x="1989" y="140275"/>
                  </a:lnTo>
                  <a:lnTo>
                    <a:pt x="1257" y="145516"/>
                  </a:lnTo>
                  <a:lnTo>
                    <a:pt x="692" y="150777"/>
                  </a:lnTo>
                  <a:lnTo>
                    <a:pt x="294" y="156053"/>
                  </a:lnTo>
                  <a:lnTo>
                    <a:pt x="63" y="161340"/>
                  </a:lnTo>
                  <a:lnTo>
                    <a:pt x="0" y="166631"/>
                  </a:lnTo>
                  <a:lnTo>
                    <a:pt x="103" y="171921"/>
                  </a:lnTo>
                  <a:lnTo>
                    <a:pt x="375" y="177205"/>
                  </a:lnTo>
                  <a:lnTo>
                    <a:pt x="813" y="182478"/>
                  </a:lnTo>
                  <a:lnTo>
                    <a:pt x="1418" y="187735"/>
                  </a:lnTo>
                  <a:lnTo>
                    <a:pt x="2189" y="192970"/>
                  </a:lnTo>
                  <a:lnTo>
                    <a:pt x="3126" y="198178"/>
                  </a:lnTo>
                  <a:lnTo>
                    <a:pt x="4226" y="203353"/>
                  </a:lnTo>
                  <a:lnTo>
                    <a:pt x="5490" y="208491"/>
                  </a:lnTo>
                  <a:lnTo>
                    <a:pt x="6916" y="213587"/>
                  </a:lnTo>
                  <a:lnTo>
                    <a:pt x="8503" y="218635"/>
                  </a:lnTo>
                  <a:lnTo>
                    <a:pt x="10248" y="223630"/>
                  </a:lnTo>
                  <a:lnTo>
                    <a:pt x="12151" y="228567"/>
                  </a:lnTo>
                  <a:lnTo>
                    <a:pt x="14209" y="233442"/>
                  </a:lnTo>
                  <a:lnTo>
                    <a:pt x="16420" y="238249"/>
                  </a:lnTo>
                  <a:lnTo>
                    <a:pt x="18783" y="242984"/>
                  </a:lnTo>
                  <a:lnTo>
                    <a:pt x="21294" y="247642"/>
                  </a:lnTo>
                  <a:lnTo>
                    <a:pt x="23951" y="252217"/>
                  </a:lnTo>
                  <a:lnTo>
                    <a:pt x="26751" y="256707"/>
                  </a:lnTo>
                  <a:lnTo>
                    <a:pt x="29693" y="261105"/>
                  </a:lnTo>
                  <a:lnTo>
                    <a:pt x="32772" y="265409"/>
                  </a:lnTo>
                  <a:lnTo>
                    <a:pt x="35985" y="269612"/>
                  </a:lnTo>
                  <a:lnTo>
                    <a:pt x="39330" y="273712"/>
                  </a:lnTo>
                  <a:lnTo>
                    <a:pt x="42804" y="277704"/>
                  </a:lnTo>
                  <a:lnTo>
                    <a:pt x="46401" y="281584"/>
                  </a:lnTo>
                  <a:lnTo>
                    <a:pt x="50120" y="285348"/>
                  </a:lnTo>
                  <a:lnTo>
                    <a:pt x="53956" y="288993"/>
                  </a:lnTo>
                  <a:lnTo>
                    <a:pt x="57906" y="292514"/>
                  </a:lnTo>
                  <a:lnTo>
                    <a:pt x="61965" y="295909"/>
                  </a:lnTo>
                  <a:lnTo>
                    <a:pt x="66129" y="299173"/>
                  </a:lnTo>
                  <a:lnTo>
                    <a:pt x="70394" y="302304"/>
                  </a:lnTo>
                  <a:lnTo>
                    <a:pt x="74757" y="305298"/>
                  </a:lnTo>
                  <a:lnTo>
                    <a:pt x="79212" y="308153"/>
                  </a:lnTo>
                  <a:lnTo>
                    <a:pt x="83755" y="310866"/>
                  </a:lnTo>
                  <a:lnTo>
                    <a:pt x="88382" y="313433"/>
                  </a:lnTo>
                  <a:lnTo>
                    <a:pt x="93088" y="315852"/>
                  </a:lnTo>
                  <a:lnTo>
                    <a:pt x="97868" y="318122"/>
                  </a:lnTo>
                  <a:lnTo>
                    <a:pt x="102717" y="320239"/>
                  </a:lnTo>
                  <a:lnTo>
                    <a:pt x="107631" y="322201"/>
                  </a:lnTo>
                  <a:lnTo>
                    <a:pt x="112605" y="324007"/>
                  </a:lnTo>
                  <a:lnTo>
                    <a:pt x="117633" y="325655"/>
                  </a:lnTo>
                  <a:lnTo>
                    <a:pt x="122711" y="327143"/>
                  </a:lnTo>
                  <a:lnTo>
                    <a:pt x="127833" y="328469"/>
                  </a:lnTo>
                  <a:lnTo>
                    <a:pt x="132995" y="329632"/>
                  </a:lnTo>
                  <a:lnTo>
                    <a:pt x="138191" y="330632"/>
                  </a:lnTo>
                  <a:lnTo>
                    <a:pt x="143416" y="331466"/>
                  </a:lnTo>
                  <a:lnTo>
                    <a:pt x="148665" y="332135"/>
                  </a:lnTo>
                  <a:lnTo>
                    <a:pt x="153933" y="332637"/>
                  </a:lnTo>
                  <a:lnTo>
                    <a:pt x="159213" y="332973"/>
                  </a:lnTo>
                  <a:lnTo>
                    <a:pt x="164502" y="333141"/>
                  </a:lnTo>
                  <a:lnTo>
                    <a:pt x="169793" y="333141"/>
                  </a:lnTo>
                  <a:lnTo>
                    <a:pt x="175082" y="332974"/>
                  </a:lnTo>
                  <a:lnTo>
                    <a:pt x="180363" y="332640"/>
                  </a:lnTo>
                  <a:lnTo>
                    <a:pt x="185630" y="332139"/>
                  </a:lnTo>
                  <a:lnTo>
                    <a:pt x="190879" y="331471"/>
                  </a:lnTo>
                  <a:lnTo>
                    <a:pt x="196105" y="330638"/>
                  </a:lnTo>
                  <a:lnTo>
                    <a:pt x="201301" y="329640"/>
                  </a:lnTo>
                  <a:lnTo>
                    <a:pt x="206463" y="328477"/>
                  </a:lnTo>
                  <a:lnTo>
                    <a:pt x="211586" y="327152"/>
                  </a:lnTo>
                  <a:lnTo>
                    <a:pt x="216664" y="325666"/>
                  </a:lnTo>
                  <a:lnTo>
                    <a:pt x="221693" y="324019"/>
                  </a:lnTo>
                  <a:lnTo>
                    <a:pt x="226667" y="322214"/>
                  </a:lnTo>
                  <a:lnTo>
                    <a:pt x="231581" y="320253"/>
                  </a:lnTo>
                  <a:lnTo>
                    <a:pt x="236431" y="318137"/>
                  </a:lnTo>
                  <a:lnTo>
                    <a:pt x="241211" y="315868"/>
                  </a:lnTo>
                  <a:lnTo>
                    <a:pt x="245918" y="313450"/>
                  </a:lnTo>
                  <a:lnTo>
                    <a:pt x="250545" y="310884"/>
                  </a:lnTo>
                  <a:lnTo>
                    <a:pt x="255089" y="308172"/>
                  </a:lnTo>
                  <a:lnTo>
                    <a:pt x="259544" y="305318"/>
                  </a:lnTo>
                  <a:lnTo>
                    <a:pt x="263908" y="302325"/>
                  </a:lnTo>
                  <a:lnTo>
                    <a:pt x="268174" y="299195"/>
                  </a:lnTo>
                  <a:lnTo>
                    <a:pt x="272339" y="295931"/>
                  </a:lnTo>
                  <a:lnTo>
                    <a:pt x="276399" y="292537"/>
                  </a:lnTo>
                  <a:lnTo>
                    <a:pt x="280349" y="289017"/>
                  </a:lnTo>
                  <a:lnTo>
                    <a:pt x="284186" y="285373"/>
                  </a:lnTo>
                  <a:lnTo>
                    <a:pt x="287905" y="281610"/>
                  </a:lnTo>
                  <a:lnTo>
                    <a:pt x="291504" y="277731"/>
                  </a:lnTo>
                  <a:lnTo>
                    <a:pt x="294978" y="273740"/>
                  </a:lnTo>
                  <a:lnTo>
                    <a:pt x="298324" y="269640"/>
                  </a:lnTo>
                  <a:lnTo>
                    <a:pt x="301538" y="265437"/>
                  </a:lnTo>
                  <a:lnTo>
                    <a:pt x="304618" y="261135"/>
                  </a:lnTo>
                  <a:lnTo>
                    <a:pt x="307561" y="256737"/>
                  </a:lnTo>
                  <a:lnTo>
                    <a:pt x="310362" y="252248"/>
                  </a:lnTo>
                  <a:lnTo>
                    <a:pt x="313020" y="247673"/>
                  </a:lnTo>
                  <a:lnTo>
                    <a:pt x="315532" y="243016"/>
                  </a:lnTo>
                  <a:lnTo>
                    <a:pt x="317896" y="238282"/>
                  </a:lnTo>
                  <a:lnTo>
                    <a:pt x="320108" y="233475"/>
                  </a:lnTo>
                  <a:lnTo>
                    <a:pt x="322167" y="228601"/>
                  </a:lnTo>
                  <a:lnTo>
                    <a:pt x="324071" y="223664"/>
                  </a:lnTo>
                  <a:lnTo>
                    <a:pt x="325817" y="218669"/>
                  </a:lnTo>
                  <a:lnTo>
                    <a:pt x="327405" y="213622"/>
                  </a:lnTo>
                  <a:lnTo>
                    <a:pt x="328832" y="208526"/>
                  </a:lnTo>
                  <a:lnTo>
                    <a:pt x="330097" y="203388"/>
                  </a:lnTo>
                  <a:lnTo>
                    <a:pt x="331199" y="198213"/>
                  </a:lnTo>
                  <a:lnTo>
                    <a:pt x="332137" y="193005"/>
                  </a:lnTo>
                  <a:lnTo>
                    <a:pt x="332909" y="187771"/>
                  </a:lnTo>
                  <a:lnTo>
                    <a:pt x="333515" y="182514"/>
                  </a:lnTo>
                  <a:lnTo>
                    <a:pt x="333954" y="177241"/>
                  </a:lnTo>
                  <a:lnTo>
                    <a:pt x="334227" y="171957"/>
                  </a:lnTo>
                  <a:lnTo>
                    <a:pt x="334332" y="166667"/>
                  </a:lnTo>
                  <a:lnTo>
                    <a:pt x="334269" y="161376"/>
                  </a:lnTo>
                  <a:lnTo>
                    <a:pt x="334039" y="156089"/>
                  </a:lnTo>
                  <a:lnTo>
                    <a:pt x="333642" y="150813"/>
                  </a:lnTo>
                  <a:lnTo>
                    <a:pt x="333079" y="145552"/>
                  </a:lnTo>
                  <a:lnTo>
                    <a:pt x="332348" y="140311"/>
                  </a:lnTo>
                  <a:lnTo>
                    <a:pt x="331453" y="135096"/>
                  </a:lnTo>
                  <a:lnTo>
                    <a:pt x="330393" y="129912"/>
                  </a:lnTo>
                  <a:lnTo>
                    <a:pt x="329169" y="124764"/>
                  </a:lnTo>
                  <a:lnTo>
                    <a:pt x="327783" y="119658"/>
                  </a:lnTo>
                  <a:lnTo>
                    <a:pt x="326236" y="114597"/>
                  </a:lnTo>
                  <a:lnTo>
                    <a:pt x="324529" y="109589"/>
                  </a:lnTo>
                  <a:lnTo>
                    <a:pt x="322665" y="104637"/>
                  </a:lnTo>
                  <a:lnTo>
                    <a:pt x="320646" y="99746"/>
                  </a:lnTo>
                  <a:lnTo>
                    <a:pt x="318472" y="94922"/>
                  </a:lnTo>
                  <a:lnTo>
                    <a:pt x="316147" y="90169"/>
                  </a:lnTo>
                  <a:lnTo>
                    <a:pt x="313672" y="85491"/>
                  </a:lnTo>
                  <a:lnTo>
                    <a:pt x="311051" y="80895"/>
                  </a:lnTo>
                  <a:lnTo>
                    <a:pt x="308286" y="76384"/>
                  </a:lnTo>
                  <a:lnTo>
                    <a:pt x="305379" y="71962"/>
                  </a:lnTo>
                  <a:lnTo>
                    <a:pt x="302334" y="67635"/>
                  </a:lnTo>
                  <a:lnTo>
                    <a:pt x="299153" y="63407"/>
                  </a:lnTo>
                  <a:lnTo>
                    <a:pt x="295840" y="59281"/>
                  </a:lnTo>
                  <a:lnTo>
                    <a:pt x="292398" y="55262"/>
                  </a:lnTo>
                  <a:lnTo>
                    <a:pt x="288831" y="51354"/>
                  </a:lnTo>
                  <a:lnTo>
                    <a:pt x="285142" y="47561"/>
                  </a:lnTo>
                  <a:lnTo>
                    <a:pt x="281334" y="43886"/>
                  </a:lnTo>
                  <a:lnTo>
                    <a:pt x="277413" y="40334"/>
                  </a:lnTo>
                  <a:lnTo>
                    <a:pt x="273380" y="36908"/>
                  </a:lnTo>
                  <a:lnTo>
                    <a:pt x="269242" y="33611"/>
                  </a:lnTo>
                  <a:lnTo>
                    <a:pt x="265001" y="30446"/>
                  </a:lnTo>
                  <a:lnTo>
                    <a:pt x="260662" y="27418"/>
                  </a:lnTo>
                  <a:lnTo>
                    <a:pt x="256229" y="24528"/>
                  </a:lnTo>
                  <a:lnTo>
                    <a:pt x="251707" y="21780"/>
                  </a:lnTo>
                  <a:lnTo>
                    <a:pt x="247101" y="19177"/>
                  </a:lnTo>
                  <a:lnTo>
                    <a:pt x="242414" y="16721"/>
                  </a:lnTo>
                  <a:lnTo>
                    <a:pt x="237652" y="14414"/>
                  </a:lnTo>
                  <a:lnTo>
                    <a:pt x="232819" y="12259"/>
                  </a:lnTo>
                  <a:lnTo>
                    <a:pt x="227921" y="10258"/>
                  </a:lnTo>
                  <a:lnTo>
                    <a:pt x="222962" y="8413"/>
                  </a:lnTo>
                  <a:lnTo>
                    <a:pt x="217946" y="6727"/>
                  </a:lnTo>
                  <a:lnTo>
                    <a:pt x="212880" y="5199"/>
                  </a:lnTo>
                  <a:lnTo>
                    <a:pt x="207768" y="3833"/>
                  </a:lnTo>
                  <a:lnTo>
                    <a:pt x="202616" y="2629"/>
                  </a:lnTo>
                  <a:lnTo>
                    <a:pt x="197428" y="1589"/>
                  </a:lnTo>
                  <a:lnTo>
                    <a:pt x="192209" y="714"/>
                  </a:lnTo>
                  <a:lnTo>
                    <a:pt x="186966" y="4"/>
                  </a:lnTo>
                  <a:lnTo>
                    <a:pt x="167166" y="165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45733" y="2406772"/>
              <a:ext cx="19800" cy="167167"/>
            </a:xfrm>
            <a:custGeom>
              <a:avLst/>
              <a:pathLst>
                <a:path w="19800" h="167167">
                  <a:moveTo>
                    <a:pt x="19800" y="1176"/>
                  </a:moveTo>
                  <a:lnTo>
                    <a:pt x="9917" y="2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834" y="2911194"/>
              <a:ext cx="3146" cy="167167"/>
            </a:xfrm>
            <a:custGeom>
              <a:avLst/>
              <a:pathLst>
                <a:path w="3146" h="167167">
                  <a:moveTo>
                    <a:pt x="3146" y="0"/>
                  </a:moveTo>
                  <a:lnTo>
                    <a:pt x="0" y="29"/>
                  </a:lnTo>
                  <a:lnTo>
                    <a:pt x="3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2834" y="2911224"/>
              <a:ext cx="3146" cy="167137"/>
            </a:xfrm>
            <a:custGeom>
              <a:avLst/>
              <a:pathLst>
                <a:path w="3146" h="167137">
                  <a:moveTo>
                    <a:pt x="0" y="0"/>
                  </a:moveTo>
                  <a:lnTo>
                    <a:pt x="3146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358813" y="2911224"/>
              <a:ext cx="334318" cy="334300"/>
            </a:xfrm>
            <a:custGeom>
              <a:avLst/>
              <a:pathLst>
                <a:path w="334318" h="334300">
                  <a:moveTo>
                    <a:pt x="164020" y="0"/>
                  </a:moveTo>
                  <a:lnTo>
                    <a:pt x="158737" y="183"/>
                  </a:lnTo>
                  <a:lnTo>
                    <a:pt x="153463" y="533"/>
                  </a:lnTo>
                  <a:lnTo>
                    <a:pt x="148202" y="1049"/>
                  </a:lnTo>
                  <a:lnTo>
                    <a:pt x="142961" y="1732"/>
                  </a:lnTo>
                  <a:lnTo>
                    <a:pt x="137743" y="2580"/>
                  </a:lnTo>
                  <a:lnTo>
                    <a:pt x="132555" y="3592"/>
                  </a:lnTo>
                  <a:lnTo>
                    <a:pt x="127402" y="4768"/>
                  </a:lnTo>
                  <a:lnTo>
                    <a:pt x="122288" y="6107"/>
                  </a:lnTo>
                  <a:lnTo>
                    <a:pt x="117219" y="7606"/>
                  </a:lnTo>
                  <a:lnTo>
                    <a:pt x="112201" y="9265"/>
                  </a:lnTo>
                  <a:lnTo>
                    <a:pt x="107237" y="11082"/>
                  </a:lnTo>
                  <a:lnTo>
                    <a:pt x="102333" y="13054"/>
                  </a:lnTo>
                  <a:lnTo>
                    <a:pt x="97494" y="15181"/>
                  </a:lnTo>
                  <a:lnTo>
                    <a:pt x="92724" y="17460"/>
                  </a:lnTo>
                  <a:lnTo>
                    <a:pt x="88029" y="19888"/>
                  </a:lnTo>
                  <a:lnTo>
                    <a:pt x="83413" y="22464"/>
                  </a:lnTo>
                  <a:lnTo>
                    <a:pt x="78881" y="25184"/>
                  </a:lnTo>
                  <a:lnTo>
                    <a:pt x="74437" y="28046"/>
                  </a:lnTo>
                  <a:lnTo>
                    <a:pt x="70086" y="31048"/>
                  </a:lnTo>
                  <a:lnTo>
                    <a:pt x="65832" y="34185"/>
                  </a:lnTo>
                  <a:lnTo>
                    <a:pt x="61679" y="37455"/>
                  </a:lnTo>
                  <a:lnTo>
                    <a:pt x="57632" y="40855"/>
                  </a:lnTo>
                  <a:lnTo>
                    <a:pt x="53694" y="44382"/>
                  </a:lnTo>
                  <a:lnTo>
                    <a:pt x="49870" y="48030"/>
                  </a:lnTo>
                  <a:lnTo>
                    <a:pt x="46163" y="51798"/>
                  </a:lnTo>
                  <a:lnTo>
                    <a:pt x="42577" y="55682"/>
                  </a:lnTo>
                  <a:lnTo>
                    <a:pt x="39115" y="59677"/>
                  </a:lnTo>
                  <a:lnTo>
                    <a:pt x="35782" y="63779"/>
                  </a:lnTo>
                  <a:lnTo>
                    <a:pt x="32579" y="67984"/>
                  </a:lnTo>
                  <a:lnTo>
                    <a:pt x="29512" y="72289"/>
                  </a:lnTo>
                  <a:lnTo>
                    <a:pt x="26582" y="76689"/>
                  </a:lnTo>
                  <a:lnTo>
                    <a:pt x="23793" y="81179"/>
                  </a:lnTo>
                  <a:lnTo>
                    <a:pt x="21147" y="85755"/>
                  </a:lnTo>
                  <a:lnTo>
                    <a:pt x="18647" y="90412"/>
                  </a:lnTo>
                  <a:lnTo>
                    <a:pt x="16295" y="95146"/>
                  </a:lnTo>
                  <a:lnTo>
                    <a:pt x="14094" y="99952"/>
                  </a:lnTo>
                  <a:lnTo>
                    <a:pt x="12047" y="104825"/>
                  </a:lnTo>
                  <a:lnTo>
                    <a:pt x="10154" y="109760"/>
                  </a:lnTo>
                  <a:lnTo>
                    <a:pt x="8419" y="114753"/>
                  </a:lnTo>
                  <a:lnTo>
                    <a:pt x="6842" y="119798"/>
                  </a:lnTo>
                  <a:lnTo>
                    <a:pt x="5425" y="124891"/>
                  </a:lnTo>
                  <a:lnTo>
                    <a:pt x="4170" y="130026"/>
                  </a:lnTo>
                  <a:lnTo>
                    <a:pt x="3079" y="135198"/>
                  </a:lnTo>
                  <a:lnTo>
                    <a:pt x="2151" y="140401"/>
                  </a:lnTo>
                  <a:lnTo>
                    <a:pt x="1388" y="145632"/>
                  </a:lnTo>
                  <a:lnTo>
                    <a:pt x="791" y="150884"/>
                  </a:lnTo>
                  <a:lnTo>
                    <a:pt x="360" y="156152"/>
                  </a:lnTo>
                  <a:lnTo>
                    <a:pt x="96" y="161432"/>
                  </a:lnTo>
                  <a:lnTo>
                    <a:pt x="0" y="166717"/>
                  </a:lnTo>
                  <a:lnTo>
                    <a:pt x="70" y="172002"/>
                  </a:lnTo>
                  <a:lnTo>
                    <a:pt x="307" y="177283"/>
                  </a:lnTo>
                  <a:lnTo>
                    <a:pt x="711" y="182553"/>
                  </a:lnTo>
                  <a:lnTo>
                    <a:pt x="1282" y="187808"/>
                  </a:lnTo>
                  <a:lnTo>
                    <a:pt x="2018" y="193042"/>
                  </a:lnTo>
                  <a:lnTo>
                    <a:pt x="2920" y="198251"/>
                  </a:lnTo>
                  <a:lnTo>
                    <a:pt x="3986" y="203428"/>
                  </a:lnTo>
                  <a:lnTo>
                    <a:pt x="5215" y="208569"/>
                  </a:lnTo>
                  <a:lnTo>
                    <a:pt x="6606" y="213669"/>
                  </a:lnTo>
                  <a:lnTo>
                    <a:pt x="8157" y="218722"/>
                  </a:lnTo>
                  <a:lnTo>
                    <a:pt x="9867" y="223723"/>
                  </a:lnTo>
                  <a:lnTo>
                    <a:pt x="11735" y="228668"/>
                  </a:lnTo>
                  <a:lnTo>
                    <a:pt x="13758" y="233551"/>
                  </a:lnTo>
                  <a:lnTo>
                    <a:pt x="15935" y="238368"/>
                  </a:lnTo>
                  <a:lnTo>
                    <a:pt x="18262" y="243114"/>
                  </a:lnTo>
                  <a:lnTo>
                    <a:pt x="20739" y="247784"/>
                  </a:lnTo>
                  <a:lnTo>
                    <a:pt x="23362" y="252373"/>
                  </a:lnTo>
                  <a:lnTo>
                    <a:pt x="26128" y="256877"/>
                  </a:lnTo>
                  <a:lnTo>
                    <a:pt x="29036" y="261291"/>
                  </a:lnTo>
                  <a:lnTo>
                    <a:pt x="32082" y="265612"/>
                  </a:lnTo>
                  <a:lnTo>
                    <a:pt x="35263" y="269833"/>
                  </a:lnTo>
                  <a:lnTo>
                    <a:pt x="38576" y="273952"/>
                  </a:lnTo>
                  <a:lnTo>
                    <a:pt x="42017" y="277964"/>
                  </a:lnTo>
                  <a:lnTo>
                    <a:pt x="45584" y="281866"/>
                  </a:lnTo>
                  <a:lnTo>
                    <a:pt x="49272" y="285652"/>
                  </a:lnTo>
                  <a:lnTo>
                    <a:pt x="53078" y="289320"/>
                  </a:lnTo>
                  <a:lnTo>
                    <a:pt x="56998" y="292866"/>
                  </a:lnTo>
                  <a:lnTo>
                    <a:pt x="61028" y="296287"/>
                  </a:lnTo>
                  <a:lnTo>
                    <a:pt x="65164" y="299578"/>
                  </a:lnTo>
                  <a:lnTo>
                    <a:pt x="69402" y="302737"/>
                  </a:lnTo>
                  <a:lnTo>
                    <a:pt x="73738" y="305760"/>
                  </a:lnTo>
                  <a:lnTo>
                    <a:pt x="78168" y="308644"/>
                  </a:lnTo>
                  <a:lnTo>
                    <a:pt x="82686" y="311387"/>
                  </a:lnTo>
                  <a:lnTo>
                    <a:pt x="87289" y="313986"/>
                  </a:lnTo>
                  <a:lnTo>
                    <a:pt x="91972" y="316438"/>
                  </a:lnTo>
                  <a:lnTo>
                    <a:pt x="96730" y="318741"/>
                  </a:lnTo>
                  <a:lnTo>
                    <a:pt x="101558" y="320892"/>
                  </a:lnTo>
                  <a:lnTo>
                    <a:pt x="106452" y="322889"/>
                  </a:lnTo>
                  <a:lnTo>
                    <a:pt x="111407" y="324731"/>
                  </a:lnTo>
                  <a:lnTo>
                    <a:pt x="116417" y="326415"/>
                  </a:lnTo>
                  <a:lnTo>
                    <a:pt x="121478" y="327940"/>
                  </a:lnTo>
                  <a:lnTo>
                    <a:pt x="126585" y="329304"/>
                  </a:lnTo>
                  <a:lnTo>
                    <a:pt x="131732" y="330506"/>
                  </a:lnTo>
                  <a:lnTo>
                    <a:pt x="136915" y="331545"/>
                  </a:lnTo>
                  <a:lnTo>
                    <a:pt x="142128" y="332419"/>
                  </a:lnTo>
                  <a:lnTo>
                    <a:pt x="147366" y="333128"/>
                  </a:lnTo>
                  <a:lnTo>
                    <a:pt x="152624" y="333671"/>
                  </a:lnTo>
                  <a:lnTo>
                    <a:pt x="157897" y="334048"/>
                  </a:lnTo>
                  <a:lnTo>
                    <a:pt x="163179" y="334257"/>
                  </a:lnTo>
                  <a:lnTo>
                    <a:pt x="168464" y="334300"/>
                  </a:lnTo>
                  <a:lnTo>
                    <a:pt x="173749" y="334175"/>
                  </a:lnTo>
                  <a:lnTo>
                    <a:pt x="179026" y="333884"/>
                  </a:lnTo>
                  <a:lnTo>
                    <a:pt x="184292" y="333425"/>
                  </a:lnTo>
                  <a:lnTo>
                    <a:pt x="189541" y="332801"/>
                  </a:lnTo>
                  <a:lnTo>
                    <a:pt x="194768" y="332010"/>
                  </a:lnTo>
                  <a:lnTo>
                    <a:pt x="199967" y="331055"/>
                  </a:lnTo>
                  <a:lnTo>
                    <a:pt x="205133" y="329936"/>
                  </a:lnTo>
                  <a:lnTo>
                    <a:pt x="210261" y="328655"/>
                  </a:lnTo>
                  <a:lnTo>
                    <a:pt x="215346" y="327211"/>
                  </a:lnTo>
                  <a:lnTo>
                    <a:pt x="220383" y="325608"/>
                  </a:lnTo>
                  <a:lnTo>
                    <a:pt x="225366" y="323846"/>
                  </a:lnTo>
                  <a:lnTo>
                    <a:pt x="230292" y="321928"/>
                  </a:lnTo>
                  <a:lnTo>
                    <a:pt x="235154" y="319855"/>
                  </a:lnTo>
                  <a:lnTo>
                    <a:pt x="239949" y="317629"/>
                  </a:lnTo>
                  <a:lnTo>
                    <a:pt x="244670" y="315253"/>
                  </a:lnTo>
                  <a:lnTo>
                    <a:pt x="249314" y="312728"/>
                  </a:lnTo>
                  <a:lnTo>
                    <a:pt x="253876" y="310058"/>
                  </a:lnTo>
                  <a:lnTo>
                    <a:pt x="258351" y="307245"/>
                  </a:lnTo>
                  <a:lnTo>
                    <a:pt x="262736" y="304292"/>
                  </a:lnTo>
                  <a:lnTo>
                    <a:pt x="267024" y="301202"/>
                  </a:lnTo>
                  <a:lnTo>
                    <a:pt x="271213" y="297978"/>
                  </a:lnTo>
                  <a:lnTo>
                    <a:pt x="275298" y="294623"/>
                  </a:lnTo>
                  <a:lnTo>
                    <a:pt x="279274" y="291141"/>
                  </a:lnTo>
                  <a:lnTo>
                    <a:pt x="283139" y="287534"/>
                  </a:lnTo>
                  <a:lnTo>
                    <a:pt x="286887" y="283807"/>
                  </a:lnTo>
                  <a:lnTo>
                    <a:pt x="290516" y="279964"/>
                  </a:lnTo>
                  <a:lnTo>
                    <a:pt x="294021" y="276008"/>
                  </a:lnTo>
                  <a:lnTo>
                    <a:pt x="297400" y="271943"/>
                  </a:lnTo>
                  <a:lnTo>
                    <a:pt x="300649" y="267773"/>
                  </a:lnTo>
                  <a:lnTo>
                    <a:pt x="303763" y="263502"/>
                  </a:lnTo>
                  <a:lnTo>
                    <a:pt x="306742" y="259135"/>
                  </a:lnTo>
                  <a:lnTo>
                    <a:pt x="309581" y="254677"/>
                  </a:lnTo>
                  <a:lnTo>
                    <a:pt x="312277" y="250130"/>
                  </a:lnTo>
                  <a:lnTo>
                    <a:pt x="314829" y="245501"/>
                  </a:lnTo>
                  <a:lnTo>
                    <a:pt x="317232" y="240793"/>
                  </a:lnTo>
                  <a:lnTo>
                    <a:pt x="319486" y="236012"/>
                  </a:lnTo>
                  <a:lnTo>
                    <a:pt x="321587" y="231162"/>
                  </a:lnTo>
                  <a:lnTo>
                    <a:pt x="323534" y="226247"/>
                  </a:lnTo>
                  <a:lnTo>
                    <a:pt x="325325" y="221274"/>
                  </a:lnTo>
                  <a:lnTo>
                    <a:pt x="326958" y="216247"/>
                  </a:lnTo>
                  <a:lnTo>
                    <a:pt x="328430" y="211170"/>
                  </a:lnTo>
                  <a:lnTo>
                    <a:pt x="329742" y="206049"/>
                  </a:lnTo>
                  <a:lnTo>
                    <a:pt x="330891" y="200890"/>
                  </a:lnTo>
                  <a:lnTo>
                    <a:pt x="331876" y="195697"/>
                  </a:lnTo>
                  <a:lnTo>
                    <a:pt x="332697" y="190475"/>
                  </a:lnTo>
                  <a:lnTo>
                    <a:pt x="333352" y="185230"/>
                  </a:lnTo>
                  <a:lnTo>
                    <a:pt x="333841" y="179967"/>
                  </a:lnTo>
                  <a:lnTo>
                    <a:pt x="334163" y="174691"/>
                  </a:lnTo>
                  <a:lnTo>
                    <a:pt x="334318" y="169407"/>
                  </a:lnTo>
                  <a:lnTo>
                    <a:pt x="334307" y="164121"/>
                  </a:lnTo>
                  <a:lnTo>
                    <a:pt x="334128" y="158838"/>
                  </a:lnTo>
                  <a:lnTo>
                    <a:pt x="333782" y="153564"/>
                  </a:lnTo>
                  <a:lnTo>
                    <a:pt x="333269" y="148303"/>
                  </a:lnTo>
                  <a:lnTo>
                    <a:pt x="332591" y="143061"/>
                  </a:lnTo>
                  <a:lnTo>
                    <a:pt x="331747" y="137843"/>
                  </a:lnTo>
                  <a:lnTo>
                    <a:pt x="330739" y="132654"/>
                  </a:lnTo>
                  <a:lnTo>
                    <a:pt x="329567" y="127499"/>
                  </a:lnTo>
                  <a:lnTo>
                    <a:pt x="328232" y="122385"/>
                  </a:lnTo>
                  <a:lnTo>
                    <a:pt x="326737" y="117315"/>
                  </a:lnTo>
                  <a:lnTo>
                    <a:pt x="325082" y="112295"/>
                  </a:lnTo>
                  <a:lnTo>
                    <a:pt x="323269" y="107329"/>
                  </a:lnTo>
                  <a:lnTo>
                    <a:pt x="321300" y="102424"/>
                  </a:lnTo>
                  <a:lnTo>
                    <a:pt x="319177" y="97583"/>
                  </a:lnTo>
                  <a:lnTo>
                    <a:pt x="316902" y="92812"/>
                  </a:lnTo>
                  <a:lnTo>
                    <a:pt x="314477" y="88115"/>
                  </a:lnTo>
                  <a:lnTo>
                    <a:pt x="311905" y="83497"/>
                  </a:lnTo>
                  <a:lnTo>
                    <a:pt x="309188" y="78963"/>
                  </a:lnTo>
                  <a:lnTo>
                    <a:pt x="306330" y="74517"/>
                  </a:lnTo>
                  <a:lnTo>
                    <a:pt x="303332" y="70163"/>
                  </a:lnTo>
                  <a:lnTo>
                    <a:pt x="300198" y="65907"/>
                  </a:lnTo>
                  <a:lnTo>
                    <a:pt x="296931" y="61751"/>
                  </a:lnTo>
                  <a:lnTo>
                    <a:pt x="293534" y="57701"/>
                  </a:lnTo>
                  <a:lnTo>
                    <a:pt x="290011" y="53761"/>
                  </a:lnTo>
                  <a:lnTo>
                    <a:pt x="286365" y="49934"/>
                  </a:lnTo>
                  <a:lnTo>
                    <a:pt x="282600" y="46224"/>
                  </a:lnTo>
                  <a:lnTo>
                    <a:pt x="278719" y="42634"/>
                  </a:lnTo>
                  <a:lnTo>
                    <a:pt x="274727" y="39170"/>
                  </a:lnTo>
                  <a:lnTo>
                    <a:pt x="270627" y="35833"/>
                  </a:lnTo>
                  <a:lnTo>
                    <a:pt x="266424" y="32628"/>
                  </a:lnTo>
                  <a:lnTo>
                    <a:pt x="262122" y="29557"/>
                  </a:lnTo>
                  <a:lnTo>
                    <a:pt x="257725" y="26623"/>
                  </a:lnTo>
                  <a:lnTo>
                    <a:pt x="253237" y="23831"/>
                  </a:lnTo>
                  <a:lnTo>
                    <a:pt x="248663" y="21181"/>
                  </a:lnTo>
                  <a:lnTo>
                    <a:pt x="244008" y="18677"/>
                  </a:lnTo>
                  <a:lnTo>
                    <a:pt x="239276" y="16322"/>
                  </a:lnTo>
                  <a:lnTo>
                    <a:pt x="234471" y="14118"/>
                  </a:lnTo>
                  <a:lnTo>
                    <a:pt x="229600" y="12066"/>
                  </a:lnTo>
                  <a:lnTo>
                    <a:pt x="224666" y="10170"/>
                  </a:lnTo>
                  <a:lnTo>
                    <a:pt x="219674" y="8430"/>
                  </a:lnTo>
                  <a:lnTo>
                    <a:pt x="214630" y="6850"/>
                  </a:lnTo>
                  <a:lnTo>
                    <a:pt x="167166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2911194"/>
              <a:ext cx="47463" cy="167167"/>
            </a:xfrm>
            <a:custGeom>
              <a:avLst/>
              <a:pathLst>
                <a:path w="47463" h="167167">
                  <a:moveTo>
                    <a:pt x="47463" y="6879"/>
                  </a:moveTo>
                  <a:lnTo>
                    <a:pt x="41666" y="5275"/>
                  </a:lnTo>
                  <a:lnTo>
                    <a:pt x="35814" y="3881"/>
                  </a:lnTo>
                  <a:lnTo>
                    <a:pt x="29916" y="2698"/>
                  </a:lnTo>
                  <a:lnTo>
                    <a:pt x="23979" y="1728"/>
                  </a:lnTo>
                  <a:lnTo>
                    <a:pt x="18012" y="973"/>
                  </a:lnTo>
                  <a:lnTo>
                    <a:pt x="12021" y="432"/>
                  </a:lnTo>
                  <a:lnTo>
                    <a:pt x="601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8634" y="3429590"/>
              <a:ext cx="17346" cy="167167"/>
            </a:xfrm>
            <a:custGeom>
              <a:avLst/>
              <a:pathLst>
                <a:path w="17346" h="167167">
                  <a:moveTo>
                    <a:pt x="17346" y="0"/>
                  </a:moveTo>
                  <a:lnTo>
                    <a:pt x="8661" y="225"/>
                  </a:lnTo>
                  <a:lnTo>
                    <a:pt x="0" y="902"/>
                  </a:lnTo>
                  <a:lnTo>
                    <a:pt x="173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08634" y="3430492"/>
              <a:ext cx="17346" cy="166264"/>
            </a:xfrm>
            <a:custGeom>
              <a:avLst/>
              <a:pathLst>
                <a:path w="17346" h="166264">
                  <a:moveTo>
                    <a:pt x="0" y="0"/>
                  </a:moveTo>
                  <a:lnTo>
                    <a:pt x="17346" y="1662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358819" y="3430492"/>
              <a:ext cx="334317" cy="333429"/>
            </a:xfrm>
            <a:custGeom>
              <a:avLst/>
              <a:pathLst>
                <a:path w="334317" h="333429">
                  <a:moveTo>
                    <a:pt x="149814" y="0"/>
                  </a:moveTo>
                  <a:lnTo>
                    <a:pt x="144553" y="633"/>
                  </a:lnTo>
                  <a:lnTo>
                    <a:pt x="139314" y="1433"/>
                  </a:lnTo>
                  <a:lnTo>
                    <a:pt x="134103" y="2398"/>
                  </a:lnTo>
                  <a:lnTo>
                    <a:pt x="128926" y="3528"/>
                  </a:lnTo>
                  <a:lnTo>
                    <a:pt x="123786" y="4822"/>
                  </a:lnTo>
                  <a:lnTo>
                    <a:pt x="118691" y="6278"/>
                  </a:lnTo>
                  <a:lnTo>
                    <a:pt x="113644" y="7895"/>
                  </a:lnTo>
                  <a:lnTo>
                    <a:pt x="108651" y="9671"/>
                  </a:lnTo>
                  <a:lnTo>
                    <a:pt x="103717" y="11604"/>
                  </a:lnTo>
                  <a:lnTo>
                    <a:pt x="98846" y="13693"/>
                  </a:lnTo>
                  <a:lnTo>
                    <a:pt x="94044" y="15935"/>
                  </a:lnTo>
                  <a:lnTo>
                    <a:pt x="89316" y="18328"/>
                  </a:lnTo>
                  <a:lnTo>
                    <a:pt x="84666" y="20870"/>
                  </a:lnTo>
                  <a:lnTo>
                    <a:pt x="80099" y="23558"/>
                  </a:lnTo>
                  <a:lnTo>
                    <a:pt x="75619" y="26389"/>
                  </a:lnTo>
                  <a:lnTo>
                    <a:pt x="71231" y="29361"/>
                  </a:lnTo>
                  <a:lnTo>
                    <a:pt x="66940" y="32471"/>
                  </a:lnTo>
                  <a:lnTo>
                    <a:pt x="62749" y="35715"/>
                  </a:lnTo>
                  <a:lnTo>
                    <a:pt x="58664" y="39090"/>
                  </a:lnTo>
                  <a:lnTo>
                    <a:pt x="54687" y="42593"/>
                  </a:lnTo>
                  <a:lnTo>
                    <a:pt x="50823" y="46220"/>
                  </a:lnTo>
                  <a:lnTo>
                    <a:pt x="47077" y="49968"/>
                  </a:lnTo>
                  <a:lnTo>
                    <a:pt x="43451" y="53833"/>
                  </a:lnTo>
                  <a:lnTo>
                    <a:pt x="39949" y="57811"/>
                  </a:lnTo>
                  <a:lnTo>
                    <a:pt x="36575" y="61898"/>
                  </a:lnTo>
                  <a:lnTo>
                    <a:pt x="33333" y="66090"/>
                  </a:lnTo>
                  <a:lnTo>
                    <a:pt x="30225" y="70382"/>
                  </a:lnTo>
                  <a:lnTo>
                    <a:pt x="27254" y="74771"/>
                  </a:lnTo>
                  <a:lnTo>
                    <a:pt x="24424" y="79251"/>
                  </a:lnTo>
                  <a:lnTo>
                    <a:pt x="21738" y="83820"/>
                  </a:lnTo>
                  <a:lnTo>
                    <a:pt x="19198" y="88471"/>
                  </a:lnTo>
                  <a:lnTo>
                    <a:pt x="16806" y="93200"/>
                  </a:lnTo>
                  <a:lnTo>
                    <a:pt x="14566" y="98002"/>
                  </a:lnTo>
                  <a:lnTo>
                    <a:pt x="12479" y="102874"/>
                  </a:lnTo>
                  <a:lnTo>
                    <a:pt x="10547" y="107809"/>
                  </a:lnTo>
                  <a:lnTo>
                    <a:pt x="8773" y="112802"/>
                  </a:lnTo>
                  <a:lnTo>
                    <a:pt x="7158" y="117850"/>
                  </a:lnTo>
                  <a:lnTo>
                    <a:pt x="5704" y="122946"/>
                  </a:lnTo>
                  <a:lnTo>
                    <a:pt x="4412" y="128085"/>
                  </a:lnTo>
                  <a:lnTo>
                    <a:pt x="3283" y="133263"/>
                  </a:lnTo>
                  <a:lnTo>
                    <a:pt x="2320" y="138474"/>
                  </a:lnTo>
                  <a:lnTo>
                    <a:pt x="1522" y="143713"/>
                  </a:lnTo>
                  <a:lnTo>
                    <a:pt x="890" y="148975"/>
                  </a:lnTo>
                  <a:lnTo>
                    <a:pt x="425" y="154254"/>
                  </a:lnTo>
                  <a:lnTo>
                    <a:pt x="129" y="159545"/>
                  </a:lnTo>
                  <a:lnTo>
                    <a:pt x="0" y="164843"/>
                  </a:lnTo>
                  <a:lnTo>
                    <a:pt x="38" y="170143"/>
                  </a:lnTo>
                  <a:lnTo>
                    <a:pt x="245" y="175438"/>
                  </a:lnTo>
                  <a:lnTo>
                    <a:pt x="620" y="180724"/>
                  </a:lnTo>
                  <a:lnTo>
                    <a:pt x="1162" y="185996"/>
                  </a:lnTo>
                  <a:lnTo>
                    <a:pt x="1871" y="191248"/>
                  </a:lnTo>
                  <a:lnTo>
                    <a:pt x="2746" y="196475"/>
                  </a:lnTo>
                  <a:lnTo>
                    <a:pt x="3786" y="201671"/>
                  </a:lnTo>
                  <a:lnTo>
                    <a:pt x="4991" y="206832"/>
                  </a:lnTo>
                  <a:lnTo>
                    <a:pt x="6358" y="211952"/>
                  </a:lnTo>
                  <a:lnTo>
                    <a:pt x="7887" y="217026"/>
                  </a:lnTo>
                  <a:lnTo>
                    <a:pt x="9576" y="222049"/>
                  </a:lnTo>
                  <a:lnTo>
                    <a:pt x="11423" y="227016"/>
                  </a:lnTo>
                  <a:lnTo>
                    <a:pt x="13427" y="231922"/>
                  </a:lnTo>
                  <a:lnTo>
                    <a:pt x="15586" y="236762"/>
                  </a:lnTo>
                  <a:lnTo>
                    <a:pt x="17897" y="241531"/>
                  </a:lnTo>
                  <a:lnTo>
                    <a:pt x="20357" y="246225"/>
                  </a:lnTo>
                  <a:lnTo>
                    <a:pt x="22966" y="250838"/>
                  </a:lnTo>
                  <a:lnTo>
                    <a:pt x="25719" y="255366"/>
                  </a:lnTo>
                  <a:lnTo>
                    <a:pt x="28614" y="259805"/>
                  </a:lnTo>
                  <a:lnTo>
                    <a:pt x="31649" y="264150"/>
                  </a:lnTo>
                  <a:lnTo>
                    <a:pt x="34820" y="268396"/>
                  </a:lnTo>
                  <a:lnTo>
                    <a:pt x="38124" y="272539"/>
                  </a:lnTo>
                  <a:lnTo>
                    <a:pt x="41557" y="276576"/>
                  </a:lnTo>
                  <a:lnTo>
                    <a:pt x="45117" y="280502"/>
                  </a:lnTo>
                  <a:lnTo>
                    <a:pt x="48799" y="284313"/>
                  </a:lnTo>
                  <a:lnTo>
                    <a:pt x="52601" y="288006"/>
                  </a:lnTo>
                  <a:lnTo>
                    <a:pt x="56517" y="291576"/>
                  </a:lnTo>
                  <a:lnTo>
                    <a:pt x="60545" y="295020"/>
                  </a:lnTo>
                  <a:lnTo>
                    <a:pt x="64680" y="298335"/>
                  </a:lnTo>
                  <a:lnTo>
                    <a:pt x="68917" y="301517"/>
                  </a:lnTo>
                  <a:lnTo>
                    <a:pt x="73254" y="304563"/>
                  </a:lnTo>
                  <a:lnTo>
                    <a:pt x="77685" y="307470"/>
                  </a:lnTo>
                  <a:lnTo>
                    <a:pt x="82206" y="310235"/>
                  </a:lnTo>
                  <a:lnTo>
                    <a:pt x="86812" y="312856"/>
                  </a:lnTo>
                  <a:lnTo>
                    <a:pt x="91499" y="315329"/>
                  </a:lnTo>
                  <a:lnTo>
                    <a:pt x="96262" y="317652"/>
                  </a:lnTo>
                  <a:lnTo>
                    <a:pt x="101096" y="319824"/>
                  </a:lnTo>
                  <a:lnTo>
                    <a:pt x="105997" y="321841"/>
                  </a:lnTo>
                  <a:lnTo>
                    <a:pt x="110959" y="323701"/>
                  </a:lnTo>
                  <a:lnTo>
                    <a:pt x="115978" y="325404"/>
                  </a:lnTo>
                  <a:lnTo>
                    <a:pt x="121048" y="326946"/>
                  </a:lnTo>
                  <a:lnTo>
                    <a:pt x="126164" y="328327"/>
                  </a:lnTo>
                  <a:lnTo>
                    <a:pt x="131322" y="329545"/>
                  </a:lnTo>
                  <a:lnTo>
                    <a:pt x="136516" y="330599"/>
                  </a:lnTo>
                  <a:lnTo>
                    <a:pt x="141740" y="331488"/>
                  </a:lnTo>
                  <a:lnTo>
                    <a:pt x="146990" y="332211"/>
                  </a:lnTo>
                  <a:lnTo>
                    <a:pt x="152260" y="332767"/>
                  </a:lnTo>
                  <a:lnTo>
                    <a:pt x="157545" y="333155"/>
                  </a:lnTo>
                  <a:lnTo>
                    <a:pt x="162840" y="333376"/>
                  </a:lnTo>
                  <a:lnTo>
                    <a:pt x="168140" y="333429"/>
                  </a:lnTo>
                  <a:lnTo>
                    <a:pt x="173438" y="333314"/>
                  </a:lnTo>
                  <a:lnTo>
                    <a:pt x="178730" y="333031"/>
                  </a:lnTo>
                  <a:lnTo>
                    <a:pt x="184010" y="332581"/>
                  </a:lnTo>
                  <a:lnTo>
                    <a:pt x="189273" y="331963"/>
                  </a:lnTo>
                  <a:lnTo>
                    <a:pt x="194515" y="331179"/>
                  </a:lnTo>
                  <a:lnTo>
                    <a:pt x="199728" y="330229"/>
                  </a:lnTo>
                  <a:lnTo>
                    <a:pt x="204909" y="329114"/>
                  </a:lnTo>
                  <a:lnTo>
                    <a:pt x="210052" y="327836"/>
                  </a:lnTo>
                  <a:lnTo>
                    <a:pt x="215152" y="326395"/>
                  </a:lnTo>
                  <a:lnTo>
                    <a:pt x="220204" y="324793"/>
                  </a:lnTo>
                  <a:lnTo>
                    <a:pt x="225202" y="323032"/>
                  </a:lnTo>
                  <a:lnTo>
                    <a:pt x="230142" y="321114"/>
                  </a:lnTo>
                  <a:lnTo>
                    <a:pt x="235019" y="319040"/>
                  </a:lnTo>
                  <a:lnTo>
                    <a:pt x="239827" y="316812"/>
                  </a:lnTo>
                  <a:lnTo>
                    <a:pt x="244563" y="314433"/>
                  </a:lnTo>
                  <a:lnTo>
                    <a:pt x="249221" y="311905"/>
                  </a:lnTo>
                  <a:lnTo>
                    <a:pt x="253796" y="309231"/>
                  </a:lnTo>
                  <a:lnTo>
                    <a:pt x="258284" y="306413"/>
                  </a:lnTo>
                  <a:lnTo>
                    <a:pt x="262681" y="303454"/>
                  </a:lnTo>
                  <a:lnTo>
                    <a:pt x="266981" y="300357"/>
                  </a:lnTo>
                  <a:lnTo>
                    <a:pt x="271181" y="297126"/>
                  </a:lnTo>
                  <a:lnTo>
                    <a:pt x="275277" y="293763"/>
                  </a:lnTo>
                  <a:lnTo>
                    <a:pt x="279264" y="290272"/>
                  </a:lnTo>
                  <a:lnTo>
                    <a:pt x="283139" y="286656"/>
                  </a:lnTo>
                  <a:lnTo>
                    <a:pt x="286897" y="282919"/>
                  </a:lnTo>
                  <a:lnTo>
                    <a:pt x="290534" y="279065"/>
                  </a:lnTo>
                  <a:lnTo>
                    <a:pt x="294048" y="275098"/>
                  </a:lnTo>
                  <a:lnTo>
                    <a:pt x="297434" y="271021"/>
                  </a:lnTo>
                  <a:lnTo>
                    <a:pt x="300689" y="266839"/>
                  </a:lnTo>
                  <a:lnTo>
                    <a:pt x="303810" y="262556"/>
                  </a:lnTo>
                  <a:lnTo>
                    <a:pt x="306793" y="258176"/>
                  </a:lnTo>
                  <a:lnTo>
                    <a:pt x="309636" y="253704"/>
                  </a:lnTo>
                  <a:lnTo>
                    <a:pt x="312336" y="249144"/>
                  </a:lnTo>
                  <a:lnTo>
                    <a:pt x="314891" y="244501"/>
                  </a:lnTo>
                  <a:lnTo>
                    <a:pt x="317296" y="239779"/>
                  </a:lnTo>
                  <a:lnTo>
                    <a:pt x="319551" y="234983"/>
                  </a:lnTo>
                  <a:lnTo>
                    <a:pt x="321653" y="230118"/>
                  </a:lnTo>
                  <a:lnTo>
                    <a:pt x="323599" y="225189"/>
                  </a:lnTo>
                  <a:lnTo>
                    <a:pt x="325388" y="220200"/>
                  </a:lnTo>
                  <a:lnTo>
                    <a:pt x="327018" y="215158"/>
                  </a:lnTo>
                  <a:lnTo>
                    <a:pt x="328488" y="210066"/>
                  </a:lnTo>
                  <a:lnTo>
                    <a:pt x="329795" y="204930"/>
                  </a:lnTo>
                  <a:lnTo>
                    <a:pt x="330939" y="199756"/>
                  </a:lnTo>
                  <a:lnTo>
                    <a:pt x="331918" y="194548"/>
                  </a:lnTo>
                  <a:lnTo>
                    <a:pt x="332732" y="189311"/>
                  </a:lnTo>
                  <a:lnTo>
                    <a:pt x="333379" y="184051"/>
                  </a:lnTo>
                  <a:lnTo>
                    <a:pt x="333860" y="178773"/>
                  </a:lnTo>
                  <a:lnTo>
                    <a:pt x="334172" y="173483"/>
                  </a:lnTo>
                  <a:lnTo>
                    <a:pt x="334317" y="168186"/>
                  </a:lnTo>
                  <a:lnTo>
                    <a:pt x="334294" y="162886"/>
                  </a:lnTo>
                  <a:lnTo>
                    <a:pt x="334103" y="157590"/>
                  </a:lnTo>
                  <a:lnTo>
                    <a:pt x="333744" y="152303"/>
                  </a:lnTo>
                  <a:lnTo>
                    <a:pt x="333218" y="147030"/>
                  </a:lnTo>
                  <a:lnTo>
                    <a:pt x="332525" y="141776"/>
                  </a:lnTo>
                  <a:lnTo>
                    <a:pt x="331666" y="136546"/>
                  </a:lnTo>
                  <a:lnTo>
                    <a:pt x="330641" y="131347"/>
                  </a:lnTo>
                  <a:lnTo>
                    <a:pt x="329452" y="126182"/>
                  </a:lnTo>
                  <a:lnTo>
                    <a:pt x="328100" y="121058"/>
                  </a:lnTo>
                  <a:lnTo>
                    <a:pt x="326586" y="115980"/>
                  </a:lnTo>
                  <a:lnTo>
                    <a:pt x="324912" y="110951"/>
                  </a:lnTo>
                  <a:lnTo>
                    <a:pt x="323079" y="105979"/>
                  </a:lnTo>
                  <a:lnTo>
                    <a:pt x="321090" y="101067"/>
                  </a:lnTo>
                  <a:lnTo>
                    <a:pt x="318946" y="96220"/>
                  </a:lnTo>
                  <a:lnTo>
                    <a:pt x="316650" y="91444"/>
                  </a:lnTo>
                  <a:lnTo>
                    <a:pt x="314203" y="86744"/>
                  </a:lnTo>
                  <a:lnTo>
                    <a:pt x="311608" y="82123"/>
                  </a:lnTo>
                  <a:lnTo>
                    <a:pt x="308869" y="77586"/>
                  </a:lnTo>
                  <a:lnTo>
                    <a:pt x="305987" y="73139"/>
                  </a:lnTo>
                  <a:lnTo>
                    <a:pt x="302965" y="68785"/>
                  </a:lnTo>
                  <a:lnTo>
                    <a:pt x="299807" y="64530"/>
                  </a:lnTo>
                  <a:lnTo>
                    <a:pt x="296515" y="60376"/>
                  </a:lnTo>
                  <a:lnTo>
                    <a:pt x="293094" y="56329"/>
                  </a:lnTo>
                  <a:lnTo>
                    <a:pt x="289546" y="52393"/>
                  </a:lnTo>
                  <a:lnTo>
                    <a:pt x="285875" y="48570"/>
                  </a:lnTo>
                  <a:lnTo>
                    <a:pt x="282085" y="44867"/>
                  </a:lnTo>
                  <a:lnTo>
                    <a:pt x="278179" y="41285"/>
                  </a:lnTo>
                  <a:lnTo>
                    <a:pt x="274162" y="37829"/>
                  </a:lnTo>
                  <a:lnTo>
                    <a:pt x="270037" y="34501"/>
                  </a:lnTo>
                  <a:lnTo>
                    <a:pt x="265808" y="31307"/>
                  </a:lnTo>
                  <a:lnTo>
                    <a:pt x="261481" y="28248"/>
                  </a:lnTo>
                  <a:lnTo>
                    <a:pt x="257059" y="25327"/>
                  </a:lnTo>
                  <a:lnTo>
                    <a:pt x="252546" y="22548"/>
                  </a:lnTo>
                  <a:lnTo>
                    <a:pt x="247948" y="19914"/>
                  </a:lnTo>
                  <a:lnTo>
                    <a:pt x="243268" y="17427"/>
                  </a:lnTo>
                  <a:lnTo>
                    <a:pt x="238512" y="15089"/>
                  </a:lnTo>
                  <a:lnTo>
                    <a:pt x="233684" y="12904"/>
                  </a:lnTo>
                  <a:lnTo>
                    <a:pt x="228790" y="10872"/>
                  </a:lnTo>
                  <a:lnTo>
                    <a:pt x="223833" y="8997"/>
                  </a:lnTo>
                  <a:lnTo>
                    <a:pt x="167161" y="1662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429590"/>
              <a:ext cx="56672" cy="167167"/>
            </a:xfrm>
            <a:custGeom>
              <a:avLst/>
              <a:pathLst>
                <a:path w="56672" h="167167">
                  <a:moveTo>
                    <a:pt x="56672" y="9899"/>
                  </a:moveTo>
                  <a:lnTo>
                    <a:pt x="51200" y="8033"/>
                  </a:lnTo>
                  <a:lnTo>
                    <a:pt x="45666" y="6358"/>
                  </a:lnTo>
                  <a:lnTo>
                    <a:pt x="40078" y="4875"/>
                  </a:lnTo>
                  <a:lnTo>
                    <a:pt x="34442" y="3586"/>
                  </a:lnTo>
                  <a:lnTo>
                    <a:pt x="28765" y="2493"/>
                  </a:lnTo>
                  <a:lnTo>
                    <a:pt x="23053" y="1597"/>
                  </a:lnTo>
                  <a:lnTo>
                    <a:pt x="17314" y="899"/>
                  </a:lnTo>
                  <a:lnTo>
                    <a:pt x="11554" y="399"/>
                  </a:lnTo>
                  <a:lnTo>
                    <a:pt x="5780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440" y="3934012"/>
              <a:ext cx="3293" cy="167167"/>
            </a:xfrm>
            <a:custGeom>
              <a:avLst/>
              <a:pathLst>
                <a:path w="3293" h="167167">
                  <a:moveTo>
                    <a:pt x="3293" y="0"/>
                  </a:moveTo>
                  <a:lnTo>
                    <a:pt x="0" y="32"/>
                  </a:lnTo>
                  <a:lnTo>
                    <a:pt x="32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2440" y="3934045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478566" y="3934012"/>
              <a:ext cx="334324" cy="334326"/>
            </a:xfrm>
            <a:custGeom>
              <a:avLst/>
              <a:pathLst>
                <a:path w="334324" h="334326">
                  <a:moveTo>
                    <a:pt x="163873" y="32"/>
                  </a:moveTo>
                  <a:lnTo>
                    <a:pt x="158589" y="220"/>
                  </a:lnTo>
                  <a:lnTo>
                    <a:pt x="153313" y="575"/>
                  </a:lnTo>
                  <a:lnTo>
                    <a:pt x="148051" y="1096"/>
                  </a:lnTo>
                  <a:lnTo>
                    <a:pt x="142808" y="1784"/>
                  </a:lnTo>
                  <a:lnTo>
                    <a:pt x="137589" y="2637"/>
                  </a:lnTo>
                  <a:lnTo>
                    <a:pt x="132400" y="3655"/>
                  </a:lnTo>
                  <a:lnTo>
                    <a:pt x="127246" y="4836"/>
                  </a:lnTo>
                  <a:lnTo>
                    <a:pt x="122131" y="6180"/>
                  </a:lnTo>
                  <a:lnTo>
                    <a:pt x="117062" y="7685"/>
                  </a:lnTo>
                  <a:lnTo>
                    <a:pt x="112043" y="9350"/>
                  </a:lnTo>
                  <a:lnTo>
                    <a:pt x="107079" y="11172"/>
                  </a:lnTo>
                  <a:lnTo>
                    <a:pt x="102175" y="13150"/>
                  </a:lnTo>
                  <a:lnTo>
                    <a:pt x="97337" y="15283"/>
                  </a:lnTo>
                  <a:lnTo>
                    <a:pt x="92568" y="17568"/>
                  </a:lnTo>
                  <a:lnTo>
                    <a:pt x="87873" y="20002"/>
                  </a:lnTo>
                  <a:lnTo>
                    <a:pt x="83259" y="22584"/>
                  </a:lnTo>
                  <a:lnTo>
                    <a:pt x="78728" y="25310"/>
                  </a:lnTo>
                  <a:lnTo>
                    <a:pt x="74285" y="28178"/>
                  </a:lnTo>
                  <a:lnTo>
                    <a:pt x="69936" y="31185"/>
                  </a:lnTo>
                  <a:lnTo>
                    <a:pt x="65683" y="34328"/>
                  </a:lnTo>
                  <a:lnTo>
                    <a:pt x="61533" y="37605"/>
                  </a:lnTo>
                  <a:lnTo>
                    <a:pt x="57488" y="41011"/>
                  </a:lnTo>
                  <a:lnTo>
                    <a:pt x="53552" y="44543"/>
                  </a:lnTo>
                  <a:lnTo>
                    <a:pt x="49731" y="48197"/>
                  </a:lnTo>
                  <a:lnTo>
                    <a:pt x="46027" y="51971"/>
                  </a:lnTo>
                  <a:lnTo>
                    <a:pt x="42444" y="55860"/>
                  </a:lnTo>
                  <a:lnTo>
                    <a:pt x="38986" y="59861"/>
                  </a:lnTo>
                  <a:lnTo>
                    <a:pt x="35656" y="63969"/>
                  </a:lnTo>
                  <a:lnTo>
                    <a:pt x="32458" y="68180"/>
                  </a:lnTo>
                  <a:lnTo>
                    <a:pt x="29395" y="72490"/>
                  </a:lnTo>
                  <a:lnTo>
                    <a:pt x="26469" y="76895"/>
                  </a:lnTo>
                  <a:lnTo>
                    <a:pt x="23684" y="81390"/>
                  </a:lnTo>
                  <a:lnTo>
                    <a:pt x="21043" y="85971"/>
                  </a:lnTo>
                  <a:lnTo>
                    <a:pt x="18548" y="90633"/>
                  </a:lnTo>
                  <a:lnTo>
                    <a:pt x="16202" y="95372"/>
                  </a:lnTo>
                  <a:lnTo>
                    <a:pt x="14007" y="100183"/>
                  </a:lnTo>
                  <a:lnTo>
                    <a:pt x="11965" y="105061"/>
                  </a:lnTo>
                  <a:lnTo>
                    <a:pt x="10078" y="110000"/>
                  </a:lnTo>
                  <a:lnTo>
                    <a:pt x="8348" y="114998"/>
                  </a:lnTo>
                  <a:lnTo>
                    <a:pt x="6778" y="120047"/>
                  </a:lnTo>
                  <a:lnTo>
                    <a:pt x="5368" y="125143"/>
                  </a:lnTo>
                  <a:lnTo>
                    <a:pt x="4120" y="130282"/>
                  </a:lnTo>
                  <a:lnTo>
                    <a:pt x="3034" y="135457"/>
                  </a:lnTo>
                  <a:lnTo>
                    <a:pt x="2114" y="140664"/>
                  </a:lnTo>
                  <a:lnTo>
                    <a:pt x="1358" y="145898"/>
                  </a:lnTo>
                  <a:lnTo>
                    <a:pt x="768" y="151153"/>
                  </a:lnTo>
                  <a:lnTo>
                    <a:pt x="345" y="156424"/>
                  </a:lnTo>
                  <a:lnTo>
                    <a:pt x="89" y="161705"/>
                  </a:lnTo>
                  <a:lnTo>
                    <a:pt x="0" y="166992"/>
                  </a:lnTo>
                  <a:lnTo>
                    <a:pt x="78" y="172280"/>
                  </a:lnTo>
                  <a:lnTo>
                    <a:pt x="323" y="177562"/>
                  </a:lnTo>
                  <a:lnTo>
                    <a:pt x="735" y="182834"/>
                  </a:lnTo>
                  <a:lnTo>
                    <a:pt x="1314" y="188090"/>
                  </a:lnTo>
                  <a:lnTo>
                    <a:pt x="2059" y="193325"/>
                  </a:lnTo>
                  <a:lnTo>
                    <a:pt x="2969" y="198534"/>
                  </a:lnTo>
                  <a:lnTo>
                    <a:pt x="4043" y="203712"/>
                  </a:lnTo>
                  <a:lnTo>
                    <a:pt x="5280" y="208853"/>
                  </a:lnTo>
                  <a:lnTo>
                    <a:pt x="6680" y="213952"/>
                  </a:lnTo>
                  <a:lnTo>
                    <a:pt x="8240" y="219005"/>
                  </a:lnTo>
                  <a:lnTo>
                    <a:pt x="9959" y="224005"/>
                  </a:lnTo>
                  <a:lnTo>
                    <a:pt x="11835" y="228949"/>
                  </a:lnTo>
                  <a:lnTo>
                    <a:pt x="13867" y="233831"/>
                  </a:lnTo>
                  <a:lnTo>
                    <a:pt x="16052" y="238646"/>
                  </a:lnTo>
                  <a:lnTo>
                    <a:pt x="18389" y="243390"/>
                  </a:lnTo>
                  <a:lnTo>
                    <a:pt x="20874" y="248058"/>
                  </a:lnTo>
                  <a:lnTo>
                    <a:pt x="23505" y="252644"/>
                  </a:lnTo>
                  <a:lnTo>
                    <a:pt x="26281" y="257145"/>
                  </a:lnTo>
                  <a:lnTo>
                    <a:pt x="29197" y="261556"/>
                  </a:lnTo>
                  <a:lnTo>
                    <a:pt x="32252" y="265873"/>
                  </a:lnTo>
                  <a:lnTo>
                    <a:pt x="35441" y="270091"/>
                  </a:lnTo>
                  <a:lnTo>
                    <a:pt x="38762" y="274205"/>
                  </a:lnTo>
                  <a:lnTo>
                    <a:pt x="42212" y="278213"/>
                  </a:lnTo>
                  <a:lnTo>
                    <a:pt x="45787" y="282110"/>
                  </a:lnTo>
                  <a:lnTo>
                    <a:pt x="49483" y="285891"/>
                  </a:lnTo>
                  <a:lnTo>
                    <a:pt x="53297" y="289554"/>
                  </a:lnTo>
                  <a:lnTo>
                    <a:pt x="57225" y="293094"/>
                  </a:lnTo>
                  <a:lnTo>
                    <a:pt x="61262" y="296508"/>
                  </a:lnTo>
                  <a:lnTo>
                    <a:pt x="65406" y="299793"/>
                  </a:lnTo>
                  <a:lnTo>
                    <a:pt x="69652" y="302945"/>
                  </a:lnTo>
                  <a:lnTo>
                    <a:pt x="73995" y="305962"/>
                  </a:lnTo>
                  <a:lnTo>
                    <a:pt x="78432" y="308839"/>
                  </a:lnTo>
                  <a:lnTo>
                    <a:pt x="82957" y="311575"/>
                  </a:lnTo>
                  <a:lnTo>
                    <a:pt x="87566" y="314166"/>
                  </a:lnTo>
                  <a:lnTo>
                    <a:pt x="92256" y="316610"/>
                  </a:lnTo>
                  <a:lnTo>
                    <a:pt x="97020" y="318905"/>
                  </a:lnTo>
                  <a:lnTo>
                    <a:pt x="101854" y="321047"/>
                  </a:lnTo>
                  <a:lnTo>
                    <a:pt x="106754" y="323036"/>
                  </a:lnTo>
                  <a:lnTo>
                    <a:pt x="111714" y="324869"/>
                  </a:lnTo>
                  <a:lnTo>
                    <a:pt x="116729" y="326544"/>
                  </a:lnTo>
                  <a:lnTo>
                    <a:pt x="121796" y="328059"/>
                  </a:lnTo>
                  <a:lnTo>
                    <a:pt x="126907" y="329414"/>
                  </a:lnTo>
                  <a:lnTo>
                    <a:pt x="132059" y="330606"/>
                  </a:lnTo>
                  <a:lnTo>
                    <a:pt x="137246" y="331635"/>
                  </a:lnTo>
                  <a:lnTo>
                    <a:pt x="142462" y="332499"/>
                  </a:lnTo>
                  <a:lnTo>
                    <a:pt x="147704" y="333198"/>
                  </a:lnTo>
                  <a:lnTo>
                    <a:pt x="152965" y="333730"/>
                  </a:lnTo>
                  <a:lnTo>
                    <a:pt x="158240" y="334096"/>
                  </a:lnTo>
                  <a:lnTo>
                    <a:pt x="163524" y="334295"/>
                  </a:lnTo>
                  <a:lnTo>
                    <a:pt x="168812" y="334326"/>
                  </a:lnTo>
                  <a:lnTo>
                    <a:pt x="174098" y="334191"/>
                  </a:lnTo>
                  <a:lnTo>
                    <a:pt x="179378" y="333888"/>
                  </a:lnTo>
                  <a:lnTo>
                    <a:pt x="184645" y="333418"/>
                  </a:lnTo>
                  <a:lnTo>
                    <a:pt x="189894" y="332782"/>
                  </a:lnTo>
                  <a:lnTo>
                    <a:pt x="195121" y="331981"/>
                  </a:lnTo>
                  <a:lnTo>
                    <a:pt x="200320" y="331014"/>
                  </a:lnTo>
                  <a:lnTo>
                    <a:pt x="205485" y="329883"/>
                  </a:lnTo>
                  <a:lnTo>
                    <a:pt x="210613" y="328590"/>
                  </a:lnTo>
                  <a:lnTo>
                    <a:pt x="215696" y="327135"/>
                  </a:lnTo>
                  <a:lnTo>
                    <a:pt x="220732" y="325520"/>
                  </a:lnTo>
                  <a:lnTo>
                    <a:pt x="225713" y="323747"/>
                  </a:lnTo>
                  <a:lnTo>
                    <a:pt x="230636" y="321817"/>
                  </a:lnTo>
                  <a:lnTo>
                    <a:pt x="235496" y="319732"/>
                  </a:lnTo>
                  <a:lnTo>
                    <a:pt x="240287" y="317494"/>
                  </a:lnTo>
                  <a:lnTo>
                    <a:pt x="245005" y="315107"/>
                  </a:lnTo>
                  <a:lnTo>
                    <a:pt x="249645" y="312571"/>
                  </a:lnTo>
                  <a:lnTo>
                    <a:pt x="254203" y="309889"/>
                  </a:lnTo>
                  <a:lnTo>
                    <a:pt x="258674" y="307065"/>
                  </a:lnTo>
                  <a:lnTo>
                    <a:pt x="263052" y="304101"/>
                  </a:lnTo>
                  <a:lnTo>
                    <a:pt x="267336" y="301000"/>
                  </a:lnTo>
                  <a:lnTo>
                    <a:pt x="271518" y="297765"/>
                  </a:lnTo>
                  <a:lnTo>
                    <a:pt x="275597" y="294399"/>
                  </a:lnTo>
                  <a:lnTo>
                    <a:pt x="279567" y="290906"/>
                  </a:lnTo>
                  <a:lnTo>
                    <a:pt x="283424" y="287289"/>
                  </a:lnTo>
                  <a:lnTo>
                    <a:pt x="287165" y="283552"/>
                  </a:lnTo>
                  <a:lnTo>
                    <a:pt x="290786" y="279698"/>
                  </a:lnTo>
                  <a:lnTo>
                    <a:pt x="294283" y="275732"/>
                  </a:lnTo>
                  <a:lnTo>
                    <a:pt x="297654" y="271657"/>
                  </a:lnTo>
                  <a:lnTo>
                    <a:pt x="300893" y="267478"/>
                  </a:lnTo>
                  <a:lnTo>
                    <a:pt x="303999" y="263198"/>
                  </a:lnTo>
                  <a:lnTo>
                    <a:pt x="306968" y="258822"/>
                  </a:lnTo>
                  <a:lnTo>
                    <a:pt x="309797" y="254355"/>
                  </a:lnTo>
                  <a:lnTo>
                    <a:pt x="312483" y="249800"/>
                  </a:lnTo>
                  <a:lnTo>
                    <a:pt x="315024" y="245162"/>
                  </a:lnTo>
                  <a:lnTo>
                    <a:pt x="317417" y="240447"/>
                  </a:lnTo>
                  <a:lnTo>
                    <a:pt x="319659" y="235658"/>
                  </a:lnTo>
                  <a:lnTo>
                    <a:pt x="321749" y="230801"/>
                  </a:lnTo>
                  <a:lnTo>
                    <a:pt x="323685" y="225880"/>
                  </a:lnTo>
                  <a:lnTo>
                    <a:pt x="325463" y="220900"/>
                  </a:lnTo>
                  <a:lnTo>
                    <a:pt x="327083" y="215866"/>
                  </a:lnTo>
                  <a:lnTo>
                    <a:pt x="328544" y="210784"/>
                  </a:lnTo>
                  <a:lnTo>
                    <a:pt x="329843" y="205658"/>
                  </a:lnTo>
                  <a:lnTo>
                    <a:pt x="330979" y="200494"/>
                  </a:lnTo>
                  <a:lnTo>
                    <a:pt x="331951" y="195296"/>
                  </a:lnTo>
                  <a:lnTo>
                    <a:pt x="332758" y="190070"/>
                  </a:lnTo>
                  <a:lnTo>
                    <a:pt x="333399" y="184821"/>
                  </a:lnTo>
                  <a:lnTo>
                    <a:pt x="333875" y="179555"/>
                  </a:lnTo>
                  <a:lnTo>
                    <a:pt x="334183" y="174276"/>
                  </a:lnTo>
                  <a:lnTo>
                    <a:pt x="334324" y="168990"/>
                  </a:lnTo>
                  <a:lnTo>
                    <a:pt x="334298" y="163702"/>
                  </a:lnTo>
                  <a:lnTo>
                    <a:pt x="334105" y="158418"/>
                  </a:lnTo>
                  <a:lnTo>
                    <a:pt x="333745" y="153142"/>
                  </a:lnTo>
                  <a:lnTo>
                    <a:pt x="333218" y="147880"/>
                  </a:lnTo>
                  <a:lnTo>
                    <a:pt x="332525" y="142638"/>
                  </a:lnTo>
                  <a:lnTo>
                    <a:pt x="331666" y="137420"/>
                  </a:lnTo>
                  <a:lnTo>
                    <a:pt x="330643" y="132232"/>
                  </a:lnTo>
                  <a:lnTo>
                    <a:pt x="329457" y="127079"/>
                  </a:lnTo>
                  <a:lnTo>
                    <a:pt x="328107" y="121966"/>
                  </a:lnTo>
                  <a:lnTo>
                    <a:pt x="326597" y="116899"/>
                  </a:lnTo>
                  <a:lnTo>
                    <a:pt x="324928" y="111881"/>
                  </a:lnTo>
                  <a:lnTo>
                    <a:pt x="323100" y="106919"/>
                  </a:lnTo>
                  <a:lnTo>
                    <a:pt x="321117" y="102018"/>
                  </a:lnTo>
                  <a:lnTo>
                    <a:pt x="318979" y="97181"/>
                  </a:lnTo>
                  <a:lnTo>
                    <a:pt x="316689" y="92414"/>
                  </a:lnTo>
                  <a:lnTo>
                    <a:pt x="314250" y="87723"/>
                  </a:lnTo>
                  <a:lnTo>
                    <a:pt x="311664" y="83110"/>
                  </a:lnTo>
                  <a:lnTo>
                    <a:pt x="308933" y="78582"/>
                  </a:lnTo>
                  <a:lnTo>
                    <a:pt x="306061" y="74143"/>
                  </a:lnTo>
                  <a:lnTo>
                    <a:pt x="303049" y="69796"/>
                  </a:lnTo>
                  <a:lnTo>
                    <a:pt x="299901" y="65547"/>
                  </a:lnTo>
                  <a:lnTo>
                    <a:pt x="296621" y="61400"/>
                  </a:lnTo>
                  <a:lnTo>
                    <a:pt x="293211" y="57358"/>
                  </a:lnTo>
                  <a:lnTo>
                    <a:pt x="289675" y="53427"/>
                  </a:lnTo>
                  <a:lnTo>
                    <a:pt x="286016" y="49609"/>
                  </a:lnTo>
                  <a:lnTo>
                    <a:pt x="282238" y="45909"/>
                  </a:lnTo>
                  <a:lnTo>
                    <a:pt x="278345" y="42330"/>
                  </a:lnTo>
                  <a:lnTo>
                    <a:pt x="274341" y="38876"/>
                  </a:lnTo>
                  <a:lnTo>
                    <a:pt x="270230" y="35550"/>
                  </a:lnTo>
                  <a:lnTo>
                    <a:pt x="266016" y="32357"/>
                  </a:lnTo>
                  <a:lnTo>
                    <a:pt x="261703" y="29298"/>
                  </a:lnTo>
                  <a:lnTo>
                    <a:pt x="257295" y="26377"/>
                  </a:lnTo>
                  <a:lnTo>
                    <a:pt x="252797" y="23596"/>
                  </a:lnTo>
                  <a:lnTo>
                    <a:pt x="248213" y="20960"/>
                  </a:lnTo>
                  <a:lnTo>
                    <a:pt x="243548" y="18470"/>
                  </a:lnTo>
                  <a:lnTo>
                    <a:pt x="238807" y="16128"/>
                  </a:lnTo>
                  <a:lnTo>
                    <a:pt x="233994" y="13938"/>
                  </a:lnTo>
                  <a:lnTo>
                    <a:pt x="229114" y="11901"/>
                  </a:lnTo>
                  <a:lnTo>
                    <a:pt x="224172" y="10019"/>
                  </a:lnTo>
                  <a:lnTo>
                    <a:pt x="219173" y="8295"/>
                  </a:lnTo>
                  <a:lnTo>
                    <a:pt x="214122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6" y="1336"/>
                  </a:lnTo>
                  <a:lnTo>
                    <a:pt x="183010" y="752"/>
                  </a:lnTo>
                  <a:lnTo>
                    <a:pt x="177739" y="334"/>
                  </a:lnTo>
                  <a:lnTo>
                    <a:pt x="172457" y="83"/>
                  </a:lnTo>
                  <a:lnTo>
                    <a:pt x="167170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490" y="4397268"/>
              <a:ext cx="3293" cy="167167"/>
            </a:xfrm>
            <a:custGeom>
              <a:avLst/>
              <a:pathLst>
                <a:path w="3293" h="167167">
                  <a:moveTo>
                    <a:pt x="3293" y="0"/>
                  </a:moveTo>
                  <a:lnTo>
                    <a:pt x="0" y="32"/>
                  </a:lnTo>
                  <a:lnTo>
                    <a:pt x="32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875490" y="4397300"/>
              <a:ext cx="3293" cy="167134"/>
            </a:xfrm>
            <a:custGeom>
              <a:avLst/>
              <a:pathLst>
                <a:path w="3293" h="167134">
                  <a:moveTo>
                    <a:pt x="0" y="0"/>
                  </a:moveTo>
                  <a:lnTo>
                    <a:pt x="3293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11616" y="4397268"/>
              <a:ext cx="334324" cy="334326"/>
            </a:xfrm>
            <a:custGeom>
              <a:avLst/>
              <a:pathLst>
                <a:path w="334324" h="334326">
                  <a:moveTo>
                    <a:pt x="163873" y="32"/>
                  </a:moveTo>
                  <a:lnTo>
                    <a:pt x="158589" y="220"/>
                  </a:lnTo>
                  <a:lnTo>
                    <a:pt x="153313" y="575"/>
                  </a:lnTo>
                  <a:lnTo>
                    <a:pt x="148051" y="1096"/>
                  </a:lnTo>
                  <a:lnTo>
                    <a:pt x="142808" y="1784"/>
                  </a:lnTo>
                  <a:lnTo>
                    <a:pt x="137589" y="2637"/>
                  </a:lnTo>
                  <a:lnTo>
                    <a:pt x="132400" y="3655"/>
                  </a:lnTo>
                  <a:lnTo>
                    <a:pt x="127246" y="4836"/>
                  </a:lnTo>
                  <a:lnTo>
                    <a:pt x="122131" y="6180"/>
                  </a:lnTo>
                  <a:lnTo>
                    <a:pt x="117062" y="7685"/>
                  </a:lnTo>
                  <a:lnTo>
                    <a:pt x="112043" y="9350"/>
                  </a:lnTo>
                  <a:lnTo>
                    <a:pt x="107079" y="11172"/>
                  </a:lnTo>
                  <a:lnTo>
                    <a:pt x="102175" y="13150"/>
                  </a:lnTo>
                  <a:lnTo>
                    <a:pt x="97337" y="15283"/>
                  </a:lnTo>
                  <a:lnTo>
                    <a:pt x="92568" y="17568"/>
                  </a:lnTo>
                  <a:lnTo>
                    <a:pt x="87873" y="20002"/>
                  </a:lnTo>
                  <a:lnTo>
                    <a:pt x="83259" y="22584"/>
                  </a:lnTo>
                  <a:lnTo>
                    <a:pt x="78728" y="25310"/>
                  </a:lnTo>
                  <a:lnTo>
                    <a:pt x="74285" y="28178"/>
                  </a:lnTo>
                  <a:lnTo>
                    <a:pt x="69936" y="31185"/>
                  </a:lnTo>
                  <a:lnTo>
                    <a:pt x="65683" y="34328"/>
                  </a:lnTo>
                  <a:lnTo>
                    <a:pt x="61533" y="37605"/>
                  </a:lnTo>
                  <a:lnTo>
                    <a:pt x="57488" y="41011"/>
                  </a:lnTo>
                  <a:lnTo>
                    <a:pt x="53552" y="44543"/>
                  </a:lnTo>
                  <a:lnTo>
                    <a:pt x="49731" y="48197"/>
                  </a:lnTo>
                  <a:lnTo>
                    <a:pt x="46027" y="51971"/>
                  </a:lnTo>
                  <a:lnTo>
                    <a:pt x="42444" y="55860"/>
                  </a:lnTo>
                  <a:lnTo>
                    <a:pt x="38986" y="59861"/>
                  </a:lnTo>
                  <a:lnTo>
                    <a:pt x="35656" y="63969"/>
                  </a:lnTo>
                  <a:lnTo>
                    <a:pt x="32458" y="68180"/>
                  </a:lnTo>
                  <a:lnTo>
                    <a:pt x="29395" y="72490"/>
                  </a:lnTo>
                  <a:lnTo>
                    <a:pt x="26469" y="76895"/>
                  </a:lnTo>
                  <a:lnTo>
                    <a:pt x="23684" y="81390"/>
                  </a:lnTo>
                  <a:lnTo>
                    <a:pt x="21043" y="85971"/>
                  </a:lnTo>
                  <a:lnTo>
                    <a:pt x="18548" y="90633"/>
                  </a:lnTo>
                  <a:lnTo>
                    <a:pt x="16202" y="95372"/>
                  </a:lnTo>
                  <a:lnTo>
                    <a:pt x="14007" y="100183"/>
                  </a:lnTo>
                  <a:lnTo>
                    <a:pt x="11965" y="105061"/>
                  </a:lnTo>
                  <a:lnTo>
                    <a:pt x="10078" y="110000"/>
                  </a:lnTo>
                  <a:lnTo>
                    <a:pt x="8348" y="114998"/>
                  </a:lnTo>
                  <a:lnTo>
                    <a:pt x="6778" y="120047"/>
                  </a:lnTo>
                  <a:lnTo>
                    <a:pt x="5368" y="125143"/>
                  </a:lnTo>
                  <a:lnTo>
                    <a:pt x="4120" y="130282"/>
                  </a:lnTo>
                  <a:lnTo>
                    <a:pt x="3034" y="135457"/>
                  </a:lnTo>
                  <a:lnTo>
                    <a:pt x="2114" y="140664"/>
                  </a:lnTo>
                  <a:lnTo>
                    <a:pt x="1358" y="145898"/>
                  </a:lnTo>
                  <a:lnTo>
                    <a:pt x="768" y="151153"/>
                  </a:lnTo>
                  <a:lnTo>
                    <a:pt x="345" y="156424"/>
                  </a:lnTo>
                  <a:lnTo>
                    <a:pt x="89" y="161705"/>
                  </a:lnTo>
                  <a:lnTo>
                    <a:pt x="0" y="166992"/>
                  </a:lnTo>
                  <a:lnTo>
                    <a:pt x="78" y="172280"/>
                  </a:lnTo>
                  <a:lnTo>
                    <a:pt x="323" y="177562"/>
                  </a:lnTo>
                  <a:lnTo>
                    <a:pt x="735" y="182834"/>
                  </a:lnTo>
                  <a:lnTo>
                    <a:pt x="1314" y="188090"/>
                  </a:lnTo>
                  <a:lnTo>
                    <a:pt x="2059" y="193325"/>
                  </a:lnTo>
                  <a:lnTo>
                    <a:pt x="2969" y="198534"/>
                  </a:lnTo>
                  <a:lnTo>
                    <a:pt x="4043" y="203712"/>
                  </a:lnTo>
                  <a:lnTo>
                    <a:pt x="5280" y="208853"/>
                  </a:lnTo>
                  <a:lnTo>
                    <a:pt x="6680" y="213952"/>
                  </a:lnTo>
                  <a:lnTo>
                    <a:pt x="8240" y="219005"/>
                  </a:lnTo>
                  <a:lnTo>
                    <a:pt x="9959" y="224005"/>
                  </a:lnTo>
                  <a:lnTo>
                    <a:pt x="11835" y="228949"/>
                  </a:lnTo>
                  <a:lnTo>
                    <a:pt x="13867" y="233831"/>
                  </a:lnTo>
                  <a:lnTo>
                    <a:pt x="16052" y="238646"/>
                  </a:lnTo>
                  <a:lnTo>
                    <a:pt x="18389" y="243390"/>
                  </a:lnTo>
                  <a:lnTo>
                    <a:pt x="20874" y="248058"/>
                  </a:lnTo>
                  <a:lnTo>
                    <a:pt x="23505" y="252644"/>
                  </a:lnTo>
                  <a:lnTo>
                    <a:pt x="26281" y="257145"/>
                  </a:lnTo>
                  <a:lnTo>
                    <a:pt x="29197" y="261556"/>
                  </a:lnTo>
                  <a:lnTo>
                    <a:pt x="32252" y="265873"/>
                  </a:lnTo>
                  <a:lnTo>
                    <a:pt x="35441" y="270091"/>
                  </a:lnTo>
                  <a:lnTo>
                    <a:pt x="38762" y="274205"/>
                  </a:lnTo>
                  <a:lnTo>
                    <a:pt x="42212" y="278213"/>
                  </a:lnTo>
                  <a:lnTo>
                    <a:pt x="45787" y="282110"/>
                  </a:lnTo>
                  <a:lnTo>
                    <a:pt x="49483" y="285891"/>
                  </a:lnTo>
                  <a:lnTo>
                    <a:pt x="53297" y="289554"/>
                  </a:lnTo>
                  <a:lnTo>
                    <a:pt x="57225" y="293094"/>
                  </a:lnTo>
                  <a:lnTo>
                    <a:pt x="61262" y="296508"/>
                  </a:lnTo>
                  <a:lnTo>
                    <a:pt x="65406" y="299793"/>
                  </a:lnTo>
                  <a:lnTo>
                    <a:pt x="69652" y="302945"/>
                  </a:lnTo>
                  <a:lnTo>
                    <a:pt x="73995" y="305962"/>
                  </a:lnTo>
                  <a:lnTo>
                    <a:pt x="78432" y="308839"/>
                  </a:lnTo>
                  <a:lnTo>
                    <a:pt x="82957" y="311575"/>
                  </a:lnTo>
                  <a:lnTo>
                    <a:pt x="87566" y="314166"/>
                  </a:lnTo>
                  <a:lnTo>
                    <a:pt x="92256" y="316610"/>
                  </a:lnTo>
                  <a:lnTo>
                    <a:pt x="97020" y="318905"/>
                  </a:lnTo>
                  <a:lnTo>
                    <a:pt x="101854" y="321047"/>
                  </a:lnTo>
                  <a:lnTo>
                    <a:pt x="106754" y="323036"/>
                  </a:lnTo>
                  <a:lnTo>
                    <a:pt x="111714" y="324869"/>
                  </a:lnTo>
                  <a:lnTo>
                    <a:pt x="116729" y="326544"/>
                  </a:lnTo>
                  <a:lnTo>
                    <a:pt x="121796" y="328059"/>
                  </a:lnTo>
                  <a:lnTo>
                    <a:pt x="126907" y="329414"/>
                  </a:lnTo>
                  <a:lnTo>
                    <a:pt x="132059" y="330606"/>
                  </a:lnTo>
                  <a:lnTo>
                    <a:pt x="137246" y="331635"/>
                  </a:lnTo>
                  <a:lnTo>
                    <a:pt x="142462" y="332499"/>
                  </a:lnTo>
                  <a:lnTo>
                    <a:pt x="147704" y="333198"/>
                  </a:lnTo>
                  <a:lnTo>
                    <a:pt x="152965" y="333730"/>
                  </a:lnTo>
                  <a:lnTo>
                    <a:pt x="158240" y="334096"/>
                  </a:lnTo>
                  <a:lnTo>
                    <a:pt x="163524" y="334295"/>
                  </a:lnTo>
                  <a:lnTo>
                    <a:pt x="168812" y="334326"/>
                  </a:lnTo>
                  <a:lnTo>
                    <a:pt x="174098" y="334191"/>
                  </a:lnTo>
                  <a:lnTo>
                    <a:pt x="179378" y="333888"/>
                  </a:lnTo>
                  <a:lnTo>
                    <a:pt x="184645" y="333418"/>
                  </a:lnTo>
                  <a:lnTo>
                    <a:pt x="189894" y="332782"/>
                  </a:lnTo>
                  <a:lnTo>
                    <a:pt x="195121" y="331981"/>
                  </a:lnTo>
                  <a:lnTo>
                    <a:pt x="200320" y="331014"/>
                  </a:lnTo>
                  <a:lnTo>
                    <a:pt x="205485" y="329883"/>
                  </a:lnTo>
                  <a:lnTo>
                    <a:pt x="210613" y="328590"/>
                  </a:lnTo>
                  <a:lnTo>
                    <a:pt x="215696" y="327135"/>
                  </a:lnTo>
                  <a:lnTo>
                    <a:pt x="220732" y="325520"/>
                  </a:lnTo>
                  <a:lnTo>
                    <a:pt x="225713" y="323747"/>
                  </a:lnTo>
                  <a:lnTo>
                    <a:pt x="230636" y="321817"/>
                  </a:lnTo>
                  <a:lnTo>
                    <a:pt x="235496" y="319732"/>
                  </a:lnTo>
                  <a:lnTo>
                    <a:pt x="240287" y="317494"/>
                  </a:lnTo>
                  <a:lnTo>
                    <a:pt x="245005" y="315107"/>
                  </a:lnTo>
                  <a:lnTo>
                    <a:pt x="249645" y="312571"/>
                  </a:lnTo>
                  <a:lnTo>
                    <a:pt x="254203" y="309889"/>
                  </a:lnTo>
                  <a:lnTo>
                    <a:pt x="258674" y="307065"/>
                  </a:lnTo>
                  <a:lnTo>
                    <a:pt x="263052" y="304101"/>
                  </a:lnTo>
                  <a:lnTo>
                    <a:pt x="267336" y="301000"/>
                  </a:lnTo>
                  <a:lnTo>
                    <a:pt x="271518" y="297765"/>
                  </a:lnTo>
                  <a:lnTo>
                    <a:pt x="275597" y="294399"/>
                  </a:lnTo>
                  <a:lnTo>
                    <a:pt x="279567" y="290906"/>
                  </a:lnTo>
                  <a:lnTo>
                    <a:pt x="283424" y="287289"/>
                  </a:lnTo>
                  <a:lnTo>
                    <a:pt x="287165" y="283552"/>
                  </a:lnTo>
                  <a:lnTo>
                    <a:pt x="290786" y="279698"/>
                  </a:lnTo>
                  <a:lnTo>
                    <a:pt x="294283" y="275732"/>
                  </a:lnTo>
                  <a:lnTo>
                    <a:pt x="297654" y="271657"/>
                  </a:lnTo>
                  <a:lnTo>
                    <a:pt x="300893" y="267478"/>
                  </a:lnTo>
                  <a:lnTo>
                    <a:pt x="303999" y="263198"/>
                  </a:lnTo>
                  <a:lnTo>
                    <a:pt x="306968" y="258822"/>
                  </a:lnTo>
                  <a:lnTo>
                    <a:pt x="309797" y="254355"/>
                  </a:lnTo>
                  <a:lnTo>
                    <a:pt x="312483" y="249800"/>
                  </a:lnTo>
                  <a:lnTo>
                    <a:pt x="315024" y="245162"/>
                  </a:lnTo>
                  <a:lnTo>
                    <a:pt x="317417" y="240447"/>
                  </a:lnTo>
                  <a:lnTo>
                    <a:pt x="319659" y="235658"/>
                  </a:lnTo>
                  <a:lnTo>
                    <a:pt x="321749" y="230801"/>
                  </a:lnTo>
                  <a:lnTo>
                    <a:pt x="323685" y="225880"/>
                  </a:lnTo>
                  <a:lnTo>
                    <a:pt x="325463" y="220900"/>
                  </a:lnTo>
                  <a:lnTo>
                    <a:pt x="327083" y="215866"/>
                  </a:lnTo>
                  <a:lnTo>
                    <a:pt x="328544" y="210784"/>
                  </a:lnTo>
                  <a:lnTo>
                    <a:pt x="329843" y="205658"/>
                  </a:lnTo>
                  <a:lnTo>
                    <a:pt x="330979" y="200494"/>
                  </a:lnTo>
                  <a:lnTo>
                    <a:pt x="331951" y="195296"/>
                  </a:lnTo>
                  <a:lnTo>
                    <a:pt x="332758" y="190070"/>
                  </a:lnTo>
                  <a:lnTo>
                    <a:pt x="333399" y="184821"/>
                  </a:lnTo>
                  <a:lnTo>
                    <a:pt x="333875" y="179555"/>
                  </a:lnTo>
                  <a:lnTo>
                    <a:pt x="334183" y="174276"/>
                  </a:lnTo>
                  <a:lnTo>
                    <a:pt x="334324" y="168990"/>
                  </a:lnTo>
                  <a:lnTo>
                    <a:pt x="334298" y="163702"/>
                  </a:lnTo>
                  <a:lnTo>
                    <a:pt x="334105" y="158418"/>
                  </a:lnTo>
                  <a:lnTo>
                    <a:pt x="333745" y="153142"/>
                  </a:lnTo>
                  <a:lnTo>
                    <a:pt x="333218" y="147880"/>
                  </a:lnTo>
                  <a:lnTo>
                    <a:pt x="332525" y="142638"/>
                  </a:lnTo>
                  <a:lnTo>
                    <a:pt x="331666" y="137420"/>
                  </a:lnTo>
                  <a:lnTo>
                    <a:pt x="330643" y="132232"/>
                  </a:lnTo>
                  <a:lnTo>
                    <a:pt x="329457" y="127079"/>
                  </a:lnTo>
                  <a:lnTo>
                    <a:pt x="328107" y="121966"/>
                  </a:lnTo>
                  <a:lnTo>
                    <a:pt x="326597" y="116899"/>
                  </a:lnTo>
                  <a:lnTo>
                    <a:pt x="324928" y="111881"/>
                  </a:lnTo>
                  <a:lnTo>
                    <a:pt x="323100" y="106919"/>
                  </a:lnTo>
                  <a:lnTo>
                    <a:pt x="321117" y="102018"/>
                  </a:lnTo>
                  <a:lnTo>
                    <a:pt x="318979" y="97181"/>
                  </a:lnTo>
                  <a:lnTo>
                    <a:pt x="316689" y="92414"/>
                  </a:lnTo>
                  <a:lnTo>
                    <a:pt x="314250" y="87723"/>
                  </a:lnTo>
                  <a:lnTo>
                    <a:pt x="311664" y="83110"/>
                  </a:lnTo>
                  <a:lnTo>
                    <a:pt x="308933" y="78582"/>
                  </a:lnTo>
                  <a:lnTo>
                    <a:pt x="306061" y="74143"/>
                  </a:lnTo>
                  <a:lnTo>
                    <a:pt x="303049" y="69796"/>
                  </a:lnTo>
                  <a:lnTo>
                    <a:pt x="299901" y="65547"/>
                  </a:lnTo>
                  <a:lnTo>
                    <a:pt x="296621" y="61400"/>
                  </a:lnTo>
                  <a:lnTo>
                    <a:pt x="293211" y="57358"/>
                  </a:lnTo>
                  <a:lnTo>
                    <a:pt x="289675" y="53427"/>
                  </a:lnTo>
                  <a:lnTo>
                    <a:pt x="286016" y="49609"/>
                  </a:lnTo>
                  <a:lnTo>
                    <a:pt x="282238" y="45909"/>
                  </a:lnTo>
                  <a:lnTo>
                    <a:pt x="278345" y="42330"/>
                  </a:lnTo>
                  <a:lnTo>
                    <a:pt x="274341" y="38876"/>
                  </a:lnTo>
                  <a:lnTo>
                    <a:pt x="270230" y="35550"/>
                  </a:lnTo>
                  <a:lnTo>
                    <a:pt x="266016" y="32357"/>
                  </a:lnTo>
                  <a:lnTo>
                    <a:pt x="261703" y="29298"/>
                  </a:lnTo>
                  <a:lnTo>
                    <a:pt x="257295" y="26377"/>
                  </a:lnTo>
                  <a:lnTo>
                    <a:pt x="252797" y="23596"/>
                  </a:lnTo>
                  <a:lnTo>
                    <a:pt x="248213" y="20960"/>
                  </a:lnTo>
                  <a:lnTo>
                    <a:pt x="243548" y="18470"/>
                  </a:lnTo>
                  <a:lnTo>
                    <a:pt x="238807" y="16128"/>
                  </a:lnTo>
                  <a:lnTo>
                    <a:pt x="233994" y="13938"/>
                  </a:lnTo>
                  <a:lnTo>
                    <a:pt x="229114" y="11901"/>
                  </a:lnTo>
                  <a:lnTo>
                    <a:pt x="224172" y="10019"/>
                  </a:lnTo>
                  <a:lnTo>
                    <a:pt x="219173" y="8295"/>
                  </a:lnTo>
                  <a:lnTo>
                    <a:pt x="214122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6" y="1336"/>
                  </a:lnTo>
                  <a:lnTo>
                    <a:pt x="183010" y="752"/>
                  </a:lnTo>
                  <a:lnTo>
                    <a:pt x="177739" y="334"/>
                  </a:lnTo>
                  <a:lnTo>
                    <a:pt x="172457" y="83"/>
                  </a:lnTo>
                  <a:lnTo>
                    <a:pt x="167170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900" y="4794382"/>
              <a:ext cx="665" cy="167167"/>
            </a:xfrm>
            <a:custGeom>
              <a:avLst/>
              <a:pathLst>
                <a:path w="665" h="167167">
                  <a:moveTo>
                    <a:pt x="665" y="0"/>
                  </a:moveTo>
                  <a:lnTo>
                    <a:pt x="0" y="1"/>
                  </a:lnTo>
                  <a:lnTo>
                    <a:pt x="6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211900" y="4794383"/>
              <a:ext cx="665" cy="167166"/>
            </a:xfrm>
            <a:custGeom>
              <a:avLst/>
              <a:pathLst>
                <a:path w="665" h="167166">
                  <a:moveTo>
                    <a:pt x="0" y="0"/>
                  </a:moveTo>
                  <a:lnTo>
                    <a:pt x="665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067854" y="4794383"/>
              <a:ext cx="144712" cy="167166"/>
            </a:xfrm>
            <a:custGeom>
              <a:avLst/>
              <a:pathLst>
                <a:path w="144712" h="167166">
                  <a:moveTo>
                    <a:pt x="144046" y="0"/>
                  </a:moveTo>
                  <a:lnTo>
                    <a:pt x="138601" y="110"/>
                  </a:lnTo>
                  <a:lnTo>
                    <a:pt x="133163" y="398"/>
                  </a:lnTo>
                  <a:lnTo>
                    <a:pt x="127737" y="862"/>
                  </a:lnTo>
                  <a:lnTo>
                    <a:pt x="122329" y="1503"/>
                  </a:lnTo>
                  <a:lnTo>
                    <a:pt x="116945" y="2320"/>
                  </a:lnTo>
                  <a:lnTo>
                    <a:pt x="111590" y="3312"/>
                  </a:lnTo>
                  <a:lnTo>
                    <a:pt x="106271" y="4478"/>
                  </a:lnTo>
                  <a:lnTo>
                    <a:pt x="100992" y="5817"/>
                  </a:lnTo>
                  <a:lnTo>
                    <a:pt x="95760" y="7326"/>
                  </a:lnTo>
                  <a:lnTo>
                    <a:pt x="90579" y="9006"/>
                  </a:lnTo>
                  <a:lnTo>
                    <a:pt x="85456" y="10853"/>
                  </a:lnTo>
                  <a:lnTo>
                    <a:pt x="80396" y="12866"/>
                  </a:lnTo>
                  <a:lnTo>
                    <a:pt x="75404" y="15043"/>
                  </a:lnTo>
                  <a:lnTo>
                    <a:pt x="70486" y="17381"/>
                  </a:lnTo>
                  <a:lnTo>
                    <a:pt x="65646" y="19878"/>
                  </a:lnTo>
                  <a:lnTo>
                    <a:pt x="60891" y="22532"/>
                  </a:lnTo>
                  <a:lnTo>
                    <a:pt x="56224" y="25339"/>
                  </a:lnTo>
                  <a:lnTo>
                    <a:pt x="51651" y="28296"/>
                  </a:lnTo>
                  <a:lnTo>
                    <a:pt x="47178" y="31401"/>
                  </a:lnTo>
                  <a:lnTo>
                    <a:pt x="42807" y="34650"/>
                  </a:lnTo>
                  <a:lnTo>
                    <a:pt x="38545" y="38040"/>
                  </a:lnTo>
                  <a:lnTo>
                    <a:pt x="34395" y="41566"/>
                  </a:lnTo>
                  <a:lnTo>
                    <a:pt x="30363" y="45226"/>
                  </a:lnTo>
                  <a:lnTo>
                    <a:pt x="26451" y="49016"/>
                  </a:lnTo>
                  <a:lnTo>
                    <a:pt x="22666" y="52931"/>
                  </a:lnTo>
                  <a:lnTo>
                    <a:pt x="19009" y="56967"/>
                  </a:lnTo>
                  <a:lnTo>
                    <a:pt x="15487" y="61120"/>
                  </a:lnTo>
                  <a:lnTo>
                    <a:pt x="12101" y="65385"/>
                  </a:lnTo>
                  <a:lnTo>
                    <a:pt x="8856" y="69759"/>
                  </a:lnTo>
                  <a:lnTo>
                    <a:pt x="5755" y="74235"/>
                  </a:lnTo>
                  <a:lnTo>
                    <a:pt x="2802" y="78811"/>
                  </a:lnTo>
                  <a:lnTo>
                    <a:pt x="0" y="83480"/>
                  </a:lnTo>
                  <a:lnTo>
                    <a:pt x="144712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045418" y="4794382"/>
              <a:ext cx="334294" cy="334334"/>
            </a:xfrm>
            <a:custGeom>
              <a:avLst/>
              <a:pathLst>
                <a:path w="334294" h="334334">
                  <a:moveTo>
                    <a:pt x="22435" y="83481"/>
                  </a:moveTo>
                  <a:lnTo>
                    <a:pt x="19852" y="88116"/>
                  </a:lnTo>
                  <a:lnTo>
                    <a:pt x="17418" y="92829"/>
                  </a:lnTo>
                  <a:lnTo>
                    <a:pt x="15135" y="97618"/>
                  </a:lnTo>
                  <a:lnTo>
                    <a:pt x="13004" y="102477"/>
                  </a:lnTo>
                  <a:lnTo>
                    <a:pt x="11029" y="107401"/>
                  </a:lnTo>
                  <a:lnTo>
                    <a:pt x="9211" y="112385"/>
                  </a:lnTo>
                  <a:lnTo>
                    <a:pt x="7552" y="117424"/>
                  </a:lnTo>
                  <a:lnTo>
                    <a:pt x="6054" y="122513"/>
                  </a:lnTo>
                  <a:lnTo>
                    <a:pt x="4719" y="127648"/>
                  </a:lnTo>
                  <a:lnTo>
                    <a:pt x="3546" y="132822"/>
                  </a:lnTo>
                  <a:lnTo>
                    <a:pt x="2539" y="138031"/>
                  </a:lnTo>
                  <a:lnTo>
                    <a:pt x="1697" y="143269"/>
                  </a:lnTo>
                  <a:lnTo>
                    <a:pt x="1022" y="148531"/>
                  </a:lnTo>
                  <a:lnTo>
                    <a:pt x="514" y="153812"/>
                  </a:lnTo>
                  <a:lnTo>
                    <a:pt x="175" y="159106"/>
                  </a:lnTo>
                  <a:lnTo>
                    <a:pt x="3" y="164409"/>
                  </a:lnTo>
                  <a:lnTo>
                    <a:pt x="0" y="169714"/>
                  </a:lnTo>
                  <a:lnTo>
                    <a:pt x="164" y="175017"/>
                  </a:lnTo>
                  <a:lnTo>
                    <a:pt x="498" y="180311"/>
                  </a:lnTo>
                  <a:lnTo>
                    <a:pt x="999" y="185593"/>
                  </a:lnTo>
                  <a:lnTo>
                    <a:pt x="1667" y="190856"/>
                  </a:lnTo>
                  <a:lnTo>
                    <a:pt x="2502" y="196095"/>
                  </a:lnTo>
                  <a:lnTo>
                    <a:pt x="3503" y="201305"/>
                  </a:lnTo>
                  <a:lnTo>
                    <a:pt x="4669" y="206481"/>
                  </a:lnTo>
                  <a:lnTo>
                    <a:pt x="5998" y="211617"/>
                  </a:lnTo>
                  <a:lnTo>
                    <a:pt x="7490" y="216708"/>
                  </a:lnTo>
                  <a:lnTo>
                    <a:pt x="9142" y="221749"/>
                  </a:lnTo>
                  <a:lnTo>
                    <a:pt x="10954" y="226736"/>
                  </a:lnTo>
                  <a:lnTo>
                    <a:pt x="12923" y="231662"/>
                  </a:lnTo>
                  <a:lnTo>
                    <a:pt x="15047" y="236523"/>
                  </a:lnTo>
                  <a:lnTo>
                    <a:pt x="17324" y="241315"/>
                  </a:lnTo>
                  <a:lnTo>
                    <a:pt x="19753" y="246032"/>
                  </a:lnTo>
                  <a:lnTo>
                    <a:pt x="22329" y="250669"/>
                  </a:lnTo>
                  <a:lnTo>
                    <a:pt x="25052" y="255223"/>
                  </a:lnTo>
                  <a:lnTo>
                    <a:pt x="27918" y="259687"/>
                  </a:lnTo>
                  <a:lnTo>
                    <a:pt x="30924" y="264059"/>
                  </a:lnTo>
                  <a:lnTo>
                    <a:pt x="34067" y="268333"/>
                  </a:lnTo>
                  <a:lnTo>
                    <a:pt x="37344" y="272505"/>
                  </a:lnTo>
                  <a:lnTo>
                    <a:pt x="40752" y="276571"/>
                  </a:lnTo>
                  <a:lnTo>
                    <a:pt x="44287" y="280526"/>
                  </a:lnTo>
                  <a:lnTo>
                    <a:pt x="47946" y="284368"/>
                  </a:lnTo>
                  <a:lnTo>
                    <a:pt x="51725" y="288091"/>
                  </a:lnTo>
                  <a:lnTo>
                    <a:pt x="55621" y="291693"/>
                  </a:lnTo>
                  <a:lnTo>
                    <a:pt x="59628" y="295169"/>
                  </a:lnTo>
                  <a:lnTo>
                    <a:pt x="63744" y="298517"/>
                  </a:lnTo>
                  <a:lnTo>
                    <a:pt x="67964" y="301732"/>
                  </a:lnTo>
                  <a:lnTo>
                    <a:pt x="72284" y="304811"/>
                  </a:lnTo>
                  <a:lnTo>
                    <a:pt x="76700" y="307752"/>
                  </a:lnTo>
                  <a:lnTo>
                    <a:pt x="81207" y="310551"/>
                  </a:lnTo>
                  <a:lnTo>
                    <a:pt x="85800" y="313206"/>
                  </a:lnTo>
                  <a:lnTo>
                    <a:pt x="90475" y="315714"/>
                  </a:lnTo>
                  <a:lnTo>
                    <a:pt x="95227" y="318072"/>
                  </a:lnTo>
                  <a:lnTo>
                    <a:pt x="100052" y="320278"/>
                  </a:lnTo>
                  <a:lnTo>
                    <a:pt x="104944" y="322330"/>
                  </a:lnTo>
                  <a:lnTo>
                    <a:pt x="109899" y="324226"/>
                  </a:lnTo>
                  <a:lnTo>
                    <a:pt x="114912" y="325964"/>
                  </a:lnTo>
                  <a:lnTo>
                    <a:pt x="119977" y="327541"/>
                  </a:lnTo>
                  <a:lnTo>
                    <a:pt x="125090" y="328957"/>
                  </a:lnTo>
                  <a:lnTo>
                    <a:pt x="130245" y="330210"/>
                  </a:lnTo>
                  <a:lnTo>
                    <a:pt x="135437" y="331299"/>
                  </a:lnTo>
                  <a:lnTo>
                    <a:pt x="140662" y="332223"/>
                  </a:lnTo>
                  <a:lnTo>
                    <a:pt x="145913" y="332980"/>
                  </a:lnTo>
                  <a:lnTo>
                    <a:pt x="151185" y="333571"/>
                  </a:lnTo>
                  <a:lnTo>
                    <a:pt x="156473" y="333993"/>
                  </a:lnTo>
                  <a:lnTo>
                    <a:pt x="161772" y="334248"/>
                  </a:lnTo>
                  <a:lnTo>
                    <a:pt x="167077" y="334334"/>
                  </a:lnTo>
                  <a:lnTo>
                    <a:pt x="172382" y="334252"/>
                  </a:lnTo>
                  <a:lnTo>
                    <a:pt x="177681" y="334002"/>
                  </a:lnTo>
                  <a:lnTo>
                    <a:pt x="182970" y="333584"/>
                  </a:lnTo>
                  <a:lnTo>
                    <a:pt x="188243" y="332998"/>
                  </a:lnTo>
                  <a:lnTo>
                    <a:pt x="193494" y="332245"/>
                  </a:lnTo>
                  <a:lnTo>
                    <a:pt x="198719" y="331326"/>
                  </a:lnTo>
                  <a:lnTo>
                    <a:pt x="203912" y="330241"/>
                  </a:lnTo>
                  <a:lnTo>
                    <a:pt x="209069" y="328993"/>
                  </a:lnTo>
                  <a:lnTo>
                    <a:pt x="214183" y="327581"/>
                  </a:lnTo>
                  <a:lnTo>
                    <a:pt x="219249" y="326008"/>
                  </a:lnTo>
                  <a:lnTo>
                    <a:pt x="224263" y="324274"/>
                  </a:lnTo>
                  <a:lnTo>
                    <a:pt x="229220" y="322383"/>
                  </a:lnTo>
                  <a:lnTo>
                    <a:pt x="234114" y="320335"/>
                  </a:lnTo>
                  <a:lnTo>
                    <a:pt x="238941" y="318133"/>
                  </a:lnTo>
                  <a:lnTo>
                    <a:pt x="243695" y="315779"/>
                  </a:lnTo>
                  <a:lnTo>
                    <a:pt x="248372" y="313275"/>
                  </a:lnTo>
                  <a:lnTo>
                    <a:pt x="252968" y="310624"/>
                  </a:lnTo>
                  <a:lnTo>
                    <a:pt x="257477" y="307828"/>
                  </a:lnTo>
                  <a:lnTo>
                    <a:pt x="261895" y="304891"/>
                  </a:lnTo>
                  <a:lnTo>
                    <a:pt x="266217" y="301815"/>
                  </a:lnTo>
                  <a:lnTo>
                    <a:pt x="270440" y="298604"/>
                  </a:lnTo>
                  <a:lnTo>
                    <a:pt x="274559" y="295260"/>
                  </a:lnTo>
                  <a:lnTo>
                    <a:pt x="278569" y="291787"/>
                  </a:lnTo>
                  <a:lnTo>
                    <a:pt x="282468" y="288189"/>
                  </a:lnTo>
                  <a:lnTo>
                    <a:pt x="286250" y="284468"/>
                  </a:lnTo>
                  <a:lnTo>
                    <a:pt x="289912" y="280630"/>
                  </a:lnTo>
                  <a:lnTo>
                    <a:pt x="293451" y="276677"/>
                  </a:lnTo>
                  <a:lnTo>
                    <a:pt x="296862" y="272614"/>
                  </a:lnTo>
                  <a:lnTo>
                    <a:pt x="300143" y="268445"/>
                  </a:lnTo>
                  <a:lnTo>
                    <a:pt x="303290" y="264174"/>
                  </a:lnTo>
                  <a:lnTo>
                    <a:pt x="306299" y="259805"/>
                  </a:lnTo>
                  <a:lnTo>
                    <a:pt x="309169" y="255342"/>
                  </a:lnTo>
                  <a:lnTo>
                    <a:pt x="311895" y="250791"/>
                  </a:lnTo>
                  <a:lnTo>
                    <a:pt x="314476" y="246156"/>
                  </a:lnTo>
                  <a:lnTo>
                    <a:pt x="316908" y="241441"/>
                  </a:lnTo>
                  <a:lnTo>
                    <a:pt x="319190" y="236652"/>
                  </a:lnTo>
                  <a:lnTo>
                    <a:pt x="321318" y="231792"/>
                  </a:lnTo>
                  <a:lnTo>
                    <a:pt x="323291" y="226867"/>
                  </a:lnTo>
                  <a:lnTo>
                    <a:pt x="325107" y="221882"/>
                  </a:lnTo>
                  <a:lnTo>
                    <a:pt x="326764" y="216842"/>
                  </a:lnTo>
                  <a:lnTo>
                    <a:pt x="328260" y="211752"/>
                  </a:lnTo>
                  <a:lnTo>
                    <a:pt x="329593" y="206618"/>
                  </a:lnTo>
                  <a:lnTo>
                    <a:pt x="330763" y="201443"/>
                  </a:lnTo>
                  <a:lnTo>
                    <a:pt x="331769" y="196234"/>
                  </a:lnTo>
                  <a:lnTo>
                    <a:pt x="332608" y="190995"/>
                  </a:lnTo>
                  <a:lnTo>
                    <a:pt x="333281" y="185733"/>
                  </a:lnTo>
                  <a:lnTo>
                    <a:pt x="333786" y="180452"/>
                  </a:lnTo>
                  <a:lnTo>
                    <a:pt x="334124" y="175157"/>
                  </a:lnTo>
                  <a:lnTo>
                    <a:pt x="334293" y="169855"/>
                  </a:lnTo>
                  <a:lnTo>
                    <a:pt x="334294" y="164550"/>
                  </a:lnTo>
                  <a:lnTo>
                    <a:pt x="334127" y="159247"/>
                  </a:lnTo>
                  <a:lnTo>
                    <a:pt x="333792" y="153952"/>
                  </a:lnTo>
                  <a:lnTo>
                    <a:pt x="333289" y="148671"/>
                  </a:lnTo>
                  <a:lnTo>
                    <a:pt x="332618" y="143408"/>
                  </a:lnTo>
                  <a:lnTo>
                    <a:pt x="331781" y="138169"/>
                  </a:lnTo>
                  <a:lnTo>
                    <a:pt x="330778" y="132960"/>
                  </a:lnTo>
                  <a:lnTo>
                    <a:pt x="329610" y="127785"/>
                  </a:lnTo>
                  <a:lnTo>
                    <a:pt x="328278" y="122649"/>
                  </a:lnTo>
                  <a:lnTo>
                    <a:pt x="326785" y="117559"/>
                  </a:lnTo>
                  <a:lnTo>
                    <a:pt x="325130" y="112518"/>
                  </a:lnTo>
                  <a:lnTo>
                    <a:pt x="323316" y="107532"/>
                  </a:lnTo>
                  <a:lnTo>
                    <a:pt x="321345" y="102607"/>
                  </a:lnTo>
                  <a:lnTo>
                    <a:pt x="319219" y="97746"/>
                  </a:lnTo>
                  <a:lnTo>
                    <a:pt x="316940" y="92956"/>
                  </a:lnTo>
                  <a:lnTo>
                    <a:pt x="314509" y="88240"/>
                  </a:lnTo>
                  <a:lnTo>
                    <a:pt x="311931" y="83604"/>
                  </a:lnTo>
                  <a:lnTo>
                    <a:pt x="309206" y="79051"/>
                  </a:lnTo>
                  <a:lnTo>
                    <a:pt x="306338" y="74588"/>
                  </a:lnTo>
                  <a:lnTo>
                    <a:pt x="303331" y="70218"/>
                  </a:lnTo>
                  <a:lnTo>
                    <a:pt x="300186" y="65945"/>
                  </a:lnTo>
                  <a:lnTo>
                    <a:pt x="296907" y="61775"/>
                  </a:lnTo>
                  <a:lnTo>
                    <a:pt x="293497" y="57710"/>
                  </a:lnTo>
                  <a:lnTo>
                    <a:pt x="289960" y="53756"/>
                  </a:lnTo>
                  <a:lnTo>
                    <a:pt x="286299" y="49916"/>
                  </a:lnTo>
                  <a:lnTo>
                    <a:pt x="282519" y="46194"/>
                  </a:lnTo>
                  <a:lnTo>
                    <a:pt x="278622" y="42594"/>
                  </a:lnTo>
                  <a:lnTo>
                    <a:pt x="274613" y="39119"/>
                  </a:lnTo>
                  <a:lnTo>
                    <a:pt x="270495" y="35774"/>
                  </a:lnTo>
                  <a:lnTo>
                    <a:pt x="266274" y="32560"/>
                  </a:lnTo>
                  <a:lnTo>
                    <a:pt x="261953" y="29483"/>
                  </a:lnTo>
                  <a:lnTo>
                    <a:pt x="257536" y="26544"/>
                  </a:lnTo>
                  <a:lnTo>
                    <a:pt x="253028" y="23746"/>
                  </a:lnTo>
                  <a:lnTo>
                    <a:pt x="248434" y="21093"/>
                  </a:lnTo>
                  <a:lnTo>
                    <a:pt x="243758" y="18587"/>
                  </a:lnTo>
                  <a:lnTo>
                    <a:pt x="239004" y="16231"/>
                  </a:lnTo>
                  <a:lnTo>
                    <a:pt x="234179" y="14027"/>
                  </a:lnTo>
                  <a:lnTo>
                    <a:pt x="229285" y="11977"/>
                  </a:lnTo>
                  <a:lnTo>
                    <a:pt x="224330" y="10084"/>
                  </a:lnTo>
                  <a:lnTo>
                    <a:pt x="219316" y="8348"/>
                  </a:lnTo>
                  <a:lnTo>
                    <a:pt x="214250" y="6773"/>
                  </a:lnTo>
                  <a:lnTo>
                    <a:pt x="209137" y="5359"/>
                  </a:lnTo>
                  <a:lnTo>
                    <a:pt x="203981" y="4108"/>
                  </a:lnTo>
                  <a:lnTo>
                    <a:pt x="198788" y="3021"/>
                  </a:lnTo>
                  <a:lnTo>
                    <a:pt x="193564" y="2100"/>
                  </a:lnTo>
                  <a:lnTo>
                    <a:pt x="188313" y="1345"/>
                  </a:lnTo>
                  <a:lnTo>
                    <a:pt x="183040" y="757"/>
                  </a:lnTo>
                  <a:lnTo>
                    <a:pt x="177751" y="336"/>
                  </a:lnTo>
                  <a:lnTo>
                    <a:pt x="172452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61938" y="5103947"/>
              <a:ext cx="334308" cy="334333"/>
            </a:xfrm>
            <a:custGeom>
              <a:avLst/>
              <a:pathLst>
                <a:path w="334308" h="334333">
                  <a:moveTo>
                    <a:pt x="167081" y="0"/>
                  </a:moveTo>
                  <a:lnTo>
                    <a:pt x="161783" y="86"/>
                  </a:lnTo>
                  <a:lnTo>
                    <a:pt x="156491" y="340"/>
                  </a:lnTo>
                  <a:lnTo>
                    <a:pt x="151209" y="761"/>
                  </a:lnTo>
                  <a:lnTo>
                    <a:pt x="145944" y="1350"/>
                  </a:lnTo>
                  <a:lnTo>
                    <a:pt x="140700" y="2105"/>
                  </a:lnTo>
                  <a:lnTo>
                    <a:pt x="135482" y="3026"/>
                  </a:lnTo>
                  <a:lnTo>
                    <a:pt x="130296" y="4112"/>
                  </a:lnTo>
                  <a:lnTo>
                    <a:pt x="125148" y="5362"/>
                  </a:lnTo>
                  <a:lnTo>
                    <a:pt x="120041" y="6774"/>
                  </a:lnTo>
                  <a:lnTo>
                    <a:pt x="114982" y="8348"/>
                  </a:lnTo>
                  <a:lnTo>
                    <a:pt x="109975" y="10081"/>
                  </a:lnTo>
                  <a:lnTo>
                    <a:pt x="105026" y="11972"/>
                  </a:lnTo>
                  <a:lnTo>
                    <a:pt x="100139" y="14018"/>
                  </a:lnTo>
                  <a:lnTo>
                    <a:pt x="95319" y="16219"/>
                  </a:lnTo>
                  <a:lnTo>
                    <a:pt x="90572" y="18571"/>
                  </a:lnTo>
                  <a:lnTo>
                    <a:pt x="85901" y="21072"/>
                  </a:lnTo>
                  <a:lnTo>
                    <a:pt x="81312" y="23721"/>
                  </a:lnTo>
                  <a:lnTo>
                    <a:pt x="76809" y="26513"/>
                  </a:lnTo>
                  <a:lnTo>
                    <a:pt x="72397" y="29446"/>
                  </a:lnTo>
                  <a:lnTo>
                    <a:pt x="68080" y="32518"/>
                  </a:lnTo>
                  <a:lnTo>
                    <a:pt x="63863" y="35725"/>
                  </a:lnTo>
                  <a:lnTo>
                    <a:pt x="59750" y="39065"/>
                  </a:lnTo>
                  <a:lnTo>
                    <a:pt x="55744" y="42533"/>
                  </a:lnTo>
                  <a:lnTo>
                    <a:pt x="51850" y="46126"/>
                  </a:lnTo>
                  <a:lnTo>
                    <a:pt x="48072" y="49840"/>
                  </a:lnTo>
                  <a:lnTo>
                    <a:pt x="44414" y="53673"/>
                  </a:lnTo>
                  <a:lnTo>
                    <a:pt x="40879" y="57619"/>
                  </a:lnTo>
                  <a:lnTo>
                    <a:pt x="37471" y="61676"/>
                  </a:lnTo>
                  <a:lnTo>
                    <a:pt x="34193" y="65839"/>
                  </a:lnTo>
                  <a:lnTo>
                    <a:pt x="31048" y="70103"/>
                  </a:lnTo>
                  <a:lnTo>
                    <a:pt x="28041" y="74465"/>
                  </a:lnTo>
                  <a:lnTo>
                    <a:pt x="25173" y="78920"/>
                  </a:lnTo>
                  <a:lnTo>
                    <a:pt x="22448" y="83463"/>
                  </a:lnTo>
                  <a:lnTo>
                    <a:pt x="19868" y="88091"/>
                  </a:lnTo>
                  <a:lnTo>
                    <a:pt x="17436" y="92798"/>
                  </a:lnTo>
                  <a:lnTo>
                    <a:pt x="15154" y="97580"/>
                  </a:lnTo>
                  <a:lnTo>
                    <a:pt x="13025" y="102432"/>
                  </a:lnTo>
                  <a:lnTo>
                    <a:pt x="11051" y="107348"/>
                  </a:lnTo>
                  <a:lnTo>
                    <a:pt x="9234" y="112325"/>
                  </a:lnTo>
                  <a:lnTo>
                    <a:pt x="7575" y="117357"/>
                  </a:lnTo>
                  <a:lnTo>
                    <a:pt x="6077" y="122439"/>
                  </a:lnTo>
                  <a:lnTo>
                    <a:pt x="4740" y="127566"/>
                  </a:lnTo>
                  <a:lnTo>
                    <a:pt x="3567" y="132733"/>
                  </a:lnTo>
                  <a:lnTo>
                    <a:pt x="2558" y="137934"/>
                  </a:lnTo>
                  <a:lnTo>
                    <a:pt x="1714" y="143165"/>
                  </a:lnTo>
                  <a:lnTo>
                    <a:pt x="1037" y="148420"/>
                  </a:lnTo>
                  <a:lnTo>
                    <a:pt x="526" y="153693"/>
                  </a:lnTo>
                  <a:lnTo>
                    <a:pt x="183" y="158980"/>
                  </a:lnTo>
                  <a:lnTo>
                    <a:pt x="7" y="164276"/>
                  </a:lnTo>
                  <a:lnTo>
                    <a:pt x="0" y="169574"/>
                  </a:lnTo>
                  <a:lnTo>
                    <a:pt x="160" y="174870"/>
                  </a:lnTo>
                  <a:lnTo>
                    <a:pt x="488" y="180158"/>
                  </a:lnTo>
                  <a:lnTo>
                    <a:pt x="983" y="185433"/>
                  </a:lnTo>
                  <a:lnTo>
                    <a:pt x="1645" y="190690"/>
                  </a:lnTo>
                  <a:lnTo>
                    <a:pt x="2474" y="195923"/>
                  </a:lnTo>
                  <a:lnTo>
                    <a:pt x="3468" y="201127"/>
                  </a:lnTo>
                  <a:lnTo>
                    <a:pt x="4626" y="206297"/>
                  </a:lnTo>
                  <a:lnTo>
                    <a:pt x="5948" y="211428"/>
                  </a:lnTo>
                  <a:lnTo>
                    <a:pt x="7432" y="216514"/>
                  </a:lnTo>
                  <a:lnTo>
                    <a:pt x="9076" y="221551"/>
                  </a:lnTo>
                  <a:lnTo>
                    <a:pt x="10879" y="226533"/>
                  </a:lnTo>
                  <a:lnTo>
                    <a:pt x="12838" y="231455"/>
                  </a:lnTo>
                  <a:lnTo>
                    <a:pt x="14953" y="236313"/>
                  </a:lnTo>
                  <a:lnTo>
                    <a:pt x="17221" y="241102"/>
                  </a:lnTo>
                  <a:lnTo>
                    <a:pt x="19639" y="245816"/>
                  </a:lnTo>
                  <a:lnTo>
                    <a:pt x="22206" y="250451"/>
                  </a:lnTo>
                  <a:lnTo>
                    <a:pt x="24918" y="255002"/>
                  </a:lnTo>
                  <a:lnTo>
                    <a:pt x="27773" y="259466"/>
                  </a:lnTo>
                  <a:lnTo>
                    <a:pt x="30768" y="263836"/>
                  </a:lnTo>
                  <a:lnTo>
                    <a:pt x="33900" y="268110"/>
                  </a:lnTo>
                  <a:lnTo>
                    <a:pt x="37166" y="272282"/>
                  </a:lnTo>
                  <a:lnTo>
                    <a:pt x="40562" y="276348"/>
                  </a:lnTo>
                  <a:lnTo>
                    <a:pt x="44086" y="280305"/>
                  </a:lnTo>
                  <a:lnTo>
                    <a:pt x="47733" y="284148"/>
                  </a:lnTo>
                  <a:lnTo>
                    <a:pt x="51500" y="287874"/>
                  </a:lnTo>
                  <a:lnTo>
                    <a:pt x="55383" y="291478"/>
                  </a:lnTo>
                  <a:lnTo>
                    <a:pt x="59379" y="294957"/>
                  </a:lnTo>
                  <a:lnTo>
                    <a:pt x="63483" y="298308"/>
                  </a:lnTo>
                  <a:lnTo>
                    <a:pt x="67691" y="301528"/>
                  </a:lnTo>
                  <a:lnTo>
                    <a:pt x="71999" y="304612"/>
                  </a:lnTo>
                  <a:lnTo>
                    <a:pt x="76402" y="307559"/>
                  </a:lnTo>
                  <a:lnTo>
                    <a:pt x="80897" y="310364"/>
                  </a:lnTo>
                  <a:lnTo>
                    <a:pt x="85478" y="313025"/>
                  </a:lnTo>
                  <a:lnTo>
                    <a:pt x="90141" y="315540"/>
                  </a:lnTo>
                  <a:lnTo>
                    <a:pt x="94882" y="317906"/>
                  </a:lnTo>
                  <a:lnTo>
                    <a:pt x="99695" y="320121"/>
                  </a:lnTo>
                  <a:lnTo>
                    <a:pt x="104576" y="322182"/>
                  </a:lnTo>
                  <a:lnTo>
                    <a:pt x="109520" y="324087"/>
                  </a:lnTo>
                  <a:lnTo>
                    <a:pt x="114522" y="325834"/>
                  </a:lnTo>
                  <a:lnTo>
                    <a:pt x="119577" y="327422"/>
                  </a:lnTo>
                  <a:lnTo>
                    <a:pt x="124679" y="328849"/>
                  </a:lnTo>
                  <a:lnTo>
                    <a:pt x="129824" y="330114"/>
                  </a:lnTo>
                  <a:lnTo>
                    <a:pt x="135007" y="331215"/>
                  </a:lnTo>
                  <a:lnTo>
                    <a:pt x="140222" y="332151"/>
                  </a:lnTo>
                  <a:lnTo>
                    <a:pt x="145464" y="332922"/>
                  </a:lnTo>
                  <a:lnTo>
                    <a:pt x="150727" y="333526"/>
                  </a:lnTo>
                  <a:lnTo>
                    <a:pt x="156007" y="333963"/>
                  </a:lnTo>
                  <a:lnTo>
                    <a:pt x="161299" y="334232"/>
                  </a:lnTo>
                  <a:lnTo>
                    <a:pt x="166596" y="334333"/>
                  </a:lnTo>
                  <a:lnTo>
                    <a:pt x="171894" y="334267"/>
                  </a:lnTo>
                  <a:lnTo>
                    <a:pt x="177187" y="334033"/>
                  </a:lnTo>
                  <a:lnTo>
                    <a:pt x="182470" y="333631"/>
                  </a:lnTo>
                  <a:lnTo>
                    <a:pt x="187738" y="333062"/>
                  </a:lnTo>
                  <a:lnTo>
                    <a:pt x="192985" y="332326"/>
                  </a:lnTo>
                  <a:lnTo>
                    <a:pt x="198206" y="331424"/>
                  </a:lnTo>
                  <a:lnTo>
                    <a:pt x="203395" y="330358"/>
                  </a:lnTo>
                  <a:lnTo>
                    <a:pt x="208549" y="329127"/>
                  </a:lnTo>
                  <a:lnTo>
                    <a:pt x="213660" y="327734"/>
                  </a:lnTo>
                  <a:lnTo>
                    <a:pt x="218726" y="326179"/>
                  </a:lnTo>
                  <a:lnTo>
                    <a:pt x="223739" y="324465"/>
                  </a:lnTo>
                  <a:lnTo>
                    <a:pt x="228695" y="322592"/>
                  </a:lnTo>
                  <a:lnTo>
                    <a:pt x="233590" y="320564"/>
                  </a:lnTo>
                  <a:lnTo>
                    <a:pt x="238418" y="318381"/>
                  </a:lnTo>
                  <a:lnTo>
                    <a:pt x="243174" y="316047"/>
                  </a:lnTo>
                  <a:lnTo>
                    <a:pt x="247854" y="313563"/>
                  </a:lnTo>
                  <a:lnTo>
                    <a:pt x="252453" y="310932"/>
                  </a:lnTo>
                  <a:lnTo>
                    <a:pt x="256966" y="308156"/>
                  </a:lnTo>
                  <a:lnTo>
                    <a:pt x="261389" y="305239"/>
                  </a:lnTo>
                  <a:lnTo>
                    <a:pt x="265717" y="302183"/>
                  </a:lnTo>
                  <a:lnTo>
                    <a:pt x="269946" y="298992"/>
                  </a:lnTo>
                  <a:lnTo>
                    <a:pt x="274072" y="295668"/>
                  </a:lnTo>
                  <a:lnTo>
                    <a:pt x="278090" y="292215"/>
                  </a:lnTo>
                  <a:lnTo>
                    <a:pt x="281998" y="288637"/>
                  </a:lnTo>
                  <a:lnTo>
                    <a:pt x="285789" y="284936"/>
                  </a:lnTo>
                  <a:lnTo>
                    <a:pt x="289462" y="281117"/>
                  </a:lnTo>
                  <a:lnTo>
                    <a:pt x="293012" y="277184"/>
                  </a:lnTo>
                  <a:lnTo>
                    <a:pt x="296435" y="273140"/>
                  </a:lnTo>
                  <a:lnTo>
                    <a:pt x="299728" y="268990"/>
                  </a:lnTo>
                  <a:lnTo>
                    <a:pt x="302888" y="264737"/>
                  </a:lnTo>
                  <a:lnTo>
                    <a:pt x="305912" y="260386"/>
                  </a:lnTo>
                  <a:lnTo>
                    <a:pt x="308797" y="255942"/>
                  </a:lnTo>
                  <a:lnTo>
                    <a:pt x="311539" y="251409"/>
                  </a:lnTo>
                  <a:lnTo>
                    <a:pt x="314136" y="246791"/>
                  </a:lnTo>
                  <a:lnTo>
                    <a:pt x="316586" y="242093"/>
                  </a:lnTo>
                  <a:lnTo>
                    <a:pt x="318885" y="237319"/>
                  </a:lnTo>
                  <a:lnTo>
                    <a:pt x="321032" y="232476"/>
                  </a:lnTo>
                  <a:lnTo>
                    <a:pt x="323024" y="227566"/>
                  </a:lnTo>
                  <a:lnTo>
                    <a:pt x="324860" y="222596"/>
                  </a:lnTo>
                  <a:lnTo>
                    <a:pt x="326537" y="217570"/>
                  </a:lnTo>
                  <a:lnTo>
                    <a:pt x="328055" y="212494"/>
                  </a:lnTo>
                  <a:lnTo>
                    <a:pt x="329410" y="207372"/>
                  </a:lnTo>
                  <a:lnTo>
                    <a:pt x="330603" y="202210"/>
                  </a:lnTo>
                  <a:lnTo>
                    <a:pt x="331631" y="197012"/>
                  </a:lnTo>
                  <a:lnTo>
                    <a:pt x="332494" y="191785"/>
                  </a:lnTo>
                  <a:lnTo>
                    <a:pt x="333192" y="186533"/>
                  </a:lnTo>
                  <a:lnTo>
                    <a:pt x="333722" y="181261"/>
                  </a:lnTo>
                  <a:lnTo>
                    <a:pt x="334085" y="175975"/>
                  </a:lnTo>
                  <a:lnTo>
                    <a:pt x="334280" y="170681"/>
                  </a:lnTo>
                  <a:lnTo>
                    <a:pt x="334308" y="165382"/>
                  </a:lnTo>
                  <a:lnTo>
                    <a:pt x="334167" y="160086"/>
                  </a:lnTo>
                  <a:lnTo>
                    <a:pt x="333859" y="154797"/>
                  </a:lnTo>
                  <a:lnTo>
                    <a:pt x="333383" y="149520"/>
                  </a:lnTo>
                  <a:lnTo>
                    <a:pt x="332740" y="144261"/>
                  </a:lnTo>
                  <a:lnTo>
                    <a:pt x="331931" y="139025"/>
                  </a:lnTo>
                  <a:lnTo>
                    <a:pt x="330957" y="133817"/>
                  </a:lnTo>
                  <a:lnTo>
                    <a:pt x="329817" y="128642"/>
                  </a:lnTo>
                  <a:lnTo>
                    <a:pt x="328515" y="123507"/>
                  </a:lnTo>
                  <a:lnTo>
                    <a:pt x="327050" y="118415"/>
                  </a:lnTo>
                  <a:lnTo>
                    <a:pt x="325425" y="113372"/>
                  </a:lnTo>
                  <a:lnTo>
                    <a:pt x="323641" y="108383"/>
                  </a:lnTo>
                  <a:lnTo>
                    <a:pt x="321699" y="103454"/>
                  </a:lnTo>
                  <a:lnTo>
                    <a:pt x="319602" y="98588"/>
                  </a:lnTo>
                  <a:lnTo>
                    <a:pt x="317353" y="93791"/>
                  </a:lnTo>
                  <a:lnTo>
                    <a:pt x="314952" y="89068"/>
                  </a:lnTo>
                  <a:lnTo>
                    <a:pt x="312403" y="84423"/>
                  </a:lnTo>
                  <a:lnTo>
                    <a:pt x="309708" y="79862"/>
                  </a:lnTo>
                  <a:lnTo>
                    <a:pt x="306869" y="75388"/>
                  </a:lnTo>
                  <a:lnTo>
                    <a:pt x="303891" y="71006"/>
                  </a:lnTo>
                  <a:lnTo>
                    <a:pt x="300774" y="66721"/>
                  </a:lnTo>
                  <a:lnTo>
                    <a:pt x="297524" y="62537"/>
                  </a:lnTo>
                  <a:lnTo>
                    <a:pt x="294143" y="58458"/>
                  </a:lnTo>
                  <a:lnTo>
                    <a:pt x="290634" y="54488"/>
                  </a:lnTo>
                  <a:lnTo>
                    <a:pt x="287001" y="50631"/>
                  </a:lnTo>
                  <a:lnTo>
                    <a:pt x="283248" y="46892"/>
                  </a:lnTo>
                  <a:lnTo>
                    <a:pt x="279378" y="43273"/>
                  </a:lnTo>
                  <a:lnTo>
                    <a:pt x="275396" y="39779"/>
                  </a:lnTo>
                  <a:lnTo>
                    <a:pt x="271304" y="36412"/>
                  </a:lnTo>
                  <a:lnTo>
                    <a:pt x="267108" y="33177"/>
                  </a:lnTo>
                  <a:lnTo>
                    <a:pt x="262812" y="30077"/>
                  </a:lnTo>
                  <a:lnTo>
                    <a:pt x="258419" y="27114"/>
                  </a:lnTo>
                  <a:lnTo>
                    <a:pt x="253935" y="24292"/>
                  </a:lnTo>
                  <a:lnTo>
                    <a:pt x="249364" y="21614"/>
                  </a:lnTo>
                  <a:lnTo>
                    <a:pt x="244710" y="19081"/>
                  </a:lnTo>
                  <a:lnTo>
                    <a:pt x="239978" y="16698"/>
                  </a:lnTo>
                  <a:lnTo>
                    <a:pt x="235173" y="14465"/>
                  </a:lnTo>
                  <a:lnTo>
                    <a:pt x="230300" y="12386"/>
                  </a:lnTo>
                  <a:lnTo>
                    <a:pt x="225363" y="10463"/>
                  </a:lnTo>
                  <a:lnTo>
                    <a:pt x="220368" y="8697"/>
                  </a:lnTo>
                  <a:lnTo>
                    <a:pt x="215319" y="7090"/>
                  </a:lnTo>
                  <a:lnTo>
                    <a:pt x="210222" y="5644"/>
                  </a:lnTo>
                  <a:lnTo>
                    <a:pt x="205082" y="4360"/>
                  </a:lnTo>
                  <a:lnTo>
                    <a:pt x="199903" y="3240"/>
                  </a:lnTo>
                  <a:lnTo>
                    <a:pt x="194692" y="2284"/>
                  </a:lnTo>
                  <a:lnTo>
                    <a:pt x="189453" y="1494"/>
                  </a:lnTo>
                  <a:lnTo>
                    <a:pt x="184191" y="870"/>
                  </a:lnTo>
                  <a:lnTo>
                    <a:pt x="178913" y="414"/>
                  </a:lnTo>
                  <a:lnTo>
                    <a:pt x="173622" y="125"/>
                  </a:lnTo>
                  <a:lnTo>
                    <a:pt x="168326" y="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629088" y="5103947"/>
              <a:ext cx="1175" cy="167167"/>
            </a:xfrm>
            <a:custGeom>
              <a:avLst/>
              <a:pathLst>
                <a:path w="1175" h="167167">
                  <a:moveTo>
                    <a:pt x="117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56927" y="5309273"/>
              <a:ext cx="148967" cy="167167"/>
            </a:xfrm>
            <a:custGeom>
              <a:avLst/>
              <a:pathLst>
                <a:path w="148967" h="167167">
                  <a:moveTo>
                    <a:pt x="148964" y="0"/>
                  </a:moveTo>
                  <a:lnTo>
                    <a:pt x="143558" y="87"/>
                  </a:lnTo>
                  <a:lnTo>
                    <a:pt x="138157" y="349"/>
                  </a:lnTo>
                  <a:lnTo>
                    <a:pt x="132767" y="786"/>
                  </a:lnTo>
                  <a:lnTo>
                    <a:pt x="127395" y="1397"/>
                  </a:lnTo>
                  <a:lnTo>
                    <a:pt x="122045" y="2182"/>
                  </a:lnTo>
                  <a:lnTo>
                    <a:pt x="116723" y="3139"/>
                  </a:lnTo>
                  <a:lnTo>
                    <a:pt x="111435" y="4267"/>
                  </a:lnTo>
                  <a:lnTo>
                    <a:pt x="106186" y="5566"/>
                  </a:lnTo>
                  <a:lnTo>
                    <a:pt x="100982" y="7035"/>
                  </a:lnTo>
                  <a:lnTo>
                    <a:pt x="95828" y="8670"/>
                  </a:lnTo>
                  <a:lnTo>
                    <a:pt x="90730" y="10472"/>
                  </a:lnTo>
                  <a:lnTo>
                    <a:pt x="85693" y="12437"/>
                  </a:lnTo>
                  <a:lnTo>
                    <a:pt x="80722" y="14565"/>
                  </a:lnTo>
                  <a:lnTo>
                    <a:pt x="75822" y="16852"/>
                  </a:lnTo>
                  <a:lnTo>
                    <a:pt x="70999" y="19296"/>
                  </a:lnTo>
                  <a:lnTo>
                    <a:pt x="66257" y="21895"/>
                  </a:lnTo>
                  <a:lnTo>
                    <a:pt x="61602" y="24646"/>
                  </a:lnTo>
                  <a:lnTo>
                    <a:pt x="57038" y="27546"/>
                  </a:lnTo>
                  <a:lnTo>
                    <a:pt x="52571" y="30592"/>
                  </a:lnTo>
                  <a:lnTo>
                    <a:pt x="48204" y="33781"/>
                  </a:lnTo>
                  <a:lnTo>
                    <a:pt x="43943" y="37110"/>
                  </a:lnTo>
                  <a:lnTo>
                    <a:pt x="39792" y="40574"/>
                  </a:lnTo>
                  <a:lnTo>
                    <a:pt x="35755" y="44172"/>
                  </a:lnTo>
                  <a:lnTo>
                    <a:pt x="31836" y="47897"/>
                  </a:lnTo>
                  <a:lnTo>
                    <a:pt x="28040" y="51748"/>
                  </a:lnTo>
                  <a:lnTo>
                    <a:pt x="24370" y="55719"/>
                  </a:lnTo>
                  <a:lnTo>
                    <a:pt x="20831" y="59807"/>
                  </a:lnTo>
                  <a:lnTo>
                    <a:pt x="17426" y="64008"/>
                  </a:lnTo>
                  <a:lnTo>
                    <a:pt x="14158" y="68316"/>
                  </a:lnTo>
                  <a:lnTo>
                    <a:pt x="11032" y="72728"/>
                  </a:lnTo>
                  <a:lnTo>
                    <a:pt x="8050" y="77238"/>
                  </a:lnTo>
                  <a:lnTo>
                    <a:pt x="5215" y="81843"/>
                  </a:lnTo>
                  <a:lnTo>
                    <a:pt x="2531" y="86536"/>
                  </a:lnTo>
                  <a:lnTo>
                    <a:pt x="0" y="91315"/>
                  </a:lnTo>
                  <a:lnTo>
                    <a:pt x="1489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38730" y="5309273"/>
              <a:ext cx="334318" cy="334331"/>
            </a:xfrm>
            <a:custGeom>
              <a:avLst/>
              <a:pathLst>
                <a:path w="334318" h="334331">
                  <a:moveTo>
                    <a:pt x="18196" y="91315"/>
                  </a:moveTo>
                  <a:lnTo>
                    <a:pt x="15860" y="96089"/>
                  </a:lnTo>
                  <a:lnTo>
                    <a:pt x="13676" y="100936"/>
                  </a:lnTo>
                  <a:lnTo>
                    <a:pt x="11648" y="105849"/>
                  </a:lnTo>
                  <a:lnTo>
                    <a:pt x="9777" y="110825"/>
                  </a:lnTo>
                  <a:lnTo>
                    <a:pt x="8066" y="115857"/>
                  </a:lnTo>
                  <a:lnTo>
                    <a:pt x="6515" y="120942"/>
                  </a:lnTo>
                  <a:lnTo>
                    <a:pt x="5126" y="126073"/>
                  </a:lnTo>
                  <a:lnTo>
                    <a:pt x="3902" y="131246"/>
                  </a:lnTo>
                  <a:lnTo>
                    <a:pt x="2842" y="136455"/>
                  </a:lnTo>
                  <a:lnTo>
                    <a:pt x="1949" y="141695"/>
                  </a:lnTo>
                  <a:lnTo>
                    <a:pt x="1222" y="146960"/>
                  </a:lnTo>
                  <a:lnTo>
                    <a:pt x="664" y="152247"/>
                  </a:lnTo>
                  <a:lnTo>
                    <a:pt x="273" y="157548"/>
                  </a:lnTo>
                  <a:lnTo>
                    <a:pt x="52" y="162859"/>
                  </a:lnTo>
                  <a:lnTo>
                    <a:pt x="0" y="168174"/>
                  </a:lnTo>
                  <a:lnTo>
                    <a:pt x="116" y="173489"/>
                  </a:lnTo>
                  <a:lnTo>
                    <a:pt x="402" y="178797"/>
                  </a:lnTo>
                  <a:lnTo>
                    <a:pt x="856" y="184093"/>
                  </a:lnTo>
                  <a:lnTo>
                    <a:pt x="1478" y="189372"/>
                  </a:lnTo>
                  <a:lnTo>
                    <a:pt x="2268" y="194629"/>
                  </a:lnTo>
                  <a:lnTo>
                    <a:pt x="3224" y="199858"/>
                  </a:lnTo>
                  <a:lnTo>
                    <a:pt x="4346" y="205054"/>
                  </a:lnTo>
                  <a:lnTo>
                    <a:pt x="5633" y="210211"/>
                  </a:lnTo>
                  <a:lnTo>
                    <a:pt x="7083" y="215325"/>
                  </a:lnTo>
                  <a:lnTo>
                    <a:pt x="8696" y="220390"/>
                  </a:lnTo>
                  <a:lnTo>
                    <a:pt x="10468" y="225402"/>
                  </a:lnTo>
                  <a:lnTo>
                    <a:pt x="12399" y="230354"/>
                  </a:lnTo>
                  <a:lnTo>
                    <a:pt x="14486" y="235243"/>
                  </a:lnTo>
                  <a:lnTo>
                    <a:pt x="16728" y="240063"/>
                  </a:lnTo>
                  <a:lnTo>
                    <a:pt x="19121" y="244809"/>
                  </a:lnTo>
                  <a:lnTo>
                    <a:pt x="21665" y="249477"/>
                  </a:lnTo>
                  <a:lnTo>
                    <a:pt x="24355" y="254061"/>
                  </a:lnTo>
                  <a:lnTo>
                    <a:pt x="27190" y="258558"/>
                  </a:lnTo>
                  <a:lnTo>
                    <a:pt x="30167" y="262962"/>
                  </a:lnTo>
                  <a:lnTo>
                    <a:pt x="33282" y="267269"/>
                  </a:lnTo>
                  <a:lnTo>
                    <a:pt x="36532" y="271476"/>
                  </a:lnTo>
                  <a:lnTo>
                    <a:pt x="39915" y="275576"/>
                  </a:lnTo>
                  <a:lnTo>
                    <a:pt x="43426" y="279567"/>
                  </a:lnTo>
                  <a:lnTo>
                    <a:pt x="47062" y="283445"/>
                  </a:lnTo>
                  <a:lnTo>
                    <a:pt x="50820" y="287204"/>
                  </a:lnTo>
                  <a:lnTo>
                    <a:pt x="54695" y="290843"/>
                  </a:lnTo>
                  <a:lnTo>
                    <a:pt x="58684" y="294356"/>
                  </a:lnTo>
                  <a:lnTo>
                    <a:pt x="62783" y="297741"/>
                  </a:lnTo>
                  <a:lnTo>
                    <a:pt x="66987" y="300994"/>
                  </a:lnTo>
                  <a:lnTo>
                    <a:pt x="71293" y="304111"/>
                  </a:lnTo>
                  <a:lnTo>
                    <a:pt x="75695" y="307090"/>
                  </a:lnTo>
                  <a:lnTo>
                    <a:pt x="80190" y="309927"/>
                  </a:lnTo>
                  <a:lnTo>
                    <a:pt x="84773" y="312620"/>
                  </a:lnTo>
                  <a:lnTo>
                    <a:pt x="89439" y="315166"/>
                  </a:lnTo>
                  <a:lnTo>
                    <a:pt x="94184" y="317563"/>
                  </a:lnTo>
                  <a:lnTo>
                    <a:pt x="99003" y="319807"/>
                  </a:lnTo>
                  <a:lnTo>
                    <a:pt x="103890" y="321897"/>
                  </a:lnTo>
                  <a:lnTo>
                    <a:pt x="108842" y="323831"/>
                  </a:lnTo>
                  <a:lnTo>
                    <a:pt x="113853" y="325606"/>
                  </a:lnTo>
                  <a:lnTo>
                    <a:pt x="118917" y="327221"/>
                  </a:lnTo>
                  <a:lnTo>
                    <a:pt x="124030" y="328674"/>
                  </a:lnTo>
                  <a:lnTo>
                    <a:pt x="129187" y="329963"/>
                  </a:lnTo>
                  <a:lnTo>
                    <a:pt x="134382" y="331089"/>
                  </a:lnTo>
                  <a:lnTo>
                    <a:pt x="139611" y="332048"/>
                  </a:lnTo>
                  <a:lnTo>
                    <a:pt x="144867" y="332841"/>
                  </a:lnTo>
                  <a:lnTo>
                    <a:pt x="150146" y="333466"/>
                  </a:lnTo>
                  <a:lnTo>
                    <a:pt x="155441" y="333923"/>
                  </a:lnTo>
                  <a:lnTo>
                    <a:pt x="160749" y="334211"/>
                  </a:lnTo>
                  <a:lnTo>
                    <a:pt x="166064" y="334331"/>
                  </a:lnTo>
                  <a:lnTo>
                    <a:pt x="171379" y="334281"/>
                  </a:lnTo>
                  <a:lnTo>
                    <a:pt x="176690" y="334063"/>
                  </a:lnTo>
                  <a:lnTo>
                    <a:pt x="181992" y="333675"/>
                  </a:lnTo>
                  <a:lnTo>
                    <a:pt x="187278" y="333120"/>
                  </a:lnTo>
                  <a:lnTo>
                    <a:pt x="192544" y="332396"/>
                  </a:lnTo>
                  <a:lnTo>
                    <a:pt x="197785" y="331506"/>
                  </a:lnTo>
                  <a:lnTo>
                    <a:pt x="202995" y="330449"/>
                  </a:lnTo>
                  <a:lnTo>
                    <a:pt x="208168" y="329227"/>
                  </a:lnTo>
                  <a:lnTo>
                    <a:pt x="213300" y="327842"/>
                  </a:lnTo>
                  <a:lnTo>
                    <a:pt x="218385" y="326294"/>
                  </a:lnTo>
                  <a:lnTo>
                    <a:pt x="223419" y="324585"/>
                  </a:lnTo>
                  <a:lnTo>
                    <a:pt x="228395" y="322717"/>
                  </a:lnTo>
                  <a:lnTo>
                    <a:pt x="233310" y="320691"/>
                  </a:lnTo>
                  <a:lnTo>
                    <a:pt x="238157" y="318510"/>
                  </a:lnTo>
                  <a:lnTo>
                    <a:pt x="242933" y="316177"/>
                  </a:lnTo>
                  <a:lnTo>
                    <a:pt x="247633" y="313692"/>
                  </a:lnTo>
                  <a:lnTo>
                    <a:pt x="252251" y="311060"/>
                  </a:lnTo>
                  <a:lnTo>
                    <a:pt x="256783" y="308282"/>
                  </a:lnTo>
                  <a:lnTo>
                    <a:pt x="261224" y="305361"/>
                  </a:lnTo>
                  <a:lnTo>
                    <a:pt x="265570" y="302301"/>
                  </a:lnTo>
                  <a:lnTo>
                    <a:pt x="269817" y="299104"/>
                  </a:lnTo>
                  <a:lnTo>
                    <a:pt x="273960" y="295773"/>
                  </a:lnTo>
                  <a:lnTo>
                    <a:pt x="277995" y="292313"/>
                  </a:lnTo>
                  <a:lnTo>
                    <a:pt x="281918" y="288725"/>
                  </a:lnTo>
                  <a:lnTo>
                    <a:pt x="285725" y="285015"/>
                  </a:lnTo>
                  <a:lnTo>
                    <a:pt x="289412" y="281186"/>
                  </a:lnTo>
                  <a:lnTo>
                    <a:pt x="292975" y="277242"/>
                  </a:lnTo>
                  <a:lnTo>
                    <a:pt x="296411" y="273186"/>
                  </a:lnTo>
                  <a:lnTo>
                    <a:pt x="299717" y="269023"/>
                  </a:lnTo>
                  <a:lnTo>
                    <a:pt x="302888" y="264757"/>
                  </a:lnTo>
                  <a:lnTo>
                    <a:pt x="305922" y="260393"/>
                  </a:lnTo>
                  <a:lnTo>
                    <a:pt x="308816" y="255934"/>
                  </a:lnTo>
                  <a:lnTo>
                    <a:pt x="311567" y="251385"/>
                  </a:lnTo>
                  <a:lnTo>
                    <a:pt x="314172" y="246751"/>
                  </a:lnTo>
                  <a:lnTo>
                    <a:pt x="316628" y="242037"/>
                  </a:lnTo>
                  <a:lnTo>
                    <a:pt x="318933" y="237247"/>
                  </a:lnTo>
                  <a:lnTo>
                    <a:pt x="321084" y="232386"/>
                  </a:lnTo>
                  <a:lnTo>
                    <a:pt x="323080" y="227460"/>
                  </a:lnTo>
                  <a:lnTo>
                    <a:pt x="324918" y="222472"/>
                  </a:lnTo>
                  <a:lnTo>
                    <a:pt x="326597" y="217428"/>
                  </a:lnTo>
                  <a:lnTo>
                    <a:pt x="328114" y="212334"/>
                  </a:lnTo>
                  <a:lnTo>
                    <a:pt x="329469" y="207194"/>
                  </a:lnTo>
                  <a:lnTo>
                    <a:pt x="330659" y="202013"/>
                  </a:lnTo>
                  <a:lnTo>
                    <a:pt x="331684" y="196797"/>
                  </a:lnTo>
                  <a:lnTo>
                    <a:pt x="332543" y="191551"/>
                  </a:lnTo>
                  <a:lnTo>
                    <a:pt x="333235" y="186281"/>
                  </a:lnTo>
                  <a:lnTo>
                    <a:pt x="333759" y="180991"/>
                  </a:lnTo>
                  <a:lnTo>
                    <a:pt x="334114" y="175687"/>
                  </a:lnTo>
                  <a:lnTo>
                    <a:pt x="334301" y="170375"/>
                  </a:lnTo>
                  <a:lnTo>
                    <a:pt x="334318" y="165059"/>
                  </a:lnTo>
                  <a:lnTo>
                    <a:pt x="334167" y="159746"/>
                  </a:lnTo>
                  <a:lnTo>
                    <a:pt x="333846" y="154440"/>
                  </a:lnTo>
                  <a:lnTo>
                    <a:pt x="333357" y="149147"/>
                  </a:lnTo>
                  <a:lnTo>
                    <a:pt x="332700" y="143872"/>
                  </a:lnTo>
                  <a:lnTo>
                    <a:pt x="331876" y="138620"/>
                  </a:lnTo>
                  <a:lnTo>
                    <a:pt x="330885" y="133398"/>
                  </a:lnTo>
                  <a:lnTo>
                    <a:pt x="329729" y="128210"/>
                  </a:lnTo>
                  <a:lnTo>
                    <a:pt x="328408" y="123061"/>
                  </a:lnTo>
                  <a:lnTo>
                    <a:pt x="326924" y="117956"/>
                  </a:lnTo>
                  <a:lnTo>
                    <a:pt x="325279" y="112902"/>
                  </a:lnTo>
                  <a:lnTo>
                    <a:pt x="323473" y="107902"/>
                  </a:lnTo>
                  <a:lnTo>
                    <a:pt x="321510" y="102962"/>
                  </a:lnTo>
                  <a:lnTo>
                    <a:pt x="319391" y="98087"/>
                  </a:lnTo>
                  <a:lnTo>
                    <a:pt x="317117" y="93282"/>
                  </a:lnTo>
                  <a:lnTo>
                    <a:pt x="314692" y="88552"/>
                  </a:lnTo>
                  <a:lnTo>
                    <a:pt x="312118" y="83901"/>
                  </a:lnTo>
                  <a:lnTo>
                    <a:pt x="309398" y="79334"/>
                  </a:lnTo>
                  <a:lnTo>
                    <a:pt x="306533" y="74857"/>
                  </a:lnTo>
                  <a:lnTo>
                    <a:pt x="303528" y="70472"/>
                  </a:lnTo>
                  <a:lnTo>
                    <a:pt x="300384" y="66185"/>
                  </a:lnTo>
                  <a:lnTo>
                    <a:pt x="297106" y="62001"/>
                  </a:lnTo>
                  <a:lnTo>
                    <a:pt x="293697" y="57923"/>
                  </a:lnTo>
                  <a:lnTo>
                    <a:pt x="290160" y="53955"/>
                  </a:lnTo>
                  <a:lnTo>
                    <a:pt x="286498" y="50101"/>
                  </a:lnTo>
                  <a:lnTo>
                    <a:pt x="282716" y="46366"/>
                  </a:lnTo>
                  <a:lnTo>
                    <a:pt x="278816" y="42754"/>
                  </a:lnTo>
                  <a:lnTo>
                    <a:pt x="274804" y="39267"/>
                  </a:lnTo>
                  <a:lnTo>
                    <a:pt x="270683" y="35909"/>
                  </a:lnTo>
                  <a:lnTo>
                    <a:pt x="266458" y="32684"/>
                  </a:lnTo>
                  <a:lnTo>
                    <a:pt x="262132" y="29595"/>
                  </a:lnTo>
                  <a:lnTo>
                    <a:pt x="257710" y="26645"/>
                  </a:lnTo>
                  <a:lnTo>
                    <a:pt x="253196" y="23837"/>
                  </a:lnTo>
                  <a:lnTo>
                    <a:pt x="248596" y="21174"/>
                  </a:lnTo>
                  <a:lnTo>
                    <a:pt x="243913" y="18659"/>
                  </a:lnTo>
                  <a:lnTo>
                    <a:pt x="239152" y="16294"/>
                  </a:lnTo>
                  <a:lnTo>
                    <a:pt x="234319" y="14081"/>
                  </a:lnTo>
                  <a:lnTo>
                    <a:pt x="229418" y="12024"/>
                  </a:lnTo>
                  <a:lnTo>
                    <a:pt x="224453" y="10123"/>
                  </a:lnTo>
                  <a:lnTo>
                    <a:pt x="219431" y="8381"/>
                  </a:lnTo>
                  <a:lnTo>
                    <a:pt x="214356" y="6799"/>
                  </a:lnTo>
                  <a:lnTo>
                    <a:pt x="209234" y="5380"/>
                  </a:lnTo>
                  <a:lnTo>
                    <a:pt x="204069" y="4124"/>
                  </a:lnTo>
                  <a:lnTo>
                    <a:pt x="198866" y="3033"/>
                  </a:lnTo>
                  <a:lnTo>
                    <a:pt x="193631" y="2108"/>
                  </a:lnTo>
                  <a:lnTo>
                    <a:pt x="188370" y="1350"/>
                  </a:lnTo>
                  <a:lnTo>
                    <a:pt x="183087" y="760"/>
                  </a:lnTo>
                  <a:lnTo>
                    <a:pt x="177789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913" y="5399291"/>
              <a:ext cx="4367" cy="167167"/>
            </a:xfrm>
            <a:custGeom>
              <a:avLst/>
              <a:pathLst>
                <a:path w="4367" h="167167">
                  <a:moveTo>
                    <a:pt x="4367" y="0"/>
                  </a:moveTo>
                  <a:lnTo>
                    <a:pt x="0" y="57"/>
                  </a:lnTo>
                  <a:lnTo>
                    <a:pt x="436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913" y="5399348"/>
              <a:ext cx="4367" cy="167110"/>
            </a:xfrm>
            <a:custGeom>
              <a:avLst/>
              <a:pathLst>
                <a:path w="4367" h="167110">
                  <a:moveTo>
                    <a:pt x="0" y="0"/>
                  </a:moveTo>
                  <a:lnTo>
                    <a:pt x="4367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913" y="5399348"/>
              <a:ext cx="4367" cy="167110"/>
            </a:xfrm>
            <a:custGeom>
              <a:avLst/>
              <a:pathLst>
                <a:path w="4367" h="167110">
                  <a:moveTo>
                    <a:pt x="0" y="0"/>
                  </a:moveTo>
                  <a:lnTo>
                    <a:pt x="4367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913" y="5399348"/>
              <a:ext cx="4367" cy="167110"/>
            </a:xfrm>
            <a:custGeom>
              <a:avLst/>
              <a:pathLst>
                <a:path w="4367" h="167110">
                  <a:moveTo>
                    <a:pt x="0" y="0"/>
                  </a:moveTo>
                  <a:lnTo>
                    <a:pt x="4367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913" y="5399348"/>
              <a:ext cx="4367" cy="167110"/>
            </a:xfrm>
            <a:custGeom>
              <a:avLst/>
              <a:pathLst>
                <a:path w="4367" h="167110">
                  <a:moveTo>
                    <a:pt x="0" y="0"/>
                  </a:moveTo>
                  <a:lnTo>
                    <a:pt x="4367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612913" y="5399348"/>
              <a:ext cx="4367" cy="167110"/>
            </a:xfrm>
            <a:custGeom>
              <a:avLst/>
              <a:pathLst>
                <a:path w="4367" h="167110">
                  <a:moveTo>
                    <a:pt x="0" y="0"/>
                  </a:moveTo>
                  <a:lnTo>
                    <a:pt x="4367" y="167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612913" y="5399348"/>
              <a:ext cx="4367" cy="167110"/>
            </a:xfrm>
            <a:custGeom>
              <a:avLst/>
              <a:pathLst>
                <a:path w="4367" h="167110">
                  <a:moveTo>
                    <a:pt x="0" y="0"/>
                  </a:moveTo>
                  <a:lnTo>
                    <a:pt x="4367" y="167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50114" y="5399348"/>
              <a:ext cx="334330" cy="334257"/>
            </a:xfrm>
            <a:custGeom>
              <a:avLst/>
              <a:pathLst>
                <a:path w="334330" h="334257">
                  <a:moveTo>
                    <a:pt x="162798" y="0"/>
                  </a:moveTo>
                  <a:lnTo>
                    <a:pt x="157516" y="221"/>
                  </a:lnTo>
                  <a:lnTo>
                    <a:pt x="152243" y="610"/>
                  </a:lnTo>
                  <a:lnTo>
                    <a:pt x="146986" y="1165"/>
                  </a:lnTo>
                  <a:lnTo>
                    <a:pt x="141749" y="1886"/>
                  </a:lnTo>
                  <a:lnTo>
                    <a:pt x="136537" y="2772"/>
                  </a:lnTo>
                  <a:lnTo>
                    <a:pt x="131356" y="3823"/>
                  </a:lnTo>
                  <a:lnTo>
                    <a:pt x="126210" y="5037"/>
                  </a:lnTo>
                  <a:lnTo>
                    <a:pt x="121106" y="6413"/>
                  </a:lnTo>
                  <a:lnTo>
                    <a:pt x="116048" y="7950"/>
                  </a:lnTo>
                  <a:lnTo>
                    <a:pt x="111040" y="9646"/>
                  </a:lnTo>
                  <a:lnTo>
                    <a:pt x="106089" y="11499"/>
                  </a:lnTo>
                  <a:lnTo>
                    <a:pt x="101199" y="13508"/>
                  </a:lnTo>
                  <a:lnTo>
                    <a:pt x="96375" y="15671"/>
                  </a:lnTo>
                  <a:lnTo>
                    <a:pt x="91622" y="17985"/>
                  </a:lnTo>
                  <a:lnTo>
                    <a:pt x="86944" y="20448"/>
                  </a:lnTo>
                  <a:lnTo>
                    <a:pt x="82347" y="23058"/>
                  </a:lnTo>
                  <a:lnTo>
                    <a:pt x="77834" y="25812"/>
                  </a:lnTo>
                  <a:lnTo>
                    <a:pt x="73411" y="28708"/>
                  </a:lnTo>
                  <a:lnTo>
                    <a:pt x="69082" y="31741"/>
                  </a:lnTo>
                  <a:lnTo>
                    <a:pt x="64850" y="34911"/>
                  </a:lnTo>
                  <a:lnTo>
                    <a:pt x="60721" y="38212"/>
                  </a:lnTo>
                  <a:lnTo>
                    <a:pt x="56698" y="41642"/>
                  </a:lnTo>
                  <a:lnTo>
                    <a:pt x="52786" y="45198"/>
                  </a:lnTo>
                  <a:lnTo>
                    <a:pt x="48989" y="48876"/>
                  </a:lnTo>
                  <a:lnTo>
                    <a:pt x="45309" y="52672"/>
                  </a:lnTo>
                  <a:lnTo>
                    <a:pt x="41751" y="56582"/>
                  </a:lnTo>
                  <a:lnTo>
                    <a:pt x="38319" y="60603"/>
                  </a:lnTo>
                  <a:lnTo>
                    <a:pt x="35016" y="64731"/>
                  </a:lnTo>
                  <a:lnTo>
                    <a:pt x="31844" y="68960"/>
                  </a:lnTo>
                  <a:lnTo>
                    <a:pt x="28808" y="73288"/>
                  </a:lnTo>
                  <a:lnTo>
                    <a:pt x="25911" y="77710"/>
                  </a:lnTo>
                  <a:lnTo>
                    <a:pt x="23155" y="82222"/>
                  </a:lnTo>
                  <a:lnTo>
                    <a:pt x="20542" y="86818"/>
                  </a:lnTo>
                  <a:lnTo>
                    <a:pt x="18077" y="91494"/>
                  </a:lnTo>
                  <a:lnTo>
                    <a:pt x="15760" y="96246"/>
                  </a:lnTo>
                  <a:lnTo>
                    <a:pt x="13595" y="101069"/>
                  </a:lnTo>
                  <a:lnTo>
                    <a:pt x="11584" y="105958"/>
                  </a:lnTo>
                  <a:lnTo>
                    <a:pt x="9728" y="110908"/>
                  </a:lnTo>
                  <a:lnTo>
                    <a:pt x="8030" y="115915"/>
                  </a:lnTo>
                  <a:lnTo>
                    <a:pt x="6490" y="120972"/>
                  </a:lnTo>
                  <a:lnTo>
                    <a:pt x="5112" y="126076"/>
                  </a:lnTo>
                  <a:lnTo>
                    <a:pt x="3895" y="131221"/>
                  </a:lnTo>
                  <a:lnTo>
                    <a:pt x="2842" y="136402"/>
                  </a:lnTo>
                  <a:lnTo>
                    <a:pt x="1953" y="141613"/>
                  </a:lnTo>
                  <a:lnTo>
                    <a:pt x="1230" y="146850"/>
                  </a:lnTo>
                  <a:lnTo>
                    <a:pt x="672" y="152107"/>
                  </a:lnTo>
                  <a:lnTo>
                    <a:pt x="281" y="157379"/>
                  </a:lnTo>
                  <a:lnTo>
                    <a:pt x="57" y="162661"/>
                  </a:lnTo>
                  <a:lnTo>
                    <a:pt x="0" y="167947"/>
                  </a:lnTo>
                  <a:lnTo>
                    <a:pt x="110" y="173233"/>
                  </a:lnTo>
                  <a:lnTo>
                    <a:pt x="387" y="178512"/>
                  </a:lnTo>
                  <a:lnTo>
                    <a:pt x="831" y="183780"/>
                  </a:lnTo>
                  <a:lnTo>
                    <a:pt x="1441" y="189031"/>
                  </a:lnTo>
                  <a:lnTo>
                    <a:pt x="2217" y="194261"/>
                  </a:lnTo>
                  <a:lnTo>
                    <a:pt x="3158" y="199463"/>
                  </a:lnTo>
                  <a:lnTo>
                    <a:pt x="4263" y="204633"/>
                  </a:lnTo>
                  <a:lnTo>
                    <a:pt x="5531" y="209765"/>
                  </a:lnTo>
                  <a:lnTo>
                    <a:pt x="6961" y="214855"/>
                  </a:lnTo>
                  <a:lnTo>
                    <a:pt x="8551" y="219897"/>
                  </a:lnTo>
                  <a:lnTo>
                    <a:pt x="10299" y="224886"/>
                  </a:lnTo>
                  <a:lnTo>
                    <a:pt x="12204" y="229817"/>
                  </a:lnTo>
                  <a:lnTo>
                    <a:pt x="14265" y="234686"/>
                  </a:lnTo>
                  <a:lnTo>
                    <a:pt x="16478" y="239487"/>
                  </a:lnTo>
                  <a:lnTo>
                    <a:pt x="18842" y="244215"/>
                  </a:lnTo>
                  <a:lnTo>
                    <a:pt x="21354" y="248867"/>
                  </a:lnTo>
                  <a:lnTo>
                    <a:pt x="24012" y="253437"/>
                  </a:lnTo>
                  <a:lnTo>
                    <a:pt x="26814" y="257920"/>
                  </a:lnTo>
                  <a:lnTo>
                    <a:pt x="29755" y="262313"/>
                  </a:lnTo>
                  <a:lnTo>
                    <a:pt x="32834" y="266610"/>
                  </a:lnTo>
                  <a:lnTo>
                    <a:pt x="36048" y="270808"/>
                  </a:lnTo>
                  <a:lnTo>
                    <a:pt x="39392" y="274902"/>
                  </a:lnTo>
                  <a:lnTo>
                    <a:pt x="42865" y="278889"/>
                  </a:lnTo>
                  <a:lnTo>
                    <a:pt x="46462" y="282763"/>
                  </a:lnTo>
                  <a:lnTo>
                    <a:pt x="50179" y="286522"/>
                  </a:lnTo>
                  <a:lnTo>
                    <a:pt x="54013" y="290161"/>
                  </a:lnTo>
                  <a:lnTo>
                    <a:pt x="57961" y="293678"/>
                  </a:lnTo>
                  <a:lnTo>
                    <a:pt x="62018" y="297068"/>
                  </a:lnTo>
                  <a:lnTo>
                    <a:pt x="66180" y="300328"/>
                  </a:lnTo>
                  <a:lnTo>
                    <a:pt x="70443" y="303454"/>
                  </a:lnTo>
                  <a:lnTo>
                    <a:pt x="74802" y="306444"/>
                  </a:lnTo>
                  <a:lnTo>
                    <a:pt x="79254" y="309295"/>
                  </a:lnTo>
                  <a:lnTo>
                    <a:pt x="83794" y="312004"/>
                  </a:lnTo>
                  <a:lnTo>
                    <a:pt x="88418" y="314568"/>
                  </a:lnTo>
                  <a:lnTo>
                    <a:pt x="93120" y="316984"/>
                  </a:lnTo>
                  <a:lnTo>
                    <a:pt x="97896" y="319251"/>
                  </a:lnTo>
                  <a:lnTo>
                    <a:pt x="102741" y="321365"/>
                  </a:lnTo>
                  <a:lnTo>
                    <a:pt x="107651" y="323325"/>
                  </a:lnTo>
                  <a:lnTo>
                    <a:pt x="112621" y="325129"/>
                  </a:lnTo>
                  <a:lnTo>
                    <a:pt x="117645" y="326774"/>
                  </a:lnTo>
                  <a:lnTo>
                    <a:pt x="122718" y="328260"/>
                  </a:lnTo>
                  <a:lnTo>
                    <a:pt x="127836" y="329585"/>
                  </a:lnTo>
                  <a:lnTo>
                    <a:pt x="132993" y="330747"/>
                  </a:lnTo>
                  <a:lnTo>
                    <a:pt x="138185" y="331746"/>
                  </a:lnTo>
                  <a:lnTo>
                    <a:pt x="143405" y="332580"/>
                  </a:lnTo>
                  <a:lnTo>
                    <a:pt x="148649" y="333249"/>
                  </a:lnTo>
                  <a:lnTo>
                    <a:pt x="153912" y="333751"/>
                  </a:lnTo>
                  <a:lnTo>
                    <a:pt x="159188" y="334087"/>
                  </a:lnTo>
                  <a:lnTo>
                    <a:pt x="164472" y="334256"/>
                  </a:lnTo>
                  <a:lnTo>
                    <a:pt x="169759" y="334257"/>
                  </a:lnTo>
                  <a:lnTo>
                    <a:pt x="175043" y="334092"/>
                  </a:lnTo>
                  <a:lnTo>
                    <a:pt x="180319" y="333759"/>
                  </a:lnTo>
                  <a:lnTo>
                    <a:pt x="185582" y="333260"/>
                  </a:lnTo>
                  <a:lnTo>
                    <a:pt x="190826" y="332594"/>
                  </a:lnTo>
                  <a:lnTo>
                    <a:pt x="196047" y="331763"/>
                  </a:lnTo>
                  <a:lnTo>
                    <a:pt x="201239" y="330768"/>
                  </a:lnTo>
                  <a:lnTo>
                    <a:pt x="206397" y="329608"/>
                  </a:lnTo>
                  <a:lnTo>
                    <a:pt x="211516" y="328287"/>
                  </a:lnTo>
                  <a:lnTo>
                    <a:pt x="216590" y="326804"/>
                  </a:lnTo>
                  <a:lnTo>
                    <a:pt x="221615" y="325161"/>
                  </a:lnTo>
                  <a:lnTo>
                    <a:pt x="226586" y="323360"/>
                  </a:lnTo>
                  <a:lnTo>
                    <a:pt x="231497" y="321403"/>
                  </a:lnTo>
                  <a:lnTo>
                    <a:pt x="236344" y="319292"/>
                  </a:lnTo>
                  <a:lnTo>
                    <a:pt x="241121" y="317028"/>
                  </a:lnTo>
                  <a:lnTo>
                    <a:pt x="245825" y="314614"/>
                  </a:lnTo>
                  <a:lnTo>
                    <a:pt x="250449" y="312053"/>
                  </a:lnTo>
                  <a:lnTo>
                    <a:pt x="254991" y="309347"/>
                  </a:lnTo>
                  <a:lnTo>
                    <a:pt x="259445" y="306499"/>
                  </a:lnTo>
                  <a:lnTo>
                    <a:pt x="263806" y="303511"/>
                  </a:lnTo>
                  <a:lnTo>
                    <a:pt x="268071" y="300387"/>
                  </a:lnTo>
                  <a:lnTo>
                    <a:pt x="272235" y="297130"/>
                  </a:lnTo>
                  <a:lnTo>
                    <a:pt x="276294" y="293743"/>
                  </a:lnTo>
                  <a:lnTo>
                    <a:pt x="280243" y="290229"/>
                  </a:lnTo>
                  <a:lnTo>
                    <a:pt x="284080" y="286591"/>
                  </a:lnTo>
                  <a:lnTo>
                    <a:pt x="287800" y="282835"/>
                  </a:lnTo>
                  <a:lnTo>
                    <a:pt x="291399" y="278962"/>
                  </a:lnTo>
                  <a:lnTo>
                    <a:pt x="294873" y="274978"/>
                  </a:lnTo>
                  <a:lnTo>
                    <a:pt x="298220" y="270886"/>
                  </a:lnTo>
                  <a:lnTo>
                    <a:pt x="301436" y="266690"/>
                  </a:lnTo>
                  <a:lnTo>
                    <a:pt x="304518" y="262394"/>
                  </a:lnTo>
                  <a:lnTo>
                    <a:pt x="307462" y="258003"/>
                  </a:lnTo>
                  <a:lnTo>
                    <a:pt x="310266" y="253522"/>
                  </a:lnTo>
                  <a:lnTo>
                    <a:pt x="312927" y="248953"/>
                  </a:lnTo>
                  <a:lnTo>
                    <a:pt x="315442" y="244303"/>
                  </a:lnTo>
                  <a:lnTo>
                    <a:pt x="317809" y="239576"/>
                  </a:lnTo>
                  <a:lnTo>
                    <a:pt x="320025" y="234776"/>
                  </a:lnTo>
                  <a:lnTo>
                    <a:pt x="322088" y="229909"/>
                  </a:lnTo>
                  <a:lnTo>
                    <a:pt x="323996" y="224979"/>
                  </a:lnTo>
                  <a:lnTo>
                    <a:pt x="325748" y="219991"/>
                  </a:lnTo>
                  <a:lnTo>
                    <a:pt x="327341" y="214950"/>
                  </a:lnTo>
                  <a:lnTo>
                    <a:pt x="328773" y="209861"/>
                  </a:lnTo>
                  <a:lnTo>
                    <a:pt x="330044" y="204729"/>
                  </a:lnTo>
                  <a:lnTo>
                    <a:pt x="331152" y="199560"/>
                  </a:lnTo>
                  <a:lnTo>
                    <a:pt x="332097" y="194358"/>
                  </a:lnTo>
                  <a:lnTo>
                    <a:pt x="332876" y="189130"/>
                  </a:lnTo>
                  <a:lnTo>
                    <a:pt x="333489" y="183879"/>
                  </a:lnTo>
                  <a:lnTo>
                    <a:pt x="333936" y="178611"/>
                  </a:lnTo>
                  <a:lnTo>
                    <a:pt x="334216" y="173332"/>
                  </a:lnTo>
                  <a:lnTo>
                    <a:pt x="334330" y="168046"/>
                  </a:lnTo>
                  <a:lnTo>
                    <a:pt x="334276" y="162760"/>
                  </a:lnTo>
                  <a:lnTo>
                    <a:pt x="334055" y="157478"/>
                  </a:lnTo>
                  <a:lnTo>
                    <a:pt x="333667" y="152206"/>
                  </a:lnTo>
                  <a:lnTo>
                    <a:pt x="333112" y="146948"/>
                  </a:lnTo>
                  <a:lnTo>
                    <a:pt x="332391" y="141711"/>
                  </a:lnTo>
                  <a:lnTo>
                    <a:pt x="331506" y="136499"/>
                  </a:lnTo>
                  <a:lnTo>
                    <a:pt x="330456" y="131318"/>
                  </a:lnTo>
                  <a:lnTo>
                    <a:pt x="329242" y="126172"/>
                  </a:lnTo>
                  <a:lnTo>
                    <a:pt x="327867" y="121068"/>
                  </a:lnTo>
                  <a:lnTo>
                    <a:pt x="326330" y="116009"/>
                  </a:lnTo>
                  <a:lnTo>
                    <a:pt x="324635" y="111002"/>
                  </a:lnTo>
                  <a:lnTo>
                    <a:pt x="322782" y="106050"/>
                  </a:lnTo>
                  <a:lnTo>
                    <a:pt x="320773" y="101160"/>
                  </a:lnTo>
                  <a:lnTo>
                    <a:pt x="318611" y="96336"/>
                  </a:lnTo>
                  <a:lnTo>
                    <a:pt x="316298" y="91583"/>
                  </a:lnTo>
                  <a:lnTo>
                    <a:pt x="313835" y="86905"/>
                  </a:lnTo>
                  <a:lnTo>
                    <a:pt x="311225" y="82307"/>
                  </a:lnTo>
                  <a:lnTo>
                    <a:pt x="308472" y="77794"/>
                  </a:lnTo>
                  <a:lnTo>
                    <a:pt x="305577" y="73370"/>
                  </a:lnTo>
                  <a:lnTo>
                    <a:pt x="302543" y="69041"/>
                  </a:lnTo>
                  <a:lnTo>
                    <a:pt x="299375" y="64809"/>
                  </a:lnTo>
                  <a:lnTo>
                    <a:pt x="296074" y="60679"/>
                  </a:lnTo>
                  <a:lnTo>
                    <a:pt x="292644" y="56656"/>
                  </a:lnTo>
                  <a:lnTo>
                    <a:pt x="289089" y="52744"/>
                  </a:lnTo>
                  <a:lnTo>
                    <a:pt x="285411" y="48946"/>
                  </a:lnTo>
                  <a:lnTo>
                    <a:pt x="281616" y="45266"/>
                  </a:lnTo>
                  <a:lnTo>
                    <a:pt x="277706" y="41708"/>
                  </a:lnTo>
                  <a:lnTo>
                    <a:pt x="273685" y="38275"/>
                  </a:lnTo>
                  <a:lnTo>
                    <a:pt x="269558" y="34971"/>
                  </a:lnTo>
                  <a:lnTo>
                    <a:pt x="265328" y="31800"/>
                  </a:lnTo>
                  <a:lnTo>
                    <a:pt x="261001" y="28763"/>
                  </a:lnTo>
                  <a:lnTo>
                    <a:pt x="256579" y="25865"/>
                  </a:lnTo>
                  <a:lnTo>
                    <a:pt x="252068" y="23109"/>
                  </a:lnTo>
                  <a:lnTo>
                    <a:pt x="247472" y="20496"/>
                  </a:lnTo>
                  <a:lnTo>
                    <a:pt x="242796" y="18030"/>
                  </a:lnTo>
                  <a:lnTo>
                    <a:pt x="238044" y="15713"/>
                  </a:lnTo>
                  <a:lnTo>
                    <a:pt x="233221" y="13547"/>
                  </a:lnTo>
                  <a:lnTo>
                    <a:pt x="228333" y="11535"/>
                  </a:lnTo>
                  <a:lnTo>
                    <a:pt x="223383" y="9679"/>
                  </a:lnTo>
                  <a:lnTo>
                    <a:pt x="218376" y="7980"/>
                  </a:lnTo>
                  <a:lnTo>
                    <a:pt x="213319" y="6440"/>
                  </a:lnTo>
                  <a:lnTo>
                    <a:pt x="208215" y="5061"/>
                  </a:lnTo>
                  <a:lnTo>
                    <a:pt x="203071" y="3844"/>
                  </a:lnTo>
                  <a:lnTo>
                    <a:pt x="197890" y="2790"/>
                  </a:lnTo>
                  <a:lnTo>
                    <a:pt x="167165" y="167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617280" y="5399291"/>
              <a:ext cx="30725" cy="167167"/>
            </a:xfrm>
            <a:custGeom>
              <a:avLst/>
              <a:pathLst>
                <a:path w="30725" h="167167">
                  <a:moveTo>
                    <a:pt x="30725" y="2847"/>
                  </a:moveTo>
                  <a:lnTo>
                    <a:pt x="23101" y="1603"/>
                  </a:lnTo>
                  <a:lnTo>
                    <a:pt x="15428" y="713"/>
                  </a:lnTo>
                  <a:lnTo>
                    <a:pt x="7722" y="17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101648" y="5369149"/>
              <a:ext cx="34027" cy="167167"/>
            </a:xfrm>
            <a:custGeom>
              <a:avLst/>
              <a:pathLst>
                <a:path w="34027" h="167167">
                  <a:moveTo>
                    <a:pt x="34027" y="0"/>
                  </a:moveTo>
                  <a:lnTo>
                    <a:pt x="27175" y="140"/>
                  </a:lnTo>
                  <a:lnTo>
                    <a:pt x="20335" y="561"/>
                  </a:lnTo>
                  <a:lnTo>
                    <a:pt x="13519" y="1262"/>
                  </a:lnTo>
                  <a:lnTo>
                    <a:pt x="6736" y="2242"/>
                  </a:lnTo>
                  <a:lnTo>
                    <a:pt x="0" y="3499"/>
                  </a:lnTo>
                  <a:lnTo>
                    <a:pt x="3402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101648" y="5372649"/>
              <a:ext cx="34027" cy="163667"/>
            </a:xfrm>
            <a:custGeom>
              <a:avLst/>
              <a:pathLst>
                <a:path w="34027" h="163667">
                  <a:moveTo>
                    <a:pt x="0" y="0"/>
                  </a:moveTo>
                  <a:lnTo>
                    <a:pt x="34027" y="1636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01648" y="5372649"/>
              <a:ext cx="34027" cy="163667"/>
            </a:xfrm>
            <a:custGeom>
              <a:avLst/>
              <a:pathLst>
                <a:path w="34027" h="163667">
                  <a:moveTo>
                    <a:pt x="0" y="0"/>
                  </a:moveTo>
                  <a:lnTo>
                    <a:pt x="34027" y="1636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01648" y="5372649"/>
              <a:ext cx="34027" cy="163667"/>
            </a:xfrm>
            <a:custGeom>
              <a:avLst/>
              <a:pathLst>
                <a:path w="34027" h="163667">
                  <a:moveTo>
                    <a:pt x="0" y="0"/>
                  </a:moveTo>
                  <a:lnTo>
                    <a:pt x="34027" y="1636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101648" y="5372649"/>
              <a:ext cx="34027" cy="163667"/>
            </a:xfrm>
            <a:custGeom>
              <a:avLst/>
              <a:pathLst>
                <a:path w="34027" h="163667">
                  <a:moveTo>
                    <a:pt x="0" y="0"/>
                  </a:moveTo>
                  <a:lnTo>
                    <a:pt x="34027" y="1636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101648" y="5372649"/>
              <a:ext cx="34027" cy="163667"/>
            </a:xfrm>
            <a:custGeom>
              <a:avLst/>
              <a:pathLst>
                <a:path w="34027" h="163667">
                  <a:moveTo>
                    <a:pt x="0" y="0"/>
                  </a:moveTo>
                  <a:lnTo>
                    <a:pt x="34027" y="1636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68528" y="5372649"/>
              <a:ext cx="167147" cy="261821"/>
            </a:xfrm>
            <a:custGeom>
              <a:avLst/>
              <a:pathLst>
                <a:path w="167147" h="261821">
                  <a:moveTo>
                    <a:pt x="133120" y="0"/>
                  </a:moveTo>
                  <a:lnTo>
                    <a:pt x="127876" y="1178"/>
                  </a:lnTo>
                  <a:lnTo>
                    <a:pt x="122673" y="2524"/>
                  </a:lnTo>
                  <a:lnTo>
                    <a:pt x="117516" y="4037"/>
                  </a:lnTo>
                  <a:lnTo>
                    <a:pt x="112410" y="5715"/>
                  </a:lnTo>
                  <a:lnTo>
                    <a:pt x="107361" y="7556"/>
                  </a:lnTo>
                  <a:lnTo>
                    <a:pt x="102374" y="9559"/>
                  </a:lnTo>
                  <a:lnTo>
                    <a:pt x="97453" y="11721"/>
                  </a:lnTo>
                  <a:lnTo>
                    <a:pt x="92605" y="14039"/>
                  </a:lnTo>
                  <a:lnTo>
                    <a:pt x="87834" y="16513"/>
                  </a:lnTo>
                  <a:lnTo>
                    <a:pt x="83144" y="19139"/>
                  </a:lnTo>
                  <a:lnTo>
                    <a:pt x="78542" y="21914"/>
                  </a:lnTo>
                  <a:lnTo>
                    <a:pt x="74031" y="24835"/>
                  </a:lnTo>
                  <a:lnTo>
                    <a:pt x="69616" y="27900"/>
                  </a:lnTo>
                  <a:lnTo>
                    <a:pt x="65302" y="31105"/>
                  </a:lnTo>
                  <a:lnTo>
                    <a:pt x="61094" y="34448"/>
                  </a:lnTo>
                  <a:lnTo>
                    <a:pt x="56995" y="37924"/>
                  </a:lnTo>
                  <a:lnTo>
                    <a:pt x="53010" y="41529"/>
                  </a:lnTo>
                  <a:lnTo>
                    <a:pt x="49142" y="45262"/>
                  </a:lnTo>
                  <a:lnTo>
                    <a:pt x="45397" y="49116"/>
                  </a:lnTo>
                  <a:lnTo>
                    <a:pt x="41778" y="53089"/>
                  </a:lnTo>
                  <a:lnTo>
                    <a:pt x="38288" y="57176"/>
                  </a:lnTo>
                  <a:lnTo>
                    <a:pt x="34931" y="61373"/>
                  </a:lnTo>
                  <a:lnTo>
                    <a:pt x="31711" y="65676"/>
                  </a:lnTo>
                  <a:lnTo>
                    <a:pt x="28631" y="70081"/>
                  </a:lnTo>
                  <a:lnTo>
                    <a:pt x="25695" y="74582"/>
                  </a:lnTo>
                  <a:lnTo>
                    <a:pt x="22904" y="79175"/>
                  </a:lnTo>
                  <a:lnTo>
                    <a:pt x="20263" y="83855"/>
                  </a:lnTo>
                  <a:lnTo>
                    <a:pt x="17773" y="88618"/>
                  </a:lnTo>
                  <a:lnTo>
                    <a:pt x="15438" y="93459"/>
                  </a:lnTo>
                  <a:lnTo>
                    <a:pt x="13259" y="98372"/>
                  </a:lnTo>
                  <a:lnTo>
                    <a:pt x="11240" y="103352"/>
                  </a:lnTo>
                  <a:lnTo>
                    <a:pt x="9381" y="108395"/>
                  </a:lnTo>
                  <a:lnTo>
                    <a:pt x="7686" y="113495"/>
                  </a:lnTo>
                  <a:lnTo>
                    <a:pt x="6156" y="118647"/>
                  </a:lnTo>
                  <a:lnTo>
                    <a:pt x="4792" y="123845"/>
                  </a:lnTo>
                  <a:lnTo>
                    <a:pt x="3596" y="129085"/>
                  </a:lnTo>
                  <a:lnTo>
                    <a:pt x="2569" y="134360"/>
                  </a:lnTo>
                  <a:lnTo>
                    <a:pt x="1711" y="139666"/>
                  </a:lnTo>
                  <a:lnTo>
                    <a:pt x="1025" y="144996"/>
                  </a:lnTo>
                  <a:lnTo>
                    <a:pt x="511" y="150346"/>
                  </a:lnTo>
                  <a:lnTo>
                    <a:pt x="169" y="155709"/>
                  </a:lnTo>
                  <a:lnTo>
                    <a:pt x="0" y="161081"/>
                  </a:lnTo>
                  <a:lnTo>
                    <a:pt x="3" y="166455"/>
                  </a:lnTo>
                  <a:lnTo>
                    <a:pt x="179" y="171827"/>
                  </a:lnTo>
                  <a:lnTo>
                    <a:pt x="527" y="177190"/>
                  </a:lnTo>
                  <a:lnTo>
                    <a:pt x="1048" y="182539"/>
                  </a:lnTo>
                  <a:lnTo>
                    <a:pt x="1741" y="187868"/>
                  </a:lnTo>
                  <a:lnTo>
                    <a:pt x="2604" y="193173"/>
                  </a:lnTo>
                  <a:lnTo>
                    <a:pt x="3638" y="198447"/>
                  </a:lnTo>
                  <a:lnTo>
                    <a:pt x="4840" y="203685"/>
                  </a:lnTo>
                  <a:lnTo>
                    <a:pt x="6210" y="208882"/>
                  </a:lnTo>
                  <a:lnTo>
                    <a:pt x="7747" y="214032"/>
                  </a:lnTo>
                  <a:lnTo>
                    <a:pt x="9448" y="219130"/>
                  </a:lnTo>
                  <a:lnTo>
                    <a:pt x="11313" y="224170"/>
                  </a:lnTo>
                  <a:lnTo>
                    <a:pt x="13338" y="229149"/>
                  </a:lnTo>
                  <a:lnTo>
                    <a:pt x="15523" y="234059"/>
                  </a:lnTo>
                  <a:lnTo>
                    <a:pt x="17864" y="238897"/>
                  </a:lnTo>
                  <a:lnTo>
                    <a:pt x="20359" y="243657"/>
                  </a:lnTo>
                  <a:lnTo>
                    <a:pt x="23006" y="248334"/>
                  </a:lnTo>
                  <a:lnTo>
                    <a:pt x="25802" y="252923"/>
                  </a:lnTo>
                  <a:lnTo>
                    <a:pt x="28745" y="257421"/>
                  </a:lnTo>
                  <a:lnTo>
                    <a:pt x="31830" y="261821"/>
                  </a:lnTo>
                  <a:lnTo>
                    <a:pt x="167147" y="1636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00359" y="5369149"/>
              <a:ext cx="302471" cy="334331"/>
            </a:xfrm>
            <a:custGeom>
              <a:avLst/>
              <a:pathLst>
                <a:path w="302471" h="334331">
                  <a:moveTo>
                    <a:pt x="0" y="265321"/>
                  </a:moveTo>
                  <a:lnTo>
                    <a:pt x="3175" y="269556"/>
                  </a:lnTo>
                  <a:lnTo>
                    <a:pt x="6483" y="273688"/>
                  </a:lnTo>
                  <a:lnTo>
                    <a:pt x="9920" y="277714"/>
                  </a:lnTo>
                  <a:lnTo>
                    <a:pt x="13483" y="281629"/>
                  </a:lnTo>
                  <a:lnTo>
                    <a:pt x="17168" y="285429"/>
                  </a:lnTo>
                  <a:lnTo>
                    <a:pt x="20971" y="289110"/>
                  </a:lnTo>
                  <a:lnTo>
                    <a:pt x="24889" y="292669"/>
                  </a:lnTo>
                  <a:lnTo>
                    <a:pt x="28918" y="296102"/>
                  </a:lnTo>
                  <a:lnTo>
                    <a:pt x="33053" y="299406"/>
                  </a:lnTo>
                  <a:lnTo>
                    <a:pt x="37291" y="302577"/>
                  </a:lnTo>
                  <a:lnTo>
                    <a:pt x="41628" y="305613"/>
                  </a:lnTo>
                  <a:lnTo>
                    <a:pt x="46058" y="308510"/>
                  </a:lnTo>
                  <a:lnTo>
                    <a:pt x="50577" y="311265"/>
                  </a:lnTo>
                  <a:lnTo>
                    <a:pt x="55182" y="313876"/>
                  </a:lnTo>
                  <a:lnTo>
                    <a:pt x="59867" y="316339"/>
                  </a:lnTo>
                  <a:lnTo>
                    <a:pt x="64628" y="318653"/>
                  </a:lnTo>
                  <a:lnTo>
                    <a:pt x="69459" y="320815"/>
                  </a:lnTo>
                  <a:lnTo>
                    <a:pt x="74357" y="322823"/>
                  </a:lnTo>
                  <a:lnTo>
                    <a:pt x="79315" y="324675"/>
                  </a:lnTo>
                  <a:lnTo>
                    <a:pt x="84330" y="326369"/>
                  </a:lnTo>
                  <a:lnTo>
                    <a:pt x="89396" y="327904"/>
                  </a:lnTo>
                  <a:lnTo>
                    <a:pt x="94508" y="329277"/>
                  </a:lnTo>
                  <a:lnTo>
                    <a:pt x="99661" y="330488"/>
                  </a:lnTo>
                  <a:lnTo>
                    <a:pt x="104850" y="331535"/>
                  </a:lnTo>
                  <a:lnTo>
                    <a:pt x="110069" y="332417"/>
                  </a:lnTo>
                  <a:lnTo>
                    <a:pt x="115313" y="333133"/>
                  </a:lnTo>
                  <a:lnTo>
                    <a:pt x="120578" y="333683"/>
                  </a:lnTo>
                  <a:lnTo>
                    <a:pt x="125857" y="334067"/>
                  </a:lnTo>
                  <a:lnTo>
                    <a:pt x="131146" y="334282"/>
                  </a:lnTo>
                  <a:lnTo>
                    <a:pt x="136439" y="334331"/>
                  </a:lnTo>
                  <a:lnTo>
                    <a:pt x="141731" y="334211"/>
                  </a:lnTo>
                  <a:lnTo>
                    <a:pt x="147016" y="333924"/>
                  </a:lnTo>
                  <a:lnTo>
                    <a:pt x="152290" y="333470"/>
                  </a:lnTo>
                  <a:lnTo>
                    <a:pt x="157547" y="332850"/>
                  </a:lnTo>
                  <a:lnTo>
                    <a:pt x="162781" y="332063"/>
                  </a:lnTo>
                  <a:lnTo>
                    <a:pt x="167988" y="331111"/>
                  </a:lnTo>
                  <a:lnTo>
                    <a:pt x="173162" y="329994"/>
                  </a:lnTo>
                  <a:lnTo>
                    <a:pt x="178298" y="328714"/>
                  </a:lnTo>
                  <a:lnTo>
                    <a:pt x="183391" y="327272"/>
                  </a:lnTo>
                  <a:lnTo>
                    <a:pt x="188436" y="325670"/>
                  </a:lnTo>
                  <a:lnTo>
                    <a:pt x="193428" y="323909"/>
                  </a:lnTo>
                  <a:lnTo>
                    <a:pt x="198361" y="321991"/>
                  </a:lnTo>
                  <a:lnTo>
                    <a:pt x="203231" y="319917"/>
                  </a:lnTo>
                  <a:lnTo>
                    <a:pt x="208033" y="317690"/>
                  </a:lnTo>
                  <a:lnTo>
                    <a:pt x="212762" y="315312"/>
                  </a:lnTo>
                  <a:lnTo>
                    <a:pt x="217414" y="312786"/>
                  </a:lnTo>
                  <a:lnTo>
                    <a:pt x="221983" y="310114"/>
                  </a:lnTo>
                  <a:lnTo>
                    <a:pt x="226465" y="307299"/>
                  </a:lnTo>
                  <a:lnTo>
                    <a:pt x="230856" y="304342"/>
                  </a:lnTo>
                  <a:lnTo>
                    <a:pt x="235151" y="301249"/>
                  </a:lnTo>
                  <a:lnTo>
                    <a:pt x="239346" y="298021"/>
                  </a:lnTo>
                  <a:lnTo>
                    <a:pt x="243437" y="294662"/>
                  </a:lnTo>
                  <a:lnTo>
                    <a:pt x="247419" y="291175"/>
                  </a:lnTo>
                  <a:lnTo>
                    <a:pt x="251289" y="287563"/>
                  </a:lnTo>
                  <a:lnTo>
                    <a:pt x="255043" y="283831"/>
                  </a:lnTo>
                  <a:lnTo>
                    <a:pt x="258676" y="279982"/>
                  </a:lnTo>
                  <a:lnTo>
                    <a:pt x="262186" y="276020"/>
                  </a:lnTo>
                  <a:lnTo>
                    <a:pt x="265569" y="271949"/>
                  </a:lnTo>
                  <a:lnTo>
                    <a:pt x="268821" y="267772"/>
                  </a:lnTo>
                  <a:lnTo>
                    <a:pt x="271939" y="263495"/>
                  </a:lnTo>
                  <a:lnTo>
                    <a:pt x="274921" y="259121"/>
                  </a:lnTo>
                  <a:lnTo>
                    <a:pt x="277762" y="254655"/>
                  </a:lnTo>
                  <a:lnTo>
                    <a:pt x="280460" y="250102"/>
                  </a:lnTo>
                  <a:lnTo>
                    <a:pt x="283013" y="245465"/>
                  </a:lnTo>
                  <a:lnTo>
                    <a:pt x="285418" y="240750"/>
                  </a:lnTo>
                  <a:lnTo>
                    <a:pt x="287673" y="235960"/>
                  </a:lnTo>
                  <a:lnTo>
                    <a:pt x="289774" y="231102"/>
                  </a:lnTo>
                  <a:lnTo>
                    <a:pt x="291721" y="226180"/>
                  </a:lnTo>
                  <a:lnTo>
                    <a:pt x="293511" y="221199"/>
                  </a:lnTo>
                  <a:lnTo>
                    <a:pt x="295142" y="216163"/>
                  </a:lnTo>
                  <a:lnTo>
                    <a:pt x="296614" y="211079"/>
                  </a:lnTo>
                  <a:lnTo>
                    <a:pt x="297923" y="205950"/>
                  </a:lnTo>
                  <a:lnTo>
                    <a:pt x="299069" y="200782"/>
                  </a:lnTo>
                  <a:lnTo>
                    <a:pt x="300051" y="195581"/>
                  </a:lnTo>
                  <a:lnTo>
                    <a:pt x="300868" y="190351"/>
                  </a:lnTo>
                  <a:lnTo>
                    <a:pt x="301519" y="185098"/>
                  </a:lnTo>
                  <a:lnTo>
                    <a:pt x="302004" y="179827"/>
                  </a:lnTo>
                  <a:lnTo>
                    <a:pt x="302321" y="174543"/>
                  </a:lnTo>
                  <a:lnTo>
                    <a:pt x="302471" y="169252"/>
                  </a:lnTo>
                  <a:lnTo>
                    <a:pt x="302453" y="163959"/>
                  </a:lnTo>
                  <a:lnTo>
                    <a:pt x="302268" y="158669"/>
                  </a:lnTo>
                  <a:lnTo>
                    <a:pt x="301915" y="153388"/>
                  </a:lnTo>
                  <a:lnTo>
                    <a:pt x="301395" y="148120"/>
                  </a:lnTo>
                  <a:lnTo>
                    <a:pt x="300709" y="142872"/>
                  </a:lnTo>
                  <a:lnTo>
                    <a:pt x="299857" y="137647"/>
                  </a:lnTo>
                  <a:lnTo>
                    <a:pt x="298840" y="132453"/>
                  </a:lnTo>
                  <a:lnTo>
                    <a:pt x="297659" y="127293"/>
                  </a:lnTo>
                  <a:lnTo>
                    <a:pt x="296315" y="122173"/>
                  </a:lnTo>
                  <a:lnTo>
                    <a:pt x="294810" y="117099"/>
                  </a:lnTo>
                  <a:lnTo>
                    <a:pt x="293145" y="112074"/>
                  </a:lnTo>
                  <a:lnTo>
                    <a:pt x="291321" y="107105"/>
                  </a:lnTo>
                  <a:lnTo>
                    <a:pt x="289342" y="102196"/>
                  </a:lnTo>
                  <a:lnTo>
                    <a:pt x="287207" y="97352"/>
                  </a:lnTo>
                  <a:lnTo>
                    <a:pt x="284921" y="92578"/>
                  </a:lnTo>
                  <a:lnTo>
                    <a:pt x="282484" y="87879"/>
                  </a:lnTo>
                  <a:lnTo>
                    <a:pt x="279900" y="83259"/>
                  </a:lnTo>
                  <a:lnTo>
                    <a:pt x="277171" y="78724"/>
                  </a:lnTo>
                  <a:lnTo>
                    <a:pt x="274300" y="74277"/>
                  </a:lnTo>
                  <a:lnTo>
                    <a:pt x="271289" y="69923"/>
                  </a:lnTo>
                  <a:lnTo>
                    <a:pt x="268143" y="65667"/>
                  </a:lnTo>
                  <a:lnTo>
                    <a:pt x="264863" y="61513"/>
                  </a:lnTo>
                  <a:lnTo>
                    <a:pt x="261453" y="57464"/>
                  </a:lnTo>
                  <a:lnTo>
                    <a:pt x="257916" y="53526"/>
                  </a:lnTo>
                  <a:lnTo>
                    <a:pt x="254257" y="49701"/>
                  </a:lnTo>
                  <a:lnTo>
                    <a:pt x="250478" y="45995"/>
                  </a:lnTo>
                  <a:lnTo>
                    <a:pt x="246584" y="42409"/>
                  </a:lnTo>
                  <a:lnTo>
                    <a:pt x="242578" y="38949"/>
                  </a:lnTo>
                  <a:lnTo>
                    <a:pt x="238465" y="35617"/>
                  </a:lnTo>
                  <a:lnTo>
                    <a:pt x="234249" y="32418"/>
                  </a:lnTo>
                  <a:lnTo>
                    <a:pt x="229933" y="29353"/>
                  </a:lnTo>
                  <a:lnTo>
                    <a:pt x="225522" y="26427"/>
                  </a:lnTo>
                  <a:lnTo>
                    <a:pt x="221021" y="23641"/>
                  </a:lnTo>
                  <a:lnTo>
                    <a:pt x="216434" y="21000"/>
                  </a:lnTo>
                  <a:lnTo>
                    <a:pt x="211766" y="18505"/>
                  </a:lnTo>
                  <a:lnTo>
                    <a:pt x="207021" y="16159"/>
                  </a:lnTo>
                  <a:lnTo>
                    <a:pt x="202204" y="13964"/>
                  </a:lnTo>
                  <a:lnTo>
                    <a:pt x="197320" y="11924"/>
                  </a:lnTo>
                  <a:lnTo>
                    <a:pt x="192374" y="10038"/>
                  </a:lnTo>
                  <a:lnTo>
                    <a:pt x="187371" y="8311"/>
                  </a:lnTo>
                  <a:lnTo>
                    <a:pt x="182315" y="6742"/>
                  </a:lnTo>
                  <a:lnTo>
                    <a:pt x="177212" y="5335"/>
                  </a:lnTo>
                  <a:lnTo>
                    <a:pt x="172068" y="4089"/>
                  </a:lnTo>
                  <a:lnTo>
                    <a:pt x="166886" y="3008"/>
                  </a:lnTo>
                  <a:lnTo>
                    <a:pt x="161673" y="2090"/>
                  </a:lnTo>
                  <a:lnTo>
                    <a:pt x="156434" y="1339"/>
                  </a:lnTo>
                  <a:lnTo>
                    <a:pt x="151173" y="753"/>
                  </a:lnTo>
                  <a:lnTo>
                    <a:pt x="145896" y="335"/>
                  </a:lnTo>
                  <a:lnTo>
                    <a:pt x="140609" y="83"/>
                  </a:lnTo>
                  <a:lnTo>
                    <a:pt x="135316" y="0"/>
                  </a:lnTo>
                  <a:lnTo>
                    <a:pt x="1353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14688" y="5220472"/>
              <a:ext cx="18447" cy="167167"/>
            </a:xfrm>
            <a:custGeom>
              <a:avLst/>
              <a:pathLst>
                <a:path w="18447" h="167167">
                  <a:moveTo>
                    <a:pt x="18447" y="0"/>
                  </a:moveTo>
                  <a:lnTo>
                    <a:pt x="9209" y="255"/>
                  </a:lnTo>
                  <a:lnTo>
                    <a:pt x="0" y="1020"/>
                  </a:lnTo>
                  <a:lnTo>
                    <a:pt x="184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14688" y="5221493"/>
              <a:ext cx="18447" cy="166146"/>
            </a:xfrm>
            <a:custGeom>
              <a:avLst/>
              <a:pathLst>
                <a:path w="18447" h="166146">
                  <a:moveTo>
                    <a:pt x="0" y="0"/>
                  </a:moveTo>
                  <a:lnTo>
                    <a:pt x="18447" y="166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14688" y="5221493"/>
              <a:ext cx="18447" cy="166146"/>
            </a:xfrm>
            <a:custGeom>
              <a:avLst/>
              <a:pathLst>
                <a:path w="18447" h="166146">
                  <a:moveTo>
                    <a:pt x="0" y="0"/>
                  </a:moveTo>
                  <a:lnTo>
                    <a:pt x="18447" y="166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614688" y="5221493"/>
              <a:ext cx="18447" cy="166146"/>
            </a:xfrm>
            <a:custGeom>
              <a:avLst/>
              <a:pathLst>
                <a:path w="18447" h="166146">
                  <a:moveTo>
                    <a:pt x="0" y="0"/>
                  </a:moveTo>
                  <a:lnTo>
                    <a:pt x="18447" y="166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614688" y="5221493"/>
              <a:ext cx="18447" cy="166146"/>
            </a:xfrm>
            <a:custGeom>
              <a:avLst/>
              <a:pathLst>
                <a:path w="18447" h="166146">
                  <a:moveTo>
                    <a:pt x="0" y="0"/>
                  </a:moveTo>
                  <a:lnTo>
                    <a:pt x="18447" y="166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72793" y="5221493"/>
              <a:ext cx="160341" cy="166146"/>
            </a:xfrm>
            <a:custGeom>
              <a:avLst/>
              <a:pathLst>
                <a:path w="160341" h="166146">
                  <a:moveTo>
                    <a:pt x="141894" y="0"/>
                  </a:moveTo>
                  <a:lnTo>
                    <a:pt x="136489" y="689"/>
                  </a:lnTo>
                  <a:lnTo>
                    <a:pt x="131109" y="1554"/>
                  </a:lnTo>
                  <a:lnTo>
                    <a:pt x="125761" y="2594"/>
                  </a:lnTo>
                  <a:lnTo>
                    <a:pt x="120449" y="3808"/>
                  </a:lnTo>
                  <a:lnTo>
                    <a:pt x="115179" y="5195"/>
                  </a:lnTo>
                  <a:lnTo>
                    <a:pt x="109958" y="6752"/>
                  </a:lnTo>
                  <a:lnTo>
                    <a:pt x="104790" y="8479"/>
                  </a:lnTo>
                  <a:lnTo>
                    <a:pt x="99681" y="10373"/>
                  </a:lnTo>
                  <a:lnTo>
                    <a:pt x="94636" y="12433"/>
                  </a:lnTo>
                  <a:lnTo>
                    <a:pt x="89662" y="14656"/>
                  </a:lnTo>
                  <a:lnTo>
                    <a:pt x="84762" y="17040"/>
                  </a:lnTo>
                  <a:lnTo>
                    <a:pt x="79943" y="19582"/>
                  </a:lnTo>
                  <a:lnTo>
                    <a:pt x="75209" y="22280"/>
                  </a:lnTo>
                  <a:lnTo>
                    <a:pt x="70565" y="25131"/>
                  </a:lnTo>
                  <a:lnTo>
                    <a:pt x="66017" y="28132"/>
                  </a:lnTo>
                  <a:lnTo>
                    <a:pt x="61569" y="31279"/>
                  </a:lnTo>
                  <a:lnTo>
                    <a:pt x="57226" y="34570"/>
                  </a:lnTo>
                  <a:lnTo>
                    <a:pt x="52993" y="38000"/>
                  </a:lnTo>
                  <a:lnTo>
                    <a:pt x="48874" y="41567"/>
                  </a:lnTo>
                  <a:lnTo>
                    <a:pt x="44873" y="45266"/>
                  </a:lnTo>
                  <a:lnTo>
                    <a:pt x="40995" y="49093"/>
                  </a:lnTo>
                  <a:lnTo>
                    <a:pt x="37243" y="53045"/>
                  </a:lnTo>
                  <a:lnTo>
                    <a:pt x="33623" y="57117"/>
                  </a:lnTo>
                  <a:lnTo>
                    <a:pt x="30137" y="61305"/>
                  </a:lnTo>
                  <a:lnTo>
                    <a:pt x="26789" y="65604"/>
                  </a:lnTo>
                  <a:lnTo>
                    <a:pt x="23583" y="70010"/>
                  </a:lnTo>
                  <a:lnTo>
                    <a:pt x="20523" y="74518"/>
                  </a:lnTo>
                  <a:lnTo>
                    <a:pt x="17611" y="79124"/>
                  </a:lnTo>
                  <a:lnTo>
                    <a:pt x="14850" y="83822"/>
                  </a:lnTo>
                  <a:lnTo>
                    <a:pt x="12245" y="88607"/>
                  </a:lnTo>
                  <a:lnTo>
                    <a:pt x="9796" y="93475"/>
                  </a:lnTo>
                  <a:lnTo>
                    <a:pt x="7508" y="98420"/>
                  </a:lnTo>
                  <a:lnTo>
                    <a:pt x="5382" y="103437"/>
                  </a:lnTo>
                  <a:lnTo>
                    <a:pt x="3420" y="108520"/>
                  </a:lnTo>
                  <a:lnTo>
                    <a:pt x="1626" y="113665"/>
                  </a:lnTo>
                  <a:lnTo>
                    <a:pt x="0" y="118865"/>
                  </a:lnTo>
                  <a:lnTo>
                    <a:pt x="160341" y="166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65968" y="5220472"/>
              <a:ext cx="334324" cy="334327"/>
            </a:xfrm>
            <a:custGeom>
              <a:avLst/>
              <a:pathLst>
                <a:path w="334324" h="334327">
                  <a:moveTo>
                    <a:pt x="6825" y="119886"/>
                  </a:moveTo>
                  <a:lnTo>
                    <a:pt x="5409" y="124982"/>
                  </a:lnTo>
                  <a:lnTo>
                    <a:pt x="4156" y="130121"/>
                  </a:lnTo>
                  <a:lnTo>
                    <a:pt x="3065" y="135296"/>
                  </a:lnTo>
                  <a:lnTo>
                    <a:pt x="2139" y="140503"/>
                  </a:lnTo>
                  <a:lnTo>
                    <a:pt x="1378" y="145737"/>
                  </a:lnTo>
                  <a:lnTo>
                    <a:pt x="783" y="150993"/>
                  </a:lnTo>
                  <a:lnTo>
                    <a:pt x="355" y="156264"/>
                  </a:lnTo>
                  <a:lnTo>
                    <a:pt x="94" y="161547"/>
                  </a:lnTo>
                  <a:lnTo>
                    <a:pt x="0" y="166835"/>
                  </a:lnTo>
                  <a:lnTo>
                    <a:pt x="73" y="172123"/>
                  </a:lnTo>
                  <a:lnTo>
                    <a:pt x="313" y="177407"/>
                  </a:lnTo>
                  <a:lnTo>
                    <a:pt x="721" y="182680"/>
                  </a:lnTo>
                  <a:lnTo>
                    <a:pt x="1295" y="187938"/>
                  </a:lnTo>
                  <a:lnTo>
                    <a:pt x="2035" y="193175"/>
                  </a:lnTo>
                  <a:lnTo>
                    <a:pt x="2940" y="198386"/>
                  </a:lnTo>
                  <a:lnTo>
                    <a:pt x="4010" y="203565"/>
                  </a:lnTo>
                  <a:lnTo>
                    <a:pt x="5243" y="208709"/>
                  </a:lnTo>
                  <a:lnTo>
                    <a:pt x="6638" y="213810"/>
                  </a:lnTo>
                  <a:lnTo>
                    <a:pt x="8194" y="218865"/>
                  </a:lnTo>
                  <a:lnTo>
                    <a:pt x="9909" y="223868"/>
                  </a:lnTo>
                  <a:lnTo>
                    <a:pt x="11782" y="228815"/>
                  </a:lnTo>
                  <a:lnTo>
                    <a:pt x="13810" y="233700"/>
                  </a:lnTo>
                  <a:lnTo>
                    <a:pt x="15991" y="238518"/>
                  </a:lnTo>
                  <a:lnTo>
                    <a:pt x="18324" y="243264"/>
                  </a:lnTo>
                  <a:lnTo>
                    <a:pt x="20806" y="247935"/>
                  </a:lnTo>
                  <a:lnTo>
                    <a:pt x="23434" y="252525"/>
                  </a:lnTo>
                  <a:lnTo>
                    <a:pt x="26206" y="257029"/>
                  </a:lnTo>
                  <a:lnTo>
                    <a:pt x="29120" y="261443"/>
                  </a:lnTo>
                  <a:lnTo>
                    <a:pt x="32171" y="265763"/>
                  </a:lnTo>
                  <a:lnTo>
                    <a:pt x="35358" y="269984"/>
                  </a:lnTo>
                  <a:lnTo>
                    <a:pt x="38676" y="274102"/>
                  </a:lnTo>
                  <a:lnTo>
                    <a:pt x="42124" y="278114"/>
                  </a:lnTo>
                  <a:lnTo>
                    <a:pt x="45696" y="282014"/>
                  </a:lnTo>
                  <a:lnTo>
                    <a:pt x="49390" y="285799"/>
                  </a:lnTo>
                  <a:lnTo>
                    <a:pt x="53202" y="289466"/>
                  </a:lnTo>
                  <a:lnTo>
                    <a:pt x="57128" y="293010"/>
                  </a:lnTo>
                  <a:lnTo>
                    <a:pt x="61164" y="296428"/>
                  </a:lnTo>
                  <a:lnTo>
                    <a:pt x="65306" y="299716"/>
                  </a:lnTo>
                  <a:lnTo>
                    <a:pt x="69550" y="302872"/>
                  </a:lnTo>
                  <a:lnTo>
                    <a:pt x="73892" y="305893"/>
                  </a:lnTo>
                  <a:lnTo>
                    <a:pt x="78327" y="308774"/>
                  </a:lnTo>
                  <a:lnTo>
                    <a:pt x="82851" y="311513"/>
                  </a:lnTo>
                  <a:lnTo>
                    <a:pt x="87460" y="314108"/>
                  </a:lnTo>
                  <a:lnTo>
                    <a:pt x="92148" y="316556"/>
                  </a:lnTo>
                  <a:lnTo>
                    <a:pt x="96912" y="318855"/>
                  </a:lnTo>
                  <a:lnTo>
                    <a:pt x="101746" y="321001"/>
                  </a:lnTo>
                  <a:lnTo>
                    <a:pt x="106645" y="322994"/>
                  </a:lnTo>
                  <a:lnTo>
                    <a:pt x="111605" y="324831"/>
                  </a:lnTo>
                  <a:lnTo>
                    <a:pt x="116620" y="326509"/>
                  </a:lnTo>
                  <a:lnTo>
                    <a:pt x="121686" y="328029"/>
                  </a:lnTo>
                  <a:lnTo>
                    <a:pt x="126798" y="329387"/>
                  </a:lnTo>
                  <a:lnTo>
                    <a:pt x="131950" y="330583"/>
                  </a:lnTo>
                  <a:lnTo>
                    <a:pt x="137137" y="331615"/>
                  </a:lnTo>
                  <a:lnTo>
                    <a:pt x="142354" y="332483"/>
                  </a:lnTo>
                  <a:lnTo>
                    <a:pt x="147597" y="333185"/>
                  </a:lnTo>
                  <a:lnTo>
                    <a:pt x="152858" y="333721"/>
                  </a:lnTo>
                  <a:lnTo>
                    <a:pt x="158134" y="334090"/>
                  </a:lnTo>
                  <a:lnTo>
                    <a:pt x="163420" y="334292"/>
                  </a:lnTo>
                  <a:lnTo>
                    <a:pt x="168708" y="334327"/>
                  </a:lnTo>
                  <a:lnTo>
                    <a:pt x="173996" y="334195"/>
                  </a:lnTo>
                  <a:lnTo>
                    <a:pt x="179276" y="333895"/>
                  </a:lnTo>
                  <a:lnTo>
                    <a:pt x="184545" y="333429"/>
                  </a:lnTo>
                  <a:lnTo>
                    <a:pt x="189795" y="332796"/>
                  </a:lnTo>
                  <a:lnTo>
                    <a:pt x="195024" y="331997"/>
                  </a:lnTo>
                  <a:lnTo>
                    <a:pt x="200224" y="331033"/>
                  </a:lnTo>
                  <a:lnTo>
                    <a:pt x="205392" y="329905"/>
                  </a:lnTo>
                  <a:lnTo>
                    <a:pt x="210521" y="328615"/>
                  </a:lnTo>
                  <a:lnTo>
                    <a:pt x="215606" y="327162"/>
                  </a:lnTo>
                  <a:lnTo>
                    <a:pt x="220643" y="325550"/>
                  </a:lnTo>
                  <a:lnTo>
                    <a:pt x="225627" y="323779"/>
                  </a:lnTo>
                  <a:lnTo>
                    <a:pt x="230552" y="321851"/>
                  </a:lnTo>
                  <a:lnTo>
                    <a:pt x="235414" y="319769"/>
                  </a:lnTo>
                  <a:lnTo>
                    <a:pt x="240207" y="317533"/>
                  </a:lnTo>
                  <a:lnTo>
                    <a:pt x="244928" y="315147"/>
                  </a:lnTo>
                  <a:lnTo>
                    <a:pt x="249570" y="312613"/>
                  </a:lnTo>
                  <a:lnTo>
                    <a:pt x="254130" y="309934"/>
                  </a:lnTo>
                  <a:lnTo>
                    <a:pt x="258603" y="307111"/>
                  </a:lnTo>
                  <a:lnTo>
                    <a:pt x="262984" y="304149"/>
                  </a:lnTo>
                  <a:lnTo>
                    <a:pt x="267270" y="301049"/>
                  </a:lnTo>
                  <a:lnTo>
                    <a:pt x="271455" y="297815"/>
                  </a:lnTo>
                  <a:lnTo>
                    <a:pt x="275536" y="294451"/>
                  </a:lnTo>
                  <a:lnTo>
                    <a:pt x="279508" y="290959"/>
                  </a:lnTo>
                  <a:lnTo>
                    <a:pt x="283368" y="287343"/>
                  </a:lnTo>
                  <a:lnTo>
                    <a:pt x="287111" y="283607"/>
                  </a:lnTo>
                  <a:lnTo>
                    <a:pt x="290735" y="279754"/>
                  </a:lnTo>
                  <a:lnTo>
                    <a:pt x="294235" y="275788"/>
                  </a:lnTo>
                  <a:lnTo>
                    <a:pt x="297607" y="271714"/>
                  </a:lnTo>
                  <a:lnTo>
                    <a:pt x="300849" y="267536"/>
                  </a:lnTo>
                  <a:lnTo>
                    <a:pt x="303958" y="263256"/>
                  </a:lnTo>
                  <a:lnTo>
                    <a:pt x="306929" y="258881"/>
                  </a:lnTo>
                  <a:lnTo>
                    <a:pt x="309760" y="254414"/>
                  </a:lnTo>
                  <a:lnTo>
                    <a:pt x="312449" y="249859"/>
                  </a:lnTo>
                  <a:lnTo>
                    <a:pt x="314992" y="245222"/>
                  </a:lnTo>
                  <a:lnTo>
                    <a:pt x="317388" y="240506"/>
                  </a:lnTo>
                  <a:lnTo>
                    <a:pt x="319632" y="235717"/>
                  </a:lnTo>
                  <a:lnTo>
                    <a:pt x="321725" y="230860"/>
                  </a:lnTo>
                  <a:lnTo>
                    <a:pt x="323662" y="225938"/>
                  </a:lnTo>
                  <a:lnTo>
                    <a:pt x="325443" y="220958"/>
                  </a:lnTo>
                  <a:lnTo>
                    <a:pt x="327066" y="215924"/>
                  </a:lnTo>
                  <a:lnTo>
                    <a:pt x="328528" y="210841"/>
                  </a:lnTo>
                  <a:lnTo>
                    <a:pt x="329829" y="205715"/>
                  </a:lnTo>
                  <a:lnTo>
                    <a:pt x="330967" y="200550"/>
                  </a:lnTo>
                  <a:lnTo>
                    <a:pt x="331941" y="195351"/>
                  </a:lnTo>
                  <a:lnTo>
                    <a:pt x="332750" y="190125"/>
                  </a:lnTo>
                  <a:lnTo>
                    <a:pt x="333394" y="184875"/>
                  </a:lnTo>
                  <a:lnTo>
                    <a:pt x="333870" y="179608"/>
                  </a:lnTo>
                  <a:lnTo>
                    <a:pt x="334181" y="174328"/>
                  </a:lnTo>
                  <a:lnTo>
                    <a:pt x="334324" y="169041"/>
                  </a:lnTo>
                  <a:lnTo>
                    <a:pt x="334299" y="163752"/>
                  </a:lnTo>
                  <a:lnTo>
                    <a:pt x="334107" y="158466"/>
                  </a:lnTo>
                  <a:lnTo>
                    <a:pt x="333749" y="153189"/>
                  </a:lnTo>
                  <a:lnTo>
                    <a:pt x="333223" y="147927"/>
                  </a:lnTo>
                  <a:lnTo>
                    <a:pt x="332531" y="142683"/>
                  </a:lnTo>
                  <a:lnTo>
                    <a:pt x="331674" y="137464"/>
                  </a:lnTo>
                  <a:lnTo>
                    <a:pt x="330652" y="132275"/>
                  </a:lnTo>
                  <a:lnTo>
                    <a:pt x="329466" y="127120"/>
                  </a:lnTo>
                  <a:lnTo>
                    <a:pt x="328118" y="122006"/>
                  </a:lnTo>
                  <a:lnTo>
                    <a:pt x="326609" y="116937"/>
                  </a:lnTo>
                  <a:lnTo>
                    <a:pt x="324940" y="111918"/>
                  </a:lnTo>
                  <a:lnTo>
                    <a:pt x="323114" y="106955"/>
                  </a:lnTo>
                  <a:lnTo>
                    <a:pt x="321131" y="102052"/>
                  </a:lnTo>
                  <a:lnTo>
                    <a:pt x="318994" y="97213"/>
                  </a:lnTo>
                  <a:lnTo>
                    <a:pt x="316705" y="92445"/>
                  </a:lnTo>
                  <a:lnTo>
                    <a:pt x="314266" y="87752"/>
                  </a:lnTo>
                  <a:lnTo>
                    <a:pt x="311680" y="83139"/>
                  </a:lnTo>
                  <a:lnTo>
                    <a:pt x="308950" y="78609"/>
                  </a:lnTo>
                  <a:lnTo>
                    <a:pt x="306077" y="74168"/>
                  </a:lnTo>
                  <a:lnTo>
                    <a:pt x="303066" y="69820"/>
                  </a:lnTo>
                  <a:lnTo>
                    <a:pt x="299918" y="65570"/>
                  </a:lnTo>
                  <a:lnTo>
                    <a:pt x="296638" y="61421"/>
                  </a:lnTo>
                  <a:lnTo>
                    <a:pt x="293228" y="57378"/>
                  </a:lnTo>
                  <a:lnTo>
                    <a:pt x="289691" y="53445"/>
                  </a:lnTo>
                  <a:lnTo>
                    <a:pt x="286032" y="49626"/>
                  </a:lnTo>
                  <a:lnTo>
                    <a:pt x="282255" y="45925"/>
                  </a:lnTo>
                  <a:lnTo>
                    <a:pt x="278361" y="42344"/>
                  </a:lnTo>
                  <a:lnTo>
                    <a:pt x="274357" y="38889"/>
                  </a:lnTo>
                  <a:lnTo>
                    <a:pt x="270245" y="35563"/>
                  </a:lnTo>
                  <a:lnTo>
                    <a:pt x="266031" y="32368"/>
                  </a:lnTo>
                  <a:lnTo>
                    <a:pt x="261717" y="29307"/>
                  </a:lnTo>
                  <a:lnTo>
                    <a:pt x="257308" y="26385"/>
                  </a:lnTo>
                  <a:lnTo>
                    <a:pt x="252809" y="23604"/>
                  </a:lnTo>
                  <a:lnTo>
                    <a:pt x="248225" y="20967"/>
                  </a:lnTo>
                  <a:lnTo>
                    <a:pt x="243559" y="18476"/>
                  </a:lnTo>
                  <a:lnTo>
                    <a:pt x="238817" y="16133"/>
                  </a:lnTo>
                  <a:lnTo>
                    <a:pt x="234004" y="13942"/>
                  </a:lnTo>
                  <a:lnTo>
                    <a:pt x="229123" y="11905"/>
                  </a:lnTo>
                  <a:lnTo>
                    <a:pt x="224180" y="10022"/>
                  </a:lnTo>
                  <a:lnTo>
                    <a:pt x="219180" y="8297"/>
                  </a:lnTo>
                  <a:lnTo>
                    <a:pt x="214129" y="6732"/>
                  </a:lnTo>
                  <a:lnTo>
                    <a:pt x="209030" y="5326"/>
                  </a:lnTo>
                  <a:lnTo>
                    <a:pt x="203889" y="4083"/>
                  </a:lnTo>
                  <a:lnTo>
                    <a:pt x="198712" y="3003"/>
                  </a:lnTo>
                  <a:lnTo>
                    <a:pt x="193502" y="2087"/>
                  </a:lnTo>
                  <a:lnTo>
                    <a:pt x="188267" y="1337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67706" y="4961274"/>
              <a:ext cx="15134" cy="167167"/>
            </a:xfrm>
            <a:custGeom>
              <a:avLst/>
              <a:pathLst>
                <a:path w="15134" h="167167">
                  <a:moveTo>
                    <a:pt x="15134" y="0"/>
                  </a:moveTo>
                  <a:lnTo>
                    <a:pt x="0" y="686"/>
                  </a:lnTo>
                  <a:lnTo>
                    <a:pt x="1513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67706" y="4961960"/>
              <a:ext cx="15134" cy="166480"/>
            </a:xfrm>
            <a:custGeom>
              <a:avLst/>
              <a:pathLst>
                <a:path w="15134" h="166480">
                  <a:moveTo>
                    <a:pt x="0" y="0"/>
                  </a:moveTo>
                  <a:lnTo>
                    <a:pt x="15134" y="1664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67706" y="4961960"/>
              <a:ext cx="15134" cy="166480"/>
            </a:xfrm>
            <a:custGeom>
              <a:avLst/>
              <a:pathLst>
                <a:path w="15134" h="166480">
                  <a:moveTo>
                    <a:pt x="0" y="0"/>
                  </a:moveTo>
                  <a:lnTo>
                    <a:pt x="15134" y="1664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067706" y="4961960"/>
              <a:ext cx="15134" cy="166480"/>
            </a:xfrm>
            <a:custGeom>
              <a:avLst/>
              <a:pathLst>
                <a:path w="15134" h="166480">
                  <a:moveTo>
                    <a:pt x="0" y="0"/>
                  </a:moveTo>
                  <a:lnTo>
                    <a:pt x="15134" y="1664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950667" y="4961960"/>
              <a:ext cx="132172" cy="166480"/>
            </a:xfrm>
            <a:custGeom>
              <a:avLst/>
              <a:pathLst>
                <a:path w="132172" h="166480">
                  <a:moveTo>
                    <a:pt x="117038" y="0"/>
                  </a:moveTo>
                  <a:lnTo>
                    <a:pt x="111579" y="586"/>
                  </a:lnTo>
                  <a:lnTo>
                    <a:pt x="106141" y="1352"/>
                  </a:lnTo>
                  <a:lnTo>
                    <a:pt x="100732" y="2296"/>
                  </a:lnTo>
                  <a:lnTo>
                    <a:pt x="95356" y="3417"/>
                  </a:lnTo>
                  <a:lnTo>
                    <a:pt x="90021" y="4715"/>
                  </a:lnTo>
                  <a:lnTo>
                    <a:pt x="84731" y="6186"/>
                  </a:lnTo>
                  <a:lnTo>
                    <a:pt x="79492" y="7831"/>
                  </a:lnTo>
                  <a:lnTo>
                    <a:pt x="74309" y="9647"/>
                  </a:lnTo>
                  <a:lnTo>
                    <a:pt x="69190" y="11632"/>
                  </a:lnTo>
                  <a:lnTo>
                    <a:pt x="64138" y="13784"/>
                  </a:lnTo>
                  <a:lnTo>
                    <a:pt x="59160" y="16101"/>
                  </a:lnTo>
                  <a:lnTo>
                    <a:pt x="54260" y="18580"/>
                  </a:lnTo>
                  <a:lnTo>
                    <a:pt x="49444" y="21219"/>
                  </a:lnTo>
                  <a:lnTo>
                    <a:pt x="44718" y="24014"/>
                  </a:lnTo>
                  <a:lnTo>
                    <a:pt x="40086" y="26963"/>
                  </a:lnTo>
                  <a:lnTo>
                    <a:pt x="35554" y="30063"/>
                  </a:lnTo>
                  <a:lnTo>
                    <a:pt x="31125" y="33310"/>
                  </a:lnTo>
                  <a:lnTo>
                    <a:pt x="26806" y="36700"/>
                  </a:lnTo>
                  <a:lnTo>
                    <a:pt x="22601" y="40231"/>
                  </a:lnTo>
                  <a:lnTo>
                    <a:pt x="18513" y="43898"/>
                  </a:lnTo>
                  <a:lnTo>
                    <a:pt x="14549" y="47697"/>
                  </a:lnTo>
                  <a:lnTo>
                    <a:pt x="10711" y="51624"/>
                  </a:lnTo>
                  <a:lnTo>
                    <a:pt x="7004" y="55675"/>
                  </a:lnTo>
                  <a:lnTo>
                    <a:pt x="3432" y="59846"/>
                  </a:lnTo>
                  <a:lnTo>
                    <a:pt x="0" y="64132"/>
                  </a:lnTo>
                  <a:lnTo>
                    <a:pt x="132172" y="1664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915679" y="4961274"/>
              <a:ext cx="334313" cy="334332"/>
            </a:xfrm>
            <a:custGeom>
              <a:avLst/>
              <a:pathLst>
                <a:path w="334313" h="334332">
                  <a:moveTo>
                    <a:pt x="34988" y="64818"/>
                  </a:moveTo>
                  <a:lnTo>
                    <a:pt x="31802" y="69070"/>
                  </a:lnTo>
                  <a:lnTo>
                    <a:pt x="28753" y="73421"/>
                  </a:lnTo>
                  <a:lnTo>
                    <a:pt x="25844" y="77867"/>
                  </a:lnTo>
                  <a:lnTo>
                    <a:pt x="23078" y="82402"/>
                  </a:lnTo>
                  <a:lnTo>
                    <a:pt x="20457" y="87024"/>
                  </a:lnTo>
                  <a:lnTo>
                    <a:pt x="17984" y="91726"/>
                  </a:lnTo>
                  <a:lnTo>
                    <a:pt x="15662" y="96505"/>
                  </a:lnTo>
                  <a:lnTo>
                    <a:pt x="13493" y="101355"/>
                  </a:lnTo>
                  <a:lnTo>
                    <a:pt x="11480" y="106271"/>
                  </a:lnTo>
                  <a:lnTo>
                    <a:pt x="9623" y="111249"/>
                  </a:lnTo>
                  <a:lnTo>
                    <a:pt x="7926" y="116283"/>
                  </a:lnTo>
                  <a:lnTo>
                    <a:pt x="6389" y="121369"/>
                  </a:lnTo>
                  <a:lnTo>
                    <a:pt x="5015" y="126501"/>
                  </a:lnTo>
                  <a:lnTo>
                    <a:pt x="3805" y="131674"/>
                  </a:lnTo>
                  <a:lnTo>
                    <a:pt x="2759" y="136883"/>
                  </a:lnTo>
                  <a:lnTo>
                    <a:pt x="1880" y="142123"/>
                  </a:lnTo>
                  <a:lnTo>
                    <a:pt x="1168" y="147388"/>
                  </a:lnTo>
                  <a:lnTo>
                    <a:pt x="623" y="152672"/>
                  </a:lnTo>
                  <a:lnTo>
                    <a:pt x="246" y="157972"/>
                  </a:lnTo>
                  <a:lnTo>
                    <a:pt x="39" y="163281"/>
                  </a:lnTo>
                  <a:lnTo>
                    <a:pt x="0" y="168593"/>
                  </a:lnTo>
                  <a:lnTo>
                    <a:pt x="129" y="173905"/>
                  </a:lnTo>
                  <a:lnTo>
                    <a:pt x="428" y="179209"/>
                  </a:lnTo>
                  <a:lnTo>
                    <a:pt x="895" y="184501"/>
                  </a:lnTo>
                  <a:lnTo>
                    <a:pt x="1529" y="189776"/>
                  </a:lnTo>
                  <a:lnTo>
                    <a:pt x="2331" y="195028"/>
                  </a:lnTo>
                  <a:lnTo>
                    <a:pt x="3300" y="200252"/>
                  </a:lnTo>
                  <a:lnTo>
                    <a:pt x="4434" y="205442"/>
                  </a:lnTo>
                  <a:lnTo>
                    <a:pt x="5733" y="210594"/>
                  </a:lnTo>
                  <a:lnTo>
                    <a:pt x="7194" y="215702"/>
                  </a:lnTo>
                  <a:lnTo>
                    <a:pt x="8817" y="220760"/>
                  </a:lnTo>
                  <a:lnTo>
                    <a:pt x="10600" y="225765"/>
                  </a:lnTo>
                  <a:lnTo>
                    <a:pt x="12541" y="230711"/>
                  </a:lnTo>
                  <a:lnTo>
                    <a:pt x="14639" y="235592"/>
                  </a:lnTo>
                  <a:lnTo>
                    <a:pt x="16890" y="240404"/>
                  </a:lnTo>
                  <a:lnTo>
                    <a:pt x="19293" y="245142"/>
                  </a:lnTo>
                  <a:lnTo>
                    <a:pt x="21846" y="249802"/>
                  </a:lnTo>
                  <a:lnTo>
                    <a:pt x="24545" y="254378"/>
                  </a:lnTo>
                  <a:lnTo>
                    <a:pt x="27389" y="258866"/>
                  </a:lnTo>
                  <a:lnTo>
                    <a:pt x="30373" y="263261"/>
                  </a:lnTo>
                  <a:lnTo>
                    <a:pt x="33496" y="267559"/>
                  </a:lnTo>
                  <a:lnTo>
                    <a:pt x="36754" y="271756"/>
                  </a:lnTo>
                  <a:lnTo>
                    <a:pt x="40143" y="275847"/>
                  </a:lnTo>
                  <a:lnTo>
                    <a:pt x="43661" y="279829"/>
                  </a:lnTo>
                  <a:lnTo>
                    <a:pt x="47303" y="283696"/>
                  </a:lnTo>
                  <a:lnTo>
                    <a:pt x="51067" y="287446"/>
                  </a:lnTo>
                  <a:lnTo>
                    <a:pt x="54948" y="291075"/>
                  </a:lnTo>
                  <a:lnTo>
                    <a:pt x="58942" y="294578"/>
                  </a:lnTo>
                  <a:lnTo>
                    <a:pt x="63045" y="297953"/>
                  </a:lnTo>
                  <a:lnTo>
                    <a:pt x="67254" y="301195"/>
                  </a:lnTo>
                  <a:lnTo>
                    <a:pt x="71563" y="304302"/>
                  </a:lnTo>
                  <a:lnTo>
                    <a:pt x="75969" y="307271"/>
                  </a:lnTo>
                  <a:lnTo>
                    <a:pt x="80468" y="310098"/>
                  </a:lnTo>
                  <a:lnTo>
                    <a:pt x="85053" y="312781"/>
                  </a:lnTo>
                  <a:lnTo>
                    <a:pt x="89722" y="315316"/>
                  </a:lnTo>
                  <a:lnTo>
                    <a:pt x="94469" y="317702"/>
                  </a:lnTo>
                  <a:lnTo>
                    <a:pt x="99289" y="319936"/>
                  </a:lnTo>
                  <a:lnTo>
                    <a:pt x="104178" y="322016"/>
                  </a:lnTo>
                  <a:lnTo>
                    <a:pt x="109131" y="323939"/>
                  </a:lnTo>
                  <a:lnTo>
                    <a:pt x="114142" y="325704"/>
                  </a:lnTo>
                  <a:lnTo>
                    <a:pt x="119207" y="327309"/>
                  </a:lnTo>
                  <a:lnTo>
                    <a:pt x="124320" y="328752"/>
                  </a:lnTo>
                  <a:lnTo>
                    <a:pt x="129476" y="330031"/>
                  </a:lnTo>
                  <a:lnTo>
                    <a:pt x="134671" y="331147"/>
                  </a:lnTo>
                  <a:lnTo>
                    <a:pt x="139898" y="332096"/>
                  </a:lnTo>
                  <a:lnTo>
                    <a:pt x="145153" y="332879"/>
                  </a:lnTo>
                  <a:lnTo>
                    <a:pt x="150430" y="333495"/>
                  </a:lnTo>
                  <a:lnTo>
                    <a:pt x="155724" y="333943"/>
                  </a:lnTo>
                  <a:lnTo>
                    <a:pt x="161029" y="334222"/>
                  </a:lnTo>
                  <a:lnTo>
                    <a:pt x="166341" y="334332"/>
                  </a:lnTo>
                  <a:lnTo>
                    <a:pt x="171653" y="334274"/>
                  </a:lnTo>
                  <a:lnTo>
                    <a:pt x="176961" y="334047"/>
                  </a:lnTo>
                  <a:lnTo>
                    <a:pt x="182259" y="333651"/>
                  </a:lnTo>
                  <a:lnTo>
                    <a:pt x="187542" y="333087"/>
                  </a:lnTo>
                  <a:lnTo>
                    <a:pt x="192804" y="332356"/>
                  </a:lnTo>
                  <a:lnTo>
                    <a:pt x="198041" y="331458"/>
                  </a:lnTo>
                  <a:lnTo>
                    <a:pt x="203246" y="330393"/>
                  </a:lnTo>
                  <a:lnTo>
                    <a:pt x="208415" y="329164"/>
                  </a:lnTo>
                  <a:lnTo>
                    <a:pt x="213542" y="327771"/>
                  </a:lnTo>
                  <a:lnTo>
                    <a:pt x="218622" y="326216"/>
                  </a:lnTo>
                  <a:lnTo>
                    <a:pt x="223650" y="324501"/>
                  </a:lnTo>
                  <a:lnTo>
                    <a:pt x="228621" y="322626"/>
                  </a:lnTo>
                  <a:lnTo>
                    <a:pt x="233530" y="320595"/>
                  </a:lnTo>
                  <a:lnTo>
                    <a:pt x="238372" y="318408"/>
                  </a:lnTo>
                  <a:lnTo>
                    <a:pt x="243142" y="316069"/>
                  </a:lnTo>
                  <a:lnTo>
                    <a:pt x="247836" y="313579"/>
                  </a:lnTo>
                  <a:lnTo>
                    <a:pt x="252447" y="310942"/>
                  </a:lnTo>
                  <a:lnTo>
                    <a:pt x="256973" y="308159"/>
                  </a:lnTo>
                  <a:lnTo>
                    <a:pt x="261408" y="305234"/>
                  </a:lnTo>
                  <a:lnTo>
                    <a:pt x="265748" y="302169"/>
                  </a:lnTo>
                  <a:lnTo>
                    <a:pt x="269988" y="298968"/>
                  </a:lnTo>
                  <a:lnTo>
                    <a:pt x="274125" y="295634"/>
                  </a:lnTo>
                  <a:lnTo>
                    <a:pt x="278153" y="292170"/>
                  </a:lnTo>
                  <a:lnTo>
                    <a:pt x="282069" y="288580"/>
                  </a:lnTo>
                  <a:lnTo>
                    <a:pt x="285869" y="284867"/>
                  </a:lnTo>
                  <a:lnTo>
                    <a:pt x="289550" y="281035"/>
                  </a:lnTo>
                  <a:lnTo>
                    <a:pt x="293106" y="277088"/>
                  </a:lnTo>
                  <a:lnTo>
                    <a:pt x="296536" y="273031"/>
                  </a:lnTo>
                  <a:lnTo>
                    <a:pt x="299834" y="268866"/>
                  </a:lnTo>
                  <a:lnTo>
                    <a:pt x="302999" y="264599"/>
                  </a:lnTo>
                  <a:lnTo>
                    <a:pt x="306027" y="260233"/>
                  </a:lnTo>
                  <a:lnTo>
                    <a:pt x="308914" y="255773"/>
                  </a:lnTo>
                  <a:lnTo>
                    <a:pt x="311658" y="251224"/>
                  </a:lnTo>
                  <a:lnTo>
                    <a:pt x="314256" y="246590"/>
                  </a:lnTo>
                  <a:lnTo>
                    <a:pt x="316706" y="241875"/>
                  </a:lnTo>
                  <a:lnTo>
                    <a:pt x="319004" y="237085"/>
                  </a:lnTo>
                  <a:lnTo>
                    <a:pt x="321149" y="232225"/>
                  </a:lnTo>
                  <a:lnTo>
                    <a:pt x="323139" y="227298"/>
                  </a:lnTo>
                  <a:lnTo>
                    <a:pt x="324971" y="222312"/>
                  </a:lnTo>
                  <a:lnTo>
                    <a:pt x="326644" y="217269"/>
                  </a:lnTo>
                  <a:lnTo>
                    <a:pt x="328155" y="212176"/>
                  </a:lnTo>
                  <a:lnTo>
                    <a:pt x="329504" y="207037"/>
                  </a:lnTo>
                  <a:lnTo>
                    <a:pt x="330689" y="201858"/>
                  </a:lnTo>
                  <a:lnTo>
                    <a:pt x="331709" y="196644"/>
                  </a:lnTo>
                  <a:lnTo>
                    <a:pt x="332563" y="191400"/>
                  </a:lnTo>
                  <a:lnTo>
                    <a:pt x="333249" y="186132"/>
                  </a:lnTo>
                  <a:lnTo>
                    <a:pt x="333768" y="180844"/>
                  </a:lnTo>
                  <a:lnTo>
                    <a:pt x="334118" y="175543"/>
                  </a:lnTo>
                  <a:lnTo>
                    <a:pt x="334300" y="170233"/>
                  </a:lnTo>
                  <a:lnTo>
                    <a:pt x="334313" y="164921"/>
                  </a:lnTo>
                  <a:lnTo>
                    <a:pt x="334157" y="159610"/>
                  </a:lnTo>
                  <a:lnTo>
                    <a:pt x="333833" y="154307"/>
                  </a:lnTo>
                  <a:lnTo>
                    <a:pt x="333340" y="149017"/>
                  </a:lnTo>
                  <a:lnTo>
                    <a:pt x="332679" y="143746"/>
                  </a:lnTo>
                  <a:lnTo>
                    <a:pt x="331852" y="138498"/>
                  </a:lnTo>
                  <a:lnTo>
                    <a:pt x="330857" y="133279"/>
                  </a:lnTo>
                  <a:lnTo>
                    <a:pt x="329698" y="128094"/>
                  </a:lnTo>
                  <a:lnTo>
                    <a:pt x="328374" y="122949"/>
                  </a:lnTo>
                  <a:lnTo>
                    <a:pt x="326887" y="117848"/>
                  </a:lnTo>
                  <a:lnTo>
                    <a:pt x="325240" y="112797"/>
                  </a:lnTo>
                  <a:lnTo>
                    <a:pt x="323432" y="107801"/>
                  </a:lnTo>
                  <a:lnTo>
                    <a:pt x="321467" y="102865"/>
                  </a:lnTo>
                  <a:lnTo>
                    <a:pt x="319345" y="97994"/>
                  </a:lnTo>
                  <a:lnTo>
                    <a:pt x="317070" y="93193"/>
                  </a:lnTo>
                  <a:lnTo>
                    <a:pt x="314644" y="88467"/>
                  </a:lnTo>
                  <a:lnTo>
                    <a:pt x="312069" y="83820"/>
                  </a:lnTo>
                  <a:lnTo>
                    <a:pt x="309347" y="79257"/>
                  </a:lnTo>
                  <a:lnTo>
                    <a:pt x="306482" y="74783"/>
                  </a:lnTo>
                  <a:lnTo>
                    <a:pt x="303475" y="70403"/>
                  </a:lnTo>
                  <a:lnTo>
                    <a:pt x="300332" y="66120"/>
                  </a:lnTo>
                  <a:lnTo>
                    <a:pt x="297053" y="61939"/>
                  </a:lnTo>
                  <a:lnTo>
                    <a:pt x="293644" y="57865"/>
                  </a:lnTo>
                  <a:lnTo>
                    <a:pt x="290107" y="53901"/>
                  </a:lnTo>
                  <a:lnTo>
                    <a:pt x="286445" y="50051"/>
                  </a:lnTo>
                  <a:lnTo>
                    <a:pt x="282663" y="46319"/>
                  </a:lnTo>
                  <a:lnTo>
                    <a:pt x="278765" y="42710"/>
                  </a:lnTo>
                  <a:lnTo>
                    <a:pt x="274754" y="39226"/>
                  </a:lnTo>
                  <a:lnTo>
                    <a:pt x="270634" y="35872"/>
                  </a:lnTo>
                  <a:lnTo>
                    <a:pt x="266409" y="32650"/>
                  </a:lnTo>
                  <a:lnTo>
                    <a:pt x="262084" y="29564"/>
                  </a:lnTo>
                  <a:lnTo>
                    <a:pt x="257664" y="26617"/>
                  </a:lnTo>
                  <a:lnTo>
                    <a:pt x="253152" y="23812"/>
                  </a:lnTo>
                  <a:lnTo>
                    <a:pt x="248553" y="21152"/>
                  </a:lnTo>
                  <a:lnTo>
                    <a:pt x="243872" y="18640"/>
                  </a:lnTo>
                  <a:lnTo>
                    <a:pt x="239113" y="16277"/>
                  </a:lnTo>
                  <a:lnTo>
                    <a:pt x="234282" y="14067"/>
                  </a:lnTo>
                  <a:lnTo>
                    <a:pt x="229383" y="12011"/>
                  </a:lnTo>
                  <a:lnTo>
                    <a:pt x="224421" y="10112"/>
                  </a:lnTo>
                  <a:lnTo>
                    <a:pt x="219401" y="8372"/>
                  </a:lnTo>
                  <a:lnTo>
                    <a:pt x="214329" y="6792"/>
                  </a:lnTo>
                  <a:lnTo>
                    <a:pt x="209209" y="5374"/>
                  </a:lnTo>
                  <a:lnTo>
                    <a:pt x="204046" y="4120"/>
                  </a:lnTo>
                  <a:lnTo>
                    <a:pt x="198846" y="3030"/>
                  </a:lnTo>
                  <a:lnTo>
                    <a:pt x="193614" y="2106"/>
                  </a:lnTo>
                  <a:lnTo>
                    <a:pt x="188356" y="1349"/>
                  </a:lnTo>
                  <a:lnTo>
                    <a:pt x="183076" y="759"/>
                  </a:lnTo>
                  <a:lnTo>
                    <a:pt x="177780" y="337"/>
                  </a:lnTo>
                  <a:lnTo>
                    <a:pt x="172473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61892" y="4605529"/>
              <a:ext cx="98654" cy="167167"/>
            </a:xfrm>
            <a:custGeom>
              <a:avLst/>
              <a:pathLst>
                <a:path w="98654" h="167167">
                  <a:moveTo>
                    <a:pt x="98654" y="0"/>
                  </a:moveTo>
                  <a:lnTo>
                    <a:pt x="93101" y="92"/>
                  </a:lnTo>
                  <a:lnTo>
                    <a:pt x="87554" y="368"/>
                  </a:lnTo>
                  <a:lnTo>
                    <a:pt x="82020" y="829"/>
                  </a:lnTo>
                  <a:lnTo>
                    <a:pt x="76504" y="1473"/>
                  </a:lnTo>
                  <a:lnTo>
                    <a:pt x="71012" y="2301"/>
                  </a:lnTo>
                  <a:lnTo>
                    <a:pt x="65551" y="3310"/>
                  </a:lnTo>
                  <a:lnTo>
                    <a:pt x="60126" y="4500"/>
                  </a:lnTo>
                  <a:lnTo>
                    <a:pt x="54744" y="5869"/>
                  </a:lnTo>
                  <a:lnTo>
                    <a:pt x="49410" y="7417"/>
                  </a:lnTo>
                  <a:lnTo>
                    <a:pt x="44131" y="9141"/>
                  </a:lnTo>
                  <a:lnTo>
                    <a:pt x="38912" y="11039"/>
                  </a:lnTo>
                  <a:lnTo>
                    <a:pt x="33759" y="13110"/>
                  </a:lnTo>
                  <a:lnTo>
                    <a:pt x="28677" y="15351"/>
                  </a:lnTo>
                  <a:lnTo>
                    <a:pt x="23673" y="17759"/>
                  </a:lnTo>
                  <a:lnTo>
                    <a:pt x="18751" y="20332"/>
                  </a:lnTo>
                  <a:lnTo>
                    <a:pt x="13918" y="23067"/>
                  </a:lnTo>
                  <a:lnTo>
                    <a:pt x="9178" y="25961"/>
                  </a:lnTo>
                  <a:lnTo>
                    <a:pt x="4537" y="29012"/>
                  </a:lnTo>
                  <a:lnTo>
                    <a:pt x="0" y="32214"/>
                  </a:lnTo>
                  <a:lnTo>
                    <a:pt x="986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61892" y="4637744"/>
              <a:ext cx="98654" cy="134952"/>
            </a:xfrm>
            <a:custGeom>
              <a:avLst/>
              <a:pathLst>
                <a:path w="98654" h="134952">
                  <a:moveTo>
                    <a:pt x="0" y="0"/>
                  </a:moveTo>
                  <a:lnTo>
                    <a:pt x="98654" y="1349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61892" y="4637744"/>
              <a:ext cx="98654" cy="134952"/>
            </a:xfrm>
            <a:custGeom>
              <a:avLst/>
              <a:pathLst>
                <a:path w="98654" h="134952">
                  <a:moveTo>
                    <a:pt x="0" y="0"/>
                  </a:moveTo>
                  <a:lnTo>
                    <a:pt x="98654" y="1349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293389" y="4637744"/>
              <a:ext cx="334320" cy="302116"/>
            </a:xfrm>
            <a:custGeom>
              <a:avLst/>
              <a:pathLst>
                <a:path w="334320" h="302116">
                  <a:moveTo>
                    <a:pt x="68502" y="0"/>
                  </a:moveTo>
                  <a:lnTo>
                    <a:pt x="64276" y="3193"/>
                  </a:lnTo>
                  <a:lnTo>
                    <a:pt x="60153" y="6519"/>
                  </a:lnTo>
                  <a:lnTo>
                    <a:pt x="56138" y="9973"/>
                  </a:lnTo>
                  <a:lnTo>
                    <a:pt x="52234" y="13553"/>
                  </a:lnTo>
                  <a:lnTo>
                    <a:pt x="48445" y="17255"/>
                  </a:lnTo>
                  <a:lnTo>
                    <a:pt x="44776" y="21076"/>
                  </a:lnTo>
                  <a:lnTo>
                    <a:pt x="41229" y="25010"/>
                  </a:lnTo>
                  <a:lnTo>
                    <a:pt x="37809" y="29055"/>
                  </a:lnTo>
                  <a:lnTo>
                    <a:pt x="34519" y="33206"/>
                  </a:lnTo>
                  <a:lnTo>
                    <a:pt x="31362" y="37460"/>
                  </a:lnTo>
                  <a:lnTo>
                    <a:pt x="28341" y="41811"/>
                  </a:lnTo>
                  <a:lnTo>
                    <a:pt x="25460" y="46256"/>
                  </a:lnTo>
                  <a:lnTo>
                    <a:pt x="22721" y="50790"/>
                  </a:lnTo>
                  <a:lnTo>
                    <a:pt x="20127" y="55408"/>
                  </a:lnTo>
                  <a:lnTo>
                    <a:pt x="17681" y="60106"/>
                  </a:lnTo>
                  <a:lnTo>
                    <a:pt x="15384" y="64880"/>
                  </a:lnTo>
                  <a:lnTo>
                    <a:pt x="13241" y="69724"/>
                  </a:lnTo>
                  <a:lnTo>
                    <a:pt x="11251" y="74633"/>
                  </a:lnTo>
                  <a:lnTo>
                    <a:pt x="9418" y="79603"/>
                  </a:lnTo>
                  <a:lnTo>
                    <a:pt x="7744" y="84628"/>
                  </a:lnTo>
                  <a:lnTo>
                    <a:pt x="6230" y="89704"/>
                  </a:lnTo>
                  <a:lnTo>
                    <a:pt x="4877" y="94825"/>
                  </a:lnTo>
                  <a:lnTo>
                    <a:pt x="3687" y="99987"/>
                  </a:lnTo>
                  <a:lnTo>
                    <a:pt x="2661" y="105184"/>
                  </a:lnTo>
                  <a:lnTo>
                    <a:pt x="1801" y="110410"/>
                  </a:lnTo>
                  <a:lnTo>
                    <a:pt x="1106" y="115661"/>
                  </a:lnTo>
                  <a:lnTo>
                    <a:pt x="578" y="120932"/>
                  </a:lnTo>
                  <a:lnTo>
                    <a:pt x="218" y="126217"/>
                  </a:lnTo>
                  <a:lnTo>
                    <a:pt x="25" y="131510"/>
                  </a:lnTo>
                  <a:lnTo>
                    <a:pt x="0" y="136807"/>
                  </a:lnTo>
                  <a:lnTo>
                    <a:pt x="142" y="142102"/>
                  </a:lnTo>
                  <a:lnTo>
                    <a:pt x="453" y="147390"/>
                  </a:lnTo>
                  <a:lnTo>
                    <a:pt x="930" y="152666"/>
                  </a:lnTo>
                  <a:lnTo>
                    <a:pt x="1575" y="157923"/>
                  </a:lnTo>
                  <a:lnTo>
                    <a:pt x="2386" y="163158"/>
                  </a:lnTo>
                  <a:lnTo>
                    <a:pt x="3362" y="168364"/>
                  </a:lnTo>
                  <a:lnTo>
                    <a:pt x="4503" y="173537"/>
                  </a:lnTo>
                  <a:lnTo>
                    <a:pt x="5807" y="178671"/>
                  </a:lnTo>
                  <a:lnTo>
                    <a:pt x="7273" y="183761"/>
                  </a:lnTo>
                  <a:lnTo>
                    <a:pt x="8900" y="188802"/>
                  </a:lnTo>
                  <a:lnTo>
                    <a:pt x="10686" y="193789"/>
                  </a:lnTo>
                  <a:lnTo>
                    <a:pt x="12628" y="198717"/>
                  </a:lnTo>
                  <a:lnTo>
                    <a:pt x="14726" y="203581"/>
                  </a:lnTo>
                  <a:lnTo>
                    <a:pt x="16977" y="208376"/>
                  </a:lnTo>
                  <a:lnTo>
                    <a:pt x="19379" y="213097"/>
                  </a:lnTo>
                  <a:lnTo>
                    <a:pt x="21929" y="217740"/>
                  </a:lnTo>
                  <a:lnTo>
                    <a:pt x="24624" y="222299"/>
                  </a:lnTo>
                  <a:lnTo>
                    <a:pt x="27463" y="226771"/>
                  </a:lnTo>
                  <a:lnTo>
                    <a:pt x="30443" y="231151"/>
                  </a:lnTo>
                  <a:lnTo>
                    <a:pt x="33559" y="235434"/>
                  </a:lnTo>
                  <a:lnTo>
                    <a:pt x="36810" y="239617"/>
                  </a:lnTo>
                  <a:lnTo>
                    <a:pt x="40191" y="243694"/>
                  </a:lnTo>
                  <a:lnTo>
                    <a:pt x="43700" y="247662"/>
                  </a:lnTo>
                  <a:lnTo>
                    <a:pt x="47333" y="251517"/>
                  </a:lnTo>
                  <a:lnTo>
                    <a:pt x="51086" y="255255"/>
                  </a:lnTo>
                  <a:lnTo>
                    <a:pt x="54956" y="258872"/>
                  </a:lnTo>
                  <a:lnTo>
                    <a:pt x="58939" y="262364"/>
                  </a:lnTo>
                  <a:lnTo>
                    <a:pt x="63030" y="265729"/>
                  </a:lnTo>
                  <a:lnTo>
                    <a:pt x="67225" y="268962"/>
                  </a:lnTo>
                  <a:lnTo>
                    <a:pt x="71521" y="272061"/>
                  </a:lnTo>
                  <a:lnTo>
                    <a:pt x="75913" y="275022"/>
                  </a:lnTo>
                  <a:lnTo>
                    <a:pt x="80397" y="277843"/>
                  </a:lnTo>
                  <a:lnTo>
                    <a:pt x="84968" y="280520"/>
                  </a:lnTo>
                  <a:lnTo>
                    <a:pt x="89621" y="283051"/>
                  </a:lnTo>
                  <a:lnTo>
                    <a:pt x="94352" y="285433"/>
                  </a:lnTo>
                  <a:lnTo>
                    <a:pt x="99156" y="287664"/>
                  </a:lnTo>
                  <a:lnTo>
                    <a:pt x="104029" y="289742"/>
                  </a:lnTo>
                  <a:lnTo>
                    <a:pt x="108965" y="291664"/>
                  </a:lnTo>
                  <a:lnTo>
                    <a:pt x="113959" y="293429"/>
                  </a:lnTo>
                  <a:lnTo>
                    <a:pt x="119007" y="295035"/>
                  </a:lnTo>
                  <a:lnTo>
                    <a:pt x="124103" y="296480"/>
                  </a:lnTo>
                  <a:lnTo>
                    <a:pt x="129242" y="297763"/>
                  </a:lnTo>
                  <a:lnTo>
                    <a:pt x="134419" y="298883"/>
                  </a:lnTo>
                  <a:lnTo>
                    <a:pt x="139629" y="299838"/>
                  </a:lnTo>
                  <a:lnTo>
                    <a:pt x="144867" y="300627"/>
                  </a:lnTo>
                  <a:lnTo>
                    <a:pt x="150128" y="301250"/>
                  </a:lnTo>
                  <a:lnTo>
                    <a:pt x="155405" y="301706"/>
                  </a:lnTo>
                  <a:lnTo>
                    <a:pt x="160694" y="301995"/>
                  </a:lnTo>
                  <a:lnTo>
                    <a:pt x="165990" y="302116"/>
                  </a:lnTo>
                  <a:lnTo>
                    <a:pt x="171286" y="302069"/>
                  </a:lnTo>
                  <a:lnTo>
                    <a:pt x="176579" y="301854"/>
                  </a:lnTo>
                  <a:lnTo>
                    <a:pt x="181862" y="301472"/>
                  </a:lnTo>
                  <a:lnTo>
                    <a:pt x="187131" y="300922"/>
                  </a:lnTo>
                  <a:lnTo>
                    <a:pt x="192379" y="300206"/>
                  </a:lnTo>
                  <a:lnTo>
                    <a:pt x="197602" y="299324"/>
                  </a:lnTo>
                  <a:lnTo>
                    <a:pt x="202795" y="298277"/>
                  </a:lnTo>
                  <a:lnTo>
                    <a:pt x="207951" y="297066"/>
                  </a:lnTo>
                  <a:lnTo>
                    <a:pt x="213067" y="295692"/>
                  </a:lnTo>
                  <a:lnTo>
                    <a:pt x="218137" y="294157"/>
                  </a:lnTo>
                  <a:lnTo>
                    <a:pt x="223155" y="292461"/>
                  </a:lnTo>
                  <a:lnTo>
                    <a:pt x="228117" y="290608"/>
                  </a:lnTo>
                  <a:lnTo>
                    <a:pt x="233018" y="288599"/>
                  </a:lnTo>
                  <a:lnTo>
                    <a:pt x="237853" y="286435"/>
                  </a:lnTo>
                  <a:lnTo>
                    <a:pt x="242617" y="284119"/>
                  </a:lnTo>
                  <a:lnTo>
                    <a:pt x="247305" y="281653"/>
                  </a:lnTo>
                  <a:lnTo>
                    <a:pt x="251913" y="279040"/>
                  </a:lnTo>
                  <a:lnTo>
                    <a:pt x="256436" y="276283"/>
                  </a:lnTo>
                  <a:lnTo>
                    <a:pt x="260868" y="273383"/>
                  </a:lnTo>
                  <a:lnTo>
                    <a:pt x="265207" y="270344"/>
                  </a:lnTo>
                  <a:lnTo>
                    <a:pt x="269448" y="267170"/>
                  </a:lnTo>
                  <a:lnTo>
                    <a:pt x="273585" y="263863"/>
                  </a:lnTo>
                  <a:lnTo>
                    <a:pt x="277616" y="260426"/>
                  </a:lnTo>
                  <a:lnTo>
                    <a:pt x="281536" y="256863"/>
                  </a:lnTo>
                  <a:lnTo>
                    <a:pt x="285341" y="253178"/>
                  </a:lnTo>
                  <a:lnTo>
                    <a:pt x="289028" y="249375"/>
                  </a:lnTo>
                  <a:lnTo>
                    <a:pt x="292592" y="245456"/>
                  </a:lnTo>
                  <a:lnTo>
                    <a:pt x="296030" y="241426"/>
                  </a:lnTo>
                  <a:lnTo>
                    <a:pt x="299338" y="237290"/>
                  </a:lnTo>
                  <a:lnTo>
                    <a:pt x="302514" y="233050"/>
                  </a:lnTo>
                  <a:lnTo>
                    <a:pt x="305554" y="228713"/>
                  </a:lnTo>
                  <a:lnTo>
                    <a:pt x="308456" y="224281"/>
                  </a:lnTo>
                  <a:lnTo>
                    <a:pt x="311215" y="219759"/>
                  </a:lnTo>
                  <a:lnTo>
                    <a:pt x="313829" y="215152"/>
                  </a:lnTo>
                  <a:lnTo>
                    <a:pt x="316297" y="210465"/>
                  </a:lnTo>
                  <a:lnTo>
                    <a:pt x="318614" y="205702"/>
                  </a:lnTo>
                  <a:lnTo>
                    <a:pt x="320780" y="200868"/>
                  </a:lnTo>
                  <a:lnTo>
                    <a:pt x="322791" y="195968"/>
                  </a:lnTo>
                  <a:lnTo>
                    <a:pt x="324646" y="191006"/>
                  </a:lnTo>
                  <a:lnTo>
                    <a:pt x="326343" y="185988"/>
                  </a:lnTo>
                  <a:lnTo>
                    <a:pt x="327880" y="180919"/>
                  </a:lnTo>
                  <a:lnTo>
                    <a:pt x="329256" y="175804"/>
                  </a:lnTo>
                  <a:lnTo>
                    <a:pt x="330469" y="170648"/>
                  </a:lnTo>
                  <a:lnTo>
                    <a:pt x="331518" y="165456"/>
                  </a:lnTo>
                  <a:lnTo>
                    <a:pt x="332401" y="160233"/>
                  </a:lnTo>
                  <a:lnTo>
                    <a:pt x="333119" y="154985"/>
                  </a:lnTo>
                  <a:lnTo>
                    <a:pt x="333671" y="149716"/>
                  </a:lnTo>
                  <a:lnTo>
                    <a:pt x="334055" y="144433"/>
                  </a:lnTo>
                  <a:lnTo>
                    <a:pt x="334272" y="139141"/>
                  </a:lnTo>
                  <a:lnTo>
                    <a:pt x="334320" y="133844"/>
                  </a:lnTo>
                  <a:lnTo>
                    <a:pt x="334201" y="128548"/>
                  </a:lnTo>
                  <a:lnTo>
                    <a:pt x="333915" y="123259"/>
                  </a:lnTo>
                  <a:lnTo>
                    <a:pt x="333460" y="117982"/>
                  </a:lnTo>
                  <a:lnTo>
                    <a:pt x="332839" y="112721"/>
                  </a:lnTo>
                  <a:lnTo>
                    <a:pt x="332052" y="107483"/>
                  </a:lnTo>
                  <a:lnTo>
                    <a:pt x="331099" y="102273"/>
                  </a:lnTo>
                  <a:lnTo>
                    <a:pt x="329981" y="97095"/>
                  </a:lnTo>
                  <a:lnTo>
                    <a:pt x="328700" y="91955"/>
                  </a:lnTo>
                  <a:lnTo>
                    <a:pt x="327256" y="86858"/>
                  </a:lnTo>
                  <a:lnTo>
                    <a:pt x="325652" y="81810"/>
                  </a:lnTo>
                  <a:lnTo>
                    <a:pt x="323889" y="76815"/>
                  </a:lnTo>
                  <a:lnTo>
                    <a:pt x="321968" y="71879"/>
                  </a:lnTo>
                  <a:lnTo>
                    <a:pt x="319892" y="67006"/>
                  </a:lnTo>
                  <a:lnTo>
                    <a:pt x="317663" y="62201"/>
                  </a:lnTo>
                  <a:lnTo>
                    <a:pt x="315282" y="57469"/>
                  </a:lnTo>
                  <a:lnTo>
                    <a:pt x="167157" y="1349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460546" y="4605529"/>
              <a:ext cx="148125" cy="167167"/>
            </a:xfrm>
            <a:custGeom>
              <a:avLst/>
              <a:pathLst>
                <a:path w="148125" h="167167">
                  <a:moveTo>
                    <a:pt x="148125" y="89683"/>
                  </a:moveTo>
                  <a:lnTo>
                    <a:pt x="145488" y="84839"/>
                  </a:lnTo>
                  <a:lnTo>
                    <a:pt x="142693" y="80084"/>
                  </a:lnTo>
                  <a:lnTo>
                    <a:pt x="139743" y="75424"/>
                  </a:lnTo>
                  <a:lnTo>
                    <a:pt x="136640" y="70864"/>
                  </a:lnTo>
                  <a:lnTo>
                    <a:pt x="133389" y="66409"/>
                  </a:lnTo>
                  <a:lnTo>
                    <a:pt x="129992" y="62063"/>
                  </a:lnTo>
                  <a:lnTo>
                    <a:pt x="126454" y="57832"/>
                  </a:lnTo>
                  <a:lnTo>
                    <a:pt x="122779" y="53720"/>
                  </a:lnTo>
                  <a:lnTo>
                    <a:pt x="118969" y="49731"/>
                  </a:lnTo>
                  <a:lnTo>
                    <a:pt x="115030" y="45870"/>
                  </a:lnTo>
                  <a:lnTo>
                    <a:pt x="110966" y="42142"/>
                  </a:lnTo>
                  <a:lnTo>
                    <a:pt x="106781" y="38549"/>
                  </a:lnTo>
                  <a:lnTo>
                    <a:pt x="102480" y="35096"/>
                  </a:lnTo>
                  <a:lnTo>
                    <a:pt x="98068" y="31787"/>
                  </a:lnTo>
                  <a:lnTo>
                    <a:pt x="93548" y="28626"/>
                  </a:lnTo>
                  <a:lnTo>
                    <a:pt x="88927" y="25615"/>
                  </a:lnTo>
                  <a:lnTo>
                    <a:pt x="84209" y="22759"/>
                  </a:lnTo>
                  <a:lnTo>
                    <a:pt x="79399" y="20059"/>
                  </a:lnTo>
                  <a:lnTo>
                    <a:pt x="74503" y="17520"/>
                  </a:lnTo>
                  <a:lnTo>
                    <a:pt x="69525" y="15144"/>
                  </a:lnTo>
                  <a:lnTo>
                    <a:pt x="64472" y="12933"/>
                  </a:lnTo>
                  <a:lnTo>
                    <a:pt x="59349" y="10890"/>
                  </a:lnTo>
                  <a:lnTo>
                    <a:pt x="54162" y="9017"/>
                  </a:lnTo>
                  <a:lnTo>
                    <a:pt x="48915" y="7316"/>
                  </a:lnTo>
                  <a:lnTo>
                    <a:pt x="43615" y="5790"/>
                  </a:lnTo>
                  <a:lnTo>
                    <a:pt x="38267" y="4439"/>
                  </a:lnTo>
                  <a:lnTo>
                    <a:pt x="32878" y="3265"/>
                  </a:lnTo>
                  <a:lnTo>
                    <a:pt x="27453" y="2269"/>
                  </a:lnTo>
                  <a:lnTo>
                    <a:pt x="21998" y="1453"/>
                  </a:lnTo>
                  <a:lnTo>
                    <a:pt x="16520" y="818"/>
                  </a:lnTo>
                  <a:lnTo>
                    <a:pt x="11023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687797" y="4172415"/>
              <a:ext cx="58095" cy="167167"/>
            </a:xfrm>
            <a:custGeom>
              <a:avLst/>
              <a:pathLst>
                <a:path w="58095" h="167167">
                  <a:moveTo>
                    <a:pt x="58095" y="0"/>
                  </a:moveTo>
                  <a:lnTo>
                    <a:pt x="52163" y="105"/>
                  </a:lnTo>
                  <a:lnTo>
                    <a:pt x="46238" y="421"/>
                  </a:lnTo>
                  <a:lnTo>
                    <a:pt x="40328" y="946"/>
                  </a:lnTo>
                  <a:lnTo>
                    <a:pt x="34441" y="1681"/>
                  </a:lnTo>
                  <a:lnTo>
                    <a:pt x="28584" y="2625"/>
                  </a:lnTo>
                  <a:lnTo>
                    <a:pt x="22763" y="3776"/>
                  </a:lnTo>
                  <a:lnTo>
                    <a:pt x="16987" y="5133"/>
                  </a:lnTo>
                  <a:lnTo>
                    <a:pt x="11263" y="6693"/>
                  </a:lnTo>
                  <a:lnTo>
                    <a:pt x="5598" y="8456"/>
                  </a:lnTo>
                  <a:lnTo>
                    <a:pt x="0" y="10419"/>
                  </a:lnTo>
                  <a:lnTo>
                    <a:pt x="5809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687797" y="4182835"/>
              <a:ext cx="58095" cy="156747"/>
            </a:xfrm>
            <a:custGeom>
              <a:avLst/>
              <a:pathLst>
                <a:path w="58095" h="156747">
                  <a:moveTo>
                    <a:pt x="0" y="0"/>
                  </a:moveTo>
                  <a:lnTo>
                    <a:pt x="58095" y="156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578725" y="4182835"/>
              <a:ext cx="167167" cy="320771"/>
            </a:xfrm>
            <a:custGeom>
              <a:avLst/>
              <a:pathLst>
                <a:path w="167167" h="320771">
                  <a:moveTo>
                    <a:pt x="109072" y="0"/>
                  </a:moveTo>
                  <a:lnTo>
                    <a:pt x="104086" y="1939"/>
                  </a:lnTo>
                  <a:lnTo>
                    <a:pt x="99164" y="4037"/>
                  </a:lnTo>
                  <a:lnTo>
                    <a:pt x="94312" y="6291"/>
                  </a:lnTo>
                  <a:lnTo>
                    <a:pt x="89535" y="8699"/>
                  </a:lnTo>
                  <a:lnTo>
                    <a:pt x="84837" y="11259"/>
                  </a:lnTo>
                  <a:lnTo>
                    <a:pt x="80224" y="13968"/>
                  </a:lnTo>
                  <a:lnTo>
                    <a:pt x="75699" y="16824"/>
                  </a:lnTo>
                  <a:lnTo>
                    <a:pt x="71269" y="19822"/>
                  </a:lnTo>
                  <a:lnTo>
                    <a:pt x="66936" y="22961"/>
                  </a:lnTo>
                  <a:lnTo>
                    <a:pt x="62707" y="26237"/>
                  </a:lnTo>
                  <a:lnTo>
                    <a:pt x="58584" y="29646"/>
                  </a:lnTo>
                  <a:lnTo>
                    <a:pt x="54572" y="33186"/>
                  </a:lnTo>
                  <a:lnTo>
                    <a:pt x="50676" y="36852"/>
                  </a:lnTo>
                  <a:lnTo>
                    <a:pt x="46899" y="40642"/>
                  </a:lnTo>
                  <a:lnTo>
                    <a:pt x="43245" y="44550"/>
                  </a:lnTo>
                  <a:lnTo>
                    <a:pt x="39718" y="48572"/>
                  </a:lnTo>
                  <a:lnTo>
                    <a:pt x="36322" y="52706"/>
                  </a:lnTo>
                  <a:lnTo>
                    <a:pt x="33060" y="56946"/>
                  </a:lnTo>
                  <a:lnTo>
                    <a:pt x="29935" y="61289"/>
                  </a:lnTo>
                  <a:lnTo>
                    <a:pt x="26951" y="65729"/>
                  </a:lnTo>
                  <a:lnTo>
                    <a:pt x="24110" y="70263"/>
                  </a:lnTo>
                  <a:lnTo>
                    <a:pt x="21416" y="74885"/>
                  </a:lnTo>
                  <a:lnTo>
                    <a:pt x="18871" y="79591"/>
                  </a:lnTo>
                  <a:lnTo>
                    <a:pt x="16478" y="84376"/>
                  </a:lnTo>
                  <a:lnTo>
                    <a:pt x="14239" y="89235"/>
                  </a:lnTo>
                  <a:lnTo>
                    <a:pt x="12157" y="94163"/>
                  </a:lnTo>
                  <a:lnTo>
                    <a:pt x="10234" y="99155"/>
                  </a:lnTo>
                  <a:lnTo>
                    <a:pt x="8471" y="104207"/>
                  </a:lnTo>
                  <a:lnTo>
                    <a:pt x="6871" y="109312"/>
                  </a:lnTo>
                  <a:lnTo>
                    <a:pt x="5435" y="114465"/>
                  </a:lnTo>
                  <a:lnTo>
                    <a:pt x="4165" y="119662"/>
                  </a:lnTo>
                  <a:lnTo>
                    <a:pt x="3062" y="124897"/>
                  </a:lnTo>
                  <a:lnTo>
                    <a:pt x="2127" y="130165"/>
                  </a:lnTo>
                  <a:lnTo>
                    <a:pt x="1360" y="135460"/>
                  </a:lnTo>
                  <a:lnTo>
                    <a:pt x="764" y="140776"/>
                  </a:lnTo>
                  <a:lnTo>
                    <a:pt x="338" y="146109"/>
                  </a:lnTo>
                  <a:lnTo>
                    <a:pt x="83" y="151453"/>
                  </a:lnTo>
                  <a:lnTo>
                    <a:pt x="0" y="156803"/>
                  </a:lnTo>
                  <a:lnTo>
                    <a:pt x="87" y="162152"/>
                  </a:lnTo>
                  <a:lnTo>
                    <a:pt x="345" y="167496"/>
                  </a:lnTo>
                  <a:lnTo>
                    <a:pt x="775" y="172828"/>
                  </a:lnTo>
                  <a:lnTo>
                    <a:pt x="1375" y="178145"/>
                  </a:lnTo>
                  <a:lnTo>
                    <a:pt x="2144" y="183439"/>
                  </a:lnTo>
                  <a:lnTo>
                    <a:pt x="3083" y="188706"/>
                  </a:lnTo>
                  <a:lnTo>
                    <a:pt x="4190" y="193940"/>
                  </a:lnTo>
                  <a:lnTo>
                    <a:pt x="5463" y="199137"/>
                  </a:lnTo>
                  <a:lnTo>
                    <a:pt x="6902" y="204289"/>
                  </a:lnTo>
                  <a:lnTo>
                    <a:pt x="8506" y="209393"/>
                  </a:lnTo>
                  <a:lnTo>
                    <a:pt x="10272" y="214443"/>
                  </a:lnTo>
                  <a:lnTo>
                    <a:pt x="12198" y="219435"/>
                  </a:lnTo>
                  <a:lnTo>
                    <a:pt x="14284" y="224361"/>
                  </a:lnTo>
                  <a:lnTo>
                    <a:pt x="16526" y="229219"/>
                  </a:lnTo>
                  <a:lnTo>
                    <a:pt x="18922" y="234002"/>
                  </a:lnTo>
                  <a:lnTo>
                    <a:pt x="21470" y="238707"/>
                  </a:lnTo>
                  <a:lnTo>
                    <a:pt x="24167" y="243327"/>
                  </a:lnTo>
                  <a:lnTo>
                    <a:pt x="27011" y="247858"/>
                  </a:lnTo>
                  <a:lnTo>
                    <a:pt x="29998" y="252297"/>
                  </a:lnTo>
                  <a:lnTo>
                    <a:pt x="33126" y="256637"/>
                  </a:lnTo>
                  <a:lnTo>
                    <a:pt x="36391" y="260875"/>
                  </a:lnTo>
                  <a:lnTo>
                    <a:pt x="39790" y="265007"/>
                  </a:lnTo>
                  <a:lnTo>
                    <a:pt x="43320" y="269027"/>
                  </a:lnTo>
                  <a:lnTo>
                    <a:pt x="46976" y="272933"/>
                  </a:lnTo>
                  <a:lnTo>
                    <a:pt x="50755" y="276719"/>
                  </a:lnTo>
                  <a:lnTo>
                    <a:pt x="54654" y="280383"/>
                  </a:lnTo>
                  <a:lnTo>
                    <a:pt x="58668" y="283920"/>
                  </a:lnTo>
                  <a:lnTo>
                    <a:pt x="62793" y="287327"/>
                  </a:lnTo>
                  <a:lnTo>
                    <a:pt x="67025" y="290600"/>
                  </a:lnTo>
                  <a:lnTo>
                    <a:pt x="71359" y="293736"/>
                  </a:lnTo>
                  <a:lnTo>
                    <a:pt x="75792" y="296732"/>
                  </a:lnTo>
                  <a:lnTo>
                    <a:pt x="80318" y="299584"/>
                  </a:lnTo>
                  <a:lnTo>
                    <a:pt x="84934" y="302290"/>
                  </a:lnTo>
                  <a:lnTo>
                    <a:pt x="89633" y="304847"/>
                  </a:lnTo>
                  <a:lnTo>
                    <a:pt x="94412" y="307252"/>
                  </a:lnTo>
                  <a:lnTo>
                    <a:pt x="99265" y="309503"/>
                  </a:lnTo>
                  <a:lnTo>
                    <a:pt x="104188" y="311598"/>
                  </a:lnTo>
                  <a:lnTo>
                    <a:pt x="109175" y="313534"/>
                  </a:lnTo>
                  <a:lnTo>
                    <a:pt x="114222" y="315309"/>
                  </a:lnTo>
                  <a:lnTo>
                    <a:pt x="119323" y="316922"/>
                  </a:lnTo>
                  <a:lnTo>
                    <a:pt x="124473" y="318371"/>
                  </a:lnTo>
                  <a:lnTo>
                    <a:pt x="129667" y="319654"/>
                  </a:lnTo>
                  <a:lnTo>
                    <a:pt x="134899" y="320771"/>
                  </a:lnTo>
                  <a:lnTo>
                    <a:pt x="167167" y="156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13625" y="4172415"/>
              <a:ext cx="199418" cy="334333"/>
            </a:xfrm>
            <a:custGeom>
              <a:avLst/>
              <a:pathLst>
                <a:path w="199418" h="334333">
                  <a:moveTo>
                    <a:pt x="0" y="331191"/>
                  </a:moveTo>
                  <a:lnTo>
                    <a:pt x="5226" y="332133"/>
                  </a:lnTo>
                  <a:lnTo>
                    <a:pt x="10480" y="332908"/>
                  </a:lnTo>
                  <a:lnTo>
                    <a:pt x="15755" y="333517"/>
                  </a:lnTo>
                  <a:lnTo>
                    <a:pt x="21048" y="333957"/>
                  </a:lnTo>
                  <a:lnTo>
                    <a:pt x="26351" y="334230"/>
                  </a:lnTo>
                  <a:lnTo>
                    <a:pt x="31661" y="334333"/>
                  </a:lnTo>
                  <a:lnTo>
                    <a:pt x="36971" y="334268"/>
                  </a:lnTo>
                  <a:lnTo>
                    <a:pt x="42277" y="334034"/>
                  </a:lnTo>
                  <a:lnTo>
                    <a:pt x="47572" y="333632"/>
                  </a:lnTo>
                  <a:lnTo>
                    <a:pt x="52852" y="333062"/>
                  </a:lnTo>
                  <a:lnTo>
                    <a:pt x="58111" y="332325"/>
                  </a:lnTo>
                  <a:lnTo>
                    <a:pt x="63345" y="331420"/>
                  </a:lnTo>
                  <a:lnTo>
                    <a:pt x="68546" y="330350"/>
                  </a:lnTo>
                  <a:lnTo>
                    <a:pt x="73711" y="329115"/>
                  </a:lnTo>
                  <a:lnTo>
                    <a:pt x="78835" y="327717"/>
                  </a:lnTo>
                  <a:lnTo>
                    <a:pt x="83911" y="326157"/>
                  </a:lnTo>
                  <a:lnTo>
                    <a:pt x="88935" y="324436"/>
                  </a:lnTo>
                  <a:lnTo>
                    <a:pt x="93902" y="322557"/>
                  </a:lnTo>
                  <a:lnTo>
                    <a:pt x="98807" y="320521"/>
                  </a:lnTo>
                  <a:lnTo>
                    <a:pt x="103645" y="318330"/>
                  </a:lnTo>
                  <a:lnTo>
                    <a:pt x="108410" y="315986"/>
                  </a:lnTo>
                  <a:lnTo>
                    <a:pt x="113099" y="313492"/>
                  </a:lnTo>
                  <a:lnTo>
                    <a:pt x="117706" y="310851"/>
                  </a:lnTo>
                  <a:lnTo>
                    <a:pt x="122227" y="308065"/>
                  </a:lnTo>
                  <a:lnTo>
                    <a:pt x="126657" y="305136"/>
                  </a:lnTo>
                  <a:lnTo>
                    <a:pt x="130992" y="302068"/>
                  </a:lnTo>
                  <a:lnTo>
                    <a:pt x="135227" y="298864"/>
                  </a:lnTo>
                  <a:lnTo>
                    <a:pt x="139359" y="295527"/>
                  </a:lnTo>
                  <a:lnTo>
                    <a:pt x="143382" y="292061"/>
                  </a:lnTo>
                  <a:lnTo>
                    <a:pt x="147293" y="288468"/>
                  </a:lnTo>
                  <a:lnTo>
                    <a:pt x="151088" y="284753"/>
                  </a:lnTo>
                  <a:lnTo>
                    <a:pt x="154763" y="280920"/>
                  </a:lnTo>
                  <a:lnTo>
                    <a:pt x="158315" y="276971"/>
                  </a:lnTo>
                  <a:lnTo>
                    <a:pt x="161739" y="272912"/>
                  </a:lnTo>
                  <a:lnTo>
                    <a:pt x="165033" y="268746"/>
                  </a:lnTo>
                  <a:lnTo>
                    <a:pt x="168192" y="264477"/>
                  </a:lnTo>
                  <a:lnTo>
                    <a:pt x="171215" y="260111"/>
                  </a:lnTo>
                  <a:lnTo>
                    <a:pt x="174097" y="255650"/>
                  </a:lnTo>
                  <a:lnTo>
                    <a:pt x="176836" y="251100"/>
                  </a:lnTo>
                  <a:lnTo>
                    <a:pt x="179429" y="246466"/>
                  </a:lnTo>
                  <a:lnTo>
                    <a:pt x="181874" y="241751"/>
                  </a:lnTo>
                  <a:lnTo>
                    <a:pt x="184167" y="236961"/>
                  </a:lnTo>
                  <a:lnTo>
                    <a:pt x="186308" y="232101"/>
                  </a:lnTo>
                  <a:lnTo>
                    <a:pt x="188293" y="227175"/>
                  </a:lnTo>
                  <a:lnTo>
                    <a:pt x="190120" y="222189"/>
                  </a:lnTo>
                  <a:lnTo>
                    <a:pt x="191788" y="217147"/>
                  </a:lnTo>
                  <a:lnTo>
                    <a:pt x="193295" y="212055"/>
                  </a:lnTo>
                  <a:lnTo>
                    <a:pt x="194640" y="206917"/>
                  </a:lnTo>
                  <a:lnTo>
                    <a:pt x="195820" y="201739"/>
                  </a:lnTo>
                  <a:lnTo>
                    <a:pt x="196836" y="196527"/>
                  </a:lnTo>
                  <a:lnTo>
                    <a:pt x="197686" y="191285"/>
                  </a:lnTo>
                  <a:lnTo>
                    <a:pt x="198368" y="186018"/>
                  </a:lnTo>
                  <a:lnTo>
                    <a:pt x="198883" y="180732"/>
                  </a:lnTo>
                  <a:lnTo>
                    <a:pt x="199230" y="175433"/>
                  </a:lnTo>
                  <a:lnTo>
                    <a:pt x="199408" y="170125"/>
                  </a:lnTo>
                  <a:lnTo>
                    <a:pt x="199418" y="164815"/>
                  </a:lnTo>
                  <a:lnTo>
                    <a:pt x="199259" y="159506"/>
                  </a:lnTo>
                  <a:lnTo>
                    <a:pt x="198931" y="154206"/>
                  </a:lnTo>
                  <a:lnTo>
                    <a:pt x="198436" y="148918"/>
                  </a:lnTo>
                  <a:lnTo>
                    <a:pt x="197772" y="143649"/>
                  </a:lnTo>
                  <a:lnTo>
                    <a:pt x="196941" y="138404"/>
                  </a:lnTo>
                  <a:lnTo>
                    <a:pt x="195945" y="133188"/>
                  </a:lnTo>
                  <a:lnTo>
                    <a:pt x="194783" y="128006"/>
                  </a:lnTo>
                  <a:lnTo>
                    <a:pt x="193457" y="122863"/>
                  </a:lnTo>
                  <a:lnTo>
                    <a:pt x="191968" y="117765"/>
                  </a:lnTo>
                  <a:lnTo>
                    <a:pt x="190318" y="112718"/>
                  </a:lnTo>
                  <a:lnTo>
                    <a:pt x="188509" y="107725"/>
                  </a:lnTo>
                  <a:lnTo>
                    <a:pt x="186542" y="102792"/>
                  </a:lnTo>
                  <a:lnTo>
                    <a:pt x="184419" y="97924"/>
                  </a:lnTo>
                  <a:lnTo>
                    <a:pt x="182143" y="93126"/>
                  </a:lnTo>
                  <a:lnTo>
                    <a:pt x="179716" y="88402"/>
                  </a:lnTo>
                  <a:lnTo>
                    <a:pt x="177139" y="83758"/>
                  </a:lnTo>
                  <a:lnTo>
                    <a:pt x="174417" y="79199"/>
                  </a:lnTo>
                  <a:lnTo>
                    <a:pt x="171551" y="74728"/>
                  </a:lnTo>
                  <a:lnTo>
                    <a:pt x="168544" y="70350"/>
                  </a:lnTo>
                  <a:lnTo>
                    <a:pt x="165400" y="66070"/>
                  </a:lnTo>
                  <a:lnTo>
                    <a:pt x="162122" y="61892"/>
                  </a:lnTo>
                  <a:lnTo>
                    <a:pt x="158712" y="57821"/>
                  </a:lnTo>
                  <a:lnTo>
                    <a:pt x="155175" y="53859"/>
                  </a:lnTo>
                  <a:lnTo>
                    <a:pt x="151514" y="50012"/>
                  </a:lnTo>
                  <a:lnTo>
                    <a:pt x="147732" y="46284"/>
                  </a:lnTo>
                  <a:lnTo>
                    <a:pt x="143834" y="42677"/>
                  </a:lnTo>
                  <a:lnTo>
                    <a:pt x="139823" y="39196"/>
                  </a:lnTo>
                  <a:lnTo>
                    <a:pt x="135704" y="35844"/>
                  </a:lnTo>
                  <a:lnTo>
                    <a:pt x="131481" y="32625"/>
                  </a:lnTo>
                  <a:lnTo>
                    <a:pt x="127157" y="29541"/>
                  </a:lnTo>
                  <a:lnTo>
                    <a:pt x="122737" y="26596"/>
                  </a:lnTo>
                  <a:lnTo>
                    <a:pt x="118227" y="23794"/>
                  </a:lnTo>
                  <a:lnTo>
                    <a:pt x="113629" y="21135"/>
                  </a:lnTo>
                  <a:lnTo>
                    <a:pt x="108949" y="18625"/>
                  </a:lnTo>
                  <a:lnTo>
                    <a:pt x="104192" y="16264"/>
                  </a:lnTo>
                  <a:lnTo>
                    <a:pt x="99363" y="14055"/>
                  </a:lnTo>
                  <a:lnTo>
                    <a:pt x="94465" y="12001"/>
                  </a:lnTo>
                  <a:lnTo>
                    <a:pt x="89505" y="10104"/>
                  </a:lnTo>
                  <a:lnTo>
                    <a:pt x="84487" y="8365"/>
                  </a:lnTo>
                  <a:lnTo>
                    <a:pt x="79416" y="6786"/>
                  </a:lnTo>
                  <a:lnTo>
                    <a:pt x="74298" y="5370"/>
                  </a:lnTo>
                  <a:lnTo>
                    <a:pt x="69138" y="4116"/>
                  </a:lnTo>
                  <a:lnTo>
                    <a:pt x="63940" y="3027"/>
                  </a:lnTo>
                  <a:lnTo>
                    <a:pt x="58710" y="2104"/>
                  </a:lnTo>
                  <a:lnTo>
                    <a:pt x="53454" y="1347"/>
                  </a:lnTo>
                  <a:lnTo>
                    <a:pt x="48176" y="758"/>
                  </a:lnTo>
                  <a:lnTo>
                    <a:pt x="42882" y="337"/>
                  </a:lnTo>
                  <a:lnTo>
                    <a:pt x="37577" y="84"/>
                  </a:lnTo>
                  <a:lnTo>
                    <a:pt x="32267" y="0"/>
                  </a:lnTo>
                  <a:lnTo>
                    <a:pt x="322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65470" y="3685283"/>
              <a:ext cx="158024" cy="167167"/>
            </a:xfrm>
            <a:custGeom>
              <a:avLst/>
              <a:pathLst>
                <a:path w="158024" h="167167">
                  <a:moveTo>
                    <a:pt x="158024" y="0"/>
                  </a:moveTo>
                  <a:lnTo>
                    <a:pt x="152577" y="88"/>
                  </a:lnTo>
                  <a:lnTo>
                    <a:pt x="147135" y="355"/>
                  </a:lnTo>
                  <a:lnTo>
                    <a:pt x="141705" y="798"/>
                  </a:lnTo>
                  <a:lnTo>
                    <a:pt x="136292" y="1418"/>
                  </a:lnTo>
                  <a:lnTo>
                    <a:pt x="130902" y="2214"/>
                  </a:lnTo>
                  <a:lnTo>
                    <a:pt x="125541" y="3186"/>
                  </a:lnTo>
                  <a:lnTo>
                    <a:pt x="120215" y="4331"/>
                  </a:lnTo>
                  <a:lnTo>
                    <a:pt x="114928" y="5650"/>
                  </a:lnTo>
                  <a:lnTo>
                    <a:pt x="109688" y="7140"/>
                  </a:lnTo>
                  <a:lnTo>
                    <a:pt x="104499" y="8800"/>
                  </a:lnTo>
                  <a:lnTo>
                    <a:pt x="99366" y="10629"/>
                  </a:lnTo>
                  <a:lnTo>
                    <a:pt x="94296" y="12623"/>
                  </a:lnTo>
                  <a:lnTo>
                    <a:pt x="89294" y="14782"/>
                  </a:lnTo>
                  <a:lnTo>
                    <a:pt x="84365" y="17103"/>
                  </a:lnTo>
                  <a:lnTo>
                    <a:pt x="79514" y="19583"/>
                  </a:lnTo>
                  <a:lnTo>
                    <a:pt x="74746" y="22220"/>
                  </a:lnTo>
                  <a:lnTo>
                    <a:pt x="70067" y="25011"/>
                  </a:lnTo>
                  <a:lnTo>
                    <a:pt x="65481" y="27952"/>
                  </a:lnTo>
                  <a:lnTo>
                    <a:pt x="60994" y="31042"/>
                  </a:lnTo>
                  <a:lnTo>
                    <a:pt x="56609" y="34276"/>
                  </a:lnTo>
                  <a:lnTo>
                    <a:pt x="52332" y="37652"/>
                  </a:lnTo>
                  <a:lnTo>
                    <a:pt x="48168" y="41165"/>
                  </a:lnTo>
                  <a:lnTo>
                    <a:pt x="44120" y="44812"/>
                  </a:lnTo>
                  <a:lnTo>
                    <a:pt x="40193" y="48589"/>
                  </a:lnTo>
                  <a:lnTo>
                    <a:pt x="36392" y="52491"/>
                  </a:lnTo>
                  <a:lnTo>
                    <a:pt x="32720" y="56516"/>
                  </a:lnTo>
                  <a:lnTo>
                    <a:pt x="29180" y="60658"/>
                  </a:lnTo>
                  <a:lnTo>
                    <a:pt x="25778" y="64913"/>
                  </a:lnTo>
                  <a:lnTo>
                    <a:pt x="22516" y="69277"/>
                  </a:lnTo>
                  <a:lnTo>
                    <a:pt x="19398" y="73745"/>
                  </a:lnTo>
                  <a:lnTo>
                    <a:pt x="16427" y="78312"/>
                  </a:lnTo>
                  <a:lnTo>
                    <a:pt x="13607" y="82974"/>
                  </a:lnTo>
                  <a:lnTo>
                    <a:pt x="10940" y="87725"/>
                  </a:lnTo>
                  <a:lnTo>
                    <a:pt x="8429" y="92560"/>
                  </a:lnTo>
                  <a:lnTo>
                    <a:pt x="6077" y="97474"/>
                  </a:lnTo>
                  <a:lnTo>
                    <a:pt x="3887" y="102463"/>
                  </a:lnTo>
                  <a:lnTo>
                    <a:pt x="1860" y="107520"/>
                  </a:lnTo>
                  <a:lnTo>
                    <a:pt x="0" y="112641"/>
                  </a:lnTo>
                  <a:lnTo>
                    <a:pt x="15802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56348" y="3685294"/>
              <a:ext cx="334308" cy="334322"/>
            </a:xfrm>
            <a:custGeom>
              <a:avLst/>
              <a:pathLst>
                <a:path w="334308" h="334322">
                  <a:moveTo>
                    <a:pt x="9121" y="112630"/>
                  </a:moveTo>
                  <a:lnTo>
                    <a:pt x="7475" y="117658"/>
                  </a:lnTo>
                  <a:lnTo>
                    <a:pt x="5988" y="122736"/>
                  </a:lnTo>
                  <a:lnTo>
                    <a:pt x="4663" y="127859"/>
                  </a:lnTo>
                  <a:lnTo>
                    <a:pt x="3501" y="133021"/>
                  </a:lnTo>
                  <a:lnTo>
                    <a:pt x="2503" y="138217"/>
                  </a:lnTo>
                  <a:lnTo>
                    <a:pt x="1669" y="143443"/>
                  </a:lnTo>
                  <a:lnTo>
                    <a:pt x="1002" y="148692"/>
                  </a:lnTo>
                  <a:lnTo>
                    <a:pt x="501" y="153959"/>
                  </a:lnTo>
                  <a:lnTo>
                    <a:pt x="166" y="159240"/>
                  </a:lnTo>
                  <a:lnTo>
                    <a:pt x="0" y="164529"/>
                  </a:lnTo>
                  <a:lnTo>
                    <a:pt x="0" y="169820"/>
                  </a:lnTo>
                  <a:lnTo>
                    <a:pt x="168" y="175108"/>
                  </a:lnTo>
                  <a:lnTo>
                    <a:pt x="503" y="180389"/>
                  </a:lnTo>
                  <a:lnTo>
                    <a:pt x="1006" y="185657"/>
                  </a:lnTo>
                  <a:lnTo>
                    <a:pt x="1675" y="190905"/>
                  </a:lnTo>
                  <a:lnTo>
                    <a:pt x="2509" y="196130"/>
                  </a:lnTo>
                  <a:lnTo>
                    <a:pt x="3509" y="201327"/>
                  </a:lnTo>
                  <a:lnTo>
                    <a:pt x="4672" y="206488"/>
                  </a:lnTo>
                  <a:lnTo>
                    <a:pt x="5998" y="211611"/>
                  </a:lnTo>
                  <a:lnTo>
                    <a:pt x="7486" y="216689"/>
                  </a:lnTo>
                  <a:lnTo>
                    <a:pt x="9134" y="221717"/>
                  </a:lnTo>
                  <a:lnTo>
                    <a:pt x="10939" y="226690"/>
                  </a:lnTo>
                  <a:lnTo>
                    <a:pt x="12902" y="231604"/>
                  </a:lnTo>
                  <a:lnTo>
                    <a:pt x="15019" y="236454"/>
                  </a:lnTo>
                  <a:lnTo>
                    <a:pt x="17288" y="241234"/>
                  </a:lnTo>
                  <a:lnTo>
                    <a:pt x="19708" y="245939"/>
                  </a:lnTo>
                  <a:lnTo>
                    <a:pt x="22275" y="250566"/>
                  </a:lnTo>
                  <a:lnTo>
                    <a:pt x="24988" y="255109"/>
                  </a:lnTo>
                  <a:lnTo>
                    <a:pt x="27842" y="259564"/>
                  </a:lnTo>
                  <a:lnTo>
                    <a:pt x="30837" y="263927"/>
                  </a:lnTo>
                  <a:lnTo>
                    <a:pt x="33968" y="268192"/>
                  </a:lnTo>
                  <a:lnTo>
                    <a:pt x="37232" y="272357"/>
                  </a:lnTo>
                  <a:lnTo>
                    <a:pt x="40627" y="276416"/>
                  </a:lnTo>
                  <a:lnTo>
                    <a:pt x="44148" y="280365"/>
                  </a:lnTo>
                  <a:lnTo>
                    <a:pt x="47793" y="284201"/>
                  </a:lnTo>
                  <a:lnTo>
                    <a:pt x="51557" y="287920"/>
                  </a:lnTo>
                  <a:lnTo>
                    <a:pt x="55437" y="291517"/>
                  </a:lnTo>
                  <a:lnTo>
                    <a:pt x="59428" y="294991"/>
                  </a:lnTo>
                  <a:lnTo>
                    <a:pt x="63528" y="298336"/>
                  </a:lnTo>
                  <a:lnTo>
                    <a:pt x="67732" y="301549"/>
                  </a:lnTo>
                  <a:lnTo>
                    <a:pt x="72035" y="304628"/>
                  </a:lnTo>
                  <a:lnTo>
                    <a:pt x="76433" y="307570"/>
                  </a:lnTo>
                  <a:lnTo>
                    <a:pt x="80923" y="310370"/>
                  </a:lnTo>
                  <a:lnTo>
                    <a:pt x="85499" y="313027"/>
                  </a:lnTo>
                  <a:lnTo>
                    <a:pt x="90156" y="315538"/>
                  </a:lnTo>
                  <a:lnTo>
                    <a:pt x="94891" y="317901"/>
                  </a:lnTo>
                  <a:lnTo>
                    <a:pt x="99698" y="320112"/>
                  </a:lnTo>
                  <a:lnTo>
                    <a:pt x="104573" y="322170"/>
                  </a:lnTo>
                  <a:lnTo>
                    <a:pt x="109510" y="324073"/>
                  </a:lnTo>
                  <a:lnTo>
                    <a:pt x="114505" y="325818"/>
                  </a:lnTo>
                  <a:lnTo>
                    <a:pt x="119553" y="327405"/>
                  </a:lnTo>
                  <a:lnTo>
                    <a:pt x="124648" y="328831"/>
                  </a:lnTo>
                  <a:lnTo>
                    <a:pt x="129786" y="330095"/>
                  </a:lnTo>
                  <a:lnTo>
                    <a:pt x="134962" y="331196"/>
                  </a:lnTo>
                  <a:lnTo>
                    <a:pt x="140170" y="332132"/>
                  </a:lnTo>
                  <a:lnTo>
                    <a:pt x="145405" y="332903"/>
                  </a:lnTo>
                  <a:lnTo>
                    <a:pt x="150661" y="333508"/>
                  </a:lnTo>
                  <a:lnTo>
                    <a:pt x="155934" y="333947"/>
                  </a:lnTo>
                  <a:lnTo>
                    <a:pt x="161219" y="334218"/>
                  </a:lnTo>
                  <a:lnTo>
                    <a:pt x="166509" y="334322"/>
                  </a:lnTo>
                  <a:lnTo>
                    <a:pt x="171800" y="334258"/>
                  </a:lnTo>
                  <a:lnTo>
                    <a:pt x="177086" y="334027"/>
                  </a:lnTo>
                  <a:lnTo>
                    <a:pt x="182362" y="333629"/>
                  </a:lnTo>
                  <a:lnTo>
                    <a:pt x="187623" y="333064"/>
                  </a:lnTo>
                  <a:lnTo>
                    <a:pt x="192864" y="332333"/>
                  </a:lnTo>
                  <a:lnTo>
                    <a:pt x="198079" y="331436"/>
                  </a:lnTo>
                  <a:lnTo>
                    <a:pt x="203262" y="330375"/>
                  </a:lnTo>
                  <a:lnTo>
                    <a:pt x="208410" y="329150"/>
                  </a:lnTo>
                  <a:lnTo>
                    <a:pt x="213516" y="327763"/>
                  </a:lnTo>
                  <a:lnTo>
                    <a:pt x="218576" y="326215"/>
                  </a:lnTo>
                  <a:lnTo>
                    <a:pt x="223584" y="324508"/>
                  </a:lnTo>
                  <a:lnTo>
                    <a:pt x="228536" y="322643"/>
                  </a:lnTo>
                  <a:lnTo>
                    <a:pt x="233426" y="320622"/>
                  </a:lnTo>
                  <a:lnTo>
                    <a:pt x="238250" y="318447"/>
                  </a:lnTo>
                  <a:lnTo>
                    <a:pt x="243003" y="316121"/>
                  </a:lnTo>
                  <a:lnTo>
                    <a:pt x="247679" y="313646"/>
                  </a:lnTo>
                  <a:lnTo>
                    <a:pt x="252275" y="311024"/>
                  </a:lnTo>
                  <a:lnTo>
                    <a:pt x="256786" y="308258"/>
                  </a:lnTo>
                  <a:lnTo>
                    <a:pt x="261206" y="305350"/>
                  </a:lnTo>
                  <a:lnTo>
                    <a:pt x="265533" y="302304"/>
                  </a:lnTo>
                  <a:lnTo>
                    <a:pt x="269761" y="299122"/>
                  </a:lnTo>
                  <a:lnTo>
                    <a:pt x="273886" y="295809"/>
                  </a:lnTo>
                  <a:lnTo>
                    <a:pt x="277904" y="292366"/>
                  </a:lnTo>
                  <a:lnTo>
                    <a:pt x="281812" y="288798"/>
                  </a:lnTo>
                  <a:lnTo>
                    <a:pt x="285604" y="285108"/>
                  </a:lnTo>
                  <a:lnTo>
                    <a:pt x="289278" y="281300"/>
                  </a:lnTo>
                  <a:lnTo>
                    <a:pt x="292829" y="277377"/>
                  </a:lnTo>
                  <a:lnTo>
                    <a:pt x="296254" y="273344"/>
                  </a:lnTo>
                  <a:lnTo>
                    <a:pt x="299550" y="269205"/>
                  </a:lnTo>
                  <a:lnTo>
                    <a:pt x="302714" y="264964"/>
                  </a:lnTo>
                  <a:lnTo>
                    <a:pt x="305741" y="260624"/>
                  </a:lnTo>
                  <a:lnTo>
                    <a:pt x="308630" y="256191"/>
                  </a:lnTo>
                  <a:lnTo>
                    <a:pt x="311377" y="251669"/>
                  </a:lnTo>
                  <a:lnTo>
                    <a:pt x="313980" y="247061"/>
                  </a:lnTo>
                  <a:lnTo>
                    <a:pt x="316435" y="242374"/>
                  </a:lnTo>
                  <a:lnTo>
                    <a:pt x="318741" y="237612"/>
                  </a:lnTo>
                  <a:lnTo>
                    <a:pt x="320895" y="232779"/>
                  </a:lnTo>
                  <a:lnTo>
                    <a:pt x="322894" y="227880"/>
                  </a:lnTo>
                  <a:lnTo>
                    <a:pt x="324738" y="222920"/>
                  </a:lnTo>
                  <a:lnTo>
                    <a:pt x="326424" y="217905"/>
                  </a:lnTo>
                  <a:lnTo>
                    <a:pt x="327951" y="212839"/>
                  </a:lnTo>
                  <a:lnTo>
                    <a:pt x="329316" y="207726"/>
                  </a:lnTo>
                  <a:lnTo>
                    <a:pt x="330519" y="202574"/>
                  </a:lnTo>
                  <a:lnTo>
                    <a:pt x="331558" y="197385"/>
                  </a:lnTo>
                  <a:lnTo>
                    <a:pt x="332432" y="192167"/>
                  </a:lnTo>
                  <a:lnTo>
                    <a:pt x="333141" y="186923"/>
                  </a:lnTo>
                  <a:lnTo>
                    <a:pt x="333683" y="181660"/>
                  </a:lnTo>
                  <a:lnTo>
                    <a:pt x="334059" y="176382"/>
                  </a:lnTo>
                  <a:lnTo>
                    <a:pt x="334267" y="171095"/>
                  </a:lnTo>
                  <a:lnTo>
                    <a:pt x="334308" y="165804"/>
                  </a:lnTo>
                  <a:lnTo>
                    <a:pt x="334182" y="160514"/>
                  </a:lnTo>
                  <a:lnTo>
                    <a:pt x="333888" y="155231"/>
                  </a:lnTo>
                  <a:lnTo>
                    <a:pt x="333427" y="149959"/>
                  </a:lnTo>
                  <a:lnTo>
                    <a:pt x="332799" y="144706"/>
                  </a:lnTo>
                  <a:lnTo>
                    <a:pt x="332006" y="139474"/>
                  </a:lnTo>
                  <a:lnTo>
                    <a:pt x="331047" y="134270"/>
                  </a:lnTo>
                  <a:lnTo>
                    <a:pt x="329924" y="129100"/>
                  </a:lnTo>
                  <a:lnTo>
                    <a:pt x="328638" y="123967"/>
                  </a:lnTo>
                  <a:lnTo>
                    <a:pt x="327191" y="118878"/>
                  </a:lnTo>
                  <a:lnTo>
                    <a:pt x="325583" y="113837"/>
                  </a:lnTo>
                  <a:lnTo>
                    <a:pt x="323816" y="108849"/>
                  </a:lnTo>
                  <a:lnTo>
                    <a:pt x="321892" y="103920"/>
                  </a:lnTo>
                  <a:lnTo>
                    <a:pt x="319813" y="99054"/>
                  </a:lnTo>
                  <a:lnTo>
                    <a:pt x="317581" y="94256"/>
                  </a:lnTo>
                  <a:lnTo>
                    <a:pt x="315199" y="89532"/>
                  </a:lnTo>
                  <a:lnTo>
                    <a:pt x="312668" y="84885"/>
                  </a:lnTo>
                  <a:lnTo>
                    <a:pt x="309991" y="80321"/>
                  </a:lnTo>
                  <a:lnTo>
                    <a:pt x="307171" y="75843"/>
                  </a:lnTo>
                  <a:lnTo>
                    <a:pt x="304211" y="71457"/>
                  </a:lnTo>
                  <a:lnTo>
                    <a:pt x="301114" y="67167"/>
                  </a:lnTo>
                  <a:lnTo>
                    <a:pt x="297882" y="62978"/>
                  </a:lnTo>
                  <a:lnTo>
                    <a:pt x="294520" y="58892"/>
                  </a:lnTo>
                  <a:lnTo>
                    <a:pt x="291030" y="54915"/>
                  </a:lnTo>
                  <a:lnTo>
                    <a:pt x="287415" y="51051"/>
                  </a:lnTo>
                  <a:lnTo>
                    <a:pt x="283680" y="47303"/>
                  </a:lnTo>
                  <a:lnTo>
                    <a:pt x="279829" y="43674"/>
                  </a:lnTo>
                  <a:lnTo>
                    <a:pt x="275864" y="40170"/>
                  </a:lnTo>
                  <a:lnTo>
                    <a:pt x="271791" y="36793"/>
                  </a:lnTo>
                  <a:lnTo>
                    <a:pt x="267613" y="33546"/>
                  </a:lnTo>
                  <a:lnTo>
                    <a:pt x="263334" y="30434"/>
                  </a:lnTo>
                  <a:lnTo>
                    <a:pt x="258959" y="27458"/>
                  </a:lnTo>
                  <a:lnTo>
                    <a:pt x="254491" y="24622"/>
                  </a:lnTo>
                  <a:lnTo>
                    <a:pt x="249937" y="21929"/>
                  </a:lnTo>
                  <a:lnTo>
                    <a:pt x="245299" y="19382"/>
                  </a:lnTo>
                  <a:lnTo>
                    <a:pt x="240583" y="16982"/>
                  </a:lnTo>
                  <a:lnTo>
                    <a:pt x="235793" y="14733"/>
                  </a:lnTo>
                  <a:lnTo>
                    <a:pt x="230935" y="12637"/>
                  </a:lnTo>
                  <a:lnTo>
                    <a:pt x="226013" y="10696"/>
                  </a:lnTo>
                  <a:lnTo>
                    <a:pt x="221032" y="8911"/>
                  </a:lnTo>
                  <a:lnTo>
                    <a:pt x="215996" y="7285"/>
                  </a:lnTo>
                  <a:lnTo>
                    <a:pt x="210912" y="5819"/>
                  </a:lnTo>
                  <a:lnTo>
                    <a:pt x="205784" y="4515"/>
                  </a:lnTo>
                  <a:lnTo>
                    <a:pt x="200617" y="3373"/>
                  </a:lnTo>
                  <a:lnTo>
                    <a:pt x="195417" y="2396"/>
                  </a:lnTo>
                  <a:lnTo>
                    <a:pt x="190189" y="1584"/>
                  </a:lnTo>
                  <a:lnTo>
                    <a:pt x="184937" y="938"/>
                  </a:lnTo>
                  <a:lnTo>
                    <a:pt x="179667" y="458"/>
                  </a:lnTo>
                  <a:lnTo>
                    <a:pt x="174385" y="145"/>
                  </a:lnTo>
                  <a:lnTo>
                    <a:pt x="169096" y="0"/>
                  </a:lnTo>
                  <a:lnTo>
                    <a:pt x="167146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923495" y="3685283"/>
              <a:ext cx="1949" cy="167167"/>
            </a:xfrm>
            <a:custGeom>
              <a:avLst/>
              <a:pathLst>
                <a:path w="1949" h="167167">
                  <a:moveTo>
                    <a:pt x="1949" y="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tx82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2025-06-26T11:51:30Z</dcterms:modified>
  <cp:category/>
</cp:coreProperties>
</file>