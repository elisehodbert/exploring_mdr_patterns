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46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2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14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261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53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69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573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54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2446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8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48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96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196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434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71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72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87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43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476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573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569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112" y="3170392"/>
              <a:ext cx="2666" cy="167167"/>
            </a:xfrm>
            <a:custGeom>
              <a:avLst/>
              <a:pathLst>
                <a:path w="2666" h="167167">
                  <a:moveTo>
                    <a:pt x="2666" y="0"/>
                  </a:moveTo>
                  <a:lnTo>
                    <a:pt x="0" y="21"/>
                  </a:lnTo>
                  <a:lnTo>
                    <a:pt x="26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112" y="3170413"/>
              <a:ext cx="2666" cy="167146"/>
            </a:xfrm>
            <a:custGeom>
              <a:avLst/>
              <a:pathLst>
                <a:path w="2666" h="167146">
                  <a:moveTo>
                    <a:pt x="0" y="0"/>
                  </a:moveTo>
                  <a:lnTo>
                    <a:pt x="2666" y="16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11" y="3170413"/>
              <a:ext cx="334334" cy="334292"/>
            </a:xfrm>
            <a:custGeom>
              <a:avLst/>
              <a:pathLst>
                <a:path w="334334" h="334292">
                  <a:moveTo>
                    <a:pt x="164500" y="0"/>
                  </a:moveTo>
                  <a:lnTo>
                    <a:pt x="159199" y="168"/>
                  </a:lnTo>
                  <a:lnTo>
                    <a:pt x="153905" y="505"/>
                  </a:lnTo>
                  <a:lnTo>
                    <a:pt x="148625" y="1010"/>
                  </a:lnTo>
                  <a:lnTo>
                    <a:pt x="143363" y="1682"/>
                  </a:lnTo>
                  <a:lnTo>
                    <a:pt x="138125" y="2520"/>
                  </a:lnTo>
                  <a:lnTo>
                    <a:pt x="132917" y="3525"/>
                  </a:lnTo>
                  <a:lnTo>
                    <a:pt x="127743" y="4694"/>
                  </a:lnTo>
                  <a:lnTo>
                    <a:pt x="122609" y="6026"/>
                  </a:lnTo>
                  <a:lnTo>
                    <a:pt x="117519" y="7521"/>
                  </a:lnTo>
                  <a:lnTo>
                    <a:pt x="112480" y="9176"/>
                  </a:lnTo>
                  <a:lnTo>
                    <a:pt x="107495" y="10991"/>
                  </a:lnTo>
                  <a:lnTo>
                    <a:pt x="102571" y="12963"/>
                  </a:lnTo>
                  <a:lnTo>
                    <a:pt x="97712" y="15090"/>
                  </a:lnTo>
                  <a:lnTo>
                    <a:pt x="92923" y="17370"/>
                  </a:lnTo>
                  <a:lnTo>
                    <a:pt x="88208" y="19801"/>
                  </a:lnTo>
                  <a:lnTo>
                    <a:pt x="83573" y="22380"/>
                  </a:lnTo>
                  <a:lnTo>
                    <a:pt x="79022" y="25105"/>
                  </a:lnTo>
                  <a:lnTo>
                    <a:pt x="74560" y="27974"/>
                  </a:lnTo>
                  <a:lnTo>
                    <a:pt x="70191" y="30982"/>
                  </a:lnTo>
                  <a:lnTo>
                    <a:pt x="65920" y="34127"/>
                  </a:lnTo>
                  <a:lnTo>
                    <a:pt x="61750" y="37406"/>
                  </a:lnTo>
                  <a:lnTo>
                    <a:pt x="57687" y="40816"/>
                  </a:lnTo>
                  <a:lnTo>
                    <a:pt x="53734" y="44353"/>
                  </a:lnTo>
                  <a:lnTo>
                    <a:pt x="49896" y="48014"/>
                  </a:lnTo>
                  <a:lnTo>
                    <a:pt x="46175" y="51795"/>
                  </a:lnTo>
                  <a:lnTo>
                    <a:pt x="42576" y="55691"/>
                  </a:lnTo>
                  <a:lnTo>
                    <a:pt x="39103" y="59700"/>
                  </a:lnTo>
                  <a:lnTo>
                    <a:pt x="35758" y="63818"/>
                  </a:lnTo>
                  <a:lnTo>
                    <a:pt x="32546" y="68039"/>
                  </a:lnTo>
                  <a:lnTo>
                    <a:pt x="29469" y="72360"/>
                  </a:lnTo>
                  <a:lnTo>
                    <a:pt x="26531" y="76776"/>
                  </a:lnTo>
                  <a:lnTo>
                    <a:pt x="23735" y="81284"/>
                  </a:lnTo>
                  <a:lnTo>
                    <a:pt x="21083" y="85878"/>
                  </a:lnTo>
                  <a:lnTo>
                    <a:pt x="18578" y="90553"/>
                  </a:lnTo>
                  <a:lnTo>
                    <a:pt x="16223" y="95306"/>
                  </a:lnTo>
                  <a:lnTo>
                    <a:pt x="14020" y="100131"/>
                  </a:lnTo>
                  <a:lnTo>
                    <a:pt x="11971" y="105024"/>
                  </a:lnTo>
                  <a:lnTo>
                    <a:pt x="10078" y="109979"/>
                  </a:lnTo>
                  <a:lnTo>
                    <a:pt x="8343" y="114992"/>
                  </a:lnTo>
                  <a:lnTo>
                    <a:pt x="6769" y="120057"/>
                  </a:lnTo>
                  <a:lnTo>
                    <a:pt x="5355" y="125170"/>
                  </a:lnTo>
                  <a:lnTo>
                    <a:pt x="4105" y="130325"/>
                  </a:lnTo>
                  <a:lnTo>
                    <a:pt x="3019" y="135517"/>
                  </a:lnTo>
                  <a:lnTo>
                    <a:pt x="2098" y="140741"/>
                  </a:lnTo>
                  <a:lnTo>
                    <a:pt x="1343" y="145991"/>
                  </a:lnTo>
                  <a:lnTo>
                    <a:pt x="756" y="151263"/>
                  </a:lnTo>
                  <a:lnTo>
                    <a:pt x="336" y="156551"/>
                  </a:lnTo>
                  <a:lnTo>
                    <a:pt x="83" y="161849"/>
                  </a:lnTo>
                  <a:lnTo>
                    <a:pt x="0" y="167153"/>
                  </a:lnTo>
                  <a:lnTo>
                    <a:pt x="84" y="172457"/>
                  </a:lnTo>
                  <a:lnTo>
                    <a:pt x="336" y="177755"/>
                  </a:lnTo>
                  <a:lnTo>
                    <a:pt x="757" y="183043"/>
                  </a:lnTo>
                  <a:lnTo>
                    <a:pt x="1345" y="188314"/>
                  </a:lnTo>
                  <a:lnTo>
                    <a:pt x="2100" y="193565"/>
                  </a:lnTo>
                  <a:lnTo>
                    <a:pt x="3022" y="198788"/>
                  </a:lnTo>
                  <a:lnTo>
                    <a:pt x="4108" y="203980"/>
                  </a:lnTo>
                  <a:lnTo>
                    <a:pt x="5359" y="209135"/>
                  </a:lnTo>
                  <a:lnTo>
                    <a:pt x="6773" y="214248"/>
                  </a:lnTo>
                  <a:lnTo>
                    <a:pt x="8348" y="219313"/>
                  </a:lnTo>
                  <a:lnTo>
                    <a:pt x="10083" y="224326"/>
                  </a:lnTo>
                  <a:lnTo>
                    <a:pt x="11976" y="229281"/>
                  </a:lnTo>
                  <a:lnTo>
                    <a:pt x="14026" y="234173"/>
                  </a:lnTo>
                  <a:lnTo>
                    <a:pt x="16229" y="238998"/>
                  </a:lnTo>
                  <a:lnTo>
                    <a:pt x="18585" y="243751"/>
                  </a:lnTo>
                  <a:lnTo>
                    <a:pt x="21090" y="248426"/>
                  </a:lnTo>
                  <a:lnTo>
                    <a:pt x="23742" y="253020"/>
                  </a:lnTo>
                  <a:lnTo>
                    <a:pt x="26539" y="257527"/>
                  </a:lnTo>
                  <a:lnTo>
                    <a:pt x="29478" y="261943"/>
                  </a:lnTo>
                  <a:lnTo>
                    <a:pt x="32554" y="266264"/>
                  </a:lnTo>
                  <a:lnTo>
                    <a:pt x="35767" y="270485"/>
                  </a:lnTo>
                  <a:lnTo>
                    <a:pt x="39112" y="274602"/>
                  </a:lnTo>
                  <a:lnTo>
                    <a:pt x="42586" y="278611"/>
                  </a:lnTo>
                  <a:lnTo>
                    <a:pt x="46185" y="282507"/>
                  </a:lnTo>
                  <a:lnTo>
                    <a:pt x="49906" y="286287"/>
                  </a:lnTo>
                  <a:lnTo>
                    <a:pt x="53745" y="289948"/>
                  </a:lnTo>
                  <a:lnTo>
                    <a:pt x="57698" y="293485"/>
                  </a:lnTo>
                  <a:lnTo>
                    <a:pt x="61761" y="296894"/>
                  </a:lnTo>
                  <a:lnTo>
                    <a:pt x="65931" y="300173"/>
                  </a:lnTo>
                  <a:lnTo>
                    <a:pt x="70203" y="303318"/>
                  </a:lnTo>
                  <a:lnTo>
                    <a:pt x="74572" y="306326"/>
                  </a:lnTo>
                  <a:lnTo>
                    <a:pt x="79034" y="309193"/>
                  </a:lnTo>
                  <a:lnTo>
                    <a:pt x="83585" y="311918"/>
                  </a:lnTo>
                  <a:lnTo>
                    <a:pt x="88221" y="314497"/>
                  </a:lnTo>
                  <a:lnTo>
                    <a:pt x="92935" y="316928"/>
                  </a:lnTo>
                  <a:lnTo>
                    <a:pt x="97725" y="319207"/>
                  </a:lnTo>
                  <a:lnTo>
                    <a:pt x="102584" y="321334"/>
                  </a:lnTo>
                  <a:lnTo>
                    <a:pt x="107509" y="323305"/>
                  </a:lnTo>
                  <a:lnTo>
                    <a:pt x="112493" y="325120"/>
                  </a:lnTo>
                  <a:lnTo>
                    <a:pt x="117533" y="326775"/>
                  </a:lnTo>
                  <a:lnTo>
                    <a:pt x="122622" y="328269"/>
                  </a:lnTo>
                  <a:lnTo>
                    <a:pt x="127757" y="329601"/>
                  </a:lnTo>
                  <a:lnTo>
                    <a:pt x="132931" y="330770"/>
                  </a:lnTo>
                  <a:lnTo>
                    <a:pt x="138139" y="331774"/>
                  </a:lnTo>
                  <a:lnTo>
                    <a:pt x="143377" y="332612"/>
                  </a:lnTo>
                  <a:lnTo>
                    <a:pt x="148639" y="333283"/>
                  </a:lnTo>
                  <a:lnTo>
                    <a:pt x="153919" y="333787"/>
                  </a:lnTo>
                  <a:lnTo>
                    <a:pt x="159213" y="334124"/>
                  </a:lnTo>
                  <a:lnTo>
                    <a:pt x="164515" y="334292"/>
                  </a:lnTo>
                  <a:lnTo>
                    <a:pt x="169819" y="334292"/>
                  </a:lnTo>
                  <a:lnTo>
                    <a:pt x="175121" y="334124"/>
                  </a:lnTo>
                  <a:lnTo>
                    <a:pt x="180415" y="333787"/>
                  </a:lnTo>
                  <a:lnTo>
                    <a:pt x="185695" y="333283"/>
                  </a:lnTo>
                  <a:lnTo>
                    <a:pt x="190957" y="332612"/>
                  </a:lnTo>
                  <a:lnTo>
                    <a:pt x="196194" y="331774"/>
                  </a:lnTo>
                  <a:lnTo>
                    <a:pt x="201403" y="330770"/>
                  </a:lnTo>
                  <a:lnTo>
                    <a:pt x="206577" y="329601"/>
                  </a:lnTo>
                  <a:lnTo>
                    <a:pt x="211712" y="328269"/>
                  </a:lnTo>
                  <a:lnTo>
                    <a:pt x="216801" y="326775"/>
                  </a:lnTo>
                  <a:lnTo>
                    <a:pt x="221841" y="325120"/>
                  </a:lnTo>
                  <a:lnTo>
                    <a:pt x="226825" y="323305"/>
                  </a:lnTo>
                  <a:lnTo>
                    <a:pt x="231750" y="321334"/>
                  </a:lnTo>
                  <a:lnTo>
                    <a:pt x="236609" y="319207"/>
                  </a:lnTo>
                  <a:lnTo>
                    <a:pt x="241399" y="316928"/>
                  </a:lnTo>
                  <a:lnTo>
                    <a:pt x="246113" y="314497"/>
                  </a:lnTo>
                  <a:lnTo>
                    <a:pt x="250749" y="311918"/>
                  </a:lnTo>
                  <a:lnTo>
                    <a:pt x="255300" y="309193"/>
                  </a:lnTo>
                  <a:lnTo>
                    <a:pt x="259762" y="306326"/>
                  </a:lnTo>
                  <a:lnTo>
                    <a:pt x="264131" y="303318"/>
                  </a:lnTo>
                  <a:lnTo>
                    <a:pt x="268403" y="300173"/>
                  </a:lnTo>
                  <a:lnTo>
                    <a:pt x="272572" y="296894"/>
                  </a:lnTo>
                  <a:lnTo>
                    <a:pt x="276636" y="293485"/>
                  </a:lnTo>
                  <a:lnTo>
                    <a:pt x="280589" y="289948"/>
                  </a:lnTo>
                  <a:lnTo>
                    <a:pt x="284428" y="286287"/>
                  </a:lnTo>
                  <a:lnTo>
                    <a:pt x="288149" y="282507"/>
                  </a:lnTo>
                  <a:lnTo>
                    <a:pt x="291748" y="278611"/>
                  </a:lnTo>
                  <a:lnTo>
                    <a:pt x="295222" y="274602"/>
                  </a:lnTo>
                  <a:lnTo>
                    <a:pt x="298567" y="270485"/>
                  </a:lnTo>
                  <a:lnTo>
                    <a:pt x="301779" y="266264"/>
                  </a:lnTo>
                  <a:lnTo>
                    <a:pt x="304856" y="261943"/>
                  </a:lnTo>
                  <a:lnTo>
                    <a:pt x="307795" y="257527"/>
                  </a:lnTo>
                  <a:lnTo>
                    <a:pt x="310591" y="253020"/>
                  </a:lnTo>
                  <a:lnTo>
                    <a:pt x="313244" y="248426"/>
                  </a:lnTo>
                  <a:lnTo>
                    <a:pt x="315749" y="243751"/>
                  </a:lnTo>
                  <a:lnTo>
                    <a:pt x="318105" y="238998"/>
                  </a:lnTo>
                  <a:lnTo>
                    <a:pt x="320308" y="234173"/>
                  </a:lnTo>
                  <a:lnTo>
                    <a:pt x="322358" y="229281"/>
                  </a:lnTo>
                  <a:lnTo>
                    <a:pt x="324251" y="224326"/>
                  </a:lnTo>
                  <a:lnTo>
                    <a:pt x="325986" y="219313"/>
                  </a:lnTo>
                  <a:lnTo>
                    <a:pt x="327561" y="214248"/>
                  </a:lnTo>
                  <a:lnTo>
                    <a:pt x="328975" y="209135"/>
                  </a:lnTo>
                  <a:lnTo>
                    <a:pt x="330226" y="203980"/>
                  </a:lnTo>
                  <a:lnTo>
                    <a:pt x="331312" y="198788"/>
                  </a:lnTo>
                  <a:lnTo>
                    <a:pt x="332234" y="193565"/>
                  </a:lnTo>
                  <a:lnTo>
                    <a:pt x="332989" y="188314"/>
                  </a:lnTo>
                  <a:lnTo>
                    <a:pt x="333577" y="183043"/>
                  </a:lnTo>
                  <a:lnTo>
                    <a:pt x="333997" y="177755"/>
                  </a:lnTo>
                  <a:lnTo>
                    <a:pt x="334250" y="172457"/>
                  </a:lnTo>
                  <a:lnTo>
                    <a:pt x="334334" y="167153"/>
                  </a:lnTo>
                  <a:lnTo>
                    <a:pt x="334250" y="161849"/>
                  </a:lnTo>
                  <a:lnTo>
                    <a:pt x="333998" y="156551"/>
                  </a:lnTo>
                  <a:lnTo>
                    <a:pt x="333578" y="151263"/>
                  </a:lnTo>
                  <a:lnTo>
                    <a:pt x="332990" y="145991"/>
                  </a:lnTo>
                  <a:lnTo>
                    <a:pt x="332236" y="140741"/>
                  </a:lnTo>
                  <a:lnTo>
                    <a:pt x="331315" y="135517"/>
                  </a:lnTo>
                  <a:lnTo>
                    <a:pt x="330229" y="130325"/>
                  </a:lnTo>
                  <a:lnTo>
                    <a:pt x="328979" y="125170"/>
                  </a:lnTo>
                  <a:lnTo>
                    <a:pt x="327565" y="120057"/>
                  </a:lnTo>
                  <a:lnTo>
                    <a:pt x="325991" y="114992"/>
                  </a:lnTo>
                  <a:lnTo>
                    <a:pt x="324256" y="109979"/>
                  </a:lnTo>
                  <a:lnTo>
                    <a:pt x="322363" y="105024"/>
                  </a:lnTo>
                  <a:lnTo>
                    <a:pt x="320314" y="100131"/>
                  </a:lnTo>
                  <a:lnTo>
                    <a:pt x="318111" y="95306"/>
                  </a:lnTo>
                  <a:lnTo>
                    <a:pt x="315756" y="90553"/>
                  </a:lnTo>
                  <a:lnTo>
                    <a:pt x="313251" y="85878"/>
                  </a:lnTo>
                  <a:lnTo>
                    <a:pt x="310599" y="81284"/>
                  </a:lnTo>
                  <a:lnTo>
                    <a:pt x="307802" y="76776"/>
                  </a:lnTo>
                  <a:lnTo>
                    <a:pt x="304864" y="72360"/>
                  </a:lnTo>
                  <a:lnTo>
                    <a:pt x="301788" y="68039"/>
                  </a:lnTo>
                  <a:lnTo>
                    <a:pt x="298576" y="63818"/>
                  </a:lnTo>
                  <a:lnTo>
                    <a:pt x="295231" y="59700"/>
                  </a:lnTo>
                  <a:lnTo>
                    <a:pt x="291758" y="55691"/>
                  </a:lnTo>
                  <a:lnTo>
                    <a:pt x="288159" y="51795"/>
                  </a:lnTo>
                  <a:lnTo>
                    <a:pt x="284438" y="48014"/>
                  </a:lnTo>
                  <a:lnTo>
                    <a:pt x="280600" y="44353"/>
                  </a:lnTo>
                  <a:lnTo>
                    <a:pt x="276647" y="40816"/>
                  </a:lnTo>
                  <a:lnTo>
                    <a:pt x="272584" y="37406"/>
                  </a:lnTo>
                  <a:lnTo>
                    <a:pt x="268414" y="34127"/>
                  </a:lnTo>
                  <a:lnTo>
                    <a:pt x="264143" y="30982"/>
                  </a:lnTo>
                  <a:lnTo>
                    <a:pt x="259774" y="27974"/>
                  </a:lnTo>
                  <a:lnTo>
                    <a:pt x="255312" y="25105"/>
                  </a:lnTo>
                  <a:lnTo>
                    <a:pt x="250761" y="22380"/>
                  </a:lnTo>
                  <a:lnTo>
                    <a:pt x="246126" y="19801"/>
                  </a:lnTo>
                  <a:lnTo>
                    <a:pt x="241411" y="17370"/>
                  </a:lnTo>
                  <a:lnTo>
                    <a:pt x="236622" y="15090"/>
                  </a:lnTo>
                  <a:lnTo>
                    <a:pt x="231763" y="12963"/>
                  </a:lnTo>
                  <a:lnTo>
                    <a:pt x="226839" y="10991"/>
                  </a:lnTo>
                  <a:lnTo>
                    <a:pt x="221854" y="9176"/>
                  </a:lnTo>
                  <a:lnTo>
                    <a:pt x="216815" y="7521"/>
                  </a:lnTo>
                  <a:lnTo>
                    <a:pt x="211725" y="6026"/>
                  </a:lnTo>
                  <a:lnTo>
                    <a:pt x="206591" y="4694"/>
                  </a:lnTo>
                  <a:lnTo>
                    <a:pt x="201417" y="3525"/>
                  </a:lnTo>
                  <a:lnTo>
                    <a:pt x="196209" y="2520"/>
                  </a:lnTo>
                  <a:lnTo>
                    <a:pt x="190971" y="1682"/>
                  </a:lnTo>
                  <a:lnTo>
                    <a:pt x="185709" y="1010"/>
                  </a:lnTo>
                  <a:lnTo>
                    <a:pt x="180429" y="505"/>
                  </a:lnTo>
                  <a:lnTo>
                    <a:pt x="175135" y="168"/>
                  </a:lnTo>
                  <a:lnTo>
                    <a:pt x="169833" y="0"/>
                  </a:lnTo>
                  <a:lnTo>
                    <a:pt x="167167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2666" cy="167167"/>
            </a:xfrm>
            <a:custGeom>
              <a:avLst/>
              <a:pathLst>
                <a:path w="2666" h="167167">
                  <a:moveTo>
                    <a:pt x="2666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7795" y="2633064"/>
              <a:ext cx="31215" cy="167167"/>
            </a:xfrm>
            <a:custGeom>
              <a:avLst/>
              <a:pathLst>
                <a:path w="31215" h="167167">
                  <a:moveTo>
                    <a:pt x="31215" y="0"/>
                  </a:moveTo>
                  <a:lnTo>
                    <a:pt x="23368" y="184"/>
                  </a:lnTo>
                  <a:lnTo>
                    <a:pt x="15538" y="736"/>
                  </a:lnTo>
                  <a:lnTo>
                    <a:pt x="7743" y="1656"/>
                  </a:lnTo>
                  <a:lnTo>
                    <a:pt x="0" y="2940"/>
                  </a:lnTo>
                  <a:lnTo>
                    <a:pt x="3121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7795" y="2636004"/>
              <a:ext cx="31215" cy="164227"/>
            </a:xfrm>
            <a:custGeom>
              <a:avLst/>
              <a:pathLst>
                <a:path w="31215" h="164227">
                  <a:moveTo>
                    <a:pt x="0" y="0"/>
                  </a:moveTo>
                  <a:lnTo>
                    <a:pt x="31215" y="1642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51" y="2636004"/>
              <a:ext cx="334327" cy="331385"/>
            </a:xfrm>
            <a:custGeom>
              <a:avLst/>
              <a:pathLst>
                <a:path w="334327" h="331385">
                  <a:moveTo>
                    <a:pt x="135944" y="0"/>
                  </a:moveTo>
                  <a:lnTo>
                    <a:pt x="130763" y="1069"/>
                  </a:lnTo>
                  <a:lnTo>
                    <a:pt x="125618" y="2303"/>
                  </a:lnTo>
                  <a:lnTo>
                    <a:pt x="120515" y="3698"/>
                  </a:lnTo>
                  <a:lnTo>
                    <a:pt x="115459" y="5255"/>
                  </a:lnTo>
                  <a:lnTo>
                    <a:pt x="110455" y="6970"/>
                  </a:lnTo>
                  <a:lnTo>
                    <a:pt x="105507" y="8843"/>
                  </a:lnTo>
                  <a:lnTo>
                    <a:pt x="100621" y="10872"/>
                  </a:lnTo>
                  <a:lnTo>
                    <a:pt x="95802" y="13054"/>
                  </a:lnTo>
                  <a:lnTo>
                    <a:pt x="91054" y="15388"/>
                  </a:lnTo>
                  <a:lnTo>
                    <a:pt x="86382" y="17871"/>
                  </a:lnTo>
                  <a:lnTo>
                    <a:pt x="81792" y="20500"/>
                  </a:lnTo>
                  <a:lnTo>
                    <a:pt x="77287" y="23273"/>
                  </a:lnTo>
                  <a:lnTo>
                    <a:pt x="72871" y="26188"/>
                  </a:lnTo>
                  <a:lnTo>
                    <a:pt x="68551" y="29240"/>
                  </a:lnTo>
                  <a:lnTo>
                    <a:pt x="64329" y="32428"/>
                  </a:lnTo>
                  <a:lnTo>
                    <a:pt x="60210" y="35748"/>
                  </a:lnTo>
                  <a:lnTo>
                    <a:pt x="56198" y="39196"/>
                  </a:lnTo>
                  <a:lnTo>
                    <a:pt x="52297" y="42770"/>
                  </a:lnTo>
                  <a:lnTo>
                    <a:pt x="48511" y="46466"/>
                  </a:lnTo>
                  <a:lnTo>
                    <a:pt x="44845" y="50279"/>
                  </a:lnTo>
                  <a:lnTo>
                    <a:pt x="41300" y="54206"/>
                  </a:lnTo>
                  <a:lnTo>
                    <a:pt x="37882" y="58244"/>
                  </a:lnTo>
                  <a:lnTo>
                    <a:pt x="34593" y="62388"/>
                  </a:lnTo>
                  <a:lnTo>
                    <a:pt x="31437" y="66634"/>
                  </a:lnTo>
                  <a:lnTo>
                    <a:pt x="28417" y="70977"/>
                  </a:lnTo>
                  <a:lnTo>
                    <a:pt x="25536" y="75414"/>
                  </a:lnTo>
                  <a:lnTo>
                    <a:pt x="22796" y="79940"/>
                  </a:lnTo>
                  <a:lnTo>
                    <a:pt x="20201" y="84550"/>
                  </a:lnTo>
                  <a:lnTo>
                    <a:pt x="17754" y="89240"/>
                  </a:lnTo>
                  <a:lnTo>
                    <a:pt x="15456" y="94005"/>
                  </a:lnTo>
                  <a:lnTo>
                    <a:pt x="13310" y="98841"/>
                  </a:lnTo>
                  <a:lnTo>
                    <a:pt x="11318" y="103742"/>
                  </a:lnTo>
                  <a:lnTo>
                    <a:pt x="9482" y="108703"/>
                  </a:lnTo>
                  <a:lnTo>
                    <a:pt x="7804" y="113720"/>
                  </a:lnTo>
                  <a:lnTo>
                    <a:pt x="6286" y="118788"/>
                  </a:lnTo>
                  <a:lnTo>
                    <a:pt x="4929" y="123901"/>
                  </a:lnTo>
                  <a:lnTo>
                    <a:pt x="3734" y="129055"/>
                  </a:lnTo>
                  <a:lnTo>
                    <a:pt x="2703" y="134244"/>
                  </a:lnTo>
                  <a:lnTo>
                    <a:pt x="1836" y="139463"/>
                  </a:lnTo>
                  <a:lnTo>
                    <a:pt x="1135" y="144706"/>
                  </a:lnTo>
                  <a:lnTo>
                    <a:pt x="601" y="149970"/>
                  </a:lnTo>
                  <a:lnTo>
                    <a:pt x="233" y="155247"/>
                  </a:lnTo>
                  <a:lnTo>
                    <a:pt x="33" y="160534"/>
                  </a:lnTo>
                  <a:lnTo>
                    <a:pt x="0" y="165824"/>
                  </a:lnTo>
                  <a:lnTo>
                    <a:pt x="134" y="171112"/>
                  </a:lnTo>
                  <a:lnTo>
                    <a:pt x="435" y="176394"/>
                  </a:lnTo>
                  <a:lnTo>
                    <a:pt x="904" y="181664"/>
                  </a:lnTo>
                  <a:lnTo>
                    <a:pt x="1539" y="186916"/>
                  </a:lnTo>
                  <a:lnTo>
                    <a:pt x="2340" y="192145"/>
                  </a:lnTo>
                  <a:lnTo>
                    <a:pt x="3306" y="197346"/>
                  </a:lnTo>
                  <a:lnTo>
                    <a:pt x="4436" y="202515"/>
                  </a:lnTo>
                  <a:lnTo>
                    <a:pt x="5729" y="207645"/>
                  </a:lnTo>
                  <a:lnTo>
                    <a:pt x="7183" y="212731"/>
                  </a:lnTo>
                  <a:lnTo>
                    <a:pt x="8798" y="217769"/>
                  </a:lnTo>
                  <a:lnTo>
                    <a:pt x="10572" y="222753"/>
                  </a:lnTo>
                  <a:lnTo>
                    <a:pt x="12502" y="227678"/>
                  </a:lnTo>
                  <a:lnTo>
                    <a:pt x="14587" y="232540"/>
                  </a:lnTo>
                  <a:lnTo>
                    <a:pt x="16826" y="237334"/>
                  </a:lnTo>
                  <a:lnTo>
                    <a:pt x="19214" y="242054"/>
                  </a:lnTo>
                  <a:lnTo>
                    <a:pt x="21751" y="246697"/>
                  </a:lnTo>
                  <a:lnTo>
                    <a:pt x="24433" y="251257"/>
                  </a:lnTo>
                  <a:lnTo>
                    <a:pt x="27259" y="255729"/>
                  </a:lnTo>
                  <a:lnTo>
                    <a:pt x="30224" y="260110"/>
                  </a:lnTo>
                  <a:lnTo>
                    <a:pt x="33327" y="264395"/>
                  </a:lnTo>
                  <a:lnTo>
                    <a:pt x="36563" y="268580"/>
                  </a:lnTo>
                  <a:lnTo>
                    <a:pt x="39931" y="272660"/>
                  </a:lnTo>
                  <a:lnTo>
                    <a:pt x="43426" y="276632"/>
                  </a:lnTo>
                  <a:lnTo>
                    <a:pt x="47044" y="280491"/>
                  </a:lnTo>
                  <a:lnTo>
                    <a:pt x="50783" y="284233"/>
                  </a:lnTo>
                  <a:lnTo>
                    <a:pt x="54639" y="287856"/>
                  </a:lnTo>
                  <a:lnTo>
                    <a:pt x="58607" y="291354"/>
                  </a:lnTo>
                  <a:lnTo>
                    <a:pt x="62684" y="294725"/>
                  </a:lnTo>
                  <a:lnTo>
                    <a:pt x="66866" y="297966"/>
                  </a:lnTo>
                  <a:lnTo>
                    <a:pt x="71148" y="301073"/>
                  </a:lnTo>
                  <a:lnTo>
                    <a:pt x="75526" y="304042"/>
                  </a:lnTo>
                  <a:lnTo>
                    <a:pt x="79997" y="306872"/>
                  </a:lnTo>
                  <a:lnTo>
                    <a:pt x="84554" y="309558"/>
                  </a:lnTo>
                  <a:lnTo>
                    <a:pt x="89194" y="312099"/>
                  </a:lnTo>
                  <a:lnTo>
                    <a:pt x="93912" y="314492"/>
                  </a:lnTo>
                  <a:lnTo>
                    <a:pt x="98704" y="316735"/>
                  </a:lnTo>
                  <a:lnTo>
                    <a:pt x="103564" y="318825"/>
                  </a:lnTo>
                  <a:lnTo>
                    <a:pt x="108487" y="320760"/>
                  </a:lnTo>
                  <a:lnTo>
                    <a:pt x="113470" y="322538"/>
                  </a:lnTo>
                  <a:lnTo>
                    <a:pt x="118506" y="324157"/>
                  </a:lnTo>
                  <a:lnTo>
                    <a:pt x="123591" y="325617"/>
                  </a:lnTo>
                  <a:lnTo>
                    <a:pt x="128720" y="326915"/>
                  </a:lnTo>
                  <a:lnTo>
                    <a:pt x="133887" y="328049"/>
                  </a:lnTo>
                  <a:lnTo>
                    <a:pt x="139088" y="329020"/>
                  </a:lnTo>
                  <a:lnTo>
                    <a:pt x="144316" y="329826"/>
                  </a:lnTo>
                  <a:lnTo>
                    <a:pt x="149568" y="330466"/>
                  </a:lnTo>
                  <a:lnTo>
                    <a:pt x="154837" y="330939"/>
                  </a:lnTo>
                  <a:lnTo>
                    <a:pt x="160118" y="331246"/>
                  </a:lnTo>
                  <a:lnTo>
                    <a:pt x="165407" y="331385"/>
                  </a:lnTo>
                  <a:lnTo>
                    <a:pt x="170697" y="331357"/>
                  </a:lnTo>
                  <a:lnTo>
                    <a:pt x="175983" y="331161"/>
                  </a:lnTo>
                  <a:lnTo>
                    <a:pt x="181261" y="330798"/>
                  </a:lnTo>
                  <a:lnTo>
                    <a:pt x="186525" y="330268"/>
                  </a:lnTo>
                  <a:lnTo>
                    <a:pt x="191769" y="329573"/>
                  </a:lnTo>
                  <a:lnTo>
                    <a:pt x="196989" y="328711"/>
                  </a:lnTo>
                  <a:lnTo>
                    <a:pt x="202179" y="327685"/>
                  </a:lnTo>
                  <a:lnTo>
                    <a:pt x="207334" y="326495"/>
                  </a:lnTo>
                  <a:lnTo>
                    <a:pt x="212448" y="325142"/>
                  </a:lnTo>
                  <a:lnTo>
                    <a:pt x="217517" y="323629"/>
                  </a:lnTo>
                  <a:lnTo>
                    <a:pt x="222536" y="321955"/>
                  </a:lnTo>
                  <a:lnTo>
                    <a:pt x="227499" y="320124"/>
                  </a:lnTo>
                  <a:lnTo>
                    <a:pt x="232402" y="318137"/>
                  </a:lnTo>
                  <a:lnTo>
                    <a:pt x="237240" y="315995"/>
                  </a:lnTo>
                  <a:lnTo>
                    <a:pt x="242007" y="313702"/>
                  </a:lnTo>
                  <a:lnTo>
                    <a:pt x="246699" y="311258"/>
                  </a:lnTo>
                  <a:lnTo>
                    <a:pt x="251312" y="308668"/>
                  </a:lnTo>
                  <a:lnTo>
                    <a:pt x="255840" y="305933"/>
                  </a:lnTo>
                  <a:lnTo>
                    <a:pt x="260280" y="303056"/>
                  </a:lnTo>
                  <a:lnTo>
                    <a:pt x="264626" y="300040"/>
                  </a:lnTo>
                  <a:lnTo>
                    <a:pt x="268875" y="296887"/>
                  </a:lnTo>
                  <a:lnTo>
                    <a:pt x="273022" y="293602"/>
                  </a:lnTo>
                  <a:lnTo>
                    <a:pt x="277062" y="290188"/>
                  </a:lnTo>
                  <a:lnTo>
                    <a:pt x="280993" y="286647"/>
                  </a:lnTo>
                  <a:lnTo>
                    <a:pt x="284810" y="282984"/>
                  </a:lnTo>
                  <a:lnTo>
                    <a:pt x="288509" y="279202"/>
                  </a:lnTo>
                  <a:lnTo>
                    <a:pt x="292086" y="275304"/>
                  </a:lnTo>
                  <a:lnTo>
                    <a:pt x="295538" y="271296"/>
                  </a:lnTo>
                  <a:lnTo>
                    <a:pt x="298862" y="267180"/>
                  </a:lnTo>
                  <a:lnTo>
                    <a:pt x="302054" y="262961"/>
                  </a:lnTo>
                  <a:lnTo>
                    <a:pt x="305111" y="258643"/>
                  </a:lnTo>
                  <a:lnTo>
                    <a:pt x="308029" y="254230"/>
                  </a:lnTo>
                  <a:lnTo>
                    <a:pt x="310806" y="249728"/>
                  </a:lnTo>
                  <a:lnTo>
                    <a:pt x="313440" y="245140"/>
                  </a:lnTo>
                  <a:lnTo>
                    <a:pt x="315927" y="240470"/>
                  </a:lnTo>
                  <a:lnTo>
                    <a:pt x="318265" y="235725"/>
                  </a:lnTo>
                  <a:lnTo>
                    <a:pt x="320452" y="230907"/>
                  </a:lnTo>
                  <a:lnTo>
                    <a:pt x="322485" y="226023"/>
                  </a:lnTo>
                  <a:lnTo>
                    <a:pt x="324363" y="221078"/>
                  </a:lnTo>
                  <a:lnTo>
                    <a:pt x="326083" y="216075"/>
                  </a:lnTo>
                  <a:lnTo>
                    <a:pt x="327644" y="211020"/>
                  </a:lnTo>
                  <a:lnTo>
                    <a:pt x="329044" y="205918"/>
                  </a:lnTo>
                  <a:lnTo>
                    <a:pt x="330282" y="200775"/>
                  </a:lnTo>
                  <a:lnTo>
                    <a:pt x="331357" y="195595"/>
                  </a:lnTo>
                  <a:lnTo>
                    <a:pt x="332268" y="190384"/>
                  </a:lnTo>
                  <a:lnTo>
                    <a:pt x="333013" y="185146"/>
                  </a:lnTo>
                  <a:lnTo>
                    <a:pt x="333592" y="179887"/>
                  </a:lnTo>
                  <a:lnTo>
                    <a:pt x="334004" y="174613"/>
                  </a:lnTo>
                  <a:lnTo>
                    <a:pt x="334249" y="169329"/>
                  </a:lnTo>
                  <a:lnTo>
                    <a:pt x="334327" y="164039"/>
                  </a:lnTo>
                  <a:lnTo>
                    <a:pt x="334237" y="158749"/>
                  </a:lnTo>
                  <a:lnTo>
                    <a:pt x="333980" y="153465"/>
                  </a:lnTo>
                  <a:lnTo>
                    <a:pt x="333556" y="148192"/>
                  </a:lnTo>
                  <a:lnTo>
                    <a:pt x="332965" y="142935"/>
                  </a:lnTo>
                  <a:lnTo>
                    <a:pt x="332209" y="137699"/>
                  </a:lnTo>
                  <a:lnTo>
                    <a:pt x="331286" y="132490"/>
                  </a:lnTo>
                  <a:lnTo>
                    <a:pt x="330200" y="127312"/>
                  </a:lnTo>
                  <a:lnTo>
                    <a:pt x="328950" y="122171"/>
                  </a:lnTo>
                  <a:lnTo>
                    <a:pt x="327539" y="117073"/>
                  </a:lnTo>
                  <a:lnTo>
                    <a:pt x="325966" y="112022"/>
                  </a:lnTo>
                  <a:lnTo>
                    <a:pt x="324235" y="107023"/>
                  </a:lnTo>
                  <a:lnTo>
                    <a:pt x="322346" y="102081"/>
                  </a:lnTo>
                  <a:lnTo>
                    <a:pt x="320302" y="97202"/>
                  </a:lnTo>
                  <a:lnTo>
                    <a:pt x="318104" y="92389"/>
                  </a:lnTo>
                  <a:lnTo>
                    <a:pt x="315756" y="87649"/>
                  </a:lnTo>
                  <a:lnTo>
                    <a:pt x="313258" y="82985"/>
                  </a:lnTo>
                  <a:lnTo>
                    <a:pt x="310614" y="78403"/>
                  </a:lnTo>
                  <a:lnTo>
                    <a:pt x="307827" y="73907"/>
                  </a:lnTo>
                  <a:lnTo>
                    <a:pt x="304898" y="69501"/>
                  </a:lnTo>
                  <a:lnTo>
                    <a:pt x="301832" y="65190"/>
                  </a:lnTo>
                  <a:lnTo>
                    <a:pt x="298631" y="60978"/>
                  </a:lnTo>
                  <a:lnTo>
                    <a:pt x="295298" y="56870"/>
                  </a:lnTo>
                  <a:lnTo>
                    <a:pt x="291836" y="52869"/>
                  </a:lnTo>
                  <a:lnTo>
                    <a:pt x="288250" y="48979"/>
                  </a:lnTo>
                  <a:lnTo>
                    <a:pt x="284543" y="45205"/>
                  </a:lnTo>
                  <a:lnTo>
                    <a:pt x="280718" y="41551"/>
                  </a:lnTo>
                  <a:lnTo>
                    <a:pt x="276779" y="38019"/>
                  </a:lnTo>
                  <a:lnTo>
                    <a:pt x="272731" y="34613"/>
                  </a:lnTo>
                  <a:lnTo>
                    <a:pt x="268577" y="31338"/>
                  </a:lnTo>
                  <a:lnTo>
                    <a:pt x="264321" y="28195"/>
                  </a:lnTo>
                  <a:lnTo>
                    <a:pt x="259968" y="25189"/>
                  </a:lnTo>
                  <a:lnTo>
                    <a:pt x="255522" y="22322"/>
                  </a:lnTo>
                  <a:lnTo>
                    <a:pt x="250987" y="19597"/>
                  </a:lnTo>
                  <a:lnTo>
                    <a:pt x="246369" y="17017"/>
                  </a:lnTo>
                  <a:lnTo>
                    <a:pt x="241671" y="14584"/>
                  </a:lnTo>
                  <a:lnTo>
                    <a:pt x="236899" y="12301"/>
                  </a:lnTo>
                  <a:lnTo>
                    <a:pt x="232056" y="10170"/>
                  </a:lnTo>
                  <a:lnTo>
                    <a:pt x="227149" y="8194"/>
                  </a:lnTo>
                  <a:lnTo>
                    <a:pt x="222182" y="6374"/>
                  </a:lnTo>
                  <a:lnTo>
                    <a:pt x="217159" y="4712"/>
                  </a:lnTo>
                  <a:lnTo>
                    <a:pt x="212087" y="3210"/>
                  </a:lnTo>
                  <a:lnTo>
                    <a:pt x="206969" y="1869"/>
                  </a:lnTo>
                  <a:lnTo>
                    <a:pt x="201812" y="690"/>
                  </a:lnTo>
                  <a:lnTo>
                    <a:pt x="167159" y="1642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34652" cy="167167"/>
            </a:xfrm>
            <a:custGeom>
              <a:avLst/>
              <a:pathLst>
                <a:path w="34652" h="167167">
                  <a:moveTo>
                    <a:pt x="34652" y="3631"/>
                  </a:moveTo>
                  <a:lnTo>
                    <a:pt x="27794" y="2326"/>
                  </a:lnTo>
                  <a:lnTo>
                    <a:pt x="20888" y="1310"/>
                  </a:lnTo>
                  <a:lnTo>
                    <a:pt x="13946" y="582"/>
                  </a:lnTo>
                  <a:lnTo>
                    <a:pt x="6979" y="14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1523" y="2126963"/>
              <a:ext cx="6949" cy="167167"/>
            </a:xfrm>
            <a:custGeom>
              <a:avLst/>
              <a:pathLst>
                <a:path w="6949" h="167167">
                  <a:moveTo>
                    <a:pt x="6949" y="0"/>
                  </a:moveTo>
                  <a:lnTo>
                    <a:pt x="0" y="144"/>
                  </a:lnTo>
                  <a:lnTo>
                    <a:pt x="69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07" y="2127108"/>
              <a:ext cx="167165" cy="333857"/>
            </a:xfrm>
            <a:custGeom>
              <a:avLst/>
              <a:pathLst>
                <a:path w="167165" h="333857">
                  <a:moveTo>
                    <a:pt x="160216" y="0"/>
                  </a:moveTo>
                  <a:lnTo>
                    <a:pt x="154881" y="307"/>
                  </a:lnTo>
                  <a:lnTo>
                    <a:pt x="149558" y="785"/>
                  </a:lnTo>
                  <a:lnTo>
                    <a:pt x="144254" y="1432"/>
                  </a:lnTo>
                  <a:lnTo>
                    <a:pt x="138973" y="2249"/>
                  </a:lnTo>
                  <a:lnTo>
                    <a:pt x="133721" y="3235"/>
                  </a:lnTo>
                  <a:lnTo>
                    <a:pt x="128503" y="4387"/>
                  </a:lnTo>
                  <a:lnTo>
                    <a:pt x="123325" y="5706"/>
                  </a:lnTo>
                  <a:lnTo>
                    <a:pt x="118191" y="7190"/>
                  </a:lnTo>
                  <a:lnTo>
                    <a:pt x="113107" y="8837"/>
                  </a:lnTo>
                  <a:lnTo>
                    <a:pt x="108079" y="10645"/>
                  </a:lnTo>
                  <a:lnTo>
                    <a:pt x="103111" y="12614"/>
                  </a:lnTo>
                  <a:lnTo>
                    <a:pt x="98209" y="14740"/>
                  </a:lnTo>
                  <a:lnTo>
                    <a:pt x="93377" y="17022"/>
                  </a:lnTo>
                  <a:lnTo>
                    <a:pt x="88620" y="19457"/>
                  </a:lnTo>
                  <a:lnTo>
                    <a:pt x="83944" y="22042"/>
                  </a:lnTo>
                  <a:lnTo>
                    <a:pt x="79352" y="24776"/>
                  </a:lnTo>
                  <a:lnTo>
                    <a:pt x="74851" y="27656"/>
                  </a:lnTo>
                  <a:lnTo>
                    <a:pt x="70443" y="30678"/>
                  </a:lnTo>
                  <a:lnTo>
                    <a:pt x="66135" y="33839"/>
                  </a:lnTo>
                  <a:lnTo>
                    <a:pt x="61930" y="37136"/>
                  </a:lnTo>
                  <a:lnTo>
                    <a:pt x="57832" y="40566"/>
                  </a:lnTo>
                  <a:lnTo>
                    <a:pt x="53846" y="44125"/>
                  </a:lnTo>
                  <a:lnTo>
                    <a:pt x="49976" y="47810"/>
                  </a:lnTo>
                  <a:lnTo>
                    <a:pt x="46225" y="51616"/>
                  </a:lnTo>
                  <a:lnTo>
                    <a:pt x="42599" y="55540"/>
                  </a:lnTo>
                  <a:lnTo>
                    <a:pt x="39099" y="59579"/>
                  </a:lnTo>
                  <a:lnTo>
                    <a:pt x="35730" y="63727"/>
                  </a:lnTo>
                  <a:lnTo>
                    <a:pt x="32496" y="67981"/>
                  </a:lnTo>
                  <a:lnTo>
                    <a:pt x="29399" y="72336"/>
                  </a:lnTo>
                  <a:lnTo>
                    <a:pt x="26443" y="76787"/>
                  </a:lnTo>
                  <a:lnTo>
                    <a:pt x="23631" y="81331"/>
                  </a:lnTo>
                  <a:lnTo>
                    <a:pt x="20965" y="85963"/>
                  </a:lnTo>
                  <a:lnTo>
                    <a:pt x="18449" y="90677"/>
                  </a:lnTo>
                  <a:lnTo>
                    <a:pt x="16085" y="95469"/>
                  </a:lnTo>
                  <a:lnTo>
                    <a:pt x="13875" y="100334"/>
                  </a:lnTo>
                  <a:lnTo>
                    <a:pt x="11822" y="105268"/>
                  </a:lnTo>
                  <a:lnTo>
                    <a:pt x="9928" y="110265"/>
                  </a:lnTo>
                  <a:lnTo>
                    <a:pt x="8194" y="115319"/>
                  </a:lnTo>
                  <a:lnTo>
                    <a:pt x="6622" y="120427"/>
                  </a:lnTo>
                  <a:lnTo>
                    <a:pt x="5215" y="125582"/>
                  </a:lnTo>
                  <a:lnTo>
                    <a:pt x="3973" y="130779"/>
                  </a:lnTo>
                  <a:lnTo>
                    <a:pt x="2898" y="136014"/>
                  </a:lnTo>
                  <a:lnTo>
                    <a:pt x="1991" y="141280"/>
                  </a:lnTo>
                  <a:lnTo>
                    <a:pt x="1253" y="146572"/>
                  </a:lnTo>
                  <a:lnTo>
                    <a:pt x="684" y="151886"/>
                  </a:lnTo>
                  <a:lnTo>
                    <a:pt x="285" y="157214"/>
                  </a:lnTo>
                  <a:lnTo>
                    <a:pt x="57" y="162553"/>
                  </a:lnTo>
                  <a:lnTo>
                    <a:pt x="0" y="167897"/>
                  </a:lnTo>
                  <a:lnTo>
                    <a:pt x="113" y="173239"/>
                  </a:lnTo>
                  <a:lnTo>
                    <a:pt x="397" y="178575"/>
                  </a:lnTo>
                  <a:lnTo>
                    <a:pt x="851" y="183900"/>
                  </a:lnTo>
                  <a:lnTo>
                    <a:pt x="1476" y="189207"/>
                  </a:lnTo>
                  <a:lnTo>
                    <a:pt x="2269" y="194491"/>
                  </a:lnTo>
                  <a:lnTo>
                    <a:pt x="3232" y="199748"/>
                  </a:lnTo>
                  <a:lnTo>
                    <a:pt x="4361" y="204971"/>
                  </a:lnTo>
                  <a:lnTo>
                    <a:pt x="5657" y="210155"/>
                  </a:lnTo>
                  <a:lnTo>
                    <a:pt x="7119" y="215295"/>
                  </a:lnTo>
                  <a:lnTo>
                    <a:pt x="8743" y="220386"/>
                  </a:lnTo>
                  <a:lnTo>
                    <a:pt x="10530" y="225422"/>
                  </a:lnTo>
                  <a:lnTo>
                    <a:pt x="12476" y="230398"/>
                  </a:lnTo>
                  <a:lnTo>
                    <a:pt x="14581" y="235310"/>
                  </a:lnTo>
                  <a:lnTo>
                    <a:pt x="16842" y="240152"/>
                  </a:lnTo>
                  <a:lnTo>
                    <a:pt x="19256" y="244919"/>
                  </a:lnTo>
                  <a:lnTo>
                    <a:pt x="21821" y="249607"/>
                  </a:lnTo>
                  <a:lnTo>
                    <a:pt x="24535" y="254210"/>
                  </a:lnTo>
                  <a:lnTo>
                    <a:pt x="27395" y="258725"/>
                  </a:lnTo>
                  <a:lnTo>
                    <a:pt x="30397" y="263145"/>
                  </a:lnTo>
                  <a:lnTo>
                    <a:pt x="33539" y="267467"/>
                  </a:lnTo>
                  <a:lnTo>
                    <a:pt x="36818" y="271687"/>
                  </a:lnTo>
                  <a:lnTo>
                    <a:pt x="40230" y="275800"/>
                  </a:lnTo>
                  <a:lnTo>
                    <a:pt x="43771" y="279801"/>
                  </a:lnTo>
                  <a:lnTo>
                    <a:pt x="47439" y="283687"/>
                  </a:lnTo>
                  <a:lnTo>
                    <a:pt x="51229" y="287455"/>
                  </a:lnTo>
                  <a:lnTo>
                    <a:pt x="55138" y="291099"/>
                  </a:lnTo>
                  <a:lnTo>
                    <a:pt x="59161" y="294616"/>
                  </a:lnTo>
                  <a:lnTo>
                    <a:pt x="63294" y="298003"/>
                  </a:lnTo>
                  <a:lnTo>
                    <a:pt x="67533" y="301256"/>
                  </a:lnTo>
                  <a:lnTo>
                    <a:pt x="71875" y="304372"/>
                  </a:lnTo>
                  <a:lnTo>
                    <a:pt x="76313" y="307347"/>
                  </a:lnTo>
                  <a:lnTo>
                    <a:pt x="80845" y="310179"/>
                  </a:lnTo>
                  <a:lnTo>
                    <a:pt x="85465" y="312865"/>
                  </a:lnTo>
                  <a:lnTo>
                    <a:pt x="90168" y="315402"/>
                  </a:lnTo>
                  <a:lnTo>
                    <a:pt x="94950" y="317787"/>
                  </a:lnTo>
                  <a:lnTo>
                    <a:pt x="99805" y="320018"/>
                  </a:lnTo>
                  <a:lnTo>
                    <a:pt x="104730" y="322093"/>
                  </a:lnTo>
                  <a:lnTo>
                    <a:pt x="109718" y="324009"/>
                  </a:lnTo>
                  <a:lnTo>
                    <a:pt x="114765" y="325765"/>
                  </a:lnTo>
                  <a:lnTo>
                    <a:pt x="119865" y="327359"/>
                  </a:lnTo>
                  <a:lnTo>
                    <a:pt x="125014" y="328789"/>
                  </a:lnTo>
                  <a:lnTo>
                    <a:pt x="130206" y="330053"/>
                  </a:lnTo>
                  <a:lnTo>
                    <a:pt x="135436" y="331151"/>
                  </a:lnTo>
                  <a:lnTo>
                    <a:pt x="140698" y="332081"/>
                  </a:lnTo>
                  <a:lnTo>
                    <a:pt x="145987" y="332843"/>
                  </a:lnTo>
                  <a:lnTo>
                    <a:pt x="151298" y="333435"/>
                  </a:lnTo>
                  <a:lnTo>
                    <a:pt x="156625" y="333857"/>
                  </a:lnTo>
                  <a:lnTo>
                    <a:pt x="167165" y="1670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17932" y="2126963"/>
              <a:ext cx="177686" cy="334334"/>
            </a:xfrm>
            <a:custGeom>
              <a:avLst/>
              <a:pathLst>
                <a:path w="177686" h="334334">
                  <a:moveTo>
                    <a:pt x="0" y="334002"/>
                  </a:moveTo>
                  <a:lnTo>
                    <a:pt x="5298" y="334252"/>
                  </a:lnTo>
                  <a:lnTo>
                    <a:pt x="10601" y="334334"/>
                  </a:lnTo>
                  <a:lnTo>
                    <a:pt x="15904" y="334248"/>
                  </a:lnTo>
                  <a:lnTo>
                    <a:pt x="21202" y="333994"/>
                  </a:lnTo>
                  <a:lnTo>
                    <a:pt x="26489" y="333572"/>
                  </a:lnTo>
                  <a:lnTo>
                    <a:pt x="31760" y="332982"/>
                  </a:lnTo>
                  <a:lnTo>
                    <a:pt x="37010" y="332225"/>
                  </a:lnTo>
                  <a:lnTo>
                    <a:pt x="42233" y="331302"/>
                  </a:lnTo>
                  <a:lnTo>
                    <a:pt x="47424" y="330214"/>
                  </a:lnTo>
                  <a:lnTo>
                    <a:pt x="52578" y="328962"/>
                  </a:lnTo>
                  <a:lnTo>
                    <a:pt x="57689" y="327547"/>
                  </a:lnTo>
                  <a:lnTo>
                    <a:pt x="62754" y="325971"/>
                  </a:lnTo>
                  <a:lnTo>
                    <a:pt x="67765" y="324234"/>
                  </a:lnTo>
                  <a:lnTo>
                    <a:pt x="72719" y="322340"/>
                  </a:lnTo>
                  <a:lnTo>
                    <a:pt x="77611" y="320289"/>
                  </a:lnTo>
                  <a:lnTo>
                    <a:pt x="82435" y="318084"/>
                  </a:lnTo>
                  <a:lnTo>
                    <a:pt x="87186" y="315727"/>
                  </a:lnTo>
                  <a:lnTo>
                    <a:pt x="91861" y="313221"/>
                  </a:lnTo>
                  <a:lnTo>
                    <a:pt x="96453" y="310568"/>
                  </a:lnTo>
                  <a:lnTo>
                    <a:pt x="100959" y="307770"/>
                  </a:lnTo>
                  <a:lnTo>
                    <a:pt x="105374" y="304831"/>
                  </a:lnTo>
                  <a:lnTo>
                    <a:pt x="109694" y="301753"/>
                  </a:lnTo>
                  <a:lnTo>
                    <a:pt x="113913" y="298539"/>
                  </a:lnTo>
                  <a:lnTo>
                    <a:pt x="118029" y="295194"/>
                  </a:lnTo>
                  <a:lnTo>
                    <a:pt x="122036" y="291719"/>
                  </a:lnTo>
                  <a:lnTo>
                    <a:pt x="125932" y="288119"/>
                  </a:lnTo>
                  <a:lnTo>
                    <a:pt x="129711" y="284398"/>
                  </a:lnTo>
                  <a:lnTo>
                    <a:pt x="133370" y="280558"/>
                  </a:lnTo>
                  <a:lnTo>
                    <a:pt x="136905" y="276604"/>
                  </a:lnTo>
                  <a:lnTo>
                    <a:pt x="140313" y="272540"/>
                  </a:lnTo>
                  <a:lnTo>
                    <a:pt x="143591" y="268370"/>
                  </a:lnTo>
                  <a:lnTo>
                    <a:pt x="146735" y="264099"/>
                  </a:lnTo>
                  <a:lnTo>
                    <a:pt x="149741" y="259729"/>
                  </a:lnTo>
                  <a:lnTo>
                    <a:pt x="152608" y="255266"/>
                  </a:lnTo>
                  <a:lnTo>
                    <a:pt x="155331" y="250715"/>
                  </a:lnTo>
                  <a:lnTo>
                    <a:pt x="157909" y="246080"/>
                  </a:lnTo>
                  <a:lnTo>
                    <a:pt x="160338" y="241365"/>
                  </a:lnTo>
                  <a:lnTo>
                    <a:pt x="162616" y="236575"/>
                  </a:lnTo>
                  <a:lnTo>
                    <a:pt x="164742" y="231716"/>
                  </a:lnTo>
                  <a:lnTo>
                    <a:pt x="166712" y="226791"/>
                  </a:lnTo>
                  <a:lnTo>
                    <a:pt x="168525" y="221807"/>
                  </a:lnTo>
                  <a:lnTo>
                    <a:pt x="170179" y="216767"/>
                  </a:lnTo>
                  <a:lnTo>
                    <a:pt x="171672" y="211678"/>
                  </a:lnTo>
                  <a:lnTo>
                    <a:pt x="173003" y="206544"/>
                  </a:lnTo>
                  <a:lnTo>
                    <a:pt x="174170" y="201370"/>
                  </a:lnTo>
                  <a:lnTo>
                    <a:pt x="175173" y="196162"/>
                  </a:lnTo>
                  <a:lnTo>
                    <a:pt x="176010" y="190924"/>
                  </a:lnTo>
                  <a:lnTo>
                    <a:pt x="176680" y="185663"/>
                  </a:lnTo>
                  <a:lnTo>
                    <a:pt x="177183" y="180383"/>
                  </a:lnTo>
                  <a:lnTo>
                    <a:pt x="177519" y="175089"/>
                  </a:lnTo>
                  <a:lnTo>
                    <a:pt x="177686" y="169788"/>
                  </a:lnTo>
                  <a:lnTo>
                    <a:pt x="177685" y="164484"/>
                  </a:lnTo>
                  <a:lnTo>
                    <a:pt x="177516" y="159183"/>
                  </a:lnTo>
                  <a:lnTo>
                    <a:pt x="177178" y="153890"/>
                  </a:lnTo>
                  <a:lnTo>
                    <a:pt x="176673" y="148610"/>
                  </a:lnTo>
                  <a:lnTo>
                    <a:pt x="176001" y="143349"/>
                  </a:lnTo>
                  <a:lnTo>
                    <a:pt x="175162" y="138112"/>
                  </a:lnTo>
                  <a:lnTo>
                    <a:pt x="174158" y="132904"/>
                  </a:lnTo>
                  <a:lnTo>
                    <a:pt x="172988" y="127730"/>
                  </a:lnTo>
                  <a:lnTo>
                    <a:pt x="171655" y="122597"/>
                  </a:lnTo>
                  <a:lnTo>
                    <a:pt x="170160" y="117508"/>
                  </a:lnTo>
                  <a:lnTo>
                    <a:pt x="168505" y="112469"/>
                  </a:lnTo>
                  <a:lnTo>
                    <a:pt x="166690" y="107485"/>
                  </a:lnTo>
                  <a:lnTo>
                    <a:pt x="164718" y="102561"/>
                  </a:lnTo>
                  <a:lnTo>
                    <a:pt x="162591" y="97703"/>
                  </a:lnTo>
                  <a:lnTo>
                    <a:pt x="160310" y="92914"/>
                  </a:lnTo>
                  <a:lnTo>
                    <a:pt x="157879" y="88200"/>
                  </a:lnTo>
                  <a:lnTo>
                    <a:pt x="155300" y="83565"/>
                  </a:lnTo>
                  <a:lnTo>
                    <a:pt x="152575" y="79015"/>
                  </a:lnTo>
                  <a:lnTo>
                    <a:pt x="149707" y="74553"/>
                  </a:lnTo>
                  <a:lnTo>
                    <a:pt x="146699" y="70185"/>
                  </a:lnTo>
                  <a:lnTo>
                    <a:pt x="143554" y="65914"/>
                  </a:lnTo>
                  <a:lnTo>
                    <a:pt x="140275" y="61746"/>
                  </a:lnTo>
                  <a:lnTo>
                    <a:pt x="136865" y="57683"/>
                  </a:lnTo>
                  <a:lnTo>
                    <a:pt x="133328" y="53730"/>
                  </a:lnTo>
                  <a:lnTo>
                    <a:pt x="129667" y="49892"/>
                  </a:lnTo>
                  <a:lnTo>
                    <a:pt x="125887" y="46172"/>
                  </a:lnTo>
                  <a:lnTo>
                    <a:pt x="121990" y="42573"/>
                  </a:lnTo>
                  <a:lnTo>
                    <a:pt x="117982" y="39100"/>
                  </a:lnTo>
                  <a:lnTo>
                    <a:pt x="113865" y="35756"/>
                  </a:lnTo>
                  <a:lnTo>
                    <a:pt x="109644" y="32545"/>
                  </a:lnTo>
                  <a:lnTo>
                    <a:pt x="105323" y="29468"/>
                  </a:lnTo>
                  <a:lnTo>
                    <a:pt x="100907" y="26531"/>
                  </a:lnTo>
                  <a:lnTo>
                    <a:pt x="96400" y="23735"/>
                  </a:lnTo>
                  <a:lnTo>
                    <a:pt x="91807" y="21083"/>
                  </a:lnTo>
                  <a:lnTo>
                    <a:pt x="87131" y="18578"/>
                  </a:lnTo>
                  <a:lnTo>
                    <a:pt x="82379" y="16223"/>
                  </a:lnTo>
                  <a:lnTo>
                    <a:pt x="77554" y="14020"/>
                  </a:lnTo>
                  <a:lnTo>
                    <a:pt x="72662" y="11971"/>
                  </a:lnTo>
                  <a:lnTo>
                    <a:pt x="67707" y="10079"/>
                  </a:lnTo>
                  <a:lnTo>
                    <a:pt x="62695" y="8344"/>
                  </a:lnTo>
                  <a:lnTo>
                    <a:pt x="57630" y="6769"/>
                  </a:lnTo>
                  <a:lnTo>
                    <a:pt x="52518" y="5356"/>
                  </a:lnTo>
                  <a:lnTo>
                    <a:pt x="47364" y="4106"/>
                  </a:lnTo>
                  <a:lnTo>
                    <a:pt x="42172" y="3020"/>
                  </a:lnTo>
                  <a:lnTo>
                    <a:pt x="36949" y="2099"/>
                  </a:lnTo>
                  <a:lnTo>
                    <a:pt x="31699" y="1344"/>
                  </a:lnTo>
                  <a:lnTo>
                    <a:pt x="26428" y="756"/>
                  </a:lnTo>
                  <a:lnTo>
                    <a:pt x="21140" y="336"/>
                  </a:lnTo>
                  <a:lnTo>
                    <a:pt x="15842" y="84"/>
                  </a:lnTo>
                  <a:lnTo>
                    <a:pt x="10539" y="0"/>
                  </a:lnTo>
                  <a:lnTo>
                    <a:pt x="105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0901" y="1681503"/>
              <a:ext cx="12333" cy="167167"/>
            </a:xfrm>
            <a:custGeom>
              <a:avLst/>
              <a:pathLst>
                <a:path w="12333" h="167167">
                  <a:moveTo>
                    <a:pt x="12333" y="0"/>
                  </a:moveTo>
                  <a:lnTo>
                    <a:pt x="0" y="455"/>
                  </a:lnTo>
                  <a:lnTo>
                    <a:pt x="1233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901" y="1681958"/>
              <a:ext cx="12333" cy="166711"/>
            </a:xfrm>
            <a:custGeom>
              <a:avLst/>
              <a:pathLst>
                <a:path w="12333" h="166711">
                  <a:moveTo>
                    <a:pt x="0" y="0"/>
                  </a:moveTo>
                  <a:lnTo>
                    <a:pt x="12333" y="1667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79" y="1681958"/>
              <a:ext cx="334319" cy="333878"/>
            </a:xfrm>
            <a:custGeom>
              <a:avLst/>
              <a:pathLst>
                <a:path w="334319" h="333878">
                  <a:moveTo>
                    <a:pt x="154822" y="0"/>
                  </a:moveTo>
                  <a:lnTo>
                    <a:pt x="149561" y="472"/>
                  </a:lnTo>
                  <a:lnTo>
                    <a:pt x="144319" y="1111"/>
                  </a:lnTo>
                  <a:lnTo>
                    <a:pt x="139098" y="1915"/>
                  </a:lnTo>
                  <a:lnTo>
                    <a:pt x="133906" y="2884"/>
                  </a:lnTo>
                  <a:lnTo>
                    <a:pt x="128747" y="4016"/>
                  </a:lnTo>
                  <a:lnTo>
                    <a:pt x="123627" y="5311"/>
                  </a:lnTo>
                  <a:lnTo>
                    <a:pt x="118549" y="6766"/>
                  </a:lnTo>
                  <a:lnTo>
                    <a:pt x="113521" y="8382"/>
                  </a:lnTo>
                  <a:lnTo>
                    <a:pt x="108546" y="10155"/>
                  </a:lnTo>
                  <a:lnTo>
                    <a:pt x="103629" y="12085"/>
                  </a:lnTo>
                  <a:lnTo>
                    <a:pt x="98776" y="14169"/>
                  </a:lnTo>
                  <a:lnTo>
                    <a:pt x="93991" y="16405"/>
                  </a:lnTo>
                  <a:lnTo>
                    <a:pt x="89279" y="18792"/>
                  </a:lnTo>
                  <a:lnTo>
                    <a:pt x="84645" y="21326"/>
                  </a:lnTo>
                  <a:lnTo>
                    <a:pt x="80093" y="24005"/>
                  </a:lnTo>
                  <a:lnTo>
                    <a:pt x="75628" y="26827"/>
                  </a:lnTo>
                  <a:lnTo>
                    <a:pt x="71255" y="29788"/>
                  </a:lnTo>
                  <a:lnTo>
                    <a:pt x="66977" y="32886"/>
                  </a:lnTo>
                  <a:lnTo>
                    <a:pt x="62799" y="36117"/>
                  </a:lnTo>
                  <a:lnTo>
                    <a:pt x="58726" y="39479"/>
                  </a:lnTo>
                  <a:lnTo>
                    <a:pt x="54760" y="42968"/>
                  </a:lnTo>
                  <a:lnTo>
                    <a:pt x="50907" y="46581"/>
                  </a:lnTo>
                  <a:lnTo>
                    <a:pt x="47170" y="50313"/>
                  </a:lnTo>
                  <a:lnTo>
                    <a:pt x="43553" y="54162"/>
                  </a:lnTo>
                  <a:lnTo>
                    <a:pt x="40059" y="58123"/>
                  </a:lnTo>
                  <a:lnTo>
                    <a:pt x="36692" y="62192"/>
                  </a:lnTo>
                  <a:lnTo>
                    <a:pt x="33455" y="66366"/>
                  </a:lnTo>
                  <a:lnTo>
                    <a:pt x="30352" y="70640"/>
                  </a:lnTo>
                  <a:lnTo>
                    <a:pt x="27385" y="75010"/>
                  </a:lnTo>
                  <a:lnTo>
                    <a:pt x="24558" y="79471"/>
                  </a:lnTo>
                  <a:lnTo>
                    <a:pt x="21873" y="84019"/>
                  </a:lnTo>
                  <a:lnTo>
                    <a:pt x="19333" y="88650"/>
                  </a:lnTo>
                  <a:lnTo>
                    <a:pt x="16941" y="93359"/>
                  </a:lnTo>
                  <a:lnTo>
                    <a:pt x="14698" y="98141"/>
                  </a:lnTo>
                  <a:lnTo>
                    <a:pt x="12608" y="102992"/>
                  </a:lnTo>
                  <a:lnTo>
                    <a:pt x="10672" y="107906"/>
                  </a:lnTo>
                  <a:lnTo>
                    <a:pt x="8893" y="112879"/>
                  </a:lnTo>
                  <a:lnTo>
                    <a:pt x="7271" y="117906"/>
                  </a:lnTo>
                  <a:lnTo>
                    <a:pt x="5809" y="122981"/>
                  </a:lnTo>
                  <a:lnTo>
                    <a:pt x="4508" y="128100"/>
                  </a:lnTo>
                  <a:lnTo>
                    <a:pt x="3369" y="133258"/>
                  </a:lnTo>
                  <a:lnTo>
                    <a:pt x="2394" y="138449"/>
                  </a:lnTo>
                  <a:lnTo>
                    <a:pt x="1584" y="143668"/>
                  </a:lnTo>
                  <a:lnTo>
                    <a:pt x="938" y="148910"/>
                  </a:lnTo>
                  <a:lnTo>
                    <a:pt x="459" y="154170"/>
                  </a:lnTo>
                  <a:lnTo>
                    <a:pt x="146" y="159442"/>
                  </a:lnTo>
                  <a:lnTo>
                    <a:pt x="0" y="164722"/>
                  </a:lnTo>
                  <a:lnTo>
                    <a:pt x="20" y="170004"/>
                  </a:lnTo>
                  <a:lnTo>
                    <a:pt x="208" y="175282"/>
                  </a:lnTo>
                  <a:lnTo>
                    <a:pt x="562" y="180552"/>
                  </a:lnTo>
                  <a:lnTo>
                    <a:pt x="1082" y="185808"/>
                  </a:lnTo>
                  <a:lnTo>
                    <a:pt x="1768" y="191045"/>
                  </a:lnTo>
                  <a:lnTo>
                    <a:pt x="2620" y="196258"/>
                  </a:lnTo>
                  <a:lnTo>
                    <a:pt x="3635" y="201441"/>
                  </a:lnTo>
                  <a:lnTo>
                    <a:pt x="4814" y="206590"/>
                  </a:lnTo>
                  <a:lnTo>
                    <a:pt x="6155" y="211698"/>
                  </a:lnTo>
                  <a:lnTo>
                    <a:pt x="7656" y="216762"/>
                  </a:lnTo>
                  <a:lnTo>
                    <a:pt x="9317" y="221776"/>
                  </a:lnTo>
                  <a:lnTo>
                    <a:pt x="11135" y="226735"/>
                  </a:lnTo>
                  <a:lnTo>
                    <a:pt x="13110" y="231634"/>
                  </a:lnTo>
                  <a:lnTo>
                    <a:pt x="15237" y="236468"/>
                  </a:lnTo>
                  <a:lnTo>
                    <a:pt x="17517" y="241232"/>
                  </a:lnTo>
                  <a:lnTo>
                    <a:pt x="19946" y="245922"/>
                  </a:lnTo>
                  <a:lnTo>
                    <a:pt x="22522" y="250534"/>
                  </a:lnTo>
                  <a:lnTo>
                    <a:pt x="25242" y="255061"/>
                  </a:lnTo>
                  <a:lnTo>
                    <a:pt x="28104" y="259500"/>
                  </a:lnTo>
                  <a:lnTo>
                    <a:pt x="31105" y="263847"/>
                  </a:lnTo>
                  <a:lnTo>
                    <a:pt x="34241" y="268096"/>
                  </a:lnTo>
                  <a:lnTo>
                    <a:pt x="37511" y="272244"/>
                  </a:lnTo>
                  <a:lnTo>
                    <a:pt x="40909" y="276287"/>
                  </a:lnTo>
                  <a:lnTo>
                    <a:pt x="44434" y="280221"/>
                  </a:lnTo>
                  <a:lnTo>
                    <a:pt x="48081" y="284041"/>
                  </a:lnTo>
                  <a:lnTo>
                    <a:pt x="51847" y="287745"/>
                  </a:lnTo>
                  <a:lnTo>
                    <a:pt x="55728" y="291327"/>
                  </a:lnTo>
                  <a:lnTo>
                    <a:pt x="59721" y="294785"/>
                  </a:lnTo>
                  <a:lnTo>
                    <a:pt x="63820" y="298115"/>
                  </a:lnTo>
                  <a:lnTo>
                    <a:pt x="68023" y="301314"/>
                  </a:lnTo>
                  <a:lnTo>
                    <a:pt x="72325" y="304378"/>
                  </a:lnTo>
                  <a:lnTo>
                    <a:pt x="76722" y="307306"/>
                  </a:lnTo>
                  <a:lnTo>
                    <a:pt x="81208" y="310092"/>
                  </a:lnTo>
                  <a:lnTo>
                    <a:pt x="85781" y="312736"/>
                  </a:lnTo>
                  <a:lnTo>
                    <a:pt x="90435" y="315234"/>
                  </a:lnTo>
                  <a:lnTo>
                    <a:pt x="95165" y="317583"/>
                  </a:lnTo>
                  <a:lnTo>
                    <a:pt x="99967" y="319782"/>
                  </a:lnTo>
                  <a:lnTo>
                    <a:pt x="104836" y="321829"/>
                  </a:lnTo>
                  <a:lnTo>
                    <a:pt x="109768" y="323720"/>
                  </a:lnTo>
                  <a:lnTo>
                    <a:pt x="114757" y="325454"/>
                  </a:lnTo>
                  <a:lnTo>
                    <a:pt x="119798" y="327031"/>
                  </a:lnTo>
                  <a:lnTo>
                    <a:pt x="124886" y="328447"/>
                  </a:lnTo>
                  <a:lnTo>
                    <a:pt x="130017" y="329701"/>
                  </a:lnTo>
                  <a:lnTo>
                    <a:pt x="135184" y="330793"/>
                  </a:lnTo>
                  <a:lnTo>
                    <a:pt x="140384" y="331721"/>
                  </a:lnTo>
                  <a:lnTo>
                    <a:pt x="145610" y="332485"/>
                  </a:lnTo>
                  <a:lnTo>
                    <a:pt x="150858" y="333083"/>
                  </a:lnTo>
                  <a:lnTo>
                    <a:pt x="156122" y="333514"/>
                  </a:lnTo>
                  <a:lnTo>
                    <a:pt x="161397" y="333780"/>
                  </a:lnTo>
                  <a:lnTo>
                    <a:pt x="166678" y="333878"/>
                  </a:lnTo>
                  <a:lnTo>
                    <a:pt x="171959" y="333810"/>
                  </a:lnTo>
                  <a:lnTo>
                    <a:pt x="177236" y="333575"/>
                  </a:lnTo>
                  <a:lnTo>
                    <a:pt x="182502" y="333173"/>
                  </a:lnTo>
                  <a:lnTo>
                    <a:pt x="187753" y="332605"/>
                  </a:lnTo>
                  <a:lnTo>
                    <a:pt x="192984" y="331871"/>
                  </a:lnTo>
                  <a:lnTo>
                    <a:pt x="198189" y="330973"/>
                  </a:lnTo>
                  <a:lnTo>
                    <a:pt x="203363" y="329911"/>
                  </a:lnTo>
                  <a:lnTo>
                    <a:pt x="208500" y="328685"/>
                  </a:lnTo>
                  <a:lnTo>
                    <a:pt x="213597" y="327298"/>
                  </a:lnTo>
                  <a:lnTo>
                    <a:pt x="218647" y="325751"/>
                  </a:lnTo>
                  <a:lnTo>
                    <a:pt x="223645" y="324045"/>
                  </a:lnTo>
                  <a:lnTo>
                    <a:pt x="228587" y="322182"/>
                  </a:lnTo>
                  <a:lnTo>
                    <a:pt x="233468" y="320163"/>
                  </a:lnTo>
                  <a:lnTo>
                    <a:pt x="238283" y="317992"/>
                  </a:lnTo>
                  <a:lnTo>
                    <a:pt x="243027" y="315669"/>
                  </a:lnTo>
                  <a:lnTo>
                    <a:pt x="247695" y="313198"/>
                  </a:lnTo>
                  <a:lnTo>
                    <a:pt x="252282" y="310581"/>
                  </a:lnTo>
                  <a:lnTo>
                    <a:pt x="256785" y="307819"/>
                  </a:lnTo>
                  <a:lnTo>
                    <a:pt x="261198" y="304917"/>
                  </a:lnTo>
                  <a:lnTo>
                    <a:pt x="265517" y="301877"/>
                  </a:lnTo>
                  <a:lnTo>
                    <a:pt x="269738" y="298703"/>
                  </a:lnTo>
                  <a:lnTo>
                    <a:pt x="273857" y="295396"/>
                  </a:lnTo>
                  <a:lnTo>
                    <a:pt x="277869" y="291961"/>
                  </a:lnTo>
                  <a:lnTo>
                    <a:pt x="281770" y="288401"/>
                  </a:lnTo>
                  <a:lnTo>
                    <a:pt x="285558" y="284719"/>
                  </a:lnTo>
                  <a:lnTo>
                    <a:pt x="289226" y="280920"/>
                  </a:lnTo>
                  <a:lnTo>
                    <a:pt x="292774" y="277006"/>
                  </a:lnTo>
                  <a:lnTo>
                    <a:pt x="296195" y="272983"/>
                  </a:lnTo>
                  <a:lnTo>
                    <a:pt x="299488" y="268853"/>
                  </a:lnTo>
                  <a:lnTo>
                    <a:pt x="302649" y="264621"/>
                  </a:lnTo>
                  <a:lnTo>
                    <a:pt x="305674" y="260292"/>
                  </a:lnTo>
                  <a:lnTo>
                    <a:pt x="308562" y="255869"/>
                  </a:lnTo>
                  <a:lnTo>
                    <a:pt x="311308" y="251358"/>
                  </a:lnTo>
                  <a:lnTo>
                    <a:pt x="313910" y="246761"/>
                  </a:lnTo>
                  <a:lnTo>
                    <a:pt x="316366" y="242085"/>
                  </a:lnTo>
                  <a:lnTo>
                    <a:pt x="318672" y="237334"/>
                  </a:lnTo>
                  <a:lnTo>
                    <a:pt x="320828" y="232512"/>
                  </a:lnTo>
                  <a:lnTo>
                    <a:pt x="322830" y="227624"/>
                  </a:lnTo>
                  <a:lnTo>
                    <a:pt x="324676" y="222676"/>
                  </a:lnTo>
                  <a:lnTo>
                    <a:pt x="326366" y="217672"/>
                  </a:lnTo>
                  <a:lnTo>
                    <a:pt x="327896" y="212616"/>
                  </a:lnTo>
                  <a:lnTo>
                    <a:pt x="329266" y="207515"/>
                  </a:lnTo>
                  <a:lnTo>
                    <a:pt x="330474" y="202374"/>
                  </a:lnTo>
                  <a:lnTo>
                    <a:pt x="331519" y="197196"/>
                  </a:lnTo>
                  <a:lnTo>
                    <a:pt x="332400" y="191989"/>
                  </a:lnTo>
                  <a:lnTo>
                    <a:pt x="333116" y="186756"/>
                  </a:lnTo>
                  <a:lnTo>
                    <a:pt x="333667" y="181503"/>
                  </a:lnTo>
                  <a:lnTo>
                    <a:pt x="334051" y="176235"/>
                  </a:lnTo>
                  <a:lnTo>
                    <a:pt x="334269" y="170958"/>
                  </a:lnTo>
                  <a:lnTo>
                    <a:pt x="334319" y="165676"/>
                  </a:lnTo>
                  <a:lnTo>
                    <a:pt x="334203" y="160396"/>
                  </a:lnTo>
                  <a:lnTo>
                    <a:pt x="333920" y="155121"/>
                  </a:lnTo>
                  <a:lnTo>
                    <a:pt x="333471" y="149859"/>
                  </a:lnTo>
                  <a:lnTo>
                    <a:pt x="332856" y="144613"/>
                  </a:lnTo>
                  <a:lnTo>
                    <a:pt x="332075" y="139389"/>
                  </a:lnTo>
                  <a:lnTo>
                    <a:pt x="331129" y="134193"/>
                  </a:lnTo>
                  <a:lnTo>
                    <a:pt x="330020" y="129029"/>
                  </a:lnTo>
                  <a:lnTo>
                    <a:pt x="328748" y="123903"/>
                  </a:lnTo>
                  <a:lnTo>
                    <a:pt x="327315" y="118819"/>
                  </a:lnTo>
                  <a:lnTo>
                    <a:pt x="325722" y="113783"/>
                  </a:lnTo>
                  <a:lnTo>
                    <a:pt x="323971" y="108800"/>
                  </a:lnTo>
                  <a:lnTo>
                    <a:pt x="322063" y="103875"/>
                  </a:lnTo>
                  <a:lnTo>
                    <a:pt x="320001" y="99013"/>
                  </a:lnTo>
                  <a:lnTo>
                    <a:pt x="317786" y="94218"/>
                  </a:lnTo>
                  <a:lnTo>
                    <a:pt x="315421" y="89495"/>
                  </a:lnTo>
                  <a:lnTo>
                    <a:pt x="312907" y="84850"/>
                  </a:lnTo>
                  <a:lnTo>
                    <a:pt x="310248" y="80286"/>
                  </a:lnTo>
                  <a:lnTo>
                    <a:pt x="307447" y="75809"/>
                  </a:lnTo>
                  <a:lnTo>
                    <a:pt x="304505" y="71422"/>
                  </a:lnTo>
                  <a:lnTo>
                    <a:pt x="301426" y="67131"/>
                  </a:lnTo>
                  <a:lnTo>
                    <a:pt x="298213" y="62939"/>
                  </a:lnTo>
                  <a:lnTo>
                    <a:pt x="294869" y="58850"/>
                  </a:lnTo>
                  <a:lnTo>
                    <a:pt x="291398" y="54869"/>
                  </a:lnTo>
                  <a:lnTo>
                    <a:pt x="287803" y="51000"/>
                  </a:lnTo>
                  <a:lnTo>
                    <a:pt x="284087" y="47246"/>
                  </a:lnTo>
                  <a:lnTo>
                    <a:pt x="280254" y="43612"/>
                  </a:lnTo>
                  <a:lnTo>
                    <a:pt x="276309" y="40100"/>
                  </a:lnTo>
                  <a:lnTo>
                    <a:pt x="272255" y="36715"/>
                  </a:lnTo>
                  <a:lnTo>
                    <a:pt x="268095" y="33460"/>
                  </a:lnTo>
                  <a:lnTo>
                    <a:pt x="263835" y="30337"/>
                  </a:lnTo>
                  <a:lnTo>
                    <a:pt x="259479" y="27351"/>
                  </a:lnTo>
                  <a:lnTo>
                    <a:pt x="255030" y="24504"/>
                  </a:lnTo>
                  <a:lnTo>
                    <a:pt x="250494" y="21799"/>
                  </a:lnTo>
                  <a:lnTo>
                    <a:pt x="245874" y="19238"/>
                  </a:lnTo>
                  <a:lnTo>
                    <a:pt x="241176" y="16825"/>
                  </a:lnTo>
                  <a:lnTo>
                    <a:pt x="236404" y="14562"/>
                  </a:lnTo>
                  <a:lnTo>
                    <a:pt x="231563" y="12450"/>
                  </a:lnTo>
                  <a:lnTo>
                    <a:pt x="226657" y="10492"/>
                  </a:lnTo>
                  <a:lnTo>
                    <a:pt x="221692" y="8690"/>
                  </a:lnTo>
                  <a:lnTo>
                    <a:pt x="216673" y="7046"/>
                  </a:lnTo>
                  <a:lnTo>
                    <a:pt x="211604" y="5562"/>
                  </a:lnTo>
                  <a:lnTo>
                    <a:pt x="206491" y="4238"/>
                  </a:lnTo>
                  <a:lnTo>
                    <a:pt x="201338" y="3076"/>
                  </a:lnTo>
                  <a:lnTo>
                    <a:pt x="167155" y="1667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34183" cy="167167"/>
            </a:xfrm>
            <a:custGeom>
              <a:avLst/>
              <a:pathLst>
                <a:path w="34183" h="167167">
                  <a:moveTo>
                    <a:pt x="34183" y="3532"/>
                  </a:moveTo>
                  <a:lnTo>
                    <a:pt x="27416" y="2263"/>
                  </a:lnTo>
                  <a:lnTo>
                    <a:pt x="20603" y="1274"/>
                  </a:lnTo>
                  <a:lnTo>
                    <a:pt x="13754" y="566"/>
                  </a:lnTo>
                  <a:lnTo>
                    <a:pt x="6883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2" y="1322571"/>
              <a:ext cx="167166" cy="326039"/>
            </a:xfrm>
            <a:custGeom>
              <a:avLst/>
              <a:pathLst>
                <a:path w="167166" h="326039">
                  <a:moveTo>
                    <a:pt x="167166" y="0"/>
                  </a:moveTo>
                  <a:lnTo>
                    <a:pt x="161800" y="86"/>
                  </a:lnTo>
                  <a:lnTo>
                    <a:pt x="156440" y="344"/>
                  </a:lnTo>
                  <a:lnTo>
                    <a:pt x="151091" y="774"/>
                  </a:lnTo>
                  <a:lnTo>
                    <a:pt x="145758" y="1376"/>
                  </a:lnTo>
                  <a:lnTo>
                    <a:pt x="140447" y="2149"/>
                  </a:lnTo>
                  <a:lnTo>
                    <a:pt x="135164" y="3091"/>
                  </a:lnTo>
                  <a:lnTo>
                    <a:pt x="129913" y="4203"/>
                  </a:lnTo>
                  <a:lnTo>
                    <a:pt x="124702" y="5483"/>
                  </a:lnTo>
                  <a:lnTo>
                    <a:pt x="119533" y="6929"/>
                  </a:lnTo>
                  <a:lnTo>
                    <a:pt x="114414" y="8541"/>
                  </a:lnTo>
                  <a:lnTo>
                    <a:pt x="109350" y="10316"/>
                  </a:lnTo>
                  <a:lnTo>
                    <a:pt x="104345" y="12253"/>
                  </a:lnTo>
                  <a:lnTo>
                    <a:pt x="99404" y="14349"/>
                  </a:lnTo>
                  <a:lnTo>
                    <a:pt x="94534" y="16603"/>
                  </a:lnTo>
                  <a:lnTo>
                    <a:pt x="89738" y="19012"/>
                  </a:lnTo>
                  <a:lnTo>
                    <a:pt x="85023" y="21574"/>
                  </a:lnTo>
                  <a:lnTo>
                    <a:pt x="80391" y="24286"/>
                  </a:lnTo>
                  <a:lnTo>
                    <a:pt x="75850" y="27145"/>
                  </a:lnTo>
                  <a:lnTo>
                    <a:pt x="71402" y="30148"/>
                  </a:lnTo>
                  <a:lnTo>
                    <a:pt x="67053" y="33293"/>
                  </a:lnTo>
                  <a:lnTo>
                    <a:pt x="62808" y="36575"/>
                  </a:lnTo>
                  <a:lnTo>
                    <a:pt x="58669" y="39992"/>
                  </a:lnTo>
                  <a:lnTo>
                    <a:pt x="54643" y="43541"/>
                  </a:lnTo>
                  <a:lnTo>
                    <a:pt x="50733" y="47216"/>
                  </a:lnTo>
                  <a:lnTo>
                    <a:pt x="46942" y="51016"/>
                  </a:lnTo>
                  <a:lnTo>
                    <a:pt x="43276" y="54935"/>
                  </a:lnTo>
                  <a:lnTo>
                    <a:pt x="39737" y="58969"/>
                  </a:lnTo>
                  <a:lnTo>
                    <a:pt x="36330" y="63116"/>
                  </a:lnTo>
                  <a:lnTo>
                    <a:pt x="33057" y="67369"/>
                  </a:lnTo>
                  <a:lnTo>
                    <a:pt x="29923" y="71725"/>
                  </a:lnTo>
                  <a:lnTo>
                    <a:pt x="26930" y="76180"/>
                  </a:lnTo>
                  <a:lnTo>
                    <a:pt x="24081" y="80728"/>
                  </a:lnTo>
                  <a:lnTo>
                    <a:pt x="21381" y="85366"/>
                  </a:lnTo>
                  <a:lnTo>
                    <a:pt x="18830" y="90088"/>
                  </a:lnTo>
                  <a:lnTo>
                    <a:pt x="16432" y="94889"/>
                  </a:lnTo>
                  <a:lnTo>
                    <a:pt x="14190" y="99765"/>
                  </a:lnTo>
                  <a:lnTo>
                    <a:pt x="12105" y="104710"/>
                  </a:lnTo>
                  <a:lnTo>
                    <a:pt x="10180" y="109719"/>
                  </a:lnTo>
                  <a:lnTo>
                    <a:pt x="8417" y="114788"/>
                  </a:lnTo>
                  <a:lnTo>
                    <a:pt x="6817" y="119911"/>
                  </a:lnTo>
                  <a:lnTo>
                    <a:pt x="5383" y="125083"/>
                  </a:lnTo>
                  <a:lnTo>
                    <a:pt x="4116" y="130297"/>
                  </a:lnTo>
                  <a:lnTo>
                    <a:pt x="3016" y="135550"/>
                  </a:lnTo>
                  <a:lnTo>
                    <a:pt x="2086" y="140836"/>
                  </a:lnTo>
                  <a:lnTo>
                    <a:pt x="1326" y="146148"/>
                  </a:lnTo>
                  <a:lnTo>
                    <a:pt x="736" y="151483"/>
                  </a:lnTo>
                  <a:lnTo>
                    <a:pt x="319" y="156833"/>
                  </a:lnTo>
                  <a:lnTo>
                    <a:pt x="73" y="162194"/>
                  </a:lnTo>
                  <a:lnTo>
                    <a:pt x="0" y="167560"/>
                  </a:lnTo>
                  <a:lnTo>
                    <a:pt x="98" y="172926"/>
                  </a:lnTo>
                  <a:lnTo>
                    <a:pt x="369" y="178286"/>
                  </a:lnTo>
                  <a:lnTo>
                    <a:pt x="812" y="183634"/>
                  </a:lnTo>
                  <a:lnTo>
                    <a:pt x="1426" y="188966"/>
                  </a:lnTo>
                  <a:lnTo>
                    <a:pt x="2212" y="194275"/>
                  </a:lnTo>
                  <a:lnTo>
                    <a:pt x="3167" y="199556"/>
                  </a:lnTo>
                  <a:lnTo>
                    <a:pt x="4291" y="204803"/>
                  </a:lnTo>
                  <a:lnTo>
                    <a:pt x="5583" y="210012"/>
                  </a:lnTo>
                  <a:lnTo>
                    <a:pt x="7041" y="215177"/>
                  </a:lnTo>
                  <a:lnTo>
                    <a:pt x="8665" y="220292"/>
                  </a:lnTo>
                  <a:lnTo>
                    <a:pt x="10452" y="225352"/>
                  </a:lnTo>
                  <a:lnTo>
                    <a:pt x="12401" y="230353"/>
                  </a:lnTo>
                  <a:lnTo>
                    <a:pt x="14509" y="235288"/>
                  </a:lnTo>
                  <a:lnTo>
                    <a:pt x="16774" y="240153"/>
                  </a:lnTo>
                  <a:lnTo>
                    <a:pt x="19194" y="244943"/>
                  </a:lnTo>
                  <a:lnTo>
                    <a:pt x="21767" y="249653"/>
                  </a:lnTo>
                  <a:lnTo>
                    <a:pt x="24490" y="254278"/>
                  </a:lnTo>
                  <a:lnTo>
                    <a:pt x="27359" y="258813"/>
                  </a:lnTo>
                  <a:lnTo>
                    <a:pt x="30373" y="263253"/>
                  </a:lnTo>
                  <a:lnTo>
                    <a:pt x="33528" y="267595"/>
                  </a:lnTo>
                  <a:lnTo>
                    <a:pt x="36821" y="271833"/>
                  </a:lnTo>
                  <a:lnTo>
                    <a:pt x="40248" y="275963"/>
                  </a:lnTo>
                  <a:lnTo>
                    <a:pt x="43805" y="279981"/>
                  </a:lnTo>
                  <a:lnTo>
                    <a:pt x="47490" y="283883"/>
                  </a:lnTo>
                  <a:lnTo>
                    <a:pt x="51298" y="287664"/>
                  </a:lnTo>
                  <a:lnTo>
                    <a:pt x="55226" y="291321"/>
                  </a:lnTo>
                  <a:lnTo>
                    <a:pt x="59269" y="294850"/>
                  </a:lnTo>
                  <a:lnTo>
                    <a:pt x="63423" y="298248"/>
                  </a:lnTo>
                  <a:lnTo>
                    <a:pt x="67684" y="301511"/>
                  </a:lnTo>
                  <a:lnTo>
                    <a:pt x="72048" y="304635"/>
                  </a:lnTo>
                  <a:lnTo>
                    <a:pt x="76510" y="307617"/>
                  </a:lnTo>
                  <a:lnTo>
                    <a:pt x="81065" y="310455"/>
                  </a:lnTo>
                  <a:lnTo>
                    <a:pt x="85709" y="313145"/>
                  </a:lnTo>
                  <a:lnTo>
                    <a:pt x="90436" y="315684"/>
                  </a:lnTo>
                  <a:lnTo>
                    <a:pt x="95243" y="318071"/>
                  </a:lnTo>
                  <a:lnTo>
                    <a:pt x="100124" y="320302"/>
                  </a:lnTo>
                  <a:lnTo>
                    <a:pt x="105074" y="322375"/>
                  </a:lnTo>
                  <a:lnTo>
                    <a:pt x="110088" y="324288"/>
                  </a:lnTo>
                  <a:lnTo>
                    <a:pt x="115161" y="32603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9033" y="1489739"/>
              <a:ext cx="52005" cy="158872"/>
            </a:xfrm>
            <a:custGeom>
              <a:avLst/>
              <a:pathLst>
                <a:path w="52005" h="158872">
                  <a:moveTo>
                    <a:pt x="0" y="158872"/>
                  </a:moveTo>
                  <a:lnTo>
                    <a:pt x="5200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9033" y="1325081"/>
              <a:ext cx="219169" cy="331824"/>
            </a:xfrm>
            <a:custGeom>
              <a:avLst/>
              <a:pathLst>
                <a:path w="219169" h="331824">
                  <a:moveTo>
                    <a:pt x="0" y="323530"/>
                  </a:moveTo>
                  <a:lnTo>
                    <a:pt x="5091" y="325107"/>
                  </a:lnTo>
                  <a:lnTo>
                    <a:pt x="10231" y="326521"/>
                  </a:lnTo>
                  <a:lnTo>
                    <a:pt x="15412" y="327771"/>
                  </a:lnTo>
                  <a:lnTo>
                    <a:pt x="20631" y="328854"/>
                  </a:lnTo>
                  <a:lnTo>
                    <a:pt x="25882" y="329771"/>
                  </a:lnTo>
                  <a:lnTo>
                    <a:pt x="31160" y="330520"/>
                  </a:lnTo>
                  <a:lnTo>
                    <a:pt x="36459" y="331100"/>
                  </a:lnTo>
                  <a:lnTo>
                    <a:pt x="41773" y="331511"/>
                  </a:lnTo>
                  <a:lnTo>
                    <a:pt x="47098" y="331753"/>
                  </a:lnTo>
                  <a:lnTo>
                    <a:pt x="52428" y="331824"/>
                  </a:lnTo>
                  <a:lnTo>
                    <a:pt x="57757" y="331726"/>
                  </a:lnTo>
                  <a:lnTo>
                    <a:pt x="63081" y="331457"/>
                  </a:lnTo>
                  <a:lnTo>
                    <a:pt x="68393" y="331019"/>
                  </a:lnTo>
                  <a:lnTo>
                    <a:pt x="73689" y="330412"/>
                  </a:lnTo>
                  <a:lnTo>
                    <a:pt x="78963" y="329637"/>
                  </a:lnTo>
                  <a:lnTo>
                    <a:pt x="84209" y="328693"/>
                  </a:lnTo>
                  <a:lnTo>
                    <a:pt x="89422" y="327583"/>
                  </a:lnTo>
                  <a:lnTo>
                    <a:pt x="94598" y="326307"/>
                  </a:lnTo>
                  <a:lnTo>
                    <a:pt x="99730" y="324867"/>
                  </a:lnTo>
                  <a:lnTo>
                    <a:pt x="104814" y="323264"/>
                  </a:lnTo>
                  <a:lnTo>
                    <a:pt x="109843" y="321500"/>
                  </a:lnTo>
                  <a:lnTo>
                    <a:pt x="114815" y="319576"/>
                  </a:lnTo>
                  <a:lnTo>
                    <a:pt x="119722" y="317495"/>
                  </a:lnTo>
                  <a:lnTo>
                    <a:pt x="124560" y="315258"/>
                  </a:lnTo>
                  <a:lnTo>
                    <a:pt x="129325" y="312868"/>
                  </a:lnTo>
                  <a:lnTo>
                    <a:pt x="134011" y="310328"/>
                  </a:lnTo>
                  <a:lnTo>
                    <a:pt x="138613" y="307639"/>
                  </a:lnTo>
                  <a:lnTo>
                    <a:pt x="143128" y="304805"/>
                  </a:lnTo>
                  <a:lnTo>
                    <a:pt x="147550" y="301829"/>
                  </a:lnTo>
                  <a:lnTo>
                    <a:pt x="151875" y="298713"/>
                  </a:lnTo>
                  <a:lnTo>
                    <a:pt x="156098" y="295461"/>
                  </a:lnTo>
                  <a:lnTo>
                    <a:pt x="160215" y="292075"/>
                  </a:lnTo>
                  <a:lnTo>
                    <a:pt x="164223" y="288561"/>
                  </a:lnTo>
                  <a:lnTo>
                    <a:pt x="168116" y="284920"/>
                  </a:lnTo>
                  <a:lnTo>
                    <a:pt x="171891" y="281157"/>
                  </a:lnTo>
                  <a:lnTo>
                    <a:pt x="175545" y="277275"/>
                  </a:lnTo>
                  <a:lnTo>
                    <a:pt x="179072" y="273279"/>
                  </a:lnTo>
                  <a:lnTo>
                    <a:pt x="182471" y="269173"/>
                  </a:lnTo>
                  <a:lnTo>
                    <a:pt x="185737" y="264960"/>
                  </a:lnTo>
                  <a:lnTo>
                    <a:pt x="188867" y="260645"/>
                  </a:lnTo>
                  <a:lnTo>
                    <a:pt x="191857" y="256233"/>
                  </a:lnTo>
                  <a:lnTo>
                    <a:pt x="194706" y="251728"/>
                  </a:lnTo>
                  <a:lnTo>
                    <a:pt x="197409" y="247134"/>
                  </a:lnTo>
                  <a:lnTo>
                    <a:pt x="199965" y="242456"/>
                  </a:lnTo>
                  <a:lnTo>
                    <a:pt x="202370" y="237699"/>
                  </a:lnTo>
                  <a:lnTo>
                    <a:pt x="204623" y="232868"/>
                  </a:lnTo>
                  <a:lnTo>
                    <a:pt x="206720" y="227967"/>
                  </a:lnTo>
                  <a:lnTo>
                    <a:pt x="208660" y="223003"/>
                  </a:lnTo>
                  <a:lnTo>
                    <a:pt x="210440" y="217978"/>
                  </a:lnTo>
                  <a:lnTo>
                    <a:pt x="212060" y="212900"/>
                  </a:lnTo>
                  <a:lnTo>
                    <a:pt x="213516" y="207773"/>
                  </a:lnTo>
                  <a:lnTo>
                    <a:pt x="214809" y="202601"/>
                  </a:lnTo>
                  <a:lnTo>
                    <a:pt x="215936" y="197391"/>
                  </a:lnTo>
                  <a:lnTo>
                    <a:pt x="216896" y="192148"/>
                  </a:lnTo>
                  <a:lnTo>
                    <a:pt x="217689" y="186877"/>
                  </a:lnTo>
                  <a:lnTo>
                    <a:pt x="218313" y="181583"/>
                  </a:lnTo>
                  <a:lnTo>
                    <a:pt x="218768" y="176273"/>
                  </a:lnTo>
                  <a:lnTo>
                    <a:pt x="219054" y="170950"/>
                  </a:lnTo>
                  <a:lnTo>
                    <a:pt x="219169" y="165621"/>
                  </a:lnTo>
                  <a:lnTo>
                    <a:pt x="219115" y="160291"/>
                  </a:lnTo>
                  <a:lnTo>
                    <a:pt x="218891" y="154965"/>
                  </a:lnTo>
                  <a:lnTo>
                    <a:pt x="218497" y="149649"/>
                  </a:lnTo>
                  <a:lnTo>
                    <a:pt x="217934" y="144349"/>
                  </a:lnTo>
                  <a:lnTo>
                    <a:pt x="217202" y="139069"/>
                  </a:lnTo>
                  <a:lnTo>
                    <a:pt x="216302" y="133815"/>
                  </a:lnTo>
                  <a:lnTo>
                    <a:pt x="215235" y="128592"/>
                  </a:lnTo>
                  <a:lnTo>
                    <a:pt x="214003" y="123406"/>
                  </a:lnTo>
                  <a:lnTo>
                    <a:pt x="212605" y="118263"/>
                  </a:lnTo>
                  <a:lnTo>
                    <a:pt x="211044" y="113166"/>
                  </a:lnTo>
                  <a:lnTo>
                    <a:pt x="209322" y="108121"/>
                  </a:lnTo>
                  <a:lnTo>
                    <a:pt x="207439" y="103135"/>
                  </a:lnTo>
                  <a:lnTo>
                    <a:pt x="205399" y="98210"/>
                  </a:lnTo>
                  <a:lnTo>
                    <a:pt x="203202" y="93353"/>
                  </a:lnTo>
                  <a:lnTo>
                    <a:pt x="200852" y="88569"/>
                  </a:lnTo>
                  <a:lnTo>
                    <a:pt x="198350" y="83862"/>
                  </a:lnTo>
                  <a:lnTo>
                    <a:pt x="195700" y="79237"/>
                  </a:lnTo>
                  <a:lnTo>
                    <a:pt x="192904" y="74699"/>
                  </a:lnTo>
                  <a:lnTo>
                    <a:pt x="189964" y="70253"/>
                  </a:lnTo>
                  <a:lnTo>
                    <a:pt x="186884" y="65903"/>
                  </a:lnTo>
                  <a:lnTo>
                    <a:pt x="183667" y="61652"/>
                  </a:lnTo>
                  <a:lnTo>
                    <a:pt x="180316" y="57507"/>
                  </a:lnTo>
                  <a:lnTo>
                    <a:pt x="176835" y="53471"/>
                  </a:lnTo>
                  <a:lnTo>
                    <a:pt x="173226" y="49547"/>
                  </a:lnTo>
                  <a:lnTo>
                    <a:pt x="169495" y="45741"/>
                  </a:lnTo>
                  <a:lnTo>
                    <a:pt x="165643" y="42056"/>
                  </a:lnTo>
                  <a:lnTo>
                    <a:pt x="161677" y="38495"/>
                  </a:lnTo>
                  <a:lnTo>
                    <a:pt x="157599" y="35062"/>
                  </a:lnTo>
                  <a:lnTo>
                    <a:pt x="153413" y="31762"/>
                  </a:lnTo>
                  <a:lnTo>
                    <a:pt x="149125" y="28596"/>
                  </a:lnTo>
                  <a:lnTo>
                    <a:pt x="144737" y="25569"/>
                  </a:lnTo>
                  <a:lnTo>
                    <a:pt x="140256" y="22683"/>
                  </a:lnTo>
                  <a:lnTo>
                    <a:pt x="135684" y="19942"/>
                  </a:lnTo>
                  <a:lnTo>
                    <a:pt x="131028" y="17347"/>
                  </a:lnTo>
                  <a:lnTo>
                    <a:pt x="126291" y="14903"/>
                  </a:lnTo>
                  <a:lnTo>
                    <a:pt x="121479" y="12610"/>
                  </a:lnTo>
                  <a:lnTo>
                    <a:pt x="116596" y="10473"/>
                  </a:lnTo>
                  <a:lnTo>
                    <a:pt x="111647" y="8492"/>
                  </a:lnTo>
                  <a:lnTo>
                    <a:pt x="106638" y="6670"/>
                  </a:lnTo>
                  <a:lnTo>
                    <a:pt x="101573" y="5008"/>
                  </a:lnTo>
                  <a:lnTo>
                    <a:pt x="96458" y="3509"/>
                  </a:lnTo>
                  <a:lnTo>
                    <a:pt x="91298" y="2173"/>
                  </a:lnTo>
                  <a:lnTo>
                    <a:pt x="86097" y="1003"/>
                  </a:lnTo>
                  <a:lnTo>
                    <a:pt x="80862" y="0"/>
                  </a:lnTo>
                  <a:lnTo>
                    <a:pt x="52005" y="1646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28857" cy="167167"/>
            </a:xfrm>
            <a:custGeom>
              <a:avLst/>
              <a:pathLst>
                <a:path w="28857" h="167167">
                  <a:moveTo>
                    <a:pt x="28857" y="2509"/>
                  </a:moveTo>
                  <a:lnTo>
                    <a:pt x="21690" y="1413"/>
                  </a:lnTo>
                  <a:lnTo>
                    <a:pt x="14483" y="628"/>
                  </a:lnTo>
                  <a:lnTo>
                    <a:pt x="7248" y="15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4" y="1071028"/>
              <a:ext cx="167164" cy="302119"/>
            </a:xfrm>
            <a:custGeom>
              <a:avLst/>
              <a:pathLst>
                <a:path w="167164" h="302119">
                  <a:moveTo>
                    <a:pt x="167164" y="0"/>
                  </a:moveTo>
                  <a:lnTo>
                    <a:pt x="161785" y="86"/>
                  </a:lnTo>
                  <a:lnTo>
                    <a:pt x="156411" y="346"/>
                  </a:lnTo>
                  <a:lnTo>
                    <a:pt x="151049" y="778"/>
                  </a:lnTo>
                  <a:lnTo>
                    <a:pt x="145703" y="1383"/>
                  </a:lnTo>
                  <a:lnTo>
                    <a:pt x="140379" y="2159"/>
                  </a:lnTo>
                  <a:lnTo>
                    <a:pt x="135083" y="3107"/>
                  </a:lnTo>
                  <a:lnTo>
                    <a:pt x="129821" y="4224"/>
                  </a:lnTo>
                  <a:lnTo>
                    <a:pt x="124597" y="5510"/>
                  </a:lnTo>
                  <a:lnTo>
                    <a:pt x="119417" y="6963"/>
                  </a:lnTo>
                  <a:lnTo>
                    <a:pt x="114287" y="8583"/>
                  </a:lnTo>
                  <a:lnTo>
                    <a:pt x="109211" y="10366"/>
                  </a:lnTo>
                  <a:lnTo>
                    <a:pt x="104196" y="12312"/>
                  </a:lnTo>
                  <a:lnTo>
                    <a:pt x="99245" y="14419"/>
                  </a:lnTo>
                  <a:lnTo>
                    <a:pt x="94365" y="16683"/>
                  </a:lnTo>
                  <a:lnTo>
                    <a:pt x="89561" y="19104"/>
                  </a:lnTo>
                  <a:lnTo>
                    <a:pt x="84837" y="21677"/>
                  </a:lnTo>
                  <a:lnTo>
                    <a:pt x="80198" y="24402"/>
                  </a:lnTo>
                  <a:lnTo>
                    <a:pt x="75649" y="27274"/>
                  </a:lnTo>
                  <a:lnTo>
                    <a:pt x="71195" y="30291"/>
                  </a:lnTo>
                  <a:lnTo>
                    <a:pt x="66840" y="33450"/>
                  </a:lnTo>
                  <a:lnTo>
                    <a:pt x="62589" y="36748"/>
                  </a:lnTo>
                  <a:lnTo>
                    <a:pt x="58447" y="40181"/>
                  </a:lnTo>
                  <a:lnTo>
                    <a:pt x="54417" y="43745"/>
                  </a:lnTo>
                  <a:lnTo>
                    <a:pt x="50504" y="47437"/>
                  </a:lnTo>
                  <a:lnTo>
                    <a:pt x="46711" y="51252"/>
                  </a:lnTo>
                  <a:lnTo>
                    <a:pt x="43044" y="55188"/>
                  </a:lnTo>
                  <a:lnTo>
                    <a:pt x="39505" y="59240"/>
                  </a:lnTo>
                  <a:lnTo>
                    <a:pt x="36098" y="63404"/>
                  </a:lnTo>
                  <a:lnTo>
                    <a:pt x="32827" y="67675"/>
                  </a:lnTo>
                  <a:lnTo>
                    <a:pt x="29695" y="72050"/>
                  </a:lnTo>
                  <a:lnTo>
                    <a:pt x="26706" y="76522"/>
                  </a:lnTo>
                  <a:lnTo>
                    <a:pt x="23861" y="81089"/>
                  </a:lnTo>
                  <a:lnTo>
                    <a:pt x="21166" y="85745"/>
                  </a:lnTo>
                  <a:lnTo>
                    <a:pt x="18621" y="90485"/>
                  </a:lnTo>
                  <a:lnTo>
                    <a:pt x="16231" y="95304"/>
                  </a:lnTo>
                  <a:lnTo>
                    <a:pt x="13997" y="100198"/>
                  </a:lnTo>
                  <a:lnTo>
                    <a:pt x="11921" y="105162"/>
                  </a:lnTo>
                  <a:lnTo>
                    <a:pt x="10006" y="110189"/>
                  </a:lnTo>
                  <a:lnTo>
                    <a:pt x="8254" y="115276"/>
                  </a:lnTo>
                  <a:lnTo>
                    <a:pt x="6667" y="120416"/>
                  </a:lnTo>
                  <a:lnTo>
                    <a:pt x="5245" y="125605"/>
                  </a:lnTo>
                  <a:lnTo>
                    <a:pt x="3992" y="130837"/>
                  </a:lnTo>
                  <a:lnTo>
                    <a:pt x="2907" y="136106"/>
                  </a:lnTo>
                  <a:lnTo>
                    <a:pt x="1993" y="141408"/>
                  </a:lnTo>
                  <a:lnTo>
                    <a:pt x="1250" y="146736"/>
                  </a:lnTo>
                  <a:lnTo>
                    <a:pt x="678" y="152085"/>
                  </a:lnTo>
                  <a:lnTo>
                    <a:pt x="279" y="157450"/>
                  </a:lnTo>
                  <a:lnTo>
                    <a:pt x="53" y="162825"/>
                  </a:lnTo>
                  <a:lnTo>
                    <a:pt x="0" y="168205"/>
                  </a:lnTo>
                  <a:lnTo>
                    <a:pt x="119" y="173583"/>
                  </a:lnTo>
                  <a:lnTo>
                    <a:pt x="412" y="178955"/>
                  </a:lnTo>
                  <a:lnTo>
                    <a:pt x="878" y="184315"/>
                  </a:lnTo>
                  <a:lnTo>
                    <a:pt x="1516" y="189657"/>
                  </a:lnTo>
                  <a:lnTo>
                    <a:pt x="2325" y="194975"/>
                  </a:lnTo>
                  <a:lnTo>
                    <a:pt x="3306" y="200265"/>
                  </a:lnTo>
                  <a:lnTo>
                    <a:pt x="4456" y="205521"/>
                  </a:lnTo>
                  <a:lnTo>
                    <a:pt x="5774" y="210736"/>
                  </a:lnTo>
                  <a:lnTo>
                    <a:pt x="7260" y="215907"/>
                  </a:lnTo>
                  <a:lnTo>
                    <a:pt x="8911" y="221027"/>
                  </a:lnTo>
                  <a:lnTo>
                    <a:pt x="10726" y="226092"/>
                  </a:lnTo>
                  <a:lnTo>
                    <a:pt x="12703" y="231095"/>
                  </a:lnTo>
                  <a:lnTo>
                    <a:pt x="14840" y="236032"/>
                  </a:lnTo>
                  <a:lnTo>
                    <a:pt x="17135" y="240898"/>
                  </a:lnTo>
                  <a:lnTo>
                    <a:pt x="19585" y="245688"/>
                  </a:lnTo>
                  <a:lnTo>
                    <a:pt x="22188" y="250396"/>
                  </a:lnTo>
                  <a:lnTo>
                    <a:pt x="24941" y="255018"/>
                  </a:lnTo>
                  <a:lnTo>
                    <a:pt x="27842" y="259549"/>
                  </a:lnTo>
                  <a:lnTo>
                    <a:pt x="30887" y="263984"/>
                  </a:lnTo>
                  <a:lnTo>
                    <a:pt x="34073" y="268319"/>
                  </a:lnTo>
                  <a:lnTo>
                    <a:pt x="37397" y="272549"/>
                  </a:lnTo>
                  <a:lnTo>
                    <a:pt x="40855" y="276670"/>
                  </a:lnTo>
                  <a:lnTo>
                    <a:pt x="44444" y="280678"/>
                  </a:lnTo>
                  <a:lnTo>
                    <a:pt x="48160" y="284568"/>
                  </a:lnTo>
                  <a:lnTo>
                    <a:pt x="51999" y="288337"/>
                  </a:lnTo>
                  <a:lnTo>
                    <a:pt x="55958" y="291980"/>
                  </a:lnTo>
                  <a:lnTo>
                    <a:pt x="60032" y="295494"/>
                  </a:lnTo>
                  <a:lnTo>
                    <a:pt x="64217" y="298874"/>
                  </a:lnTo>
                  <a:lnTo>
                    <a:pt x="68508" y="302119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46602" y="1238196"/>
              <a:ext cx="98655" cy="134951"/>
            </a:xfrm>
            <a:custGeom>
              <a:avLst/>
              <a:pathLst>
                <a:path w="98655" h="134951">
                  <a:moveTo>
                    <a:pt x="0" y="134951"/>
                  </a:moveTo>
                  <a:lnTo>
                    <a:pt x="9865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46602" y="1107182"/>
              <a:ext cx="265820" cy="298175"/>
            </a:xfrm>
            <a:custGeom>
              <a:avLst/>
              <a:pathLst>
                <a:path w="265820" h="298175">
                  <a:moveTo>
                    <a:pt x="0" y="265965"/>
                  </a:moveTo>
                  <a:lnTo>
                    <a:pt x="4366" y="269051"/>
                  </a:lnTo>
                  <a:lnTo>
                    <a:pt x="8829" y="271996"/>
                  </a:lnTo>
                  <a:lnTo>
                    <a:pt x="13383" y="274797"/>
                  </a:lnTo>
                  <a:lnTo>
                    <a:pt x="18025" y="277450"/>
                  </a:lnTo>
                  <a:lnTo>
                    <a:pt x="22750" y="279954"/>
                  </a:lnTo>
                  <a:lnTo>
                    <a:pt x="27552" y="282305"/>
                  </a:lnTo>
                  <a:lnTo>
                    <a:pt x="32427" y="284502"/>
                  </a:lnTo>
                  <a:lnTo>
                    <a:pt x="37370" y="286541"/>
                  </a:lnTo>
                  <a:lnTo>
                    <a:pt x="42375" y="288422"/>
                  </a:lnTo>
                  <a:lnTo>
                    <a:pt x="47438" y="290141"/>
                  </a:lnTo>
                  <a:lnTo>
                    <a:pt x="52553" y="291698"/>
                  </a:lnTo>
                  <a:lnTo>
                    <a:pt x="57715" y="293090"/>
                  </a:lnTo>
                  <a:lnTo>
                    <a:pt x="62920" y="294316"/>
                  </a:lnTo>
                  <a:lnTo>
                    <a:pt x="68161" y="295376"/>
                  </a:lnTo>
                  <a:lnTo>
                    <a:pt x="73433" y="296267"/>
                  </a:lnTo>
                  <a:lnTo>
                    <a:pt x="78731" y="296989"/>
                  </a:lnTo>
                  <a:lnTo>
                    <a:pt x="84049" y="297541"/>
                  </a:lnTo>
                  <a:lnTo>
                    <a:pt x="89382" y="297923"/>
                  </a:lnTo>
                  <a:lnTo>
                    <a:pt x="94725" y="298134"/>
                  </a:lnTo>
                  <a:lnTo>
                    <a:pt x="100072" y="298175"/>
                  </a:lnTo>
                  <a:lnTo>
                    <a:pt x="105417" y="298044"/>
                  </a:lnTo>
                  <a:lnTo>
                    <a:pt x="110755" y="297742"/>
                  </a:lnTo>
                  <a:lnTo>
                    <a:pt x="116081" y="297270"/>
                  </a:lnTo>
                  <a:lnTo>
                    <a:pt x="121390" y="296628"/>
                  </a:lnTo>
                  <a:lnTo>
                    <a:pt x="126674" y="295816"/>
                  </a:lnTo>
                  <a:lnTo>
                    <a:pt x="131931" y="294835"/>
                  </a:lnTo>
                  <a:lnTo>
                    <a:pt x="137153" y="293687"/>
                  </a:lnTo>
                  <a:lnTo>
                    <a:pt x="142336" y="292373"/>
                  </a:lnTo>
                  <a:lnTo>
                    <a:pt x="147474" y="290893"/>
                  </a:lnTo>
                  <a:lnTo>
                    <a:pt x="152562" y="289250"/>
                  </a:lnTo>
                  <a:lnTo>
                    <a:pt x="157595" y="287445"/>
                  </a:lnTo>
                  <a:lnTo>
                    <a:pt x="162568" y="285481"/>
                  </a:lnTo>
                  <a:lnTo>
                    <a:pt x="167475" y="283357"/>
                  </a:lnTo>
                  <a:lnTo>
                    <a:pt x="172312" y="281079"/>
                  </a:lnTo>
                  <a:lnTo>
                    <a:pt x="177074" y="278646"/>
                  </a:lnTo>
                  <a:lnTo>
                    <a:pt x="181755" y="276063"/>
                  </a:lnTo>
                  <a:lnTo>
                    <a:pt x="186351" y="273331"/>
                  </a:lnTo>
                  <a:lnTo>
                    <a:pt x="190858" y="270454"/>
                  </a:lnTo>
                  <a:lnTo>
                    <a:pt x="195270" y="267433"/>
                  </a:lnTo>
                  <a:lnTo>
                    <a:pt x="199584" y="264274"/>
                  </a:lnTo>
                  <a:lnTo>
                    <a:pt x="203794" y="260978"/>
                  </a:lnTo>
                  <a:lnTo>
                    <a:pt x="207897" y="257549"/>
                  </a:lnTo>
                  <a:lnTo>
                    <a:pt x="211887" y="253991"/>
                  </a:lnTo>
                  <a:lnTo>
                    <a:pt x="215762" y="250306"/>
                  </a:lnTo>
                  <a:lnTo>
                    <a:pt x="219518" y="246500"/>
                  </a:lnTo>
                  <a:lnTo>
                    <a:pt x="223149" y="242576"/>
                  </a:lnTo>
                  <a:lnTo>
                    <a:pt x="226653" y="238537"/>
                  </a:lnTo>
                  <a:lnTo>
                    <a:pt x="230027" y="234389"/>
                  </a:lnTo>
                  <a:lnTo>
                    <a:pt x="233266" y="230134"/>
                  </a:lnTo>
                  <a:lnTo>
                    <a:pt x="236367" y="225779"/>
                  </a:lnTo>
                  <a:lnTo>
                    <a:pt x="239327" y="221326"/>
                  </a:lnTo>
                  <a:lnTo>
                    <a:pt x="242143" y="216781"/>
                  </a:lnTo>
                  <a:lnTo>
                    <a:pt x="244813" y="212148"/>
                  </a:lnTo>
                  <a:lnTo>
                    <a:pt x="247333" y="207432"/>
                  </a:lnTo>
                  <a:lnTo>
                    <a:pt x="249701" y="202638"/>
                  </a:lnTo>
                  <a:lnTo>
                    <a:pt x="251914" y="197771"/>
                  </a:lnTo>
                  <a:lnTo>
                    <a:pt x="253971" y="192836"/>
                  </a:lnTo>
                  <a:lnTo>
                    <a:pt x="255868" y="187837"/>
                  </a:lnTo>
                  <a:lnTo>
                    <a:pt x="257605" y="182780"/>
                  </a:lnTo>
                  <a:lnTo>
                    <a:pt x="259180" y="177670"/>
                  </a:lnTo>
                  <a:lnTo>
                    <a:pt x="260590" y="172512"/>
                  </a:lnTo>
                  <a:lnTo>
                    <a:pt x="261834" y="167312"/>
                  </a:lnTo>
                  <a:lnTo>
                    <a:pt x="262911" y="162075"/>
                  </a:lnTo>
                  <a:lnTo>
                    <a:pt x="263821" y="156806"/>
                  </a:lnTo>
                  <a:lnTo>
                    <a:pt x="264561" y="151511"/>
                  </a:lnTo>
                  <a:lnTo>
                    <a:pt x="265132" y="146194"/>
                  </a:lnTo>
                  <a:lnTo>
                    <a:pt x="265532" y="140863"/>
                  </a:lnTo>
                  <a:lnTo>
                    <a:pt x="265762" y="135521"/>
                  </a:lnTo>
                  <a:lnTo>
                    <a:pt x="265820" y="130174"/>
                  </a:lnTo>
                  <a:lnTo>
                    <a:pt x="265708" y="124828"/>
                  </a:lnTo>
                  <a:lnTo>
                    <a:pt x="265425" y="119489"/>
                  </a:lnTo>
                  <a:lnTo>
                    <a:pt x="264971" y="114161"/>
                  </a:lnTo>
                  <a:lnTo>
                    <a:pt x="264347" y="108851"/>
                  </a:lnTo>
                  <a:lnTo>
                    <a:pt x="263553" y="103563"/>
                  </a:lnTo>
                  <a:lnTo>
                    <a:pt x="262591" y="98304"/>
                  </a:lnTo>
                  <a:lnTo>
                    <a:pt x="261461" y="93078"/>
                  </a:lnTo>
                  <a:lnTo>
                    <a:pt x="260165" y="87890"/>
                  </a:lnTo>
                  <a:lnTo>
                    <a:pt x="258703" y="82747"/>
                  </a:lnTo>
                  <a:lnTo>
                    <a:pt x="257078" y="77653"/>
                  </a:lnTo>
                  <a:lnTo>
                    <a:pt x="255290" y="72614"/>
                  </a:lnTo>
                  <a:lnTo>
                    <a:pt x="253342" y="67635"/>
                  </a:lnTo>
                  <a:lnTo>
                    <a:pt x="251236" y="62720"/>
                  </a:lnTo>
                  <a:lnTo>
                    <a:pt x="248974" y="57875"/>
                  </a:lnTo>
                  <a:lnTo>
                    <a:pt x="246558" y="53105"/>
                  </a:lnTo>
                  <a:lnTo>
                    <a:pt x="243991" y="48415"/>
                  </a:lnTo>
                  <a:lnTo>
                    <a:pt x="241275" y="43809"/>
                  </a:lnTo>
                  <a:lnTo>
                    <a:pt x="238413" y="39293"/>
                  </a:lnTo>
                  <a:lnTo>
                    <a:pt x="235408" y="34870"/>
                  </a:lnTo>
                  <a:lnTo>
                    <a:pt x="232264" y="30546"/>
                  </a:lnTo>
                  <a:lnTo>
                    <a:pt x="228982" y="26324"/>
                  </a:lnTo>
                  <a:lnTo>
                    <a:pt x="225567" y="22210"/>
                  </a:lnTo>
                  <a:lnTo>
                    <a:pt x="222023" y="18206"/>
                  </a:lnTo>
                  <a:lnTo>
                    <a:pt x="218352" y="14319"/>
                  </a:lnTo>
                  <a:lnTo>
                    <a:pt x="214559" y="10550"/>
                  </a:lnTo>
                  <a:lnTo>
                    <a:pt x="210647" y="6905"/>
                  </a:lnTo>
                  <a:lnTo>
                    <a:pt x="206621" y="3387"/>
                  </a:lnTo>
                  <a:lnTo>
                    <a:pt x="202484" y="0"/>
                  </a:lnTo>
                  <a:lnTo>
                    <a:pt x="98655" y="1310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03828" cy="167167"/>
            </a:xfrm>
            <a:custGeom>
              <a:avLst/>
              <a:pathLst>
                <a:path w="103828" h="167167">
                  <a:moveTo>
                    <a:pt x="103828" y="36153"/>
                  </a:moveTo>
                  <a:lnTo>
                    <a:pt x="99381" y="32748"/>
                  </a:lnTo>
                  <a:lnTo>
                    <a:pt x="94822" y="29494"/>
                  </a:lnTo>
                  <a:lnTo>
                    <a:pt x="90156" y="26395"/>
                  </a:lnTo>
                  <a:lnTo>
                    <a:pt x="85390" y="23454"/>
                  </a:lnTo>
                  <a:lnTo>
                    <a:pt x="80527" y="20674"/>
                  </a:lnTo>
                  <a:lnTo>
                    <a:pt x="75574" y="18058"/>
                  </a:lnTo>
                  <a:lnTo>
                    <a:pt x="70536" y="15610"/>
                  </a:lnTo>
                  <a:lnTo>
                    <a:pt x="65419" y="13332"/>
                  </a:lnTo>
                  <a:lnTo>
                    <a:pt x="60229" y="11227"/>
                  </a:lnTo>
                  <a:lnTo>
                    <a:pt x="54971" y="9296"/>
                  </a:lnTo>
                  <a:lnTo>
                    <a:pt x="49651" y="7543"/>
                  </a:lnTo>
                  <a:lnTo>
                    <a:pt x="44276" y="5970"/>
                  </a:lnTo>
                  <a:lnTo>
                    <a:pt x="38851" y="4577"/>
                  </a:lnTo>
                  <a:lnTo>
                    <a:pt x="33382" y="3367"/>
                  </a:lnTo>
                  <a:lnTo>
                    <a:pt x="27876" y="2340"/>
                  </a:lnTo>
                  <a:lnTo>
                    <a:pt x="22338" y="1499"/>
                  </a:lnTo>
                  <a:lnTo>
                    <a:pt x="16775" y="843"/>
                  </a:lnTo>
                  <a:lnTo>
                    <a:pt x="11194" y="375"/>
                  </a:lnTo>
                  <a:lnTo>
                    <a:pt x="560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1765" y="941493"/>
              <a:ext cx="81778" cy="167167"/>
            </a:xfrm>
            <a:custGeom>
              <a:avLst/>
              <a:pathLst>
                <a:path w="81778" h="167167">
                  <a:moveTo>
                    <a:pt x="81778" y="0"/>
                  </a:moveTo>
                  <a:lnTo>
                    <a:pt x="76082" y="97"/>
                  </a:lnTo>
                  <a:lnTo>
                    <a:pt x="70393" y="388"/>
                  </a:lnTo>
                  <a:lnTo>
                    <a:pt x="64717" y="872"/>
                  </a:lnTo>
                  <a:lnTo>
                    <a:pt x="59061" y="1550"/>
                  </a:lnTo>
                  <a:lnTo>
                    <a:pt x="53432" y="2420"/>
                  </a:lnTo>
                  <a:lnTo>
                    <a:pt x="47835" y="3482"/>
                  </a:lnTo>
                  <a:lnTo>
                    <a:pt x="42278" y="4733"/>
                  </a:lnTo>
                  <a:lnTo>
                    <a:pt x="36766" y="6173"/>
                  </a:lnTo>
                  <a:lnTo>
                    <a:pt x="31307" y="7801"/>
                  </a:lnTo>
                  <a:lnTo>
                    <a:pt x="25906" y="9613"/>
                  </a:lnTo>
                  <a:lnTo>
                    <a:pt x="20571" y="11608"/>
                  </a:lnTo>
                  <a:lnTo>
                    <a:pt x="15306" y="13783"/>
                  </a:lnTo>
                  <a:lnTo>
                    <a:pt x="10119" y="16137"/>
                  </a:lnTo>
                  <a:lnTo>
                    <a:pt x="5015" y="18667"/>
                  </a:lnTo>
                  <a:lnTo>
                    <a:pt x="0" y="21368"/>
                  </a:lnTo>
                  <a:lnTo>
                    <a:pt x="8177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1765" y="962862"/>
              <a:ext cx="81778" cy="145798"/>
            </a:xfrm>
            <a:custGeom>
              <a:avLst/>
              <a:pathLst>
                <a:path w="81778" h="145798">
                  <a:moveTo>
                    <a:pt x="0" y="0"/>
                  </a:moveTo>
                  <a:lnTo>
                    <a:pt x="81778" y="1457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92" y="951733"/>
              <a:ext cx="334301" cy="324094"/>
            </a:xfrm>
            <a:custGeom>
              <a:avLst/>
              <a:pathLst>
                <a:path w="334301" h="324094">
                  <a:moveTo>
                    <a:pt x="85373" y="11128"/>
                  </a:moveTo>
                  <a:lnTo>
                    <a:pt x="80794" y="13793"/>
                  </a:lnTo>
                  <a:lnTo>
                    <a:pt x="76301" y="16602"/>
                  </a:lnTo>
                  <a:lnTo>
                    <a:pt x="71899" y="19551"/>
                  </a:lnTo>
                  <a:lnTo>
                    <a:pt x="67594" y="22639"/>
                  </a:lnTo>
                  <a:lnTo>
                    <a:pt x="63388" y="25862"/>
                  </a:lnTo>
                  <a:lnTo>
                    <a:pt x="59286" y="29216"/>
                  </a:lnTo>
                  <a:lnTo>
                    <a:pt x="55293" y="32698"/>
                  </a:lnTo>
                  <a:lnTo>
                    <a:pt x="51412" y="36306"/>
                  </a:lnTo>
                  <a:lnTo>
                    <a:pt x="47648" y="40034"/>
                  </a:lnTo>
                  <a:lnTo>
                    <a:pt x="44003" y="43880"/>
                  </a:lnTo>
                  <a:lnTo>
                    <a:pt x="40482" y="47840"/>
                  </a:lnTo>
                  <a:lnTo>
                    <a:pt x="37089" y="51909"/>
                  </a:lnTo>
                  <a:lnTo>
                    <a:pt x="33826" y="56084"/>
                  </a:lnTo>
                  <a:lnTo>
                    <a:pt x="30697" y="60360"/>
                  </a:lnTo>
                  <a:lnTo>
                    <a:pt x="27705" y="64733"/>
                  </a:lnTo>
                  <a:lnTo>
                    <a:pt x="24854" y="69198"/>
                  </a:lnTo>
                  <a:lnTo>
                    <a:pt x="22145" y="73752"/>
                  </a:lnTo>
                  <a:lnTo>
                    <a:pt x="19582" y="78389"/>
                  </a:lnTo>
                  <a:lnTo>
                    <a:pt x="17167" y="83105"/>
                  </a:lnTo>
                  <a:lnTo>
                    <a:pt x="14903" y="87896"/>
                  </a:lnTo>
                  <a:lnTo>
                    <a:pt x="12791" y="92755"/>
                  </a:lnTo>
                  <a:lnTo>
                    <a:pt x="10835" y="97680"/>
                  </a:lnTo>
                  <a:lnTo>
                    <a:pt x="9036" y="102663"/>
                  </a:lnTo>
                  <a:lnTo>
                    <a:pt x="7396" y="107701"/>
                  </a:lnTo>
                  <a:lnTo>
                    <a:pt x="5916" y="112789"/>
                  </a:lnTo>
                  <a:lnTo>
                    <a:pt x="4598" y="117921"/>
                  </a:lnTo>
                  <a:lnTo>
                    <a:pt x="3444" y="123092"/>
                  </a:lnTo>
                  <a:lnTo>
                    <a:pt x="2454" y="128297"/>
                  </a:lnTo>
                  <a:lnTo>
                    <a:pt x="1629" y="133531"/>
                  </a:lnTo>
                  <a:lnTo>
                    <a:pt x="971" y="138789"/>
                  </a:lnTo>
                  <a:lnTo>
                    <a:pt x="480" y="144064"/>
                  </a:lnTo>
                  <a:lnTo>
                    <a:pt x="156" y="149353"/>
                  </a:lnTo>
                  <a:lnTo>
                    <a:pt x="0" y="154649"/>
                  </a:lnTo>
                  <a:lnTo>
                    <a:pt x="11" y="159948"/>
                  </a:lnTo>
                  <a:lnTo>
                    <a:pt x="191" y="165243"/>
                  </a:lnTo>
                  <a:lnTo>
                    <a:pt x="538" y="170530"/>
                  </a:lnTo>
                  <a:lnTo>
                    <a:pt x="1053" y="175803"/>
                  </a:lnTo>
                  <a:lnTo>
                    <a:pt x="1735" y="181058"/>
                  </a:lnTo>
                  <a:lnTo>
                    <a:pt x="2583" y="186288"/>
                  </a:lnTo>
                  <a:lnTo>
                    <a:pt x="3596" y="191489"/>
                  </a:lnTo>
                  <a:lnTo>
                    <a:pt x="4773" y="196655"/>
                  </a:lnTo>
                  <a:lnTo>
                    <a:pt x="6114" y="201781"/>
                  </a:lnTo>
                  <a:lnTo>
                    <a:pt x="7616" y="206862"/>
                  </a:lnTo>
                  <a:lnTo>
                    <a:pt x="9279" y="211893"/>
                  </a:lnTo>
                  <a:lnTo>
                    <a:pt x="11100" y="216868"/>
                  </a:lnTo>
                  <a:lnTo>
                    <a:pt x="13078" y="221784"/>
                  </a:lnTo>
                  <a:lnTo>
                    <a:pt x="15211" y="226634"/>
                  </a:lnTo>
                  <a:lnTo>
                    <a:pt x="17497" y="231414"/>
                  </a:lnTo>
                  <a:lnTo>
                    <a:pt x="19932" y="236120"/>
                  </a:lnTo>
                  <a:lnTo>
                    <a:pt x="22516" y="240745"/>
                  </a:lnTo>
                  <a:lnTo>
                    <a:pt x="25245" y="245287"/>
                  </a:lnTo>
                  <a:lnTo>
                    <a:pt x="28117" y="249740"/>
                  </a:lnTo>
                  <a:lnTo>
                    <a:pt x="31128" y="254100"/>
                  </a:lnTo>
                  <a:lnTo>
                    <a:pt x="34276" y="258362"/>
                  </a:lnTo>
                  <a:lnTo>
                    <a:pt x="37557" y="262522"/>
                  </a:lnTo>
                  <a:lnTo>
                    <a:pt x="40969" y="266576"/>
                  </a:lnTo>
                  <a:lnTo>
                    <a:pt x="44507" y="270520"/>
                  </a:lnTo>
                  <a:lnTo>
                    <a:pt x="48169" y="274349"/>
                  </a:lnTo>
                  <a:lnTo>
                    <a:pt x="51950" y="278061"/>
                  </a:lnTo>
                  <a:lnTo>
                    <a:pt x="55847" y="281651"/>
                  </a:lnTo>
                  <a:lnTo>
                    <a:pt x="59855" y="285116"/>
                  </a:lnTo>
                  <a:lnTo>
                    <a:pt x="63972" y="288452"/>
                  </a:lnTo>
                  <a:lnTo>
                    <a:pt x="68192" y="291656"/>
                  </a:lnTo>
                  <a:lnTo>
                    <a:pt x="72511" y="294724"/>
                  </a:lnTo>
                  <a:lnTo>
                    <a:pt x="76926" y="297654"/>
                  </a:lnTo>
                  <a:lnTo>
                    <a:pt x="81431" y="300443"/>
                  </a:lnTo>
                  <a:lnTo>
                    <a:pt x="86022" y="303088"/>
                  </a:lnTo>
                  <a:lnTo>
                    <a:pt x="90695" y="305585"/>
                  </a:lnTo>
                  <a:lnTo>
                    <a:pt x="95445" y="307934"/>
                  </a:lnTo>
                  <a:lnTo>
                    <a:pt x="100267" y="310130"/>
                  </a:lnTo>
                  <a:lnTo>
                    <a:pt x="105155" y="312173"/>
                  </a:lnTo>
                  <a:lnTo>
                    <a:pt x="110107" y="314060"/>
                  </a:lnTo>
                  <a:lnTo>
                    <a:pt x="115115" y="315789"/>
                  </a:lnTo>
                  <a:lnTo>
                    <a:pt x="120176" y="317358"/>
                  </a:lnTo>
                  <a:lnTo>
                    <a:pt x="125284" y="318766"/>
                  </a:lnTo>
                  <a:lnTo>
                    <a:pt x="130434" y="320012"/>
                  </a:lnTo>
                  <a:lnTo>
                    <a:pt x="135621" y="321094"/>
                  </a:lnTo>
                  <a:lnTo>
                    <a:pt x="140839" y="322010"/>
                  </a:lnTo>
                  <a:lnTo>
                    <a:pt x="146084" y="322761"/>
                  </a:lnTo>
                  <a:lnTo>
                    <a:pt x="151350" y="323346"/>
                  </a:lnTo>
                  <a:lnTo>
                    <a:pt x="156632" y="323763"/>
                  </a:lnTo>
                  <a:lnTo>
                    <a:pt x="161925" y="324012"/>
                  </a:lnTo>
                  <a:lnTo>
                    <a:pt x="167223" y="324094"/>
                  </a:lnTo>
                  <a:lnTo>
                    <a:pt x="172521" y="324008"/>
                  </a:lnTo>
                  <a:lnTo>
                    <a:pt x="177813" y="323754"/>
                  </a:lnTo>
                  <a:lnTo>
                    <a:pt x="183095" y="323332"/>
                  </a:lnTo>
                  <a:lnTo>
                    <a:pt x="188360" y="322743"/>
                  </a:lnTo>
                  <a:lnTo>
                    <a:pt x="193605" y="321988"/>
                  </a:lnTo>
                  <a:lnTo>
                    <a:pt x="198822" y="321067"/>
                  </a:lnTo>
                  <a:lnTo>
                    <a:pt x="204008" y="319980"/>
                  </a:lnTo>
                  <a:lnTo>
                    <a:pt x="209157" y="318730"/>
                  </a:lnTo>
                  <a:lnTo>
                    <a:pt x="214264" y="317318"/>
                  </a:lnTo>
                  <a:lnTo>
                    <a:pt x="219323" y="315744"/>
                  </a:lnTo>
                  <a:lnTo>
                    <a:pt x="224330" y="314011"/>
                  </a:lnTo>
                  <a:lnTo>
                    <a:pt x="229280" y="312120"/>
                  </a:lnTo>
                  <a:lnTo>
                    <a:pt x="234167" y="310073"/>
                  </a:lnTo>
                  <a:lnTo>
                    <a:pt x="238987" y="307872"/>
                  </a:lnTo>
                  <a:lnTo>
                    <a:pt x="243734" y="305520"/>
                  </a:lnTo>
                  <a:lnTo>
                    <a:pt x="248405" y="303018"/>
                  </a:lnTo>
                  <a:lnTo>
                    <a:pt x="252994" y="300370"/>
                  </a:lnTo>
                  <a:lnTo>
                    <a:pt x="257497" y="297577"/>
                  </a:lnTo>
                  <a:lnTo>
                    <a:pt x="261909" y="294643"/>
                  </a:lnTo>
                  <a:lnTo>
                    <a:pt x="266226" y="291571"/>
                  </a:lnTo>
                  <a:lnTo>
                    <a:pt x="270443" y="288364"/>
                  </a:lnTo>
                  <a:lnTo>
                    <a:pt x="274557" y="285024"/>
                  </a:lnTo>
                  <a:lnTo>
                    <a:pt x="278563" y="281556"/>
                  </a:lnTo>
                  <a:lnTo>
                    <a:pt x="282456" y="277963"/>
                  </a:lnTo>
                  <a:lnTo>
                    <a:pt x="286234" y="274248"/>
                  </a:lnTo>
                  <a:lnTo>
                    <a:pt x="289893" y="270415"/>
                  </a:lnTo>
                  <a:lnTo>
                    <a:pt x="293428" y="266468"/>
                  </a:lnTo>
                  <a:lnTo>
                    <a:pt x="296836" y="262411"/>
                  </a:lnTo>
                  <a:lnTo>
                    <a:pt x="300113" y="258248"/>
                  </a:lnTo>
                  <a:lnTo>
                    <a:pt x="303258" y="253983"/>
                  </a:lnTo>
                  <a:lnTo>
                    <a:pt x="306265" y="249621"/>
                  </a:lnTo>
                  <a:lnTo>
                    <a:pt x="309133" y="245166"/>
                  </a:lnTo>
                  <a:lnTo>
                    <a:pt x="311858" y="240622"/>
                  </a:lnTo>
                  <a:lnTo>
                    <a:pt x="314438" y="235994"/>
                  </a:lnTo>
                  <a:lnTo>
                    <a:pt x="316870" y="231287"/>
                  </a:lnTo>
                  <a:lnTo>
                    <a:pt x="319151" y="226504"/>
                  </a:lnTo>
                  <a:lnTo>
                    <a:pt x="321280" y="221652"/>
                  </a:lnTo>
                  <a:lnTo>
                    <a:pt x="323254" y="216735"/>
                  </a:lnTo>
                  <a:lnTo>
                    <a:pt x="325071" y="211758"/>
                  </a:lnTo>
                  <a:lnTo>
                    <a:pt x="326729" y="206726"/>
                  </a:lnTo>
                  <a:lnTo>
                    <a:pt x="328227" y="201643"/>
                  </a:lnTo>
                  <a:lnTo>
                    <a:pt x="329563" y="196516"/>
                  </a:lnTo>
                  <a:lnTo>
                    <a:pt x="330736" y="191349"/>
                  </a:lnTo>
                  <a:lnTo>
                    <a:pt x="331745" y="186148"/>
                  </a:lnTo>
                  <a:lnTo>
                    <a:pt x="332589" y="180917"/>
                  </a:lnTo>
                  <a:lnTo>
                    <a:pt x="333266" y="175662"/>
                  </a:lnTo>
                  <a:lnTo>
                    <a:pt x="333776" y="170388"/>
                  </a:lnTo>
                  <a:lnTo>
                    <a:pt x="334119" y="165101"/>
                  </a:lnTo>
                  <a:lnTo>
                    <a:pt x="334294" y="159805"/>
                  </a:lnTo>
                  <a:lnTo>
                    <a:pt x="334301" y="154506"/>
                  </a:lnTo>
                  <a:lnTo>
                    <a:pt x="334141" y="149210"/>
                  </a:lnTo>
                  <a:lnTo>
                    <a:pt x="333812" y="143922"/>
                  </a:lnTo>
                  <a:lnTo>
                    <a:pt x="333316" y="138647"/>
                  </a:lnTo>
                  <a:lnTo>
                    <a:pt x="332654" y="133390"/>
                  </a:lnTo>
                  <a:lnTo>
                    <a:pt x="331825" y="128157"/>
                  </a:lnTo>
                  <a:lnTo>
                    <a:pt x="330830" y="122953"/>
                  </a:lnTo>
                  <a:lnTo>
                    <a:pt x="329671" y="117782"/>
                  </a:lnTo>
                  <a:lnTo>
                    <a:pt x="328349" y="112651"/>
                  </a:lnTo>
                  <a:lnTo>
                    <a:pt x="326865" y="107565"/>
                  </a:lnTo>
                  <a:lnTo>
                    <a:pt x="325220" y="102528"/>
                  </a:lnTo>
                  <a:lnTo>
                    <a:pt x="323417" y="97546"/>
                  </a:lnTo>
                  <a:lnTo>
                    <a:pt x="321457" y="92624"/>
                  </a:lnTo>
                  <a:lnTo>
                    <a:pt x="319341" y="87766"/>
                  </a:lnTo>
                  <a:lnTo>
                    <a:pt x="317073" y="82977"/>
                  </a:lnTo>
                  <a:lnTo>
                    <a:pt x="314654" y="78263"/>
                  </a:lnTo>
                  <a:lnTo>
                    <a:pt x="312087" y="73628"/>
                  </a:lnTo>
                  <a:lnTo>
                    <a:pt x="309374" y="69077"/>
                  </a:lnTo>
                  <a:lnTo>
                    <a:pt x="306519" y="64614"/>
                  </a:lnTo>
                  <a:lnTo>
                    <a:pt x="303523" y="60243"/>
                  </a:lnTo>
                  <a:lnTo>
                    <a:pt x="300391" y="55970"/>
                  </a:lnTo>
                  <a:lnTo>
                    <a:pt x="297124" y="51798"/>
                  </a:lnTo>
                  <a:lnTo>
                    <a:pt x="293727" y="47732"/>
                  </a:lnTo>
                  <a:lnTo>
                    <a:pt x="290203" y="43775"/>
                  </a:lnTo>
                  <a:lnTo>
                    <a:pt x="286555" y="39932"/>
                  </a:lnTo>
                  <a:lnTo>
                    <a:pt x="282788" y="36207"/>
                  </a:lnTo>
                  <a:lnTo>
                    <a:pt x="278904" y="32603"/>
                  </a:lnTo>
                  <a:lnTo>
                    <a:pt x="274908" y="29124"/>
                  </a:lnTo>
                  <a:lnTo>
                    <a:pt x="270803" y="25773"/>
                  </a:lnTo>
                  <a:lnTo>
                    <a:pt x="266595" y="22554"/>
                  </a:lnTo>
                  <a:lnTo>
                    <a:pt x="262286" y="19470"/>
                  </a:lnTo>
                  <a:lnTo>
                    <a:pt x="257882" y="16524"/>
                  </a:lnTo>
                  <a:lnTo>
                    <a:pt x="253387" y="13719"/>
                  </a:lnTo>
                  <a:lnTo>
                    <a:pt x="248805" y="11058"/>
                  </a:lnTo>
                  <a:lnTo>
                    <a:pt x="244141" y="8544"/>
                  </a:lnTo>
                  <a:lnTo>
                    <a:pt x="239400" y="6178"/>
                  </a:lnTo>
                  <a:lnTo>
                    <a:pt x="234587" y="3964"/>
                  </a:lnTo>
                  <a:lnTo>
                    <a:pt x="229705" y="1904"/>
                  </a:lnTo>
                  <a:lnTo>
                    <a:pt x="224761" y="0"/>
                  </a:lnTo>
                  <a:lnTo>
                    <a:pt x="167151" y="1569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57609" cy="167167"/>
            </a:xfrm>
            <a:custGeom>
              <a:avLst/>
              <a:pathLst>
                <a:path w="57609" h="167167">
                  <a:moveTo>
                    <a:pt x="57609" y="10240"/>
                  </a:moveTo>
                  <a:lnTo>
                    <a:pt x="52053" y="8310"/>
                  </a:lnTo>
                  <a:lnTo>
                    <a:pt x="46433" y="6578"/>
                  </a:lnTo>
                  <a:lnTo>
                    <a:pt x="40755" y="5044"/>
                  </a:lnTo>
                  <a:lnTo>
                    <a:pt x="35027" y="3710"/>
                  </a:lnTo>
                  <a:lnTo>
                    <a:pt x="29256" y="2579"/>
                  </a:lnTo>
                  <a:lnTo>
                    <a:pt x="23448" y="1652"/>
                  </a:lnTo>
                  <a:lnTo>
                    <a:pt x="17611" y="930"/>
                  </a:lnTo>
                  <a:lnTo>
                    <a:pt x="11753" y="413"/>
                  </a:lnTo>
                  <a:lnTo>
                    <a:pt x="5880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319442" y="941493"/>
              <a:ext cx="166773" cy="167167"/>
            </a:xfrm>
            <a:custGeom>
              <a:avLst/>
              <a:pathLst>
                <a:path w="166773" h="167167">
                  <a:moveTo>
                    <a:pt x="166773" y="0"/>
                  </a:moveTo>
                  <a:lnTo>
                    <a:pt x="161315" y="89"/>
                  </a:lnTo>
                  <a:lnTo>
                    <a:pt x="155863" y="356"/>
                  </a:lnTo>
                  <a:lnTo>
                    <a:pt x="150423" y="801"/>
                  </a:lnTo>
                  <a:lnTo>
                    <a:pt x="145000" y="1424"/>
                  </a:lnTo>
                  <a:lnTo>
                    <a:pt x="139600" y="2223"/>
                  </a:lnTo>
                  <a:lnTo>
                    <a:pt x="134229" y="3198"/>
                  </a:lnTo>
                  <a:lnTo>
                    <a:pt x="128893" y="4348"/>
                  </a:lnTo>
                  <a:lnTo>
                    <a:pt x="123597" y="5672"/>
                  </a:lnTo>
                  <a:lnTo>
                    <a:pt x="118347" y="7167"/>
                  </a:lnTo>
                  <a:lnTo>
                    <a:pt x="113149" y="8834"/>
                  </a:lnTo>
                  <a:lnTo>
                    <a:pt x="108008" y="10669"/>
                  </a:lnTo>
                  <a:lnTo>
                    <a:pt x="102930" y="12671"/>
                  </a:lnTo>
                  <a:lnTo>
                    <a:pt x="97920" y="14838"/>
                  </a:lnTo>
                  <a:lnTo>
                    <a:pt x="92983" y="17167"/>
                  </a:lnTo>
                  <a:lnTo>
                    <a:pt x="88125" y="19656"/>
                  </a:lnTo>
                  <a:lnTo>
                    <a:pt x="83351" y="22303"/>
                  </a:lnTo>
                  <a:lnTo>
                    <a:pt x="78665" y="25104"/>
                  </a:lnTo>
                  <a:lnTo>
                    <a:pt x="74074" y="28056"/>
                  </a:lnTo>
                  <a:lnTo>
                    <a:pt x="69581" y="31157"/>
                  </a:lnTo>
                  <a:lnTo>
                    <a:pt x="65193" y="34403"/>
                  </a:lnTo>
                  <a:lnTo>
                    <a:pt x="60912" y="37790"/>
                  </a:lnTo>
                  <a:lnTo>
                    <a:pt x="56744" y="41315"/>
                  </a:lnTo>
                  <a:lnTo>
                    <a:pt x="52694" y="44975"/>
                  </a:lnTo>
                  <a:lnTo>
                    <a:pt x="48765" y="48765"/>
                  </a:lnTo>
                  <a:lnTo>
                    <a:pt x="44962" y="52681"/>
                  </a:lnTo>
                  <a:lnTo>
                    <a:pt x="41289" y="56719"/>
                  </a:lnTo>
                  <a:lnTo>
                    <a:pt x="37750" y="60875"/>
                  </a:lnTo>
                  <a:lnTo>
                    <a:pt x="34349" y="65144"/>
                  </a:lnTo>
                  <a:lnTo>
                    <a:pt x="31088" y="69522"/>
                  </a:lnTo>
                  <a:lnTo>
                    <a:pt x="27972" y="74004"/>
                  </a:lnTo>
                  <a:lnTo>
                    <a:pt x="25005" y="78586"/>
                  </a:lnTo>
                  <a:lnTo>
                    <a:pt x="22188" y="83262"/>
                  </a:lnTo>
                  <a:lnTo>
                    <a:pt x="19526" y="88027"/>
                  </a:lnTo>
                  <a:lnTo>
                    <a:pt x="17020" y="92877"/>
                  </a:lnTo>
                  <a:lnTo>
                    <a:pt x="14675" y="97806"/>
                  </a:lnTo>
                  <a:lnTo>
                    <a:pt x="12491" y="102809"/>
                  </a:lnTo>
                  <a:lnTo>
                    <a:pt x="10472" y="107880"/>
                  </a:lnTo>
                  <a:lnTo>
                    <a:pt x="8620" y="113015"/>
                  </a:lnTo>
                  <a:lnTo>
                    <a:pt x="6936" y="118207"/>
                  </a:lnTo>
                  <a:lnTo>
                    <a:pt x="5423" y="123452"/>
                  </a:lnTo>
                  <a:lnTo>
                    <a:pt x="4082" y="128744"/>
                  </a:lnTo>
                  <a:lnTo>
                    <a:pt x="2914" y="134076"/>
                  </a:lnTo>
                  <a:lnTo>
                    <a:pt x="1921" y="139443"/>
                  </a:lnTo>
                  <a:lnTo>
                    <a:pt x="1103" y="144841"/>
                  </a:lnTo>
                  <a:lnTo>
                    <a:pt x="463" y="150262"/>
                  </a:lnTo>
                  <a:lnTo>
                    <a:pt x="0" y="155701"/>
                  </a:lnTo>
                  <a:lnTo>
                    <a:pt x="16677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442" y="1097194"/>
              <a:ext cx="166773" cy="11466"/>
            </a:xfrm>
            <a:custGeom>
              <a:avLst/>
              <a:pathLst>
                <a:path w="166773" h="11466">
                  <a:moveTo>
                    <a:pt x="0" y="0"/>
                  </a:moveTo>
                  <a:lnTo>
                    <a:pt x="166773" y="114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49" y="1097194"/>
              <a:ext cx="169293" cy="178620"/>
            </a:xfrm>
            <a:custGeom>
              <a:avLst/>
              <a:pathLst>
                <a:path w="169293" h="178620">
                  <a:moveTo>
                    <a:pt x="392" y="0"/>
                  </a:moveTo>
                  <a:lnTo>
                    <a:pt x="108" y="5407"/>
                  </a:lnTo>
                  <a:lnTo>
                    <a:pt x="0" y="10821"/>
                  </a:lnTo>
                  <a:lnTo>
                    <a:pt x="66" y="16236"/>
                  </a:lnTo>
                  <a:lnTo>
                    <a:pt x="309" y="21646"/>
                  </a:lnTo>
                  <a:lnTo>
                    <a:pt x="726" y="27045"/>
                  </a:lnTo>
                  <a:lnTo>
                    <a:pt x="1318" y="32428"/>
                  </a:lnTo>
                  <a:lnTo>
                    <a:pt x="2084" y="37789"/>
                  </a:lnTo>
                  <a:lnTo>
                    <a:pt x="3023" y="43122"/>
                  </a:lnTo>
                  <a:lnTo>
                    <a:pt x="4134" y="48422"/>
                  </a:lnTo>
                  <a:lnTo>
                    <a:pt x="5417" y="53683"/>
                  </a:lnTo>
                  <a:lnTo>
                    <a:pt x="6869" y="58900"/>
                  </a:lnTo>
                  <a:lnTo>
                    <a:pt x="8490" y="64067"/>
                  </a:lnTo>
                  <a:lnTo>
                    <a:pt x="10277" y="69179"/>
                  </a:lnTo>
                  <a:lnTo>
                    <a:pt x="12228" y="74230"/>
                  </a:lnTo>
                  <a:lnTo>
                    <a:pt x="14342" y="79216"/>
                  </a:lnTo>
                  <a:lnTo>
                    <a:pt x="16617" y="84130"/>
                  </a:lnTo>
                  <a:lnTo>
                    <a:pt x="19050" y="88968"/>
                  </a:lnTo>
                  <a:lnTo>
                    <a:pt x="21638" y="93725"/>
                  </a:lnTo>
                  <a:lnTo>
                    <a:pt x="24378" y="98395"/>
                  </a:lnTo>
                  <a:lnTo>
                    <a:pt x="27269" y="102975"/>
                  </a:lnTo>
                  <a:lnTo>
                    <a:pt x="30306" y="107458"/>
                  </a:lnTo>
                  <a:lnTo>
                    <a:pt x="33487" y="111840"/>
                  </a:lnTo>
                  <a:lnTo>
                    <a:pt x="36808" y="116117"/>
                  </a:lnTo>
                  <a:lnTo>
                    <a:pt x="40266" y="120285"/>
                  </a:lnTo>
                  <a:lnTo>
                    <a:pt x="43858" y="124338"/>
                  </a:lnTo>
                  <a:lnTo>
                    <a:pt x="47578" y="128273"/>
                  </a:lnTo>
                  <a:lnTo>
                    <a:pt x="51424" y="132085"/>
                  </a:lnTo>
                  <a:lnTo>
                    <a:pt x="55392" y="135770"/>
                  </a:lnTo>
                  <a:lnTo>
                    <a:pt x="59477" y="139325"/>
                  </a:lnTo>
                  <a:lnTo>
                    <a:pt x="63675" y="142746"/>
                  </a:lnTo>
                  <a:lnTo>
                    <a:pt x="67981" y="146029"/>
                  </a:lnTo>
                  <a:lnTo>
                    <a:pt x="72392" y="149171"/>
                  </a:lnTo>
                  <a:lnTo>
                    <a:pt x="76902" y="152169"/>
                  </a:lnTo>
                  <a:lnTo>
                    <a:pt x="81506" y="155019"/>
                  </a:lnTo>
                  <a:lnTo>
                    <a:pt x="86201" y="157718"/>
                  </a:lnTo>
                  <a:lnTo>
                    <a:pt x="90980" y="160264"/>
                  </a:lnTo>
                  <a:lnTo>
                    <a:pt x="95840" y="162653"/>
                  </a:lnTo>
                  <a:lnTo>
                    <a:pt x="100774" y="164884"/>
                  </a:lnTo>
                  <a:lnTo>
                    <a:pt x="105778" y="166954"/>
                  </a:lnTo>
                  <a:lnTo>
                    <a:pt x="110847" y="168861"/>
                  </a:lnTo>
                  <a:lnTo>
                    <a:pt x="115974" y="170602"/>
                  </a:lnTo>
                  <a:lnTo>
                    <a:pt x="121155" y="172177"/>
                  </a:lnTo>
                  <a:lnTo>
                    <a:pt x="126385" y="173583"/>
                  </a:lnTo>
                  <a:lnTo>
                    <a:pt x="131657" y="174819"/>
                  </a:lnTo>
                  <a:lnTo>
                    <a:pt x="136967" y="175883"/>
                  </a:lnTo>
                  <a:lnTo>
                    <a:pt x="142308" y="176775"/>
                  </a:lnTo>
                  <a:lnTo>
                    <a:pt x="147676" y="177493"/>
                  </a:lnTo>
                  <a:lnTo>
                    <a:pt x="153063" y="178037"/>
                  </a:lnTo>
                  <a:lnTo>
                    <a:pt x="158466" y="178407"/>
                  </a:lnTo>
                  <a:lnTo>
                    <a:pt x="163878" y="178601"/>
                  </a:lnTo>
                  <a:lnTo>
                    <a:pt x="169293" y="178620"/>
                  </a:lnTo>
                  <a:lnTo>
                    <a:pt x="167166" y="114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86215" y="941493"/>
              <a:ext cx="167164" cy="334321"/>
            </a:xfrm>
            <a:custGeom>
              <a:avLst/>
              <a:pathLst>
                <a:path w="167164" h="334321">
                  <a:moveTo>
                    <a:pt x="2127" y="334321"/>
                  </a:moveTo>
                  <a:lnTo>
                    <a:pt x="7462" y="334168"/>
                  </a:lnTo>
                  <a:lnTo>
                    <a:pt x="12789" y="333844"/>
                  </a:lnTo>
                  <a:lnTo>
                    <a:pt x="18103" y="333351"/>
                  </a:lnTo>
                  <a:lnTo>
                    <a:pt x="23398" y="332689"/>
                  </a:lnTo>
                  <a:lnTo>
                    <a:pt x="28670" y="331857"/>
                  </a:lnTo>
                  <a:lnTo>
                    <a:pt x="33913" y="330858"/>
                  </a:lnTo>
                  <a:lnTo>
                    <a:pt x="39121" y="329692"/>
                  </a:lnTo>
                  <a:lnTo>
                    <a:pt x="44289" y="328361"/>
                  </a:lnTo>
                  <a:lnTo>
                    <a:pt x="49412" y="326865"/>
                  </a:lnTo>
                  <a:lnTo>
                    <a:pt x="54485" y="325206"/>
                  </a:lnTo>
                  <a:lnTo>
                    <a:pt x="59502" y="323386"/>
                  </a:lnTo>
                  <a:lnTo>
                    <a:pt x="64458" y="321407"/>
                  </a:lnTo>
                  <a:lnTo>
                    <a:pt x="69349" y="319271"/>
                  </a:lnTo>
                  <a:lnTo>
                    <a:pt x="74169" y="316980"/>
                  </a:lnTo>
                  <a:lnTo>
                    <a:pt x="78914" y="314536"/>
                  </a:lnTo>
                  <a:lnTo>
                    <a:pt x="83578" y="311941"/>
                  </a:lnTo>
                  <a:lnTo>
                    <a:pt x="88157" y="309200"/>
                  </a:lnTo>
                  <a:lnTo>
                    <a:pt x="92646" y="306313"/>
                  </a:lnTo>
                  <a:lnTo>
                    <a:pt x="97040" y="303285"/>
                  </a:lnTo>
                  <a:lnTo>
                    <a:pt x="101336" y="300118"/>
                  </a:lnTo>
                  <a:lnTo>
                    <a:pt x="105528" y="296815"/>
                  </a:lnTo>
                  <a:lnTo>
                    <a:pt x="109613" y="293380"/>
                  </a:lnTo>
                  <a:lnTo>
                    <a:pt x="113586" y="289817"/>
                  </a:lnTo>
                  <a:lnTo>
                    <a:pt x="117443" y="286129"/>
                  </a:lnTo>
                  <a:lnTo>
                    <a:pt x="121181" y="282319"/>
                  </a:lnTo>
                  <a:lnTo>
                    <a:pt x="124795" y="278392"/>
                  </a:lnTo>
                  <a:lnTo>
                    <a:pt x="128282" y="274351"/>
                  </a:lnTo>
                  <a:lnTo>
                    <a:pt x="131638" y="270202"/>
                  </a:lnTo>
                  <a:lnTo>
                    <a:pt x="134860" y="265947"/>
                  </a:lnTo>
                  <a:lnTo>
                    <a:pt x="137945" y="261592"/>
                  </a:lnTo>
                  <a:lnTo>
                    <a:pt x="140889" y="257140"/>
                  </a:lnTo>
                  <a:lnTo>
                    <a:pt x="143689" y="252597"/>
                  </a:lnTo>
                  <a:lnTo>
                    <a:pt x="146343" y="247967"/>
                  </a:lnTo>
                  <a:lnTo>
                    <a:pt x="148847" y="243254"/>
                  </a:lnTo>
                  <a:lnTo>
                    <a:pt x="151200" y="238464"/>
                  </a:lnTo>
                  <a:lnTo>
                    <a:pt x="153399" y="233601"/>
                  </a:lnTo>
                  <a:lnTo>
                    <a:pt x="155442" y="228670"/>
                  </a:lnTo>
                  <a:lnTo>
                    <a:pt x="157326" y="223677"/>
                  </a:lnTo>
                  <a:lnTo>
                    <a:pt x="159050" y="218626"/>
                  </a:lnTo>
                  <a:lnTo>
                    <a:pt x="160611" y="213522"/>
                  </a:lnTo>
                  <a:lnTo>
                    <a:pt x="162009" y="208372"/>
                  </a:lnTo>
                  <a:lnTo>
                    <a:pt x="163242" y="203179"/>
                  </a:lnTo>
                  <a:lnTo>
                    <a:pt x="164308" y="197950"/>
                  </a:lnTo>
                  <a:lnTo>
                    <a:pt x="165207" y="192689"/>
                  </a:lnTo>
                  <a:lnTo>
                    <a:pt x="165938" y="187402"/>
                  </a:lnTo>
                  <a:lnTo>
                    <a:pt x="166499" y="182095"/>
                  </a:lnTo>
                  <a:lnTo>
                    <a:pt x="166891" y="176772"/>
                  </a:lnTo>
                  <a:lnTo>
                    <a:pt x="167112" y="171440"/>
                  </a:lnTo>
                  <a:lnTo>
                    <a:pt x="167164" y="166103"/>
                  </a:lnTo>
                  <a:lnTo>
                    <a:pt x="167044" y="160768"/>
                  </a:lnTo>
                  <a:lnTo>
                    <a:pt x="166755" y="155439"/>
                  </a:lnTo>
                  <a:lnTo>
                    <a:pt x="166296" y="150121"/>
                  </a:lnTo>
                  <a:lnTo>
                    <a:pt x="165667" y="144822"/>
                  </a:lnTo>
                  <a:lnTo>
                    <a:pt x="164869" y="139545"/>
                  </a:lnTo>
                  <a:lnTo>
                    <a:pt x="163903" y="134296"/>
                  </a:lnTo>
                  <a:lnTo>
                    <a:pt x="162770" y="129080"/>
                  </a:lnTo>
                  <a:lnTo>
                    <a:pt x="161472" y="123904"/>
                  </a:lnTo>
                  <a:lnTo>
                    <a:pt x="160008" y="118771"/>
                  </a:lnTo>
                  <a:lnTo>
                    <a:pt x="158382" y="113688"/>
                  </a:lnTo>
                  <a:lnTo>
                    <a:pt x="156594" y="108660"/>
                  </a:lnTo>
                  <a:lnTo>
                    <a:pt x="154647" y="103691"/>
                  </a:lnTo>
                  <a:lnTo>
                    <a:pt x="152542" y="98787"/>
                  </a:lnTo>
                  <a:lnTo>
                    <a:pt x="150281" y="93952"/>
                  </a:lnTo>
                  <a:lnTo>
                    <a:pt x="147867" y="89192"/>
                  </a:lnTo>
                  <a:lnTo>
                    <a:pt x="145303" y="84512"/>
                  </a:lnTo>
                  <a:lnTo>
                    <a:pt x="142590" y="79915"/>
                  </a:lnTo>
                  <a:lnTo>
                    <a:pt x="139732" y="75408"/>
                  </a:lnTo>
                  <a:lnTo>
                    <a:pt x="136732" y="70994"/>
                  </a:lnTo>
                  <a:lnTo>
                    <a:pt x="133592" y="66679"/>
                  </a:lnTo>
                  <a:lnTo>
                    <a:pt x="130316" y="62465"/>
                  </a:lnTo>
                  <a:lnTo>
                    <a:pt x="126908" y="58359"/>
                  </a:lnTo>
                  <a:lnTo>
                    <a:pt x="123370" y="54363"/>
                  </a:lnTo>
                  <a:lnTo>
                    <a:pt x="119706" y="50482"/>
                  </a:lnTo>
                  <a:lnTo>
                    <a:pt x="115920" y="46720"/>
                  </a:lnTo>
                  <a:lnTo>
                    <a:pt x="112016" y="43081"/>
                  </a:lnTo>
                  <a:lnTo>
                    <a:pt x="107998" y="39569"/>
                  </a:lnTo>
                  <a:lnTo>
                    <a:pt x="103870" y="36186"/>
                  </a:lnTo>
                  <a:lnTo>
                    <a:pt x="99636" y="32937"/>
                  </a:lnTo>
                  <a:lnTo>
                    <a:pt x="95300" y="29825"/>
                  </a:lnTo>
                  <a:lnTo>
                    <a:pt x="90867" y="26853"/>
                  </a:lnTo>
                  <a:lnTo>
                    <a:pt x="86342" y="24024"/>
                  </a:lnTo>
                  <a:lnTo>
                    <a:pt x="81729" y="21341"/>
                  </a:lnTo>
                  <a:lnTo>
                    <a:pt x="77032" y="18806"/>
                  </a:lnTo>
                  <a:lnTo>
                    <a:pt x="72257" y="16423"/>
                  </a:lnTo>
                  <a:lnTo>
                    <a:pt x="67408" y="14193"/>
                  </a:lnTo>
                  <a:lnTo>
                    <a:pt x="62490" y="12119"/>
                  </a:lnTo>
                  <a:lnTo>
                    <a:pt x="57509" y="10203"/>
                  </a:lnTo>
                  <a:lnTo>
                    <a:pt x="52469" y="8447"/>
                  </a:lnTo>
                  <a:lnTo>
                    <a:pt x="47376" y="6853"/>
                  </a:lnTo>
                  <a:lnTo>
                    <a:pt x="42234" y="5423"/>
                  </a:lnTo>
                  <a:lnTo>
                    <a:pt x="37050" y="4157"/>
                  </a:lnTo>
                  <a:lnTo>
                    <a:pt x="31827" y="3057"/>
                  </a:lnTo>
                  <a:lnTo>
                    <a:pt x="26572" y="2125"/>
                  </a:lnTo>
                  <a:lnTo>
                    <a:pt x="21290" y="1361"/>
                  </a:lnTo>
                  <a:lnTo>
                    <a:pt x="15987" y="766"/>
                  </a:lnTo>
                  <a:lnTo>
                    <a:pt x="10667" y="340"/>
                  </a:lnTo>
                  <a:lnTo>
                    <a:pt x="533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346" y="1071028"/>
              <a:ext cx="167155" cy="185348"/>
            </a:xfrm>
            <a:custGeom>
              <a:avLst/>
              <a:pathLst>
                <a:path w="167155" h="185348">
                  <a:moveTo>
                    <a:pt x="167155" y="0"/>
                  </a:moveTo>
                  <a:lnTo>
                    <a:pt x="161756" y="87"/>
                  </a:lnTo>
                  <a:lnTo>
                    <a:pt x="156362" y="348"/>
                  </a:lnTo>
                  <a:lnTo>
                    <a:pt x="150980" y="784"/>
                  </a:lnTo>
                  <a:lnTo>
                    <a:pt x="145615" y="1393"/>
                  </a:lnTo>
                  <a:lnTo>
                    <a:pt x="140272" y="2175"/>
                  </a:lnTo>
                  <a:lnTo>
                    <a:pt x="134957" y="3130"/>
                  </a:lnTo>
                  <a:lnTo>
                    <a:pt x="129676" y="4255"/>
                  </a:lnTo>
                  <a:lnTo>
                    <a:pt x="124434" y="5551"/>
                  </a:lnTo>
                  <a:lnTo>
                    <a:pt x="119236" y="7015"/>
                  </a:lnTo>
                  <a:lnTo>
                    <a:pt x="114089" y="8646"/>
                  </a:lnTo>
                  <a:lnTo>
                    <a:pt x="108996" y="10443"/>
                  </a:lnTo>
                  <a:lnTo>
                    <a:pt x="103965" y="12403"/>
                  </a:lnTo>
                  <a:lnTo>
                    <a:pt x="98999" y="14524"/>
                  </a:lnTo>
                  <a:lnTo>
                    <a:pt x="94105" y="16805"/>
                  </a:lnTo>
                  <a:lnTo>
                    <a:pt x="89287" y="19243"/>
                  </a:lnTo>
                  <a:lnTo>
                    <a:pt x="84550" y="21835"/>
                  </a:lnTo>
                  <a:lnTo>
                    <a:pt x="79899" y="24579"/>
                  </a:lnTo>
                  <a:lnTo>
                    <a:pt x="75339" y="27471"/>
                  </a:lnTo>
                  <a:lnTo>
                    <a:pt x="70875" y="30510"/>
                  </a:lnTo>
                  <a:lnTo>
                    <a:pt x="66512" y="33691"/>
                  </a:lnTo>
                  <a:lnTo>
                    <a:pt x="62253" y="37011"/>
                  </a:lnTo>
                  <a:lnTo>
                    <a:pt x="58104" y="40467"/>
                  </a:lnTo>
                  <a:lnTo>
                    <a:pt x="54069" y="44055"/>
                  </a:lnTo>
                  <a:lnTo>
                    <a:pt x="50152" y="47772"/>
                  </a:lnTo>
                  <a:lnTo>
                    <a:pt x="46357" y="51613"/>
                  </a:lnTo>
                  <a:lnTo>
                    <a:pt x="42688" y="55575"/>
                  </a:lnTo>
                  <a:lnTo>
                    <a:pt x="39148" y="59653"/>
                  </a:lnTo>
                  <a:lnTo>
                    <a:pt x="35743" y="63843"/>
                  </a:lnTo>
                  <a:lnTo>
                    <a:pt x="32474" y="68141"/>
                  </a:lnTo>
                  <a:lnTo>
                    <a:pt x="29346" y="72543"/>
                  </a:lnTo>
                  <a:lnTo>
                    <a:pt x="26362" y="77043"/>
                  </a:lnTo>
                  <a:lnTo>
                    <a:pt x="23524" y="81637"/>
                  </a:lnTo>
                  <a:lnTo>
                    <a:pt x="20837" y="86321"/>
                  </a:lnTo>
                  <a:lnTo>
                    <a:pt x="18302" y="91089"/>
                  </a:lnTo>
                  <a:lnTo>
                    <a:pt x="15923" y="95936"/>
                  </a:lnTo>
                  <a:lnTo>
                    <a:pt x="13701" y="100858"/>
                  </a:lnTo>
                  <a:lnTo>
                    <a:pt x="11639" y="105849"/>
                  </a:lnTo>
                  <a:lnTo>
                    <a:pt x="9740" y="110903"/>
                  </a:lnTo>
                  <a:lnTo>
                    <a:pt x="8005" y="116017"/>
                  </a:lnTo>
                  <a:lnTo>
                    <a:pt x="6436" y="121184"/>
                  </a:lnTo>
                  <a:lnTo>
                    <a:pt x="5035" y="126399"/>
                  </a:lnTo>
                  <a:lnTo>
                    <a:pt x="3803" y="131656"/>
                  </a:lnTo>
                  <a:lnTo>
                    <a:pt x="2741" y="136950"/>
                  </a:lnTo>
                  <a:lnTo>
                    <a:pt x="1851" y="142276"/>
                  </a:lnTo>
                  <a:lnTo>
                    <a:pt x="1133" y="147628"/>
                  </a:lnTo>
                  <a:lnTo>
                    <a:pt x="589" y="153000"/>
                  </a:lnTo>
                  <a:lnTo>
                    <a:pt x="218" y="158388"/>
                  </a:lnTo>
                  <a:lnTo>
                    <a:pt x="22" y="163784"/>
                  </a:lnTo>
                  <a:lnTo>
                    <a:pt x="0" y="169184"/>
                  </a:lnTo>
                  <a:lnTo>
                    <a:pt x="152" y="174581"/>
                  </a:lnTo>
                  <a:lnTo>
                    <a:pt x="478" y="179971"/>
                  </a:lnTo>
                  <a:lnTo>
                    <a:pt x="979" y="185348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325" y="1238196"/>
              <a:ext cx="166175" cy="18180"/>
            </a:xfrm>
            <a:custGeom>
              <a:avLst/>
              <a:pathLst>
                <a:path w="166175" h="18180">
                  <a:moveTo>
                    <a:pt x="0" y="18180"/>
                  </a:moveTo>
                  <a:lnTo>
                    <a:pt x="1661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325" y="1071288"/>
              <a:ext cx="333332" cy="334075"/>
            </a:xfrm>
            <a:custGeom>
              <a:avLst/>
              <a:pathLst>
                <a:path w="333332" h="334075">
                  <a:moveTo>
                    <a:pt x="0" y="185088"/>
                  </a:moveTo>
                  <a:lnTo>
                    <a:pt x="662" y="190363"/>
                  </a:lnTo>
                  <a:lnTo>
                    <a:pt x="1491" y="195614"/>
                  </a:lnTo>
                  <a:lnTo>
                    <a:pt x="2487" y="200836"/>
                  </a:lnTo>
                  <a:lnTo>
                    <a:pt x="3649" y="206023"/>
                  </a:lnTo>
                  <a:lnTo>
                    <a:pt x="4975" y="211171"/>
                  </a:lnTo>
                  <a:lnTo>
                    <a:pt x="6464" y="216274"/>
                  </a:lnTo>
                  <a:lnTo>
                    <a:pt x="8114" y="221328"/>
                  </a:lnTo>
                  <a:lnTo>
                    <a:pt x="9924" y="226326"/>
                  </a:lnTo>
                  <a:lnTo>
                    <a:pt x="11893" y="231264"/>
                  </a:lnTo>
                  <a:lnTo>
                    <a:pt x="14017" y="236137"/>
                  </a:lnTo>
                  <a:lnTo>
                    <a:pt x="16295" y="240940"/>
                  </a:lnTo>
                  <a:lnTo>
                    <a:pt x="18725" y="245669"/>
                  </a:lnTo>
                  <a:lnTo>
                    <a:pt x="21304" y="250317"/>
                  </a:lnTo>
                  <a:lnTo>
                    <a:pt x="24029" y="254881"/>
                  </a:lnTo>
                  <a:lnTo>
                    <a:pt x="26898" y="259357"/>
                  </a:lnTo>
                  <a:lnTo>
                    <a:pt x="29908" y="263738"/>
                  </a:lnTo>
                  <a:lnTo>
                    <a:pt x="33056" y="268022"/>
                  </a:lnTo>
                  <a:lnTo>
                    <a:pt x="36339" y="272204"/>
                  </a:lnTo>
                  <a:lnTo>
                    <a:pt x="39752" y="276279"/>
                  </a:lnTo>
                  <a:lnTo>
                    <a:pt x="43294" y="280244"/>
                  </a:lnTo>
                  <a:lnTo>
                    <a:pt x="46960" y="284093"/>
                  </a:lnTo>
                  <a:lnTo>
                    <a:pt x="50746" y="287825"/>
                  </a:lnTo>
                  <a:lnTo>
                    <a:pt x="54649" y="291434"/>
                  </a:lnTo>
                  <a:lnTo>
                    <a:pt x="58665" y="294917"/>
                  </a:lnTo>
                  <a:lnTo>
                    <a:pt x="62790" y="298271"/>
                  </a:lnTo>
                  <a:lnTo>
                    <a:pt x="67019" y="301492"/>
                  </a:lnTo>
                  <a:lnTo>
                    <a:pt x="71348" y="304577"/>
                  </a:lnTo>
                  <a:lnTo>
                    <a:pt x="75774" y="307522"/>
                  </a:lnTo>
                  <a:lnTo>
                    <a:pt x="80291" y="310325"/>
                  </a:lnTo>
                  <a:lnTo>
                    <a:pt x="84894" y="312984"/>
                  </a:lnTo>
                  <a:lnTo>
                    <a:pt x="89580" y="315494"/>
                  </a:lnTo>
                  <a:lnTo>
                    <a:pt x="94343" y="317855"/>
                  </a:lnTo>
                  <a:lnTo>
                    <a:pt x="99179" y="320062"/>
                  </a:lnTo>
                  <a:lnTo>
                    <a:pt x="104083" y="322115"/>
                  </a:lnTo>
                  <a:lnTo>
                    <a:pt x="109049" y="324011"/>
                  </a:lnTo>
                  <a:lnTo>
                    <a:pt x="114074" y="325748"/>
                  </a:lnTo>
                  <a:lnTo>
                    <a:pt x="119151" y="327324"/>
                  </a:lnTo>
                  <a:lnTo>
                    <a:pt x="124275" y="328738"/>
                  </a:lnTo>
                  <a:lnTo>
                    <a:pt x="129442" y="329989"/>
                  </a:lnTo>
                  <a:lnTo>
                    <a:pt x="134646" y="331074"/>
                  </a:lnTo>
                  <a:lnTo>
                    <a:pt x="139882" y="331994"/>
                  </a:lnTo>
                  <a:lnTo>
                    <a:pt x="145144" y="332747"/>
                  </a:lnTo>
                  <a:lnTo>
                    <a:pt x="150428" y="333331"/>
                  </a:lnTo>
                  <a:lnTo>
                    <a:pt x="155728" y="333748"/>
                  </a:lnTo>
                  <a:lnTo>
                    <a:pt x="161038" y="333996"/>
                  </a:lnTo>
                  <a:lnTo>
                    <a:pt x="166353" y="334075"/>
                  </a:lnTo>
                  <a:lnTo>
                    <a:pt x="171669" y="333984"/>
                  </a:lnTo>
                  <a:lnTo>
                    <a:pt x="176978" y="333725"/>
                  </a:lnTo>
                  <a:lnTo>
                    <a:pt x="182277" y="333297"/>
                  </a:lnTo>
                  <a:lnTo>
                    <a:pt x="187560" y="332701"/>
                  </a:lnTo>
                  <a:lnTo>
                    <a:pt x="192821" y="331938"/>
                  </a:lnTo>
                  <a:lnTo>
                    <a:pt x="198054" y="331007"/>
                  </a:lnTo>
                  <a:lnTo>
                    <a:pt x="203256" y="329910"/>
                  </a:lnTo>
                  <a:lnTo>
                    <a:pt x="208420" y="328649"/>
                  </a:lnTo>
                  <a:lnTo>
                    <a:pt x="213542" y="327224"/>
                  </a:lnTo>
                  <a:lnTo>
                    <a:pt x="218615" y="325637"/>
                  </a:lnTo>
                  <a:lnTo>
                    <a:pt x="223636" y="323889"/>
                  </a:lnTo>
                  <a:lnTo>
                    <a:pt x="228598" y="321983"/>
                  </a:lnTo>
                  <a:lnTo>
                    <a:pt x="233498" y="319919"/>
                  </a:lnTo>
                  <a:lnTo>
                    <a:pt x="238329" y="317701"/>
                  </a:lnTo>
                  <a:lnTo>
                    <a:pt x="243087" y="315331"/>
                  </a:lnTo>
                  <a:lnTo>
                    <a:pt x="247768" y="312810"/>
                  </a:lnTo>
                  <a:lnTo>
                    <a:pt x="252365" y="310142"/>
                  </a:lnTo>
                  <a:lnTo>
                    <a:pt x="256876" y="307329"/>
                  </a:lnTo>
                  <a:lnTo>
                    <a:pt x="261295" y="304374"/>
                  </a:lnTo>
                  <a:lnTo>
                    <a:pt x="265618" y="301280"/>
                  </a:lnTo>
                  <a:lnTo>
                    <a:pt x="269841" y="298050"/>
                  </a:lnTo>
                  <a:lnTo>
                    <a:pt x="273958" y="294688"/>
                  </a:lnTo>
                  <a:lnTo>
                    <a:pt x="277966" y="291196"/>
                  </a:lnTo>
                  <a:lnTo>
                    <a:pt x="281862" y="287579"/>
                  </a:lnTo>
                  <a:lnTo>
                    <a:pt x="285640" y="283839"/>
                  </a:lnTo>
                  <a:lnTo>
                    <a:pt x="289298" y="279981"/>
                  </a:lnTo>
                  <a:lnTo>
                    <a:pt x="292831" y="276009"/>
                  </a:lnTo>
                  <a:lnTo>
                    <a:pt x="296236" y="271927"/>
                  </a:lnTo>
                  <a:lnTo>
                    <a:pt x="299510" y="267738"/>
                  </a:lnTo>
                  <a:lnTo>
                    <a:pt x="302648" y="263448"/>
                  </a:lnTo>
                  <a:lnTo>
                    <a:pt x="305649" y="259060"/>
                  </a:lnTo>
                  <a:lnTo>
                    <a:pt x="308509" y="254578"/>
                  </a:lnTo>
                  <a:lnTo>
                    <a:pt x="311224" y="250008"/>
                  </a:lnTo>
                  <a:lnTo>
                    <a:pt x="313793" y="245354"/>
                  </a:lnTo>
                  <a:lnTo>
                    <a:pt x="316213" y="240621"/>
                  </a:lnTo>
                  <a:lnTo>
                    <a:pt x="318481" y="235813"/>
                  </a:lnTo>
                  <a:lnTo>
                    <a:pt x="320595" y="230935"/>
                  </a:lnTo>
                  <a:lnTo>
                    <a:pt x="322553" y="225993"/>
                  </a:lnTo>
                  <a:lnTo>
                    <a:pt x="324352" y="220991"/>
                  </a:lnTo>
                  <a:lnTo>
                    <a:pt x="325992" y="215934"/>
                  </a:lnTo>
                  <a:lnTo>
                    <a:pt x="327470" y="210828"/>
                  </a:lnTo>
                  <a:lnTo>
                    <a:pt x="328785" y="205677"/>
                  </a:lnTo>
                  <a:lnTo>
                    <a:pt x="329935" y="200487"/>
                  </a:lnTo>
                  <a:lnTo>
                    <a:pt x="330920" y="195263"/>
                  </a:lnTo>
                  <a:lnTo>
                    <a:pt x="331739" y="190010"/>
                  </a:lnTo>
                  <a:lnTo>
                    <a:pt x="332390" y="184734"/>
                  </a:lnTo>
                  <a:lnTo>
                    <a:pt x="332872" y="179440"/>
                  </a:lnTo>
                  <a:lnTo>
                    <a:pt x="333187" y="174133"/>
                  </a:lnTo>
                  <a:lnTo>
                    <a:pt x="333332" y="168819"/>
                  </a:lnTo>
                  <a:lnTo>
                    <a:pt x="333308" y="163503"/>
                  </a:lnTo>
                  <a:lnTo>
                    <a:pt x="333115" y="158191"/>
                  </a:lnTo>
                  <a:lnTo>
                    <a:pt x="332754" y="152887"/>
                  </a:lnTo>
                  <a:lnTo>
                    <a:pt x="332224" y="147597"/>
                  </a:lnTo>
                  <a:lnTo>
                    <a:pt x="331526" y="142327"/>
                  </a:lnTo>
                  <a:lnTo>
                    <a:pt x="330661" y="137082"/>
                  </a:lnTo>
                  <a:lnTo>
                    <a:pt x="329629" y="131867"/>
                  </a:lnTo>
                  <a:lnTo>
                    <a:pt x="328432" y="126688"/>
                  </a:lnTo>
                  <a:lnTo>
                    <a:pt x="327071" y="121549"/>
                  </a:lnTo>
                  <a:lnTo>
                    <a:pt x="325548" y="116456"/>
                  </a:lnTo>
                  <a:lnTo>
                    <a:pt x="323863" y="111414"/>
                  </a:lnTo>
                  <a:lnTo>
                    <a:pt x="322019" y="106428"/>
                  </a:lnTo>
                  <a:lnTo>
                    <a:pt x="320017" y="101503"/>
                  </a:lnTo>
                  <a:lnTo>
                    <a:pt x="317860" y="96645"/>
                  </a:lnTo>
                  <a:lnTo>
                    <a:pt x="315549" y="91857"/>
                  </a:lnTo>
                  <a:lnTo>
                    <a:pt x="313087" y="87146"/>
                  </a:lnTo>
                  <a:lnTo>
                    <a:pt x="310477" y="82515"/>
                  </a:lnTo>
                  <a:lnTo>
                    <a:pt x="307720" y="77969"/>
                  </a:lnTo>
                  <a:lnTo>
                    <a:pt x="304821" y="73513"/>
                  </a:lnTo>
                  <a:lnTo>
                    <a:pt x="301781" y="69152"/>
                  </a:lnTo>
                  <a:lnTo>
                    <a:pt x="298604" y="64890"/>
                  </a:lnTo>
                  <a:lnTo>
                    <a:pt x="295293" y="60731"/>
                  </a:lnTo>
                  <a:lnTo>
                    <a:pt x="291852" y="56679"/>
                  </a:lnTo>
                  <a:lnTo>
                    <a:pt x="288284" y="52738"/>
                  </a:lnTo>
                  <a:lnTo>
                    <a:pt x="284592" y="48914"/>
                  </a:lnTo>
                  <a:lnTo>
                    <a:pt x="280780" y="45208"/>
                  </a:lnTo>
                  <a:lnTo>
                    <a:pt x="276852" y="41625"/>
                  </a:lnTo>
                  <a:lnTo>
                    <a:pt x="272813" y="38170"/>
                  </a:lnTo>
                  <a:lnTo>
                    <a:pt x="268666" y="34844"/>
                  </a:lnTo>
                  <a:lnTo>
                    <a:pt x="264415" y="31652"/>
                  </a:lnTo>
                  <a:lnTo>
                    <a:pt x="260064" y="28597"/>
                  </a:lnTo>
                  <a:lnTo>
                    <a:pt x="255619" y="25681"/>
                  </a:lnTo>
                  <a:lnTo>
                    <a:pt x="251083" y="22909"/>
                  </a:lnTo>
                  <a:lnTo>
                    <a:pt x="246462" y="20282"/>
                  </a:lnTo>
                  <a:lnTo>
                    <a:pt x="241759" y="17803"/>
                  </a:lnTo>
                  <a:lnTo>
                    <a:pt x="236980" y="15475"/>
                  </a:lnTo>
                  <a:lnTo>
                    <a:pt x="232129" y="13300"/>
                  </a:lnTo>
                  <a:lnTo>
                    <a:pt x="227211" y="11281"/>
                  </a:lnTo>
                  <a:lnTo>
                    <a:pt x="222232" y="9419"/>
                  </a:lnTo>
                  <a:lnTo>
                    <a:pt x="217196" y="7716"/>
                  </a:lnTo>
                  <a:lnTo>
                    <a:pt x="212109" y="6174"/>
                  </a:lnTo>
                  <a:lnTo>
                    <a:pt x="206975" y="4795"/>
                  </a:lnTo>
                  <a:lnTo>
                    <a:pt x="201799" y="3580"/>
                  </a:lnTo>
                  <a:lnTo>
                    <a:pt x="196588" y="2530"/>
                  </a:lnTo>
                  <a:lnTo>
                    <a:pt x="191346" y="1646"/>
                  </a:lnTo>
                  <a:lnTo>
                    <a:pt x="186079" y="929"/>
                  </a:lnTo>
                  <a:lnTo>
                    <a:pt x="180791" y="380"/>
                  </a:lnTo>
                  <a:lnTo>
                    <a:pt x="175489" y="0"/>
                  </a:lnTo>
                  <a:lnTo>
                    <a:pt x="166175" y="1669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9313" cy="167167"/>
            </a:xfrm>
            <a:custGeom>
              <a:avLst/>
              <a:pathLst>
                <a:path w="9313" h="167167">
                  <a:moveTo>
                    <a:pt x="9313" y="25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7770" y="1322571"/>
              <a:ext cx="50950" cy="167167"/>
            </a:xfrm>
            <a:custGeom>
              <a:avLst/>
              <a:pathLst>
                <a:path w="50950" h="167167">
                  <a:moveTo>
                    <a:pt x="50950" y="0"/>
                  </a:moveTo>
                  <a:lnTo>
                    <a:pt x="44480" y="125"/>
                  </a:lnTo>
                  <a:lnTo>
                    <a:pt x="38019" y="500"/>
                  </a:lnTo>
                  <a:lnTo>
                    <a:pt x="31578" y="1126"/>
                  </a:lnTo>
                  <a:lnTo>
                    <a:pt x="25166" y="2000"/>
                  </a:lnTo>
                  <a:lnTo>
                    <a:pt x="18793" y="3122"/>
                  </a:lnTo>
                  <a:lnTo>
                    <a:pt x="12468" y="4489"/>
                  </a:lnTo>
                  <a:lnTo>
                    <a:pt x="6200" y="6100"/>
                  </a:lnTo>
                  <a:lnTo>
                    <a:pt x="0" y="7953"/>
                  </a:lnTo>
                  <a:lnTo>
                    <a:pt x="5095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7770" y="1330525"/>
              <a:ext cx="50950" cy="159213"/>
            </a:xfrm>
            <a:custGeom>
              <a:avLst/>
              <a:pathLst>
                <a:path w="50950" h="159213">
                  <a:moveTo>
                    <a:pt x="0" y="0"/>
                  </a:moveTo>
                  <a:lnTo>
                    <a:pt x="50950" y="1592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54" y="1330525"/>
              <a:ext cx="334326" cy="326367"/>
            </a:xfrm>
            <a:custGeom>
              <a:avLst/>
              <a:pathLst>
                <a:path w="334326" h="326367">
                  <a:moveTo>
                    <a:pt x="116216" y="0"/>
                  </a:moveTo>
                  <a:lnTo>
                    <a:pt x="111210" y="1689"/>
                  </a:lnTo>
                  <a:lnTo>
                    <a:pt x="106260" y="3536"/>
                  </a:lnTo>
                  <a:lnTo>
                    <a:pt x="101370" y="5539"/>
                  </a:lnTo>
                  <a:lnTo>
                    <a:pt x="96547" y="7695"/>
                  </a:lnTo>
                  <a:lnTo>
                    <a:pt x="91794" y="10002"/>
                  </a:lnTo>
                  <a:lnTo>
                    <a:pt x="87116" y="12458"/>
                  </a:lnTo>
                  <a:lnTo>
                    <a:pt x="82518" y="15061"/>
                  </a:lnTo>
                  <a:lnTo>
                    <a:pt x="78005" y="17809"/>
                  </a:lnTo>
                  <a:lnTo>
                    <a:pt x="73581" y="20697"/>
                  </a:lnTo>
                  <a:lnTo>
                    <a:pt x="69251" y="23723"/>
                  </a:lnTo>
                  <a:lnTo>
                    <a:pt x="65018" y="26885"/>
                  </a:lnTo>
                  <a:lnTo>
                    <a:pt x="60887" y="30180"/>
                  </a:lnTo>
                  <a:lnTo>
                    <a:pt x="56862" y="33603"/>
                  </a:lnTo>
                  <a:lnTo>
                    <a:pt x="52948" y="37151"/>
                  </a:lnTo>
                  <a:lnTo>
                    <a:pt x="49148" y="40822"/>
                  </a:lnTo>
                  <a:lnTo>
                    <a:pt x="45465" y="44610"/>
                  </a:lnTo>
                  <a:lnTo>
                    <a:pt x="41904" y="48514"/>
                  </a:lnTo>
                  <a:lnTo>
                    <a:pt x="38468" y="52527"/>
                  </a:lnTo>
                  <a:lnTo>
                    <a:pt x="35161" y="56648"/>
                  </a:lnTo>
                  <a:lnTo>
                    <a:pt x="31986" y="60871"/>
                  </a:lnTo>
                  <a:lnTo>
                    <a:pt x="28946" y="65192"/>
                  </a:lnTo>
                  <a:lnTo>
                    <a:pt x="26043" y="69607"/>
                  </a:lnTo>
                  <a:lnTo>
                    <a:pt x="23282" y="74111"/>
                  </a:lnTo>
                  <a:lnTo>
                    <a:pt x="20665" y="78701"/>
                  </a:lnTo>
                  <a:lnTo>
                    <a:pt x="18194" y="83370"/>
                  </a:lnTo>
                  <a:lnTo>
                    <a:pt x="15871" y="88116"/>
                  </a:lnTo>
                  <a:lnTo>
                    <a:pt x="13700" y="92933"/>
                  </a:lnTo>
                  <a:lnTo>
                    <a:pt x="11682" y="97816"/>
                  </a:lnTo>
                  <a:lnTo>
                    <a:pt x="9819" y="102760"/>
                  </a:lnTo>
                  <a:lnTo>
                    <a:pt x="8114" y="107761"/>
                  </a:lnTo>
                  <a:lnTo>
                    <a:pt x="6567" y="112813"/>
                  </a:lnTo>
                  <a:lnTo>
                    <a:pt x="5181" y="117911"/>
                  </a:lnTo>
                  <a:lnTo>
                    <a:pt x="3957" y="123051"/>
                  </a:lnTo>
                  <a:lnTo>
                    <a:pt x="2896" y="128226"/>
                  </a:lnTo>
                  <a:lnTo>
                    <a:pt x="1998" y="133433"/>
                  </a:lnTo>
                  <a:lnTo>
                    <a:pt x="1266" y="138666"/>
                  </a:lnTo>
                  <a:lnTo>
                    <a:pt x="700" y="143919"/>
                  </a:lnTo>
                  <a:lnTo>
                    <a:pt x="300" y="149187"/>
                  </a:lnTo>
                  <a:lnTo>
                    <a:pt x="66" y="154465"/>
                  </a:lnTo>
                  <a:lnTo>
                    <a:pt x="0" y="159748"/>
                  </a:lnTo>
                  <a:lnTo>
                    <a:pt x="100" y="165031"/>
                  </a:lnTo>
                  <a:lnTo>
                    <a:pt x="367" y="170307"/>
                  </a:lnTo>
                  <a:lnTo>
                    <a:pt x="801" y="175573"/>
                  </a:lnTo>
                  <a:lnTo>
                    <a:pt x="1401" y="180822"/>
                  </a:lnTo>
                  <a:lnTo>
                    <a:pt x="2167" y="186050"/>
                  </a:lnTo>
                  <a:lnTo>
                    <a:pt x="3097" y="191251"/>
                  </a:lnTo>
                  <a:lnTo>
                    <a:pt x="4192" y="196420"/>
                  </a:lnTo>
                  <a:lnTo>
                    <a:pt x="5449" y="201551"/>
                  </a:lnTo>
                  <a:lnTo>
                    <a:pt x="6868" y="206641"/>
                  </a:lnTo>
                  <a:lnTo>
                    <a:pt x="8447" y="211683"/>
                  </a:lnTo>
                  <a:lnTo>
                    <a:pt x="10184" y="216672"/>
                  </a:lnTo>
                  <a:lnTo>
                    <a:pt x="12078" y="221605"/>
                  </a:lnTo>
                  <a:lnTo>
                    <a:pt x="14127" y="226475"/>
                  </a:lnTo>
                  <a:lnTo>
                    <a:pt x="16329" y="231277"/>
                  </a:lnTo>
                  <a:lnTo>
                    <a:pt x="18682" y="236008"/>
                  </a:lnTo>
                  <a:lnTo>
                    <a:pt x="21183" y="240662"/>
                  </a:lnTo>
                  <a:lnTo>
                    <a:pt x="23830" y="245235"/>
                  </a:lnTo>
                  <a:lnTo>
                    <a:pt x="26620" y="249721"/>
                  </a:lnTo>
                  <a:lnTo>
                    <a:pt x="29550" y="254118"/>
                  </a:lnTo>
                  <a:lnTo>
                    <a:pt x="32618" y="258419"/>
                  </a:lnTo>
                  <a:lnTo>
                    <a:pt x="35820" y="262622"/>
                  </a:lnTo>
                  <a:lnTo>
                    <a:pt x="39154" y="266721"/>
                  </a:lnTo>
                  <a:lnTo>
                    <a:pt x="42615" y="270712"/>
                  </a:lnTo>
                  <a:lnTo>
                    <a:pt x="46201" y="274593"/>
                  </a:lnTo>
                  <a:lnTo>
                    <a:pt x="49908" y="278358"/>
                  </a:lnTo>
                  <a:lnTo>
                    <a:pt x="53731" y="282004"/>
                  </a:lnTo>
                  <a:lnTo>
                    <a:pt x="57668" y="285527"/>
                  </a:lnTo>
                  <a:lnTo>
                    <a:pt x="61715" y="288924"/>
                  </a:lnTo>
                  <a:lnTo>
                    <a:pt x="65867" y="292192"/>
                  </a:lnTo>
                  <a:lnTo>
                    <a:pt x="70120" y="295327"/>
                  </a:lnTo>
                  <a:lnTo>
                    <a:pt x="74470" y="298326"/>
                  </a:lnTo>
                  <a:lnTo>
                    <a:pt x="78912" y="301186"/>
                  </a:lnTo>
                  <a:lnTo>
                    <a:pt x="83443" y="303904"/>
                  </a:lnTo>
                  <a:lnTo>
                    <a:pt x="88057" y="306477"/>
                  </a:lnTo>
                  <a:lnTo>
                    <a:pt x="92750" y="308904"/>
                  </a:lnTo>
                  <a:lnTo>
                    <a:pt x="97518" y="311181"/>
                  </a:lnTo>
                  <a:lnTo>
                    <a:pt x="102355" y="313306"/>
                  </a:lnTo>
                  <a:lnTo>
                    <a:pt x="107257" y="315277"/>
                  </a:lnTo>
                  <a:lnTo>
                    <a:pt x="112219" y="317092"/>
                  </a:lnTo>
                  <a:lnTo>
                    <a:pt x="117236" y="318750"/>
                  </a:lnTo>
                  <a:lnTo>
                    <a:pt x="122302" y="320248"/>
                  </a:lnTo>
                  <a:lnTo>
                    <a:pt x="127414" y="321585"/>
                  </a:lnTo>
                  <a:lnTo>
                    <a:pt x="132565" y="322760"/>
                  </a:lnTo>
                  <a:lnTo>
                    <a:pt x="137751" y="323772"/>
                  </a:lnTo>
                  <a:lnTo>
                    <a:pt x="142966" y="324620"/>
                  </a:lnTo>
                  <a:lnTo>
                    <a:pt x="148205" y="325302"/>
                  </a:lnTo>
                  <a:lnTo>
                    <a:pt x="153463" y="325818"/>
                  </a:lnTo>
                  <a:lnTo>
                    <a:pt x="158735" y="326168"/>
                  </a:lnTo>
                  <a:lnTo>
                    <a:pt x="164015" y="326351"/>
                  </a:lnTo>
                  <a:lnTo>
                    <a:pt x="169299" y="326367"/>
                  </a:lnTo>
                  <a:lnTo>
                    <a:pt x="174580" y="326216"/>
                  </a:lnTo>
                  <a:lnTo>
                    <a:pt x="179854" y="325898"/>
                  </a:lnTo>
                  <a:lnTo>
                    <a:pt x="185115" y="325414"/>
                  </a:lnTo>
                  <a:lnTo>
                    <a:pt x="190358" y="324764"/>
                  </a:lnTo>
                  <a:lnTo>
                    <a:pt x="195578" y="323948"/>
                  </a:lnTo>
                  <a:lnTo>
                    <a:pt x="200770" y="322968"/>
                  </a:lnTo>
                  <a:lnTo>
                    <a:pt x="205928" y="321825"/>
                  </a:lnTo>
                  <a:lnTo>
                    <a:pt x="211048" y="320518"/>
                  </a:lnTo>
                  <a:lnTo>
                    <a:pt x="216123" y="319051"/>
                  </a:lnTo>
                  <a:lnTo>
                    <a:pt x="221150" y="317424"/>
                  </a:lnTo>
                  <a:lnTo>
                    <a:pt x="226123" y="315639"/>
                  </a:lnTo>
                  <a:lnTo>
                    <a:pt x="231037" y="313698"/>
                  </a:lnTo>
                  <a:lnTo>
                    <a:pt x="235887" y="311602"/>
                  </a:lnTo>
                  <a:lnTo>
                    <a:pt x="240668" y="309354"/>
                  </a:lnTo>
                  <a:lnTo>
                    <a:pt x="245376" y="306957"/>
                  </a:lnTo>
                  <a:lnTo>
                    <a:pt x="250006" y="304411"/>
                  </a:lnTo>
                  <a:lnTo>
                    <a:pt x="254553" y="301721"/>
                  </a:lnTo>
                  <a:lnTo>
                    <a:pt x="259013" y="298888"/>
                  </a:lnTo>
                  <a:lnTo>
                    <a:pt x="263381" y="295916"/>
                  </a:lnTo>
                  <a:lnTo>
                    <a:pt x="267653" y="292807"/>
                  </a:lnTo>
                  <a:lnTo>
                    <a:pt x="271825" y="289565"/>
                  </a:lnTo>
                  <a:lnTo>
                    <a:pt x="275892" y="286192"/>
                  </a:lnTo>
                  <a:lnTo>
                    <a:pt x="279850" y="282693"/>
                  </a:lnTo>
                  <a:lnTo>
                    <a:pt x="283696" y="279070"/>
                  </a:lnTo>
                  <a:lnTo>
                    <a:pt x="287426" y="275328"/>
                  </a:lnTo>
                  <a:lnTo>
                    <a:pt x="291035" y="271469"/>
                  </a:lnTo>
                  <a:lnTo>
                    <a:pt x="294521" y="267499"/>
                  </a:lnTo>
                  <a:lnTo>
                    <a:pt x="297879" y="263420"/>
                  </a:lnTo>
                  <a:lnTo>
                    <a:pt x="301107" y="259237"/>
                  </a:lnTo>
                  <a:lnTo>
                    <a:pt x="304201" y="254954"/>
                  </a:lnTo>
                  <a:lnTo>
                    <a:pt x="307158" y="250576"/>
                  </a:lnTo>
                  <a:lnTo>
                    <a:pt x="309975" y="246106"/>
                  </a:lnTo>
                  <a:lnTo>
                    <a:pt x="312650" y="241550"/>
                  </a:lnTo>
                  <a:lnTo>
                    <a:pt x="315179" y="236911"/>
                  </a:lnTo>
                  <a:lnTo>
                    <a:pt x="317561" y="232195"/>
                  </a:lnTo>
                  <a:lnTo>
                    <a:pt x="319792" y="227406"/>
                  </a:lnTo>
                  <a:lnTo>
                    <a:pt x="321871" y="222549"/>
                  </a:lnTo>
                  <a:lnTo>
                    <a:pt x="323795" y="217628"/>
                  </a:lnTo>
                  <a:lnTo>
                    <a:pt x="325563" y="212649"/>
                  </a:lnTo>
                  <a:lnTo>
                    <a:pt x="327173" y="207617"/>
                  </a:lnTo>
                  <a:lnTo>
                    <a:pt x="328622" y="202536"/>
                  </a:lnTo>
                  <a:lnTo>
                    <a:pt x="329911" y="197412"/>
                  </a:lnTo>
                  <a:lnTo>
                    <a:pt x="331037" y="192250"/>
                  </a:lnTo>
                  <a:lnTo>
                    <a:pt x="331999" y="187055"/>
                  </a:lnTo>
                  <a:lnTo>
                    <a:pt x="332796" y="181832"/>
                  </a:lnTo>
                  <a:lnTo>
                    <a:pt x="333428" y="176586"/>
                  </a:lnTo>
                  <a:lnTo>
                    <a:pt x="333894" y="171324"/>
                  </a:lnTo>
                  <a:lnTo>
                    <a:pt x="334194" y="166049"/>
                  </a:lnTo>
                  <a:lnTo>
                    <a:pt x="334326" y="160767"/>
                  </a:lnTo>
                  <a:lnTo>
                    <a:pt x="334292" y="155484"/>
                  </a:lnTo>
                  <a:lnTo>
                    <a:pt x="334091" y="150204"/>
                  </a:lnTo>
                  <a:lnTo>
                    <a:pt x="333722" y="144933"/>
                  </a:lnTo>
                  <a:lnTo>
                    <a:pt x="333188" y="139677"/>
                  </a:lnTo>
                  <a:lnTo>
                    <a:pt x="332488" y="134440"/>
                  </a:lnTo>
                  <a:lnTo>
                    <a:pt x="331622" y="129228"/>
                  </a:lnTo>
                  <a:lnTo>
                    <a:pt x="330593" y="124046"/>
                  </a:lnTo>
                  <a:lnTo>
                    <a:pt x="329400" y="118899"/>
                  </a:lnTo>
                  <a:lnTo>
                    <a:pt x="328045" y="113792"/>
                  </a:lnTo>
                  <a:lnTo>
                    <a:pt x="326529" y="108731"/>
                  </a:lnTo>
                  <a:lnTo>
                    <a:pt x="324854" y="103720"/>
                  </a:lnTo>
                  <a:lnTo>
                    <a:pt x="323021" y="98764"/>
                  </a:lnTo>
                  <a:lnTo>
                    <a:pt x="321033" y="93869"/>
                  </a:lnTo>
                  <a:lnTo>
                    <a:pt x="318891" y="89039"/>
                  </a:lnTo>
                  <a:lnTo>
                    <a:pt x="316598" y="84280"/>
                  </a:lnTo>
                  <a:lnTo>
                    <a:pt x="314155" y="79595"/>
                  </a:lnTo>
                  <a:lnTo>
                    <a:pt x="311566" y="74989"/>
                  </a:lnTo>
                  <a:lnTo>
                    <a:pt x="308832" y="70468"/>
                  </a:lnTo>
                  <a:lnTo>
                    <a:pt x="305957" y="66036"/>
                  </a:lnTo>
                  <a:lnTo>
                    <a:pt x="302943" y="61696"/>
                  </a:lnTo>
                  <a:lnTo>
                    <a:pt x="299793" y="57454"/>
                  </a:lnTo>
                  <a:lnTo>
                    <a:pt x="296511" y="53314"/>
                  </a:lnTo>
                  <a:lnTo>
                    <a:pt x="293100" y="49279"/>
                  </a:lnTo>
                  <a:lnTo>
                    <a:pt x="289563" y="45354"/>
                  </a:lnTo>
                  <a:lnTo>
                    <a:pt x="285904" y="41543"/>
                  </a:lnTo>
                  <a:lnTo>
                    <a:pt x="282126" y="37849"/>
                  </a:lnTo>
                  <a:lnTo>
                    <a:pt x="278233" y="34277"/>
                  </a:lnTo>
                  <a:lnTo>
                    <a:pt x="274230" y="30830"/>
                  </a:lnTo>
                  <a:lnTo>
                    <a:pt x="270119" y="27510"/>
                  </a:lnTo>
                  <a:lnTo>
                    <a:pt x="265906" y="24323"/>
                  </a:lnTo>
                  <a:lnTo>
                    <a:pt x="261593" y="21270"/>
                  </a:lnTo>
                  <a:lnTo>
                    <a:pt x="257187" y="18354"/>
                  </a:lnTo>
                  <a:lnTo>
                    <a:pt x="252691" y="15580"/>
                  </a:lnTo>
                  <a:lnTo>
                    <a:pt x="248109" y="12949"/>
                  </a:lnTo>
                  <a:lnTo>
                    <a:pt x="243446" y="10464"/>
                  </a:lnTo>
                  <a:lnTo>
                    <a:pt x="238707" y="8128"/>
                  </a:lnTo>
                  <a:lnTo>
                    <a:pt x="233897" y="5942"/>
                  </a:lnTo>
                  <a:lnTo>
                    <a:pt x="229020" y="3910"/>
                  </a:lnTo>
                  <a:lnTo>
                    <a:pt x="224081" y="2033"/>
                  </a:lnTo>
                  <a:lnTo>
                    <a:pt x="219086" y="313"/>
                  </a:lnTo>
                  <a:lnTo>
                    <a:pt x="167166" y="1592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51919" cy="167167"/>
            </a:xfrm>
            <a:custGeom>
              <a:avLst/>
              <a:pathLst>
                <a:path w="51919" h="167167">
                  <a:moveTo>
                    <a:pt x="51919" y="8267"/>
                  </a:moveTo>
                  <a:lnTo>
                    <a:pt x="46313" y="6543"/>
                  </a:lnTo>
                  <a:lnTo>
                    <a:pt x="40649" y="5017"/>
                  </a:lnTo>
                  <a:lnTo>
                    <a:pt x="34935" y="3691"/>
                  </a:lnTo>
                  <a:lnTo>
                    <a:pt x="29179" y="2566"/>
                  </a:lnTo>
                  <a:lnTo>
                    <a:pt x="23386" y="1643"/>
                  </a:lnTo>
                  <a:lnTo>
                    <a:pt x="17565" y="925"/>
                  </a:lnTo>
                  <a:lnTo>
                    <a:pt x="11722" y="411"/>
                  </a:lnTo>
                  <a:lnTo>
                    <a:pt x="5864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51110" y="1681503"/>
              <a:ext cx="35414" cy="167167"/>
            </a:xfrm>
            <a:custGeom>
              <a:avLst/>
              <a:pathLst>
                <a:path w="35414" h="167167">
                  <a:moveTo>
                    <a:pt x="35414" y="0"/>
                  </a:moveTo>
                  <a:lnTo>
                    <a:pt x="28279" y="152"/>
                  </a:lnTo>
                  <a:lnTo>
                    <a:pt x="21157" y="609"/>
                  </a:lnTo>
                  <a:lnTo>
                    <a:pt x="14061" y="1369"/>
                  </a:lnTo>
                  <a:lnTo>
                    <a:pt x="7005" y="2431"/>
                  </a:lnTo>
                  <a:lnTo>
                    <a:pt x="0" y="3794"/>
                  </a:lnTo>
                  <a:lnTo>
                    <a:pt x="3541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51110" y="1685297"/>
              <a:ext cx="35414" cy="163373"/>
            </a:xfrm>
            <a:custGeom>
              <a:avLst/>
              <a:pathLst>
                <a:path w="35414" h="163373">
                  <a:moveTo>
                    <a:pt x="0" y="0"/>
                  </a:moveTo>
                  <a:lnTo>
                    <a:pt x="35414" y="1633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94813" y="1685297"/>
              <a:ext cx="91711" cy="163373"/>
            </a:xfrm>
            <a:custGeom>
              <a:avLst/>
              <a:pathLst>
                <a:path w="91711" h="163373">
                  <a:moveTo>
                    <a:pt x="56297" y="0"/>
                  </a:moveTo>
                  <a:lnTo>
                    <a:pt x="50322" y="1410"/>
                  </a:lnTo>
                  <a:lnTo>
                    <a:pt x="44403" y="3039"/>
                  </a:lnTo>
                  <a:lnTo>
                    <a:pt x="38548" y="4884"/>
                  </a:lnTo>
                  <a:lnTo>
                    <a:pt x="32765" y="6943"/>
                  </a:lnTo>
                  <a:lnTo>
                    <a:pt x="27061" y="9212"/>
                  </a:lnTo>
                  <a:lnTo>
                    <a:pt x="21445" y="11690"/>
                  </a:lnTo>
                  <a:lnTo>
                    <a:pt x="15923" y="14372"/>
                  </a:lnTo>
                  <a:lnTo>
                    <a:pt x="10503" y="17256"/>
                  </a:lnTo>
                  <a:lnTo>
                    <a:pt x="5193" y="20336"/>
                  </a:lnTo>
                  <a:lnTo>
                    <a:pt x="0" y="23609"/>
                  </a:lnTo>
                  <a:lnTo>
                    <a:pt x="91711" y="1633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62" y="1681503"/>
              <a:ext cx="334314" cy="334332"/>
            </a:xfrm>
            <a:custGeom>
              <a:avLst/>
              <a:pathLst>
                <a:path w="334314" h="334332">
                  <a:moveTo>
                    <a:pt x="75450" y="27403"/>
                  </a:moveTo>
                  <a:lnTo>
                    <a:pt x="71069" y="30378"/>
                  </a:lnTo>
                  <a:lnTo>
                    <a:pt x="66784" y="33491"/>
                  </a:lnTo>
                  <a:lnTo>
                    <a:pt x="62601" y="36737"/>
                  </a:lnTo>
                  <a:lnTo>
                    <a:pt x="58522" y="40115"/>
                  </a:lnTo>
                  <a:lnTo>
                    <a:pt x="54552" y="43619"/>
                  </a:lnTo>
                  <a:lnTo>
                    <a:pt x="50695" y="47248"/>
                  </a:lnTo>
                  <a:lnTo>
                    <a:pt x="46955" y="50998"/>
                  </a:lnTo>
                  <a:lnTo>
                    <a:pt x="43336" y="54864"/>
                  </a:lnTo>
                  <a:lnTo>
                    <a:pt x="39840" y="58842"/>
                  </a:lnTo>
                  <a:lnTo>
                    <a:pt x="36473" y="62929"/>
                  </a:lnTo>
                  <a:lnTo>
                    <a:pt x="33237" y="67121"/>
                  </a:lnTo>
                  <a:lnTo>
                    <a:pt x="30135" y="71413"/>
                  </a:lnTo>
                  <a:lnTo>
                    <a:pt x="27171" y="75802"/>
                  </a:lnTo>
                  <a:lnTo>
                    <a:pt x="24347" y="80282"/>
                  </a:lnTo>
                  <a:lnTo>
                    <a:pt x="21667" y="84849"/>
                  </a:lnTo>
                  <a:lnTo>
                    <a:pt x="19132" y="89499"/>
                  </a:lnTo>
                  <a:lnTo>
                    <a:pt x="16747" y="94227"/>
                  </a:lnTo>
                  <a:lnTo>
                    <a:pt x="14512" y="99028"/>
                  </a:lnTo>
                  <a:lnTo>
                    <a:pt x="12430" y="103897"/>
                  </a:lnTo>
                  <a:lnTo>
                    <a:pt x="10503" y="108830"/>
                  </a:lnTo>
                  <a:lnTo>
                    <a:pt x="8734" y="113822"/>
                  </a:lnTo>
                  <a:lnTo>
                    <a:pt x="7124" y="118867"/>
                  </a:lnTo>
                  <a:lnTo>
                    <a:pt x="5674" y="123960"/>
                  </a:lnTo>
                  <a:lnTo>
                    <a:pt x="4387" y="129097"/>
                  </a:lnTo>
                  <a:lnTo>
                    <a:pt x="3263" y="134272"/>
                  </a:lnTo>
                  <a:lnTo>
                    <a:pt x="2303" y="139480"/>
                  </a:lnTo>
                  <a:lnTo>
                    <a:pt x="1509" y="144716"/>
                  </a:lnTo>
                  <a:lnTo>
                    <a:pt x="881" y="149974"/>
                  </a:lnTo>
                  <a:lnTo>
                    <a:pt x="420" y="155250"/>
                  </a:lnTo>
                  <a:lnTo>
                    <a:pt x="126" y="160537"/>
                  </a:lnTo>
                  <a:lnTo>
                    <a:pt x="0" y="165831"/>
                  </a:lnTo>
                  <a:lnTo>
                    <a:pt x="41" y="171127"/>
                  </a:lnTo>
                  <a:lnTo>
                    <a:pt x="250" y="176418"/>
                  </a:lnTo>
                  <a:lnTo>
                    <a:pt x="627" y="181701"/>
                  </a:lnTo>
                  <a:lnTo>
                    <a:pt x="1171" y="186968"/>
                  </a:lnTo>
                  <a:lnTo>
                    <a:pt x="1882" y="192216"/>
                  </a:lnTo>
                  <a:lnTo>
                    <a:pt x="2758" y="197439"/>
                  </a:lnTo>
                  <a:lnTo>
                    <a:pt x="3799" y="202631"/>
                  </a:lnTo>
                  <a:lnTo>
                    <a:pt x="5005" y="207788"/>
                  </a:lnTo>
                  <a:lnTo>
                    <a:pt x="6373" y="212904"/>
                  </a:lnTo>
                  <a:lnTo>
                    <a:pt x="7902" y="217974"/>
                  </a:lnTo>
                  <a:lnTo>
                    <a:pt x="9591" y="222993"/>
                  </a:lnTo>
                  <a:lnTo>
                    <a:pt x="11439" y="227956"/>
                  </a:lnTo>
                  <a:lnTo>
                    <a:pt x="13442" y="232858"/>
                  </a:lnTo>
                  <a:lnTo>
                    <a:pt x="15600" y="237694"/>
                  </a:lnTo>
                  <a:lnTo>
                    <a:pt x="17910" y="242460"/>
                  </a:lnTo>
                  <a:lnTo>
                    <a:pt x="20370" y="247149"/>
                  </a:lnTo>
                  <a:lnTo>
                    <a:pt x="22977" y="251759"/>
                  </a:lnTo>
                  <a:lnTo>
                    <a:pt x="25729" y="256283"/>
                  </a:lnTo>
                  <a:lnTo>
                    <a:pt x="28623" y="260719"/>
                  </a:lnTo>
                  <a:lnTo>
                    <a:pt x="31655" y="265060"/>
                  </a:lnTo>
                  <a:lnTo>
                    <a:pt x="34824" y="269303"/>
                  </a:lnTo>
                  <a:lnTo>
                    <a:pt x="38126" y="273444"/>
                  </a:lnTo>
                  <a:lnTo>
                    <a:pt x="41557" y="277477"/>
                  </a:lnTo>
                  <a:lnTo>
                    <a:pt x="45114" y="281401"/>
                  </a:lnTo>
                  <a:lnTo>
                    <a:pt x="48794" y="285209"/>
                  </a:lnTo>
                  <a:lnTo>
                    <a:pt x="52592" y="288899"/>
                  </a:lnTo>
                  <a:lnTo>
                    <a:pt x="56505" y="292467"/>
                  </a:lnTo>
                  <a:lnTo>
                    <a:pt x="60530" y="295909"/>
                  </a:lnTo>
                  <a:lnTo>
                    <a:pt x="64661" y="299222"/>
                  </a:lnTo>
                  <a:lnTo>
                    <a:pt x="68896" y="302403"/>
                  </a:lnTo>
                  <a:lnTo>
                    <a:pt x="73228" y="305447"/>
                  </a:lnTo>
                  <a:lnTo>
                    <a:pt x="77656" y="308353"/>
                  </a:lnTo>
                  <a:lnTo>
                    <a:pt x="82173" y="311118"/>
                  </a:lnTo>
                  <a:lnTo>
                    <a:pt x="86775" y="313738"/>
                  </a:lnTo>
                  <a:lnTo>
                    <a:pt x="91458" y="316210"/>
                  </a:lnTo>
                  <a:lnTo>
                    <a:pt x="96217" y="318533"/>
                  </a:lnTo>
                  <a:lnTo>
                    <a:pt x="101047" y="320705"/>
                  </a:lnTo>
                  <a:lnTo>
                    <a:pt x="105943" y="322722"/>
                  </a:lnTo>
                  <a:lnTo>
                    <a:pt x="110901" y="324583"/>
                  </a:lnTo>
                  <a:lnTo>
                    <a:pt x="115916" y="326286"/>
                  </a:lnTo>
                  <a:lnTo>
                    <a:pt x="120982" y="327829"/>
                  </a:lnTo>
                  <a:lnTo>
                    <a:pt x="126094" y="329211"/>
                  </a:lnTo>
                  <a:lnTo>
                    <a:pt x="131247" y="330431"/>
                  </a:lnTo>
                  <a:lnTo>
                    <a:pt x="136437" y="331487"/>
                  </a:lnTo>
                  <a:lnTo>
                    <a:pt x="141657" y="332377"/>
                  </a:lnTo>
                  <a:lnTo>
                    <a:pt x="146903" y="333102"/>
                  </a:lnTo>
                  <a:lnTo>
                    <a:pt x="152169" y="333661"/>
                  </a:lnTo>
                  <a:lnTo>
                    <a:pt x="157450" y="334052"/>
                  </a:lnTo>
                  <a:lnTo>
                    <a:pt x="162741" y="334276"/>
                  </a:lnTo>
                  <a:lnTo>
                    <a:pt x="168036" y="334332"/>
                  </a:lnTo>
                  <a:lnTo>
                    <a:pt x="173331" y="334221"/>
                  </a:lnTo>
                  <a:lnTo>
                    <a:pt x="178619" y="333941"/>
                  </a:lnTo>
                  <a:lnTo>
                    <a:pt x="183896" y="333495"/>
                  </a:lnTo>
                  <a:lnTo>
                    <a:pt x="189156" y="332881"/>
                  </a:lnTo>
                  <a:lnTo>
                    <a:pt x="194394" y="332101"/>
                  </a:lnTo>
                  <a:lnTo>
                    <a:pt x="199605" y="331156"/>
                  </a:lnTo>
                  <a:lnTo>
                    <a:pt x="204783" y="330046"/>
                  </a:lnTo>
                  <a:lnTo>
                    <a:pt x="209923" y="328773"/>
                  </a:lnTo>
                  <a:lnTo>
                    <a:pt x="215021" y="327337"/>
                  </a:lnTo>
                  <a:lnTo>
                    <a:pt x="220070" y="325741"/>
                  </a:lnTo>
                  <a:lnTo>
                    <a:pt x="225066" y="323985"/>
                  </a:lnTo>
                  <a:lnTo>
                    <a:pt x="230005" y="322072"/>
                  </a:lnTo>
                  <a:lnTo>
                    <a:pt x="234880" y="320004"/>
                  </a:lnTo>
                  <a:lnTo>
                    <a:pt x="239687" y="317782"/>
                  </a:lnTo>
                  <a:lnTo>
                    <a:pt x="244421" y="315410"/>
                  </a:lnTo>
                  <a:lnTo>
                    <a:pt x="249078" y="312888"/>
                  </a:lnTo>
                  <a:lnTo>
                    <a:pt x="253653" y="310220"/>
                  </a:lnTo>
                  <a:lnTo>
                    <a:pt x="258141" y="307409"/>
                  </a:lnTo>
                  <a:lnTo>
                    <a:pt x="262537" y="304457"/>
                  </a:lnTo>
                  <a:lnTo>
                    <a:pt x="266838" y="301367"/>
                  </a:lnTo>
                  <a:lnTo>
                    <a:pt x="271039" y="298142"/>
                  </a:lnTo>
                  <a:lnTo>
                    <a:pt x="275135" y="294786"/>
                  </a:lnTo>
                  <a:lnTo>
                    <a:pt x="279123" y="291302"/>
                  </a:lnTo>
                  <a:lnTo>
                    <a:pt x="282999" y="287693"/>
                  </a:lnTo>
                  <a:lnTo>
                    <a:pt x="286759" y="283964"/>
                  </a:lnTo>
                  <a:lnTo>
                    <a:pt x="290398" y="280117"/>
                  </a:lnTo>
                  <a:lnTo>
                    <a:pt x="293914" y="276157"/>
                  </a:lnTo>
                  <a:lnTo>
                    <a:pt x="297303" y="272087"/>
                  </a:lnTo>
                  <a:lnTo>
                    <a:pt x="300561" y="267912"/>
                  </a:lnTo>
                  <a:lnTo>
                    <a:pt x="303685" y="263636"/>
                  </a:lnTo>
                  <a:lnTo>
                    <a:pt x="306672" y="259263"/>
                  </a:lnTo>
                  <a:lnTo>
                    <a:pt x="309519" y="254798"/>
                  </a:lnTo>
                  <a:lnTo>
                    <a:pt x="312224" y="250245"/>
                  </a:lnTo>
                  <a:lnTo>
                    <a:pt x="314782" y="245608"/>
                  </a:lnTo>
                  <a:lnTo>
                    <a:pt x="317193" y="240893"/>
                  </a:lnTo>
                  <a:lnTo>
                    <a:pt x="319453" y="236104"/>
                  </a:lnTo>
                  <a:lnTo>
                    <a:pt x="321560" y="231246"/>
                  </a:lnTo>
                  <a:lnTo>
                    <a:pt x="323512" y="226323"/>
                  </a:lnTo>
                  <a:lnTo>
                    <a:pt x="325308" y="221341"/>
                  </a:lnTo>
                  <a:lnTo>
                    <a:pt x="326944" y="216304"/>
                  </a:lnTo>
                  <a:lnTo>
                    <a:pt x="328420" y="211218"/>
                  </a:lnTo>
                  <a:lnTo>
                    <a:pt x="329735" y="206088"/>
                  </a:lnTo>
                  <a:lnTo>
                    <a:pt x="330886" y="200919"/>
                  </a:lnTo>
                  <a:lnTo>
                    <a:pt x="331873" y="195716"/>
                  </a:lnTo>
                  <a:lnTo>
                    <a:pt x="332695" y="190485"/>
                  </a:lnTo>
                  <a:lnTo>
                    <a:pt x="333350" y="185230"/>
                  </a:lnTo>
                  <a:lnTo>
                    <a:pt x="333839" y="179957"/>
                  </a:lnTo>
                  <a:lnTo>
                    <a:pt x="334161" y="174671"/>
                  </a:lnTo>
                  <a:lnTo>
                    <a:pt x="334314" y="169377"/>
                  </a:lnTo>
                  <a:lnTo>
                    <a:pt x="334301" y="164082"/>
                  </a:lnTo>
                  <a:lnTo>
                    <a:pt x="334119" y="158789"/>
                  </a:lnTo>
                  <a:lnTo>
                    <a:pt x="333770" y="153505"/>
                  </a:lnTo>
                  <a:lnTo>
                    <a:pt x="333253" y="148234"/>
                  </a:lnTo>
                  <a:lnTo>
                    <a:pt x="332570" y="142983"/>
                  </a:lnTo>
                  <a:lnTo>
                    <a:pt x="331721" y="137756"/>
                  </a:lnTo>
                  <a:lnTo>
                    <a:pt x="330707" y="132558"/>
                  </a:lnTo>
                  <a:lnTo>
                    <a:pt x="329529" y="127395"/>
                  </a:lnTo>
                  <a:lnTo>
                    <a:pt x="328188" y="122272"/>
                  </a:lnTo>
                  <a:lnTo>
                    <a:pt x="326685" y="117194"/>
                  </a:lnTo>
                  <a:lnTo>
                    <a:pt x="325022" y="112166"/>
                  </a:lnTo>
                  <a:lnTo>
                    <a:pt x="323201" y="107194"/>
                  </a:lnTo>
                  <a:lnTo>
                    <a:pt x="321223" y="102281"/>
                  </a:lnTo>
                  <a:lnTo>
                    <a:pt x="319090" y="97434"/>
                  </a:lnTo>
                  <a:lnTo>
                    <a:pt x="316805" y="92656"/>
                  </a:lnTo>
                  <a:lnTo>
                    <a:pt x="314370" y="87954"/>
                  </a:lnTo>
                  <a:lnTo>
                    <a:pt x="311787" y="83331"/>
                  </a:lnTo>
                  <a:lnTo>
                    <a:pt x="309059" y="78792"/>
                  </a:lnTo>
                  <a:lnTo>
                    <a:pt x="306188" y="74342"/>
                  </a:lnTo>
                  <a:lnTo>
                    <a:pt x="303178" y="69984"/>
                  </a:lnTo>
                  <a:lnTo>
                    <a:pt x="300032" y="65725"/>
                  </a:lnTo>
                  <a:lnTo>
                    <a:pt x="296752" y="61567"/>
                  </a:lnTo>
                  <a:lnTo>
                    <a:pt x="293342" y="57515"/>
                  </a:lnTo>
                  <a:lnTo>
                    <a:pt x="289805" y="53574"/>
                  </a:lnTo>
                  <a:lnTo>
                    <a:pt x="286146" y="49746"/>
                  </a:lnTo>
                  <a:lnTo>
                    <a:pt x="282367" y="46036"/>
                  </a:lnTo>
                  <a:lnTo>
                    <a:pt x="278472" y="42448"/>
                  </a:lnTo>
                  <a:lnTo>
                    <a:pt x="274466" y="38984"/>
                  </a:lnTo>
                  <a:lnTo>
                    <a:pt x="270352" y="35650"/>
                  </a:lnTo>
                  <a:lnTo>
                    <a:pt x="266134" y="32447"/>
                  </a:lnTo>
                  <a:lnTo>
                    <a:pt x="261817" y="29380"/>
                  </a:lnTo>
                  <a:lnTo>
                    <a:pt x="257405" y="26451"/>
                  </a:lnTo>
                  <a:lnTo>
                    <a:pt x="252903" y="23663"/>
                  </a:lnTo>
                  <a:lnTo>
                    <a:pt x="248314" y="21019"/>
                  </a:lnTo>
                  <a:lnTo>
                    <a:pt x="243644" y="18522"/>
                  </a:lnTo>
                  <a:lnTo>
                    <a:pt x="238898" y="16174"/>
                  </a:lnTo>
                  <a:lnTo>
                    <a:pt x="234079" y="13977"/>
                  </a:lnTo>
                  <a:lnTo>
                    <a:pt x="229193" y="11935"/>
                  </a:lnTo>
                  <a:lnTo>
                    <a:pt x="224245" y="10048"/>
                  </a:lnTo>
                  <a:lnTo>
                    <a:pt x="219239" y="8318"/>
                  </a:lnTo>
                  <a:lnTo>
                    <a:pt x="214182" y="6749"/>
                  </a:lnTo>
                  <a:lnTo>
                    <a:pt x="209077" y="5340"/>
                  </a:lnTo>
                  <a:lnTo>
                    <a:pt x="203930" y="4093"/>
                  </a:lnTo>
                  <a:lnTo>
                    <a:pt x="198746" y="3010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0964" y="2126963"/>
              <a:ext cx="20323" cy="167167"/>
            </a:xfrm>
            <a:custGeom>
              <a:avLst/>
              <a:pathLst>
                <a:path w="20323" h="167167">
                  <a:moveTo>
                    <a:pt x="20323" y="0"/>
                  </a:moveTo>
                  <a:lnTo>
                    <a:pt x="10142" y="310"/>
                  </a:lnTo>
                  <a:lnTo>
                    <a:pt x="0" y="1240"/>
                  </a:lnTo>
                  <a:lnTo>
                    <a:pt x="2032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0964" y="2128203"/>
              <a:ext cx="20323" cy="165927"/>
            </a:xfrm>
            <a:custGeom>
              <a:avLst/>
              <a:pathLst>
                <a:path w="20323" h="165927">
                  <a:moveTo>
                    <a:pt x="0" y="0"/>
                  </a:moveTo>
                  <a:lnTo>
                    <a:pt x="20323" y="1659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29" y="2128203"/>
              <a:ext cx="334316" cy="333092"/>
            </a:xfrm>
            <a:custGeom>
              <a:avLst/>
              <a:pathLst>
                <a:path w="334316" h="333092">
                  <a:moveTo>
                    <a:pt x="146834" y="0"/>
                  </a:moveTo>
                  <a:lnTo>
                    <a:pt x="141580" y="728"/>
                  </a:lnTo>
                  <a:lnTo>
                    <a:pt x="136352" y="1622"/>
                  </a:lnTo>
                  <a:lnTo>
                    <a:pt x="131155" y="2682"/>
                  </a:lnTo>
                  <a:lnTo>
                    <a:pt x="125994" y="3907"/>
                  </a:lnTo>
                  <a:lnTo>
                    <a:pt x="120874" y="5294"/>
                  </a:lnTo>
                  <a:lnTo>
                    <a:pt x="115801" y="6844"/>
                  </a:lnTo>
                  <a:lnTo>
                    <a:pt x="110780" y="8553"/>
                  </a:lnTo>
                  <a:lnTo>
                    <a:pt x="105816" y="10421"/>
                  </a:lnTo>
                  <a:lnTo>
                    <a:pt x="100913" y="12445"/>
                  </a:lnTo>
                  <a:lnTo>
                    <a:pt x="96077" y="14624"/>
                  </a:lnTo>
                  <a:lnTo>
                    <a:pt x="91313" y="16955"/>
                  </a:lnTo>
                  <a:lnTo>
                    <a:pt x="86625" y="19436"/>
                  </a:lnTo>
                  <a:lnTo>
                    <a:pt x="82018" y="22065"/>
                  </a:lnTo>
                  <a:lnTo>
                    <a:pt x="77497" y="24839"/>
                  </a:lnTo>
                  <a:lnTo>
                    <a:pt x="73066" y="27754"/>
                  </a:lnTo>
                  <a:lnTo>
                    <a:pt x="68729" y="30809"/>
                  </a:lnTo>
                  <a:lnTo>
                    <a:pt x="64492" y="33999"/>
                  </a:lnTo>
                  <a:lnTo>
                    <a:pt x="60359" y="37323"/>
                  </a:lnTo>
                  <a:lnTo>
                    <a:pt x="56332" y="40776"/>
                  </a:lnTo>
                  <a:lnTo>
                    <a:pt x="52418" y="44355"/>
                  </a:lnTo>
                  <a:lnTo>
                    <a:pt x="48618" y="48056"/>
                  </a:lnTo>
                  <a:lnTo>
                    <a:pt x="44939" y="51876"/>
                  </a:lnTo>
                  <a:lnTo>
                    <a:pt x="41382" y="55811"/>
                  </a:lnTo>
                  <a:lnTo>
                    <a:pt x="37952" y="59857"/>
                  </a:lnTo>
                  <a:lnTo>
                    <a:pt x="34652" y="64009"/>
                  </a:lnTo>
                  <a:lnTo>
                    <a:pt x="31485" y="68265"/>
                  </a:lnTo>
                  <a:lnTo>
                    <a:pt x="28455" y="72618"/>
                  </a:lnTo>
                  <a:lnTo>
                    <a:pt x="25564" y="77065"/>
                  </a:lnTo>
                  <a:lnTo>
                    <a:pt x="22816" y="81602"/>
                  </a:lnTo>
                  <a:lnTo>
                    <a:pt x="20214" y="86224"/>
                  </a:lnTo>
                  <a:lnTo>
                    <a:pt x="17759" y="90926"/>
                  </a:lnTo>
                  <a:lnTo>
                    <a:pt x="15455" y="95703"/>
                  </a:lnTo>
                  <a:lnTo>
                    <a:pt x="13303" y="100552"/>
                  </a:lnTo>
                  <a:lnTo>
                    <a:pt x="11307" y="105466"/>
                  </a:lnTo>
                  <a:lnTo>
                    <a:pt x="9467" y="110440"/>
                  </a:lnTo>
                  <a:lnTo>
                    <a:pt x="7786" y="115471"/>
                  </a:lnTo>
                  <a:lnTo>
                    <a:pt x="6266" y="120553"/>
                  </a:lnTo>
                  <a:lnTo>
                    <a:pt x="4907" y="125680"/>
                  </a:lnTo>
                  <a:lnTo>
                    <a:pt x="3712" y="130848"/>
                  </a:lnTo>
                  <a:lnTo>
                    <a:pt x="2681" y="136051"/>
                  </a:lnTo>
                  <a:lnTo>
                    <a:pt x="1816" y="141284"/>
                  </a:lnTo>
                  <a:lnTo>
                    <a:pt x="1118" y="146542"/>
                  </a:lnTo>
                  <a:lnTo>
                    <a:pt x="586" y="151819"/>
                  </a:lnTo>
                  <a:lnTo>
                    <a:pt x="223" y="157111"/>
                  </a:lnTo>
                  <a:lnTo>
                    <a:pt x="27" y="162411"/>
                  </a:lnTo>
                  <a:lnTo>
                    <a:pt x="0" y="167715"/>
                  </a:lnTo>
                  <a:lnTo>
                    <a:pt x="140" y="173018"/>
                  </a:lnTo>
                  <a:lnTo>
                    <a:pt x="449" y="178313"/>
                  </a:lnTo>
                  <a:lnTo>
                    <a:pt x="926" y="183595"/>
                  </a:lnTo>
                  <a:lnTo>
                    <a:pt x="1571" y="188860"/>
                  </a:lnTo>
                  <a:lnTo>
                    <a:pt x="2381" y="194102"/>
                  </a:lnTo>
                  <a:lnTo>
                    <a:pt x="3358" y="199316"/>
                  </a:lnTo>
                  <a:lnTo>
                    <a:pt x="4500" y="204495"/>
                  </a:lnTo>
                  <a:lnTo>
                    <a:pt x="5805" y="209636"/>
                  </a:lnTo>
                  <a:lnTo>
                    <a:pt x="7273" y="214733"/>
                  </a:lnTo>
                  <a:lnTo>
                    <a:pt x="8902" y="219781"/>
                  </a:lnTo>
                  <a:lnTo>
                    <a:pt x="10690" y="224775"/>
                  </a:lnTo>
                  <a:lnTo>
                    <a:pt x="12636" y="229709"/>
                  </a:lnTo>
                  <a:lnTo>
                    <a:pt x="14738" y="234579"/>
                  </a:lnTo>
                  <a:lnTo>
                    <a:pt x="16992" y="239380"/>
                  </a:lnTo>
                  <a:lnTo>
                    <a:pt x="19398" y="244107"/>
                  </a:lnTo>
                  <a:lnTo>
                    <a:pt x="21953" y="248756"/>
                  </a:lnTo>
                  <a:lnTo>
                    <a:pt x="24654" y="253321"/>
                  </a:lnTo>
                  <a:lnTo>
                    <a:pt x="27498" y="257798"/>
                  </a:lnTo>
                  <a:lnTo>
                    <a:pt x="30483" y="262182"/>
                  </a:lnTo>
                  <a:lnTo>
                    <a:pt x="33606" y="266470"/>
                  </a:lnTo>
                  <a:lnTo>
                    <a:pt x="36863" y="270656"/>
                  </a:lnTo>
                  <a:lnTo>
                    <a:pt x="40251" y="274737"/>
                  </a:lnTo>
                  <a:lnTo>
                    <a:pt x="43767" y="278709"/>
                  </a:lnTo>
                  <a:lnTo>
                    <a:pt x="47407" y="282566"/>
                  </a:lnTo>
                  <a:lnTo>
                    <a:pt x="51168" y="286307"/>
                  </a:lnTo>
                  <a:lnTo>
                    <a:pt x="55045" y="289926"/>
                  </a:lnTo>
                  <a:lnTo>
                    <a:pt x="59035" y="293420"/>
                  </a:lnTo>
                  <a:lnTo>
                    <a:pt x="63135" y="296787"/>
                  </a:lnTo>
                  <a:lnTo>
                    <a:pt x="67339" y="300021"/>
                  </a:lnTo>
                  <a:lnTo>
                    <a:pt x="71643" y="303120"/>
                  </a:lnTo>
                  <a:lnTo>
                    <a:pt x="76044" y="306081"/>
                  </a:lnTo>
                  <a:lnTo>
                    <a:pt x="80536" y="308901"/>
                  </a:lnTo>
                  <a:lnTo>
                    <a:pt x="85116" y="311578"/>
                  </a:lnTo>
                  <a:lnTo>
                    <a:pt x="89778" y="314107"/>
                  </a:lnTo>
                  <a:lnTo>
                    <a:pt x="94518" y="316487"/>
                  </a:lnTo>
                  <a:lnTo>
                    <a:pt x="99331" y="318716"/>
                  </a:lnTo>
                  <a:lnTo>
                    <a:pt x="104212" y="320791"/>
                  </a:lnTo>
                  <a:lnTo>
                    <a:pt x="109157" y="322710"/>
                  </a:lnTo>
                  <a:lnTo>
                    <a:pt x="114160" y="324471"/>
                  </a:lnTo>
                  <a:lnTo>
                    <a:pt x="119217" y="326073"/>
                  </a:lnTo>
                  <a:lnTo>
                    <a:pt x="124322" y="327513"/>
                  </a:lnTo>
                  <a:lnTo>
                    <a:pt x="129470" y="328791"/>
                  </a:lnTo>
                  <a:lnTo>
                    <a:pt x="134656" y="329904"/>
                  </a:lnTo>
                  <a:lnTo>
                    <a:pt x="139874" y="330853"/>
                  </a:lnTo>
                  <a:lnTo>
                    <a:pt x="145120" y="331635"/>
                  </a:lnTo>
                  <a:lnTo>
                    <a:pt x="150389" y="332251"/>
                  </a:lnTo>
                  <a:lnTo>
                    <a:pt x="155674" y="332699"/>
                  </a:lnTo>
                  <a:lnTo>
                    <a:pt x="160971" y="332980"/>
                  </a:lnTo>
                  <a:lnTo>
                    <a:pt x="166274" y="333092"/>
                  </a:lnTo>
                  <a:lnTo>
                    <a:pt x="171577" y="333036"/>
                  </a:lnTo>
                  <a:lnTo>
                    <a:pt x="176877" y="332812"/>
                  </a:lnTo>
                  <a:lnTo>
                    <a:pt x="182166" y="332419"/>
                  </a:lnTo>
                  <a:lnTo>
                    <a:pt x="187441" y="331859"/>
                  </a:lnTo>
                  <a:lnTo>
                    <a:pt x="192695" y="331132"/>
                  </a:lnTo>
                  <a:lnTo>
                    <a:pt x="197923" y="330239"/>
                  </a:lnTo>
                  <a:lnTo>
                    <a:pt x="203121" y="329180"/>
                  </a:lnTo>
                  <a:lnTo>
                    <a:pt x="208282" y="327957"/>
                  </a:lnTo>
                  <a:lnTo>
                    <a:pt x="213402" y="326571"/>
                  </a:lnTo>
                  <a:lnTo>
                    <a:pt x="218475" y="325023"/>
                  </a:lnTo>
                  <a:lnTo>
                    <a:pt x="223496" y="323315"/>
                  </a:lnTo>
                  <a:lnTo>
                    <a:pt x="228461" y="321448"/>
                  </a:lnTo>
                  <a:lnTo>
                    <a:pt x="233364" y="319425"/>
                  </a:lnTo>
                  <a:lnTo>
                    <a:pt x="238201" y="317247"/>
                  </a:lnTo>
                  <a:lnTo>
                    <a:pt x="242966" y="314917"/>
                  </a:lnTo>
                  <a:lnTo>
                    <a:pt x="247654" y="312437"/>
                  </a:lnTo>
                  <a:lnTo>
                    <a:pt x="252262" y="309809"/>
                  </a:lnTo>
                  <a:lnTo>
                    <a:pt x="256784" y="307037"/>
                  </a:lnTo>
                  <a:lnTo>
                    <a:pt x="261216" y="304122"/>
                  </a:lnTo>
                  <a:lnTo>
                    <a:pt x="265553" y="301069"/>
                  </a:lnTo>
                  <a:lnTo>
                    <a:pt x="269790" y="297879"/>
                  </a:lnTo>
                  <a:lnTo>
                    <a:pt x="273925" y="294557"/>
                  </a:lnTo>
                  <a:lnTo>
                    <a:pt x="277952" y="291105"/>
                  </a:lnTo>
                  <a:lnTo>
                    <a:pt x="281868" y="287527"/>
                  </a:lnTo>
                  <a:lnTo>
                    <a:pt x="285668" y="283826"/>
                  </a:lnTo>
                  <a:lnTo>
                    <a:pt x="289348" y="280007"/>
                  </a:lnTo>
                  <a:lnTo>
                    <a:pt x="292906" y="276073"/>
                  </a:lnTo>
                  <a:lnTo>
                    <a:pt x="296337" y="272028"/>
                  </a:lnTo>
                  <a:lnTo>
                    <a:pt x="299638" y="267876"/>
                  </a:lnTo>
                  <a:lnTo>
                    <a:pt x="302806" y="263622"/>
                  </a:lnTo>
                  <a:lnTo>
                    <a:pt x="305837" y="259269"/>
                  </a:lnTo>
                  <a:lnTo>
                    <a:pt x="308729" y="254823"/>
                  </a:lnTo>
                  <a:lnTo>
                    <a:pt x="311478" y="250287"/>
                  </a:lnTo>
                  <a:lnTo>
                    <a:pt x="314082" y="245665"/>
                  </a:lnTo>
                  <a:lnTo>
                    <a:pt x="316537" y="240964"/>
                  </a:lnTo>
                  <a:lnTo>
                    <a:pt x="318843" y="236187"/>
                  </a:lnTo>
                  <a:lnTo>
                    <a:pt x="320995" y="231340"/>
                  </a:lnTo>
                  <a:lnTo>
                    <a:pt x="322993" y="226426"/>
                  </a:lnTo>
                  <a:lnTo>
                    <a:pt x="324834" y="221452"/>
                  </a:lnTo>
                  <a:lnTo>
                    <a:pt x="326516" y="216421"/>
                  </a:lnTo>
                  <a:lnTo>
                    <a:pt x="328038" y="211340"/>
                  </a:lnTo>
                  <a:lnTo>
                    <a:pt x="329398" y="206213"/>
                  </a:lnTo>
                  <a:lnTo>
                    <a:pt x="330594" y="201046"/>
                  </a:lnTo>
                  <a:lnTo>
                    <a:pt x="331626" y="195843"/>
                  </a:lnTo>
                  <a:lnTo>
                    <a:pt x="332492" y="190610"/>
                  </a:lnTo>
                  <a:lnTo>
                    <a:pt x="333192" y="185352"/>
                  </a:lnTo>
                  <a:lnTo>
                    <a:pt x="333725" y="180075"/>
                  </a:lnTo>
                  <a:lnTo>
                    <a:pt x="334090" y="174783"/>
                  </a:lnTo>
                  <a:lnTo>
                    <a:pt x="334287" y="169483"/>
                  </a:lnTo>
                  <a:lnTo>
                    <a:pt x="334316" y="164179"/>
                  </a:lnTo>
                  <a:lnTo>
                    <a:pt x="334176" y="158877"/>
                  </a:lnTo>
                  <a:lnTo>
                    <a:pt x="333868" y="153581"/>
                  </a:lnTo>
                  <a:lnTo>
                    <a:pt x="333393" y="148299"/>
                  </a:lnTo>
                  <a:lnTo>
                    <a:pt x="332750" y="143034"/>
                  </a:lnTo>
                  <a:lnTo>
                    <a:pt x="331940" y="137792"/>
                  </a:lnTo>
                  <a:lnTo>
                    <a:pt x="330965" y="132578"/>
                  </a:lnTo>
                  <a:lnTo>
                    <a:pt x="329824" y="127398"/>
                  </a:lnTo>
                  <a:lnTo>
                    <a:pt x="328520" y="122257"/>
                  </a:lnTo>
                  <a:lnTo>
                    <a:pt x="327053" y="117159"/>
                  </a:lnTo>
                  <a:lnTo>
                    <a:pt x="325426" y="112111"/>
                  </a:lnTo>
                  <a:lnTo>
                    <a:pt x="323639" y="107117"/>
                  </a:lnTo>
                  <a:lnTo>
                    <a:pt x="321694" y="102182"/>
                  </a:lnTo>
                  <a:lnTo>
                    <a:pt x="319594" y="97312"/>
                  </a:lnTo>
                  <a:lnTo>
                    <a:pt x="317340" y="92510"/>
                  </a:lnTo>
                  <a:lnTo>
                    <a:pt x="314935" y="87782"/>
                  </a:lnTo>
                  <a:lnTo>
                    <a:pt x="312382" y="83133"/>
                  </a:lnTo>
                  <a:lnTo>
                    <a:pt x="309682" y="78568"/>
                  </a:lnTo>
                  <a:lnTo>
                    <a:pt x="306839" y="74090"/>
                  </a:lnTo>
                  <a:lnTo>
                    <a:pt x="303855" y="69705"/>
                  </a:lnTo>
                  <a:lnTo>
                    <a:pt x="300733" y="65416"/>
                  </a:lnTo>
                  <a:lnTo>
                    <a:pt x="297478" y="61229"/>
                  </a:lnTo>
                  <a:lnTo>
                    <a:pt x="294090" y="57147"/>
                  </a:lnTo>
                  <a:lnTo>
                    <a:pt x="290575" y="53175"/>
                  </a:lnTo>
                  <a:lnTo>
                    <a:pt x="286936" y="49316"/>
                  </a:lnTo>
                  <a:lnTo>
                    <a:pt x="283176" y="45575"/>
                  </a:lnTo>
                  <a:lnTo>
                    <a:pt x="279300" y="41955"/>
                  </a:lnTo>
                  <a:lnTo>
                    <a:pt x="275310" y="38460"/>
                  </a:lnTo>
                  <a:lnTo>
                    <a:pt x="271212" y="35092"/>
                  </a:lnTo>
                  <a:lnTo>
                    <a:pt x="267009" y="31857"/>
                  </a:lnTo>
                  <a:lnTo>
                    <a:pt x="262705" y="28757"/>
                  </a:lnTo>
                  <a:lnTo>
                    <a:pt x="258305" y="25795"/>
                  </a:lnTo>
                  <a:lnTo>
                    <a:pt x="253813" y="22973"/>
                  </a:lnTo>
                  <a:lnTo>
                    <a:pt x="249234" y="20296"/>
                  </a:lnTo>
                  <a:lnTo>
                    <a:pt x="244573" y="17766"/>
                  </a:lnTo>
                  <a:lnTo>
                    <a:pt x="239833" y="15384"/>
                  </a:lnTo>
                  <a:lnTo>
                    <a:pt x="235021" y="13154"/>
                  </a:lnTo>
                  <a:lnTo>
                    <a:pt x="230140" y="11078"/>
                  </a:lnTo>
                  <a:lnTo>
                    <a:pt x="225196" y="9158"/>
                  </a:lnTo>
                  <a:lnTo>
                    <a:pt x="220193" y="7396"/>
                  </a:lnTo>
                  <a:lnTo>
                    <a:pt x="215137" y="5793"/>
                  </a:lnTo>
                  <a:lnTo>
                    <a:pt x="210032" y="4351"/>
                  </a:lnTo>
                  <a:lnTo>
                    <a:pt x="204884" y="3072"/>
                  </a:lnTo>
                  <a:lnTo>
                    <a:pt x="199699" y="1957"/>
                  </a:lnTo>
                  <a:lnTo>
                    <a:pt x="194480" y="1008"/>
                  </a:lnTo>
                  <a:lnTo>
                    <a:pt x="189235" y="224"/>
                  </a:lnTo>
                  <a:lnTo>
                    <a:pt x="167157" y="1659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22077" cy="167167"/>
            </a:xfrm>
            <a:custGeom>
              <a:avLst/>
              <a:pathLst>
                <a:path w="22077" h="167167">
                  <a:moveTo>
                    <a:pt x="22077" y="1464"/>
                  </a:moveTo>
                  <a:lnTo>
                    <a:pt x="14742" y="651"/>
                  </a:lnTo>
                  <a:lnTo>
                    <a:pt x="7378" y="16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303" y="2633064"/>
              <a:ext cx="3445" cy="167167"/>
            </a:xfrm>
            <a:custGeom>
              <a:avLst/>
              <a:pathLst>
                <a:path w="3445" h="167167">
                  <a:moveTo>
                    <a:pt x="3445" y="0"/>
                  </a:moveTo>
                  <a:lnTo>
                    <a:pt x="0" y="35"/>
                  </a:lnTo>
                  <a:lnTo>
                    <a:pt x="344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7303" y="2633099"/>
              <a:ext cx="3445" cy="167131"/>
            </a:xfrm>
            <a:custGeom>
              <a:avLst/>
              <a:pathLst>
                <a:path w="3445" h="167131">
                  <a:moveTo>
                    <a:pt x="0" y="0"/>
                  </a:moveTo>
                  <a:lnTo>
                    <a:pt x="3445" y="1671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1" y="2633099"/>
              <a:ext cx="334316" cy="334296"/>
            </a:xfrm>
            <a:custGeom>
              <a:avLst/>
              <a:pathLst>
                <a:path w="334316" h="334296">
                  <a:moveTo>
                    <a:pt x="163721" y="0"/>
                  </a:moveTo>
                  <a:lnTo>
                    <a:pt x="158445" y="192"/>
                  </a:lnTo>
                  <a:lnTo>
                    <a:pt x="153177" y="550"/>
                  </a:lnTo>
                  <a:lnTo>
                    <a:pt x="147923" y="1075"/>
                  </a:lnTo>
                  <a:lnTo>
                    <a:pt x="142689" y="1766"/>
                  </a:lnTo>
                  <a:lnTo>
                    <a:pt x="137479" y="2621"/>
                  </a:lnTo>
                  <a:lnTo>
                    <a:pt x="132298" y="3641"/>
                  </a:lnTo>
                  <a:lnTo>
                    <a:pt x="127152" y="4824"/>
                  </a:lnTo>
                  <a:lnTo>
                    <a:pt x="122047" y="6168"/>
                  </a:lnTo>
                  <a:lnTo>
                    <a:pt x="116986" y="7673"/>
                  </a:lnTo>
                  <a:lnTo>
                    <a:pt x="111975" y="9338"/>
                  </a:lnTo>
                  <a:lnTo>
                    <a:pt x="107019" y="11159"/>
                  </a:lnTo>
                  <a:lnTo>
                    <a:pt x="102124" y="13137"/>
                  </a:lnTo>
                  <a:lnTo>
                    <a:pt x="97293" y="15268"/>
                  </a:lnTo>
                  <a:lnTo>
                    <a:pt x="92532" y="17550"/>
                  </a:lnTo>
                  <a:lnTo>
                    <a:pt x="87845" y="19982"/>
                  </a:lnTo>
                  <a:lnTo>
                    <a:pt x="83238" y="22560"/>
                  </a:lnTo>
                  <a:lnTo>
                    <a:pt x="78714" y="25283"/>
                  </a:lnTo>
                  <a:lnTo>
                    <a:pt x="74278" y="28147"/>
                  </a:lnTo>
                  <a:lnTo>
                    <a:pt x="69935" y="31149"/>
                  </a:lnTo>
                  <a:lnTo>
                    <a:pt x="65690" y="34288"/>
                  </a:lnTo>
                  <a:lnTo>
                    <a:pt x="61545" y="37559"/>
                  </a:lnTo>
                  <a:lnTo>
                    <a:pt x="57506" y="40959"/>
                  </a:lnTo>
                  <a:lnTo>
                    <a:pt x="53576" y="44485"/>
                  </a:lnTo>
                  <a:lnTo>
                    <a:pt x="49759" y="48134"/>
                  </a:lnTo>
                  <a:lnTo>
                    <a:pt x="46060" y="51901"/>
                  </a:lnTo>
                  <a:lnTo>
                    <a:pt x="42481" y="55783"/>
                  </a:lnTo>
                  <a:lnTo>
                    <a:pt x="39027" y="59776"/>
                  </a:lnTo>
                  <a:lnTo>
                    <a:pt x="35700" y="63876"/>
                  </a:lnTo>
                  <a:lnTo>
                    <a:pt x="32505" y="68079"/>
                  </a:lnTo>
                  <a:lnTo>
                    <a:pt x="29444" y="72382"/>
                  </a:lnTo>
                  <a:lnTo>
                    <a:pt x="26521" y="76778"/>
                  </a:lnTo>
                  <a:lnTo>
                    <a:pt x="23737" y="81265"/>
                  </a:lnTo>
                  <a:lnTo>
                    <a:pt x="21097" y="85837"/>
                  </a:lnTo>
                  <a:lnTo>
                    <a:pt x="18603" y="90491"/>
                  </a:lnTo>
                  <a:lnTo>
                    <a:pt x="16257" y="95221"/>
                  </a:lnTo>
                  <a:lnTo>
                    <a:pt x="14061" y="100022"/>
                  </a:lnTo>
                  <a:lnTo>
                    <a:pt x="12018" y="104891"/>
                  </a:lnTo>
                  <a:lnTo>
                    <a:pt x="10130" y="109822"/>
                  </a:lnTo>
                  <a:lnTo>
                    <a:pt x="8398" y="114810"/>
                  </a:lnTo>
                  <a:lnTo>
                    <a:pt x="6825" y="119850"/>
                  </a:lnTo>
                  <a:lnTo>
                    <a:pt x="5412" y="124937"/>
                  </a:lnTo>
                  <a:lnTo>
                    <a:pt x="4160" y="130066"/>
                  </a:lnTo>
                  <a:lnTo>
                    <a:pt x="3071" y="135233"/>
                  </a:lnTo>
                  <a:lnTo>
                    <a:pt x="2145" y="140431"/>
                  </a:lnTo>
                  <a:lnTo>
                    <a:pt x="1384" y="145655"/>
                  </a:lnTo>
                  <a:lnTo>
                    <a:pt x="789" y="150902"/>
                  </a:lnTo>
                  <a:lnTo>
                    <a:pt x="359" y="156164"/>
                  </a:lnTo>
                  <a:lnTo>
                    <a:pt x="96" y="161437"/>
                  </a:lnTo>
                  <a:lnTo>
                    <a:pt x="0" y="166716"/>
                  </a:lnTo>
                  <a:lnTo>
                    <a:pt x="70" y="171996"/>
                  </a:lnTo>
                  <a:lnTo>
                    <a:pt x="307" y="177270"/>
                  </a:lnTo>
                  <a:lnTo>
                    <a:pt x="710" y="182535"/>
                  </a:lnTo>
                  <a:lnTo>
                    <a:pt x="1280" y="187784"/>
                  </a:lnTo>
                  <a:lnTo>
                    <a:pt x="2015" y="193012"/>
                  </a:lnTo>
                  <a:lnTo>
                    <a:pt x="2914" y="198215"/>
                  </a:lnTo>
                  <a:lnTo>
                    <a:pt x="3978" y="203387"/>
                  </a:lnTo>
                  <a:lnTo>
                    <a:pt x="5204" y="208522"/>
                  </a:lnTo>
                  <a:lnTo>
                    <a:pt x="6592" y="213616"/>
                  </a:lnTo>
                  <a:lnTo>
                    <a:pt x="8140" y="218664"/>
                  </a:lnTo>
                  <a:lnTo>
                    <a:pt x="9847" y="223661"/>
                  </a:lnTo>
                  <a:lnTo>
                    <a:pt x="11711" y="228601"/>
                  </a:lnTo>
                  <a:lnTo>
                    <a:pt x="13729" y="233479"/>
                  </a:lnTo>
                  <a:lnTo>
                    <a:pt x="15901" y="238292"/>
                  </a:lnTo>
                  <a:lnTo>
                    <a:pt x="18224" y="243033"/>
                  </a:lnTo>
                  <a:lnTo>
                    <a:pt x="20695" y="247699"/>
                  </a:lnTo>
                  <a:lnTo>
                    <a:pt x="23313" y="252285"/>
                  </a:lnTo>
                  <a:lnTo>
                    <a:pt x="26074" y="256785"/>
                  </a:lnTo>
                  <a:lnTo>
                    <a:pt x="28975" y="261196"/>
                  </a:lnTo>
                  <a:lnTo>
                    <a:pt x="32015" y="265514"/>
                  </a:lnTo>
                  <a:lnTo>
                    <a:pt x="35189" y="269733"/>
                  </a:lnTo>
                  <a:lnTo>
                    <a:pt x="38495" y="273849"/>
                  </a:lnTo>
                  <a:lnTo>
                    <a:pt x="41930" y="277860"/>
                  </a:lnTo>
                  <a:lnTo>
                    <a:pt x="45489" y="281759"/>
                  </a:lnTo>
                  <a:lnTo>
                    <a:pt x="49170" y="285545"/>
                  </a:lnTo>
                  <a:lnTo>
                    <a:pt x="52968" y="289212"/>
                  </a:lnTo>
                  <a:lnTo>
                    <a:pt x="56881" y="292758"/>
                  </a:lnTo>
                  <a:lnTo>
                    <a:pt x="60903" y="296178"/>
                  </a:lnTo>
                  <a:lnTo>
                    <a:pt x="65031" y="299469"/>
                  </a:lnTo>
                  <a:lnTo>
                    <a:pt x="69261" y="302629"/>
                  </a:lnTo>
                  <a:lnTo>
                    <a:pt x="73589" y="305653"/>
                  </a:lnTo>
                  <a:lnTo>
                    <a:pt x="78011" y="308539"/>
                  </a:lnTo>
                  <a:lnTo>
                    <a:pt x="82521" y="311284"/>
                  </a:lnTo>
                  <a:lnTo>
                    <a:pt x="87115" y="313886"/>
                  </a:lnTo>
                  <a:lnTo>
                    <a:pt x="91790" y="316340"/>
                  </a:lnTo>
                  <a:lnTo>
                    <a:pt x="96540" y="318647"/>
                  </a:lnTo>
                  <a:lnTo>
                    <a:pt x="101360" y="320801"/>
                  </a:lnTo>
                  <a:lnTo>
                    <a:pt x="106246" y="322803"/>
                  </a:lnTo>
                  <a:lnTo>
                    <a:pt x="111192" y="324649"/>
                  </a:lnTo>
                  <a:lnTo>
                    <a:pt x="116195" y="326338"/>
                  </a:lnTo>
                  <a:lnTo>
                    <a:pt x="121248" y="327869"/>
                  </a:lnTo>
                  <a:lnTo>
                    <a:pt x="126347" y="329239"/>
                  </a:lnTo>
                  <a:lnTo>
                    <a:pt x="131487" y="330447"/>
                  </a:lnTo>
                  <a:lnTo>
                    <a:pt x="136662" y="331492"/>
                  </a:lnTo>
                  <a:lnTo>
                    <a:pt x="141868" y="332373"/>
                  </a:lnTo>
                  <a:lnTo>
                    <a:pt x="147099" y="333090"/>
                  </a:lnTo>
                  <a:lnTo>
                    <a:pt x="152350" y="333641"/>
                  </a:lnTo>
                  <a:lnTo>
                    <a:pt x="157616" y="334026"/>
                  </a:lnTo>
                  <a:lnTo>
                    <a:pt x="162891" y="334244"/>
                  </a:lnTo>
                  <a:lnTo>
                    <a:pt x="168171" y="334296"/>
                  </a:lnTo>
                  <a:lnTo>
                    <a:pt x="173449" y="334181"/>
                  </a:lnTo>
                  <a:lnTo>
                    <a:pt x="178722" y="333899"/>
                  </a:lnTo>
                  <a:lnTo>
                    <a:pt x="183983" y="333451"/>
                  </a:lnTo>
                  <a:lnTo>
                    <a:pt x="189227" y="332837"/>
                  </a:lnTo>
                  <a:lnTo>
                    <a:pt x="194449" y="332058"/>
                  </a:lnTo>
                  <a:lnTo>
                    <a:pt x="199644" y="331114"/>
                  </a:lnTo>
                  <a:lnTo>
                    <a:pt x="204806" y="330006"/>
                  </a:lnTo>
                  <a:lnTo>
                    <a:pt x="209931" y="328736"/>
                  </a:lnTo>
                  <a:lnTo>
                    <a:pt x="215013" y="327305"/>
                  </a:lnTo>
                  <a:lnTo>
                    <a:pt x="220048" y="325714"/>
                  </a:lnTo>
                  <a:lnTo>
                    <a:pt x="225029" y="323965"/>
                  </a:lnTo>
                  <a:lnTo>
                    <a:pt x="229954" y="322060"/>
                  </a:lnTo>
                  <a:lnTo>
                    <a:pt x="234815" y="319999"/>
                  </a:lnTo>
                  <a:lnTo>
                    <a:pt x="239609" y="317787"/>
                  </a:lnTo>
                  <a:lnTo>
                    <a:pt x="244330" y="315424"/>
                  </a:lnTo>
                  <a:lnTo>
                    <a:pt x="248975" y="312913"/>
                  </a:lnTo>
                  <a:lnTo>
                    <a:pt x="253538" y="310257"/>
                  </a:lnTo>
                  <a:lnTo>
                    <a:pt x="258015" y="307458"/>
                  </a:lnTo>
                  <a:lnTo>
                    <a:pt x="262401" y="304519"/>
                  </a:lnTo>
                  <a:lnTo>
                    <a:pt x="266693" y="301443"/>
                  </a:lnTo>
                  <a:lnTo>
                    <a:pt x="270885" y="298233"/>
                  </a:lnTo>
                  <a:lnTo>
                    <a:pt x="274973" y="294892"/>
                  </a:lnTo>
                  <a:lnTo>
                    <a:pt x="278954" y="291423"/>
                  </a:lnTo>
                  <a:lnTo>
                    <a:pt x="282823" y="287831"/>
                  </a:lnTo>
                  <a:lnTo>
                    <a:pt x="286578" y="284118"/>
                  </a:lnTo>
                  <a:lnTo>
                    <a:pt x="290212" y="280289"/>
                  </a:lnTo>
                  <a:lnTo>
                    <a:pt x="293725" y="276347"/>
                  </a:lnTo>
                  <a:lnTo>
                    <a:pt x="297111" y="272295"/>
                  </a:lnTo>
                  <a:lnTo>
                    <a:pt x="300367" y="268139"/>
                  </a:lnTo>
                  <a:lnTo>
                    <a:pt x="303490" y="263882"/>
                  </a:lnTo>
                  <a:lnTo>
                    <a:pt x="306478" y="259529"/>
                  </a:lnTo>
                  <a:lnTo>
                    <a:pt x="309326" y="255083"/>
                  </a:lnTo>
                  <a:lnTo>
                    <a:pt x="312033" y="250550"/>
                  </a:lnTo>
                  <a:lnTo>
                    <a:pt x="314595" y="245933"/>
                  </a:lnTo>
                  <a:lnTo>
                    <a:pt x="317010" y="241238"/>
                  </a:lnTo>
                  <a:lnTo>
                    <a:pt x="319276" y="236469"/>
                  </a:lnTo>
                  <a:lnTo>
                    <a:pt x="321390" y="231631"/>
                  </a:lnTo>
                  <a:lnTo>
                    <a:pt x="323350" y="226728"/>
                  </a:lnTo>
                  <a:lnTo>
                    <a:pt x="325154" y="221766"/>
                  </a:lnTo>
                  <a:lnTo>
                    <a:pt x="326800" y="216750"/>
                  </a:lnTo>
                  <a:lnTo>
                    <a:pt x="328288" y="211683"/>
                  </a:lnTo>
                  <a:lnTo>
                    <a:pt x="329614" y="206573"/>
                  </a:lnTo>
                  <a:lnTo>
                    <a:pt x="330779" y="201423"/>
                  </a:lnTo>
                  <a:lnTo>
                    <a:pt x="331780" y="196239"/>
                  </a:lnTo>
                  <a:lnTo>
                    <a:pt x="332617" y="191026"/>
                  </a:lnTo>
                  <a:lnTo>
                    <a:pt x="333289" y="185789"/>
                  </a:lnTo>
                  <a:lnTo>
                    <a:pt x="333796" y="180533"/>
                  </a:lnTo>
                  <a:lnTo>
                    <a:pt x="334136" y="175265"/>
                  </a:lnTo>
                  <a:lnTo>
                    <a:pt x="334309" y="169988"/>
                  </a:lnTo>
                  <a:lnTo>
                    <a:pt x="334316" y="164708"/>
                  </a:lnTo>
                  <a:lnTo>
                    <a:pt x="334156" y="159430"/>
                  </a:lnTo>
                  <a:lnTo>
                    <a:pt x="333830" y="154160"/>
                  </a:lnTo>
                  <a:lnTo>
                    <a:pt x="333337" y="148904"/>
                  </a:lnTo>
                  <a:lnTo>
                    <a:pt x="332679" y="143665"/>
                  </a:lnTo>
                  <a:lnTo>
                    <a:pt x="331855" y="138450"/>
                  </a:lnTo>
                  <a:lnTo>
                    <a:pt x="330867" y="133263"/>
                  </a:lnTo>
                  <a:lnTo>
                    <a:pt x="329716" y="128110"/>
                  </a:lnTo>
                  <a:lnTo>
                    <a:pt x="328402" y="122996"/>
                  </a:lnTo>
                  <a:lnTo>
                    <a:pt x="326928" y="117926"/>
                  </a:lnTo>
                  <a:lnTo>
                    <a:pt x="325295" y="112905"/>
                  </a:lnTo>
                  <a:lnTo>
                    <a:pt x="323503" y="107939"/>
                  </a:lnTo>
                  <a:lnTo>
                    <a:pt x="321556" y="103031"/>
                  </a:lnTo>
                  <a:lnTo>
                    <a:pt x="319455" y="98187"/>
                  </a:lnTo>
                  <a:lnTo>
                    <a:pt x="317201" y="93412"/>
                  </a:lnTo>
                  <a:lnTo>
                    <a:pt x="314798" y="88711"/>
                  </a:lnTo>
                  <a:lnTo>
                    <a:pt x="312248" y="84088"/>
                  </a:lnTo>
                  <a:lnTo>
                    <a:pt x="309553" y="79548"/>
                  </a:lnTo>
                  <a:lnTo>
                    <a:pt x="306716" y="75095"/>
                  </a:lnTo>
                  <a:lnTo>
                    <a:pt x="303740" y="70733"/>
                  </a:lnTo>
                  <a:lnTo>
                    <a:pt x="300628" y="66468"/>
                  </a:lnTo>
                  <a:lnTo>
                    <a:pt x="297382" y="62304"/>
                  </a:lnTo>
                  <a:lnTo>
                    <a:pt x="294007" y="58244"/>
                  </a:lnTo>
                  <a:lnTo>
                    <a:pt x="290505" y="54292"/>
                  </a:lnTo>
                  <a:lnTo>
                    <a:pt x="286880" y="50454"/>
                  </a:lnTo>
                  <a:lnTo>
                    <a:pt x="283135" y="46731"/>
                  </a:lnTo>
                  <a:lnTo>
                    <a:pt x="279275" y="43129"/>
                  </a:lnTo>
                  <a:lnTo>
                    <a:pt x="275303" y="39650"/>
                  </a:lnTo>
                  <a:lnTo>
                    <a:pt x="271223" y="36299"/>
                  </a:lnTo>
                  <a:lnTo>
                    <a:pt x="267040" y="33078"/>
                  </a:lnTo>
                  <a:lnTo>
                    <a:pt x="262756" y="29991"/>
                  </a:lnTo>
                  <a:lnTo>
                    <a:pt x="258378" y="27041"/>
                  </a:lnTo>
                  <a:lnTo>
                    <a:pt x="253908" y="24230"/>
                  </a:lnTo>
                  <a:lnTo>
                    <a:pt x="249352" y="21562"/>
                  </a:lnTo>
                  <a:lnTo>
                    <a:pt x="244714" y="19039"/>
                  </a:lnTo>
                  <a:lnTo>
                    <a:pt x="239998" y="16664"/>
                  </a:lnTo>
                  <a:lnTo>
                    <a:pt x="235210" y="14439"/>
                  </a:lnTo>
                  <a:lnTo>
                    <a:pt x="230354" y="12366"/>
                  </a:lnTo>
                  <a:lnTo>
                    <a:pt x="225435" y="10448"/>
                  </a:lnTo>
                  <a:lnTo>
                    <a:pt x="220458" y="8686"/>
                  </a:lnTo>
                  <a:lnTo>
                    <a:pt x="215427" y="7082"/>
                  </a:lnTo>
                  <a:lnTo>
                    <a:pt x="167166" y="1671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48260" cy="167167"/>
            </a:xfrm>
            <a:custGeom>
              <a:avLst/>
              <a:pathLst>
                <a:path w="48260" h="167167">
                  <a:moveTo>
                    <a:pt x="48260" y="7117"/>
                  </a:moveTo>
                  <a:lnTo>
                    <a:pt x="42370" y="5458"/>
                  </a:lnTo>
                  <a:lnTo>
                    <a:pt x="36423" y="4016"/>
                  </a:lnTo>
                  <a:lnTo>
                    <a:pt x="30428" y="2792"/>
                  </a:lnTo>
                  <a:lnTo>
                    <a:pt x="24391" y="1789"/>
                  </a:lnTo>
                  <a:lnTo>
                    <a:pt x="18322" y="1007"/>
                  </a:lnTo>
                  <a:lnTo>
                    <a:pt x="12228" y="447"/>
                  </a:lnTo>
                  <a:lnTo>
                    <a:pt x="6118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289" y="3170392"/>
              <a:ext cx="16690" cy="167167"/>
            </a:xfrm>
            <a:custGeom>
              <a:avLst/>
              <a:pathLst>
                <a:path w="16690" h="167167">
                  <a:moveTo>
                    <a:pt x="16690" y="0"/>
                  </a:moveTo>
                  <a:lnTo>
                    <a:pt x="8334" y="208"/>
                  </a:lnTo>
                  <a:lnTo>
                    <a:pt x="0" y="835"/>
                  </a:lnTo>
                  <a:lnTo>
                    <a:pt x="1669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289" y="3171227"/>
              <a:ext cx="16690" cy="166332"/>
            </a:xfrm>
            <a:custGeom>
              <a:avLst/>
              <a:pathLst>
                <a:path w="16690" h="166332">
                  <a:moveTo>
                    <a:pt x="0" y="0"/>
                  </a:moveTo>
                  <a:lnTo>
                    <a:pt x="16690" y="1663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289" y="3171227"/>
              <a:ext cx="16690" cy="166332"/>
            </a:xfrm>
            <a:custGeom>
              <a:avLst/>
              <a:pathLst>
                <a:path w="16690" h="166332">
                  <a:moveTo>
                    <a:pt x="0" y="0"/>
                  </a:moveTo>
                  <a:lnTo>
                    <a:pt x="16690" y="1663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289" y="3171227"/>
              <a:ext cx="16690" cy="166332"/>
            </a:xfrm>
            <a:custGeom>
              <a:avLst/>
              <a:pathLst>
                <a:path w="16690" h="166332">
                  <a:moveTo>
                    <a:pt x="0" y="0"/>
                  </a:moveTo>
                  <a:lnTo>
                    <a:pt x="16690" y="1663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289" y="3171227"/>
              <a:ext cx="16690" cy="166332"/>
            </a:xfrm>
            <a:custGeom>
              <a:avLst/>
              <a:pathLst>
                <a:path w="16690" h="166332">
                  <a:moveTo>
                    <a:pt x="0" y="0"/>
                  </a:moveTo>
                  <a:lnTo>
                    <a:pt x="16690" y="1663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289" y="3171227"/>
              <a:ext cx="16690" cy="166332"/>
            </a:xfrm>
            <a:custGeom>
              <a:avLst/>
              <a:pathLst>
                <a:path w="16690" h="166332">
                  <a:moveTo>
                    <a:pt x="0" y="0"/>
                  </a:moveTo>
                  <a:lnTo>
                    <a:pt x="16690" y="1663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289" y="3171227"/>
              <a:ext cx="16690" cy="166332"/>
            </a:xfrm>
            <a:custGeom>
              <a:avLst/>
              <a:pathLst>
                <a:path w="16690" h="166332">
                  <a:moveTo>
                    <a:pt x="0" y="0"/>
                  </a:moveTo>
                  <a:lnTo>
                    <a:pt x="16690" y="1663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289" y="3171227"/>
              <a:ext cx="16690" cy="166332"/>
            </a:xfrm>
            <a:custGeom>
              <a:avLst/>
              <a:pathLst>
                <a:path w="16690" h="166332">
                  <a:moveTo>
                    <a:pt x="0" y="0"/>
                  </a:moveTo>
                  <a:lnTo>
                    <a:pt x="16690" y="166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289" y="3171227"/>
              <a:ext cx="16690" cy="166332"/>
            </a:xfrm>
            <a:custGeom>
              <a:avLst/>
              <a:pathLst>
                <a:path w="16690" h="166332">
                  <a:moveTo>
                    <a:pt x="0" y="0"/>
                  </a:moveTo>
                  <a:lnTo>
                    <a:pt x="16690" y="166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289" y="3171227"/>
              <a:ext cx="16690" cy="166332"/>
            </a:xfrm>
            <a:custGeom>
              <a:avLst/>
              <a:pathLst>
                <a:path w="16690" h="166332">
                  <a:moveTo>
                    <a:pt x="0" y="0"/>
                  </a:moveTo>
                  <a:lnTo>
                    <a:pt x="16690" y="166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9289" y="3171227"/>
              <a:ext cx="16690" cy="166332"/>
            </a:xfrm>
            <a:custGeom>
              <a:avLst/>
              <a:pathLst>
                <a:path w="16690" h="166332">
                  <a:moveTo>
                    <a:pt x="0" y="0"/>
                  </a:moveTo>
                  <a:lnTo>
                    <a:pt x="16690" y="166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9289" y="3171227"/>
              <a:ext cx="16690" cy="166332"/>
            </a:xfrm>
            <a:custGeom>
              <a:avLst/>
              <a:pathLst>
                <a:path w="16690" h="166332">
                  <a:moveTo>
                    <a:pt x="0" y="0"/>
                  </a:moveTo>
                  <a:lnTo>
                    <a:pt x="16690" y="1663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9289" y="3171227"/>
              <a:ext cx="16690" cy="166332"/>
            </a:xfrm>
            <a:custGeom>
              <a:avLst/>
              <a:pathLst>
                <a:path w="16690" h="166332">
                  <a:moveTo>
                    <a:pt x="0" y="0"/>
                  </a:moveTo>
                  <a:lnTo>
                    <a:pt x="16690" y="1663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34" y="3171227"/>
              <a:ext cx="334311" cy="333497"/>
            </a:xfrm>
            <a:custGeom>
              <a:avLst/>
              <a:pathLst>
                <a:path w="334311" h="333497">
                  <a:moveTo>
                    <a:pt x="150455" y="0"/>
                  </a:moveTo>
                  <a:lnTo>
                    <a:pt x="145203" y="611"/>
                  </a:lnTo>
                  <a:lnTo>
                    <a:pt x="139973" y="1387"/>
                  </a:lnTo>
                  <a:lnTo>
                    <a:pt x="134771" y="2329"/>
                  </a:lnTo>
                  <a:lnTo>
                    <a:pt x="129601" y="3435"/>
                  </a:lnTo>
                  <a:lnTo>
                    <a:pt x="124468" y="4704"/>
                  </a:lnTo>
                  <a:lnTo>
                    <a:pt x="119378" y="6134"/>
                  </a:lnTo>
                  <a:lnTo>
                    <a:pt x="114335" y="7725"/>
                  </a:lnTo>
                  <a:lnTo>
                    <a:pt x="109346" y="9475"/>
                  </a:lnTo>
                  <a:lnTo>
                    <a:pt x="104414" y="11381"/>
                  </a:lnTo>
                  <a:lnTo>
                    <a:pt x="99546" y="13442"/>
                  </a:lnTo>
                  <a:lnTo>
                    <a:pt x="94744" y="15657"/>
                  </a:lnTo>
                  <a:lnTo>
                    <a:pt x="90016" y="18022"/>
                  </a:lnTo>
                  <a:lnTo>
                    <a:pt x="85364" y="20535"/>
                  </a:lnTo>
                  <a:lnTo>
                    <a:pt x="80794" y="23194"/>
                  </a:lnTo>
                  <a:lnTo>
                    <a:pt x="76311" y="25997"/>
                  </a:lnTo>
                  <a:lnTo>
                    <a:pt x="71918" y="28940"/>
                  </a:lnTo>
                  <a:lnTo>
                    <a:pt x="67621" y="32020"/>
                  </a:lnTo>
                  <a:lnTo>
                    <a:pt x="63423" y="35234"/>
                  </a:lnTo>
                  <a:lnTo>
                    <a:pt x="59329" y="38580"/>
                  </a:lnTo>
                  <a:lnTo>
                    <a:pt x="55343" y="42054"/>
                  </a:lnTo>
                  <a:lnTo>
                    <a:pt x="51469" y="45652"/>
                  </a:lnTo>
                  <a:lnTo>
                    <a:pt x="47710" y="49370"/>
                  </a:lnTo>
                  <a:lnTo>
                    <a:pt x="44071" y="53206"/>
                  </a:lnTo>
                  <a:lnTo>
                    <a:pt x="40555" y="57155"/>
                  </a:lnTo>
                  <a:lnTo>
                    <a:pt x="37166" y="61212"/>
                  </a:lnTo>
                  <a:lnTo>
                    <a:pt x="33906" y="65376"/>
                  </a:lnTo>
                  <a:lnTo>
                    <a:pt x="30780" y="69640"/>
                  </a:lnTo>
                  <a:lnTo>
                    <a:pt x="27791" y="74001"/>
                  </a:lnTo>
                  <a:lnTo>
                    <a:pt x="24940" y="78454"/>
                  </a:lnTo>
                  <a:lnTo>
                    <a:pt x="22232" y="82995"/>
                  </a:lnTo>
                  <a:lnTo>
                    <a:pt x="19669" y="87619"/>
                  </a:lnTo>
                  <a:lnTo>
                    <a:pt x="17254" y="92323"/>
                  </a:lnTo>
                  <a:lnTo>
                    <a:pt x="14988" y="97100"/>
                  </a:lnTo>
                  <a:lnTo>
                    <a:pt x="12875" y="101947"/>
                  </a:lnTo>
                  <a:lnTo>
                    <a:pt x="10916" y="106857"/>
                  </a:lnTo>
                  <a:lnTo>
                    <a:pt x="9113" y="111828"/>
                  </a:lnTo>
                  <a:lnTo>
                    <a:pt x="7469" y="116853"/>
                  </a:lnTo>
                  <a:lnTo>
                    <a:pt x="5984" y="121927"/>
                  </a:lnTo>
                  <a:lnTo>
                    <a:pt x="4660" y="127046"/>
                  </a:lnTo>
                  <a:lnTo>
                    <a:pt x="3499" y="132204"/>
                  </a:lnTo>
                  <a:lnTo>
                    <a:pt x="2502" y="137397"/>
                  </a:lnTo>
                  <a:lnTo>
                    <a:pt x="1669" y="142618"/>
                  </a:lnTo>
                  <a:lnTo>
                    <a:pt x="1002" y="147863"/>
                  </a:lnTo>
                  <a:lnTo>
                    <a:pt x="501" y="153126"/>
                  </a:lnTo>
                  <a:lnTo>
                    <a:pt x="167" y="158403"/>
                  </a:lnTo>
                  <a:lnTo>
                    <a:pt x="0" y="163688"/>
                  </a:lnTo>
                  <a:lnTo>
                    <a:pt x="0" y="168975"/>
                  </a:lnTo>
                  <a:lnTo>
                    <a:pt x="167" y="174259"/>
                  </a:lnTo>
                  <a:lnTo>
                    <a:pt x="501" y="179536"/>
                  </a:lnTo>
                  <a:lnTo>
                    <a:pt x="1002" y="184800"/>
                  </a:lnTo>
                  <a:lnTo>
                    <a:pt x="1669" y="190045"/>
                  </a:lnTo>
                  <a:lnTo>
                    <a:pt x="2502" y="195266"/>
                  </a:lnTo>
                  <a:lnTo>
                    <a:pt x="3499" y="200458"/>
                  </a:lnTo>
                  <a:lnTo>
                    <a:pt x="4660" y="205616"/>
                  </a:lnTo>
                  <a:lnTo>
                    <a:pt x="5984" y="210735"/>
                  </a:lnTo>
                  <a:lnTo>
                    <a:pt x="7469" y="215810"/>
                  </a:lnTo>
                  <a:lnTo>
                    <a:pt x="9113" y="220835"/>
                  </a:lnTo>
                  <a:lnTo>
                    <a:pt x="10916" y="225805"/>
                  </a:lnTo>
                  <a:lnTo>
                    <a:pt x="12875" y="230716"/>
                  </a:lnTo>
                  <a:lnTo>
                    <a:pt x="14988" y="235562"/>
                  </a:lnTo>
                  <a:lnTo>
                    <a:pt x="17254" y="240340"/>
                  </a:lnTo>
                  <a:lnTo>
                    <a:pt x="19669" y="245043"/>
                  </a:lnTo>
                  <a:lnTo>
                    <a:pt x="22232" y="249668"/>
                  </a:lnTo>
                  <a:lnTo>
                    <a:pt x="24940" y="254209"/>
                  </a:lnTo>
                  <a:lnTo>
                    <a:pt x="27790" y="258662"/>
                  </a:lnTo>
                  <a:lnTo>
                    <a:pt x="30780" y="263023"/>
                  </a:lnTo>
                  <a:lnTo>
                    <a:pt x="33906" y="267287"/>
                  </a:lnTo>
                  <a:lnTo>
                    <a:pt x="37165" y="271450"/>
                  </a:lnTo>
                  <a:lnTo>
                    <a:pt x="40554" y="275508"/>
                  </a:lnTo>
                  <a:lnTo>
                    <a:pt x="44070" y="279457"/>
                  </a:lnTo>
                  <a:lnTo>
                    <a:pt x="47709" y="283292"/>
                  </a:lnTo>
                  <a:lnTo>
                    <a:pt x="51468" y="287011"/>
                  </a:lnTo>
                  <a:lnTo>
                    <a:pt x="55342" y="290609"/>
                  </a:lnTo>
                  <a:lnTo>
                    <a:pt x="59328" y="294083"/>
                  </a:lnTo>
                  <a:lnTo>
                    <a:pt x="63422" y="297428"/>
                  </a:lnTo>
                  <a:lnTo>
                    <a:pt x="67620" y="300643"/>
                  </a:lnTo>
                  <a:lnTo>
                    <a:pt x="71917" y="303723"/>
                  </a:lnTo>
                  <a:lnTo>
                    <a:pt x="76310" y="306666"/>
                  </a:lnTo>
                  <a:lnTo>
                    <a:pt x="80793" y="309469"/>
                  </a:lnTo>
                  <a:lnTo>
                    <a:pt x="85363" y="312128"/>
                  </a:lnTo>
                  <a:lnTo>
                    <a:pt x="90015" y="314641"/>
                  </a:lnTo>
                  <a:lnTo>
                    <a:pt x="94744" y="317006"/>
                  </a:lnTo>
                  <a:lnTo>
                    <a:pt x="99545" y="319221"/>
                  </a:lnTo>
                  <a:lnTo>
                    <a:pt x="104414" y="321282"/>
                  </a:lnTo>
                  <a:lnTo>
                    <a:pt x="109345" y="323188"/>
                  </a:lnTo>
                  <a:lnTo>
                    <a:pt x="114335" y="324938"/>
                  </a:lnTo>
                  <a:lnTo>
                    <a:pt x="119377" y="326529"/>
                  </a:lnTo>
                  <a:lnTo>
                    <a:pt x="124467" y="327959"/>
                  </a:lnTo>
                  <a:lnTo>
                    <a:pt x="129600" y="329228"/>
                  </a:lnTo>
                  <a:lnTo>
                    <a:pt x="134770" y="330334"/>
                  </a:lnTo>
                  <a:lnTo>
                    <a:pt x="139973" y="331276"/>
                  </a:lnTo>
                  <a:lnTo>
                    <a:pt x="145203" y="332053"/>
                  </a:lnTo>
                  <a:lnTo>
                    <a:pt x="150454" y="332664"/>
                  </a:lnTo>
                  <a:lnTo>
                    <a:pt x="155723" y="333108"/>
                  </a:lnTo>
                  <a:lnTo>
                    <a:pt x="161003" y="333386"/>
                  </a:lnTo>
                  <a:lnTo>
                    <a:pt x="166289" y="333497"/>
                  </a:lnTo>
                  <a:lnTo>
                    <a:pt x="171576" y="333440"/>
                  </a:lnTo>
                  <a:lnTo>
                    <a:pt x="176858" y="333217"/>
                  </a:lnTo>
                  <a:lnTo>
                    <a:pt x="182131" y="332826"/>
                  </a:lnTo>
                  <a:lnTo>
                    <a:pt x="187389" y="332269"/>
                  </a:lnTo>
                  <a:lnTo>
                    <a:pt x="192626" y="331546"/>
                  </a:lnTo>
                  <a:lnTo>
                    <a:pt x="197839" y="330657"/>
                  </a:lnTo>
                  <a:lnTo>
                    <a:pt x="203020" y="329604"/>
                  </a:lnTo>
                  <a:lnTo>
                    <a:pt x="208165" y="328388"/>
                  </a:lnTo>
                  <a:lnTo>
                    <a:pt x="213270" y="327010"/>
                  </a:lnTo>
                  <a:lnTo>
                    <a:pt x="218328" y="325471"/>
                  </a:lnTo>
                  <a:lnTo>
                    <a:pt x="223335" y="323773"/>
                  </a:lnTo>
                  <a:lnTo>
                    <a:pt x="228286" y="321917"/>
                  </a:lnTo>
                  <a:lnTo>
                    <a:pt x="233176" y="319906"/>
                  </a:lnTo>
                  <a:lnTo>
                    <a:pt x="237999" y="317741"/>
                  </a:lnTo>
                  <a:lnTo>
                    <a:pt x="242752" y="315424"/>
                  </a:lnTo>
                  <a:lnTo>
                    <a:pt x="247429" y="312959"/>
                  </a:lnTo>
                  <a:lnTo>
                    <a:pt x="252026" y="310347"/>
                  </a:lnTo>
                  <a:lnTo>
                    <a:pt x="256538" y="307590"/>
                  </a:lnTo>
                  <a:lnTo>
                    <a:pt x="260961" y="304693"/>
                  </a:lnTo>
                  <a:lnTo>
                    <a:pt x="265289" y="301657"/>
                  </a:lnTo>
                  <a:lnTo>
                    <a:pt x="269520" y="298485"/>
                  </a:lnTo>
                  <a:lnTo>
                    <a:pt x="273648" y="295182"/>
                  </a:lnTo>
                  <a:lnTo>
                    <a:pt x="277669" y="291749"/>
                  </a:lnTo>
                  <a:lnTo>
                    <a:pt x="281580" y="288191"/>
                  </a:lnTo>
                  <a:lnTo>
                    <a:pt x="285377" y="284511"/>
                  </a:lnTo>
                  <a:lnTo>
                    <a:pt x="289055" y="280713"/>
                  </a:lnTo>
                  <a:lnTo>
                    <a:pt x="292611" y="276801"/>
                  </a:lnTo>
                  <a:lnTo>
                    <a:pt x="296042" y="272778"/>
                  </a:lnTo>
                  <a:lnTo>
                    <a:pt x="299344" y="268648"/>
                  </a:lnTo>
                  <a:lnTo>
                    <a:pt x="302514" y="264416"/>
                  </a:lnTo>
                  <a:lnTo>
                    <a:pt x="305548" y="260086"/>
                  </a:lnTo>
                  <a:lnTo>
                    <a:pt x="308443" y="255662"/>
                  </a:lnTo>
                  <a:lnTo>
                    <a:pt x="311198" y="251149"/>
                  </a:lnTo>
                  <a:lnTo>
                    <a:pt x="313808" y="246551"/>
                  </a:lnTo>
                  <a:lnTo>
                    <a:pt x="316272" y="241873"/>
                  </a:lnTo>
                  <a:lnTo>
                    <a:pt x="318586" y="237119"/>
                  </a:lnTo>
                  <a:lnTo>
                    <a:pt x="320749" y="232295"/>
                  </a:lnTo>
                  <a:lnTo>
                    <a:pt x="322758" y="227404"/>
                  </a:lnTo>
                  <a:lnTo>
                    <a:pt x="324612" y="222452"/>
                  </a:lnTo>
                  <a:lnTo>
                    <a:pt x="326308" y="217444"/>
                  </a:lnTo>
                  <a:lnTo>
                    <a:pt x="327844" y="212386"/>
                  </a:lnTo>
                  <a:lnTo>
                    <a:pt x="329221" y="207280"/>
                  </a:lnTo>
                  <a:lnTo>
                    <a:pt x="330434" y="202134"/>
                  </a:lnTo>
                  <a:lnTo>
                    <a:pt x="331485" y="196953"/>
                  </a:lnTo>
                  <a:lnTo>
                    <a:pt x="332371" y="191740"/>
                  </a:lnTo>
                  <a:lnTo>
                    <a:pt x="333092" y="186502"/>
                  </a:lnTo>
                  <a:lnTo>
                    <a:pt x="333647" y="181244"/>
                  </a:lnTo>
                  <a:lnTo>
                    <a:pt x="334035" y="175971"/>
                  </a:lnTo>
                  <a:lnTo>
                    <a:pt x="334257" y="170689"/>
                  </a:lnTo>
                  <a:lnTo>
                    <a:pt x="334311" y="165402"/>
                  </a:lnTo>
                  <a:lnTo>
                    <a:pt x="334198" y="160116"/>
                  </a:lnTo>
                  <a:lnTo>
                    <a:pt x="333918" y="154836"/>
                  </a:lnTo>
                  <a:lnTo>
                    <a:pt x="333471" y="149568"/>
                  </a:lnTo>
                  <a:lnTo>
                    <a:pt x="332857" y="144316"/>
                  </a:lnTo>
                  <a:lnTo>
                    <a:pt x="332078" y="139087"/>
                  </a:lnTo>
                  <a:lnTo>
                    <a:pt x="331134" y="133884"/>
                  </a:lnTo>
                  <a:lnTo>
                    <a:pt x="330026" y="128715"/>
                  </a:lnTo>
                  <a:lnTo>
                    <a:pt x="328755" y="123582"/>
                  </a:lnTo>
                  <a:lnTo>
                    <a:pt x="327322" y="118493"/>
                  </a:lnTo>
                  <a:lnTo>
                    <a:pt x="325729" y="113451"/>
                  </a:lnTo>
                  <a:lnTo>
                    <a:pt x="323978" y="108463"/>
                  </a:lnTo>
                  <a:lnTo>
                    <a:pt x="322069" y="103532"/>
                  </a:lnTo>
                  <a:lnTo>
                    <a:pt x="320006" y="98664"/>
                  </a:lnTo>
                  <a:lnTo>
                    <a:pt x="317789" y="93864"/>
                  </a:lnTo>
                  <a:lnTo>
                    <a:pt x="315422" y="89136"/>
                  </a:lnTo>
                  <a:lnTo>
                    <a:pt x="312907" y="84485"/>
                  </a:lnTo>
                  <a:lnTo>
                    <a:pt x="310245" y="79917"/>
                  </a:lnTo>
                  <a:lnTo>
                    <a:pt x="307441" y="75435"/>
                  </a:lnTo>
                  <a:lnTo>
                    <a:pt x="304496" y="71043"/>
                  </a:lnTo>
                  <a:lnTo>
                    <a:pt x="301414" y="66747"/>
                  </a:lnTo>
                  <a:lnTo>
                    <a:pt x="298198" y="62551"/>
                  </a:lnTo>
                  <a:lnTo>
                    <a:pt x="294850" y="58458"/>
                  </a:lnTo>
                  <a:lnTo>
                    <a:pt x="291375" y="54474"/>
                  </a:lnTo>
                  <a:lnTo>
                    <a:pt x="287775" y="50601"/>
                  </a:lnTo>
                  <a:lnTo>
                    <a:pt x="284055" y="46844"/>
                  </a:lnTo>
                  <a:lnTo>
                    <a:pt x="280218" y="43207"/>
                  </a:lnTo>
                  <a:lnTo>
                    <a:pt x="276268" y="39693"/>
                  </a:lnTo>
                  <a:lnTo>
                    <a:pt x="272208" y="36305"/>
                  </a:lnTo>
                  <a:lnTo>
                    <a:pt x="268043" y="33047"/>
                  </a:lnTo>
                  <a:lnTo>
                    <a:pt x="263778" y="29923"/>
                  </a:lnTo>
                  <a:lnTo>
                    <a:pt x="259416" y="26936"/>
                  </a:lnTo>
                  <a:lnTo>
                    <a:pt x="254961" y="24087"/>
                  </a:lnTo>
                  <a:lnTo>
                    <a:pt x="250419" y="21381"/>
                  </a:lnTo>
                  <a:lnTo>
                    <a:pt x="245793" y="18820"/>
                  </a:lnTo>
                  <a:lnTo>
                    <a:pt x="241089" y="16407"/>
                  </a:lnTo>
                  <a:lnTo>
                    <a:pt x="236311" y="14144"/>
                  </a:lnTo>
                  <a:lnTo>
                    <a:pt x="231463" y="12032"/>
                  </a:lnTo>
                  <a:lnTo>
                    <a:pt x="226552" y="10076"/>
                  </a:lnTo>
                  <a:lnTo>
                    <a:pt x="167146" y="1663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59405" cy="167167"/>
            </a:xfrm>
            <a:custGeom>
              <a:avLst/>
              <a:pathLst>
                <a:path w="59405" h="167167">
                  <a:moveTo>
                    <a:pt x="59405" y="10911"/>
                  </a:moveTo>
                  <a:lnTo>
                    <a:pt x="53690" y="8856"/>
                  </a:lnTo>
                  <a:lnTo>
                    <a:pt x="47905" y="7011"/>
                  </a:lnTo>
                  <a:lnTo>
                    <a:pt x="42056" y="5376"/>
                  </a:lnTo>
                  <a:lnTo>
                    <a:pt x="36151" y="3955"/>
                  </a:lnTo>
                  <a:lnTo>
                    <a:pt x="30199" y="2750"/>
                  </a:lnTo>
                  <a:lnTo>
                    <a:pt x="24207" y="1762"/>
                  </a:lnTo>
                  <a:lnTo>
                    <a:pt x="18183" y="991"/>
                  </a:lnTo>
                  <a:lnTo>
                    <a:pt x="12135" y="441"/>
                  </a:lnTo>
                  <a:lnTo>
                    <a:pt x="6071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123" y="3707720"/>
              <a:ext cx="3625" cy="167167"/>
            </a:xfrm>
            <a:custGeom>
              <a:avLst/>
              <a:pathLst>
                <a:path w="3625" h="167167">
                  <a:moveTo>
                    <a:pt x="3625" y="0"/>
                  </a:moveTo>
                  <a:lnTo>
                    <a:pt x="0" y="39"/>
                  </a:lnTo>
                  <a:lnTo>
                    <a:pt x="362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123" y="37077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123" y="37077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123" y="37077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123" y="37077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123" y="37077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123" y="37077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123" y="37077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123" y="37077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7123" y="37077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7123" y="37077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7123" y="37077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1" y="3707720"/>
              <a:ext cx="334325" cy="334325"/>
            </a:xfrm>
            <a:custGeom>
              <a:avLst/>
              <a:pathLst>
                <a:path w="334325" h="334325">
                  <a:moveTo>
                    <a:pt x="163542" y="39"/>
                  </a:moveTo>
                  <a:lnTo>
                    <a:pt x="158259" y="237"/>
                  </a:lnTo>
                  <a:lnTo>
                    <a:pt x="152986" y="602"/>
                  </a:lnTo>
                  <a:lnTo>
                    <a:pt x="147726" y="1134"/>
                  </a:lnTo>
                  <a:lnTo>
                    <a:pt x="142486" y="1831"/>
                  </a:lnTo>
                  <a:lnTo>
                    <a:pt x="137271" y="2694"/>
                  </a:lnTo>
                  <a:lnTo>
                    <a:pt x="132086" y="3722"/>
                  </a:lnTo>
                  <a:lnTo>
                    <a:pt x="126935" y="4913"/>
                  </a:lnTo>
                  <a:lnTo>
                    <a:pt x="121825" y="6266"/>
                  </a:lnTo>
                  <a:lnTo>
                    <a:pt x="116760" y="7780"/>
                  </a:lnTo>
                  <a:lnTo>
                    <a:pt x="111746" y="9454"/>
                  </a:lnTo>
                  <a:lnTo>
                    <a:pt x="106787" y="11285"/>
                  </a:lnTo>
                  <a:lnTo>
                    <a:pt x="101888" y="13272"/>
                  </a:lnTo>
                  <a:lnTo>
                    <a:pt x="97055" y="15413"/>
                  </a:lnTo>
                  <a:lnTo>
                    <a:pt x="92292" y="17706"/>
                  </a:lnTo>
                  <a:lnTo>
                    <a:pt x="87604" y="20148"/>
                  </a:lnTo>
                  <a:lnTo>
                    <a:pt x="82995" y="22737"/>
                  </a:lnTo>
                  <a:lnTo>
                    <a:pt x="78470" y="25471"/>
                  </a:lnTo>
                  <a:lnTo>
                    <a:pt x="74035" y="28346"/>
                  </a:lnTo>
                  <a:lnTo>
                    <a:pt x="69692" y="31360"/>
                  </a:lnTo>
                  <a:lnTo>
                    <a:pt x="65446" y="34510"/>
                  </a:lnTo>
                  <a:lnTo>
                    <a:pt x="61303" y="37792"/>
                  </a:lnTo>
                  <a:lnTo>
                    <a:pt x="57265" y="41204"/>
                  </a:lnTo>
                  <a:lnTo>
                    <a:pt x="53337" y="44742"/>
                  </a:lnTo>
                  <a:lnTo>
                    <a:pt x="49523" y="48403"/>
                  </a:lnTo>
                  <a:lnTo>
                    <a:pt x="45827" y="52182"/>
                  </a:lnTo>
                  <a:lnTo>
                    <a:pt x="42252" y="56076"/>
                  </a:lnTo>
                  <a:lnTo>
                    <a:pt x="38802" y="60081"/>
                  </a:lnTo>
                  <a:lnTo>
                    <a:pt x="35480" y="64193"/>
                  </a:lnTo>
                  <a:lnTo>
                    <a:pt x="32290" y="68408"/>
                  </a:lnTo>
                  <a:lnTo>
                    <a:pt x="29235" y="72722"/>
                  </a:lnTo>
                  <a:lnTo>
                    <a:pt x="26318" y="77131"/>
                  </a:lnTo>
                  <a:lnTo>
                    <a:pt x="23542" y="81629"/>
                  </a:lnTo>
                  <a:lnTo>
                    <a:pt x="20909" y="86213"/>
                  </a:lnTo>
                  <a:lnTo>
                    <a:pt x="18422" y="90878"/>
                  </a:lnTo>
                  <a:lnTo>
                    <a:pt x="16085" y="95619"/>
                  </a:lnTo>
                  <a:lnTo>
                    <a:pt x="13898" y="100432"/>
                  </a:lnTo>
                  <a:lnTo>
                    <a:pt x="11864" y="105312"/>
                  </a:lnTo>
                  <a:lnTo>
                    <a:pt x="9986" y="110253"/>
                  </a:lnTo>
                  <a:lnTo>
                    <a:pt x="8265" y="115251"/>
                  </a:lnTo>
                  <a:lnTo>
                    <a:pt x="6703" y="120301"/>
                  </a:lnTo>
                  <a:lnTo>
                    <a:pt x="5302" y="125398"/>
                  </a:lnTo>
                  <a:lnTo>
                    <a:pt x="4062" y="130537"/>
                  </a:lnTo>
                  <a:lnTo>
                    <a:pt x="2985" y="135713"/>
                  </a:lnTo>
                  <a:lnTo>
                    <a:pt x="2073" y="140920"/>
                  </a:lnTo>
                  <a:lnTo>
                    <a:pt x="1326" y="146153"/>
                  </a:lnTo>
                  <a:lnTo>
                    <a:pt x="744" y="151407"/>
                  </a:lnTo>
                  <a:lnTo>
                    <a:pt x="329" y="156677"/>
                  </a:lnTo>
                  <a:lnTo>
                    <a:pt x="81" y="161957"/>
                  </a:lnTo>
                  <a:lnTo>
                    <a:pt x="0" y="167243"/>
                  </a:lnTo>
                  <a:lnTo>
                    <a:pt x="85" y="172528"/>
                  </a:lnTo>
                  <a:lnTo>
                    <a:pt x="339" y="177808"/>
                  </a:lnTo>
                  <a:lnTo>
                    <a:pt x="758" y="183078"/>
                  </a:lnTo>
                  <a:lnTo>
                    <a:pt x="1345" y="188332"/>
                  </a:lnTo>
                  <a:lnTo>
                    <a:pt x="2097" y="193564"/>
                  </a:lnTo>
                  <a:lnTo>
                    <a:pt x="3014" y="198770"/>
                  </a:lnTo>
                  <a:lnTo>
                    <a:pt x="4095" y="203945"/>
                  </a:lnTo>
                  <a:lnTo>
                    <a:pt x="5340" y="209082"/>
                  </a:lnTo>
                  <a:lnTo>
                    <a:pt x="6746" y="214178"/>
                  </a:lnTo>
                  <a:lnTo>
                    <a:pt x="8313" y="219227"/>
                  </a:lnTo>
                  <a:lnTo>
                    <a:pt x="10038" y="224224"/>
                  </a:lnTo>
                  <a:lnTo>
                    <a:pt x="11921" y="229163"/>
                  </a:lnTo>
                  <a:lnTo>
                    <a:pt x="13958" y="234041"/>
                  </a:lnTo>
                  <a:lnTo>
                    <a:pt x="16150" y="238852"/>
                  </a:lnTo>
                  <a:lnTo>
                    <a:pt x="18492" y="243591"/>
                  </a:lnTo>
                  <a:lnTo>
                    <a:pt x="20982" y="248253"/>
                  </a:lnTo>
                  <a:lnTo>
                    <a:pt x="23619" y="252835"/>
                  </a:lnTo>
                  <a:lnTo>
                    <a:pt x="26400" y="257331"/>
                  </a:lnTo>
                  <a:lnTo>
                    <a:pt x="29321" y="261737"/>
                  </a:lnTo>
                  <a:lnTo>
                    <a:pt x="32380" y="266048"/>
                  </a:lnTo>
                  <a:lnTo>
                    <a:pt x="35574" y="270260"/>
                  </a:lnTo>
                  <a:lnTo>
                    <a:pt x="38899" y="274369"/>
                  </a:lnTo>
                  <a:lnTo>
                    <a:pt x="42353" y="278371"/>
                  </a:lnTo>
                  <a:lnTo>
                    <a:pt x="45932" y="282262"/>
                  </a:lnTo>
                  <a:lnTo>
                    <a:pt x="49631" y="286038"/>
                  </a:lnTo>
                  <a:lnTo>
                    <a:pt x="53449" y="289695"/>
                  </a:lnTo>
                  <a:lnTo>
                    <a:pt x="57380" y="293229"/>
                  </a:lnTo>
                  <a:lnTo>
                    <a:pt x="61420" y="296637"/>
                  </a:lnTo>
                  <a:lnTo>
                    <a:pt x="65567" y="299916"/>
                  </a:lnTo>
                  <a:lnTo>
                    <a:pt x="69815" y="303062"/>
                  </a:lnTo>
                  <a:lnTo>
                    <a:pt x="74160" y="306072"/>
                  </a:lnTo>
                  <a:lnTo>
                    <a:pt x="78599" y="308944"/>
                  </a:lnTo>
                  <a:lnTo>
                    <a:pt x="83126" y="311673"/>
                  </a:lnTo>
                  <a:lnTo>
                    <a:pt x="87737" y="314258"/>
                  </a:lnTo>
                  <a:lnTo>
                    <a:pt x="92428" y="316696"/>
                  </a:lnTo>
                  <a:lnTo>
                    <a:pt x="97193" y="318985"/>
                  </a:lnTo>
                  <a:lnTo>
                    <a:pt x="102028" y="321121"/>
                  </a:lnTo>
                  <a:lnTo>
                    <a:pt x="106928" y="323104"/>
                  </a:lnTo>
                  <a:lnTo>
                    <a:pt x="111889" y="324930"/>
                  </a:lnTo>
                  <a:lnTo>
                    <a:pt x="116905" y="326599"/>
                  </a:lnTo>
                  <a:lnTo>
                    <a:pt x="121971" y="328109"/>
                  </a:lnTo>
                  <a:lnTo>
                    <a:pt x="127082" y="329457"/>
                  </a:lnTo>
                  <a:lnTo>
                    <a:pt x="132234" y="330644"/>
                  </a:lnTo>
                  <a:lnTo>
                    <a:pt x="137420" y="331666"/>
                  </a:lnTo>
                  <a:lnTo>
                    <a:pt x="142636" y="332525"/>
                  </a:lnTo>
                  <a:lnTo>
                    <a:pt x="147877" y="333218"/>
                  </a:lnTo>
                  <a:lnTo>
                    <a:pt x="153137" y="333745"/>
                  </a:lnTo>
                  <a:lnTo>
                    <a:pt x="158411" y="334105"/>
                  </a:lnTo>
                  <a:lnTo>
                    <a:pt x="163693" y="334298"/>
                  </a:lnTo>
                  <a:lnTo>
                    <a:pt x="168980" y="334325"/>
                  </a:lnTo>
                  <a:lnTo>
                    <a:pt x="174264" y="334184"/>
                  </a:lnTo>
                  <a:lnTo>
                    <a:pt x="179541" y="333876"/>
                  </a:lnTo>
                  <a:lnTo>
                    <a:pt x="184806" y="333401"/>
                  </a:lnTo>
                  <a:lnTo>
                    <a:pt x="190053" y="332760"/>
                  </a:lnTo>
                  <a:lnTo>
                    <a:pt x="195278" y="331954"/>
                  </a:lnTo>
                  <a:lnTo>
                    <a:pt x="200474" y="330983"/>
                  </a:lnTo>
                  <a:lnTo>
                    <a:pt x="205637" y="329848"/>
                  </a:lnTo>
                  <a:lnTo>
                    <a:pt x="210761" y="328550"/>
                  </a:lnTo>
                  <a:lnTo>
                    <a:pt x="215842" y="327091"/>
                  </a:lnTo>
                  <a:lnTo>
                    <a:pt x="220874" y="325472"/>
                  </a:lnTo>
                  <a:lnTo>
                    <a:pt x="225853" y="323695"/>
                  </a:lnTo>
                  <a:lnTo>
                    <a:pt x="230773" y="321761"/>
                  </a:lnTo>
                  <a:lnTo>
                    <a:pt x="235629" y="319672"/>
                  </a:lnTo>
                  <a:lnTo>
                    <a:pt x="240417" y="317431"/>
                  </a:lnTo>
                  <a:lnTo>
                    <a:pt x="245131" y="315040"/>
                  </a:lnTo>
                  <a:lnTo>
                    <a:pt x="249768" y="312501"/>
                  </a:lnTo>
                  <a:lnTo>
                    <a:pt x="254322" y="309817"/>
                  </a:lnTo>
                  <a:lnTo>
                    <a:pt x="258789" y="306990"/>
                  </a:lnTo>
                  <a:lnTo>
                    <a:pt x="263164" y="304023"/>
                  </a:lnTo>
                  <a:lnTo>
                    <a:pt x="267443" y="300919"/>
                  </a:lnTo>
                  <a:lnTo>
                    <a:pt x="271622" y="297682"/>
                  </a:lnTo>
                  <a:lnTo>
                    <a:pt x="275696" y="294314"/>
                  </a:lnTo>
                  <a:lnTo>
                    <a:pt x="279662" y="290819"/>
                  </a:lnTo>
                  <a:lnTo>
                    <a:pt x="283516" y="287200"/>
                  </a:lnTo>
                  <a:lnTo>
                    <a:pt x="287253" y="283461"/>
                  </a:lnTo>
                  <a:lnTo>
                    <a:pt x="290870" y="279606"/>
                  </a:lnTo>
                  <a:lnTo>
                    <a:pt x="294363" y="275639"/>
                  </a:lnTo>
                  <a:lnTo>
                    <a:pt x="297729" y="271563"/>
                  </a:lnTo>
                  <a:lnTo>
                    <a:pt x="300965" y="267382"/>
                  </a:lnTo>
                  <a:lnTo>
                    <a:pt x="304066" y="263102"/>
                  </a:lnTo>
                  <a:lnTo>
                    <a:pt x="307031" y="258725"/>
                  </a:lnTo>
                  <a:lnTo>
                    <a:pt x="309856" y="254257"/>
                  </a:lnTo>
                  <a:lnTo>
                    <a:pt x="312539" y="249702"/>
                  </a:lnTo>
                  <a:lnTo>
                    <a:pt x="315076" y="245064"/>
                  </a:lnTo>
                  <a:lnTo>
                    <a:pt x="317465" y="240349"/>
                  </a:lnTo>
                  <a:lnTo>
                    <a:pt x="319703" y="235560"/>
                  </a:lnTo>
                  <a:lnTo>
                    <a:pt x="321790" y="230703"/>
                  </a:lnTo>
                  <a:lnTo>
                    <a:pt x="323721" y="225782"/>
                  </a:lnTo>
                  <a:lnTo>
                    <a:pt x="325496" y="220803"/>
                  </a:lnTo>
                  <a:lnTo>
                    <a:pt x="327113" y="215770"/>
                  </a:lnTo>
                  <a:lnTo>
                    <a:pt x="328570" y="210688"/>
                  </a:lnTo>
                  <a:lnTo>
                    <a:pt x="329865" y="205563"/>
                  </a:lnTo>
                  <a:lnTo>
                    <a:pt x="330998" y="200400"/>
                  </a:lnTo>
                  <a:lnTo>
                    <a:pt x="331967" y="195203"/>
                  </a:lnTo>
                  <a:lnTo>
                    <a:pt x="332771" y="189978"/>
                  </a:lnTo>
                  <a:lnTo>
                    <a:pt x="333409" y="184731"/>
                  </a:lnTo>
                  <a:lnTo>
                    <a:pt x="333881" y="179466"/>
                  </a:lnTo>
                  <a:lnTo>
                    <a:pt x="334187" y="174188"/>
                  </a:lnTo>
                  <a:lnTo>
                    <a:pt x="334325" y="168904"/>
                  </a:lnTo>
                  <a:lnTo>
                    <a:pt x="334297" y="163618"/>
                  </a:lnTo>
                  <a:lnTo>
                    <a:pt x="334101" y="158335"/>
                  </a:lnTo>
                  <a:lnTo>
                    <a:pt x="333738" y="153061"/>
                  </a:lnTo>
                  <a:lnTo>
                    <a:pt x="333209" y="147802"/>
                  </a:lnTo>
                  <a:lnTo>
                    <a:pt x="332514" y="142561"/>
                  </a:lnTo>
                  <a:lnTo>
                    <a:pt x="331653" y="137346"/>
                  </a:lnTo>
                  <a:lnTo>
                    <a:pt x="330628" y="132160"/>
                  </a:lnTo>
                  <a:lnTo>
                    <a:pt x="329439" y="127009"/>
                  </a:lnTo>
                  <a:lnTo>
                    <a:pt x="328088" y="121898"/>
                  </a:lnTo>
                  <a:lnTo>
                    <a:pt x="326576" y="116833"/>
                  </a:lnTo>
                  <a:lnTo>
                    <a:pt x="324905" y="111818"/>
                  </a:lnTo>
                  <a:lnTo>
                    <a:pt x="323076" y="106858"/>
                  </a:lnTo>
                  <a:lnTo>
                    <a:pt x="321092" y="101958"/>
                  </a:lnTo>
                  <a:lnTo>
                    <a:pt x="318953" y="97124"/>
                  </a:lnTo>
                  <a:lnTo>
                    <a:pt x="316662" y="92360"/>
                  </a:lnTo>
                  <a:lnTo>
                    <a:pt x="314222" y="87670"/>
                  </a:lnTo>
                  <a:lnTo>
                    <a:pt x="311635" y="83060"/>
                  </a:lnTo>
                  <a:lnTo>
                    <a:pt x="308904" y="78535"/>
                  </a:lnTo>
                  <a:lnTo>
                    <a:pt x="306030" y="74098"/>
                  </a:lnTo>
                  <a:lnTo>
                    <a:pt x="303018" y="69753"/>
                  </a:lnTo>
                  <a:lnTo>
                    <a:pt x="299870" y="65507"/>
                  </a:lnTo>
                  <a:lnTo>
                    <a:pt x="296589" y="61362"/>
                  </a:lnTo>
                  <a:lnTo>
                    <a:pt x="293179" y="57322"/>
                  </a:lnTo>
                  <a:lnTo>
                    <a:pt x="289643" y="53393"/>
                  </a:lnTo>
                  <a:lnTo>
                    <a:pt x="285985" y="49577"/>
                  </a:lnTo>
                  <a:lnTo>
                    <a:pt x="282207" y="45879"/>
                  </a:lnTo>
                  <a:lnTo>
                    <a:pt x="278315" y="42303"/>
                  </a:lnTo>
                  <a:lnTo>
                    <a:pt x="274311" y="38851"/>
                  </a:lnTo>
                  <a:lnTo>
                    <a:pt x="270200" y="35527"/>
                  </a:lnTo>
                  <a:lnTo>
                    <a:pt x="265987" y="32335"/>
                  </a:lnTo>
                  <a:lnTo>
                    <a:pt x="261674" y="29278"/>
                  </a:lnTo>
                  <a:lnTo>
                    <a:pt x="257267" y="26359"/>
                  </a:lnTo>
                  <a:lnTo>
                    <a:pt x="252770" y="23580"/>
                  </a:lnTo>
                  <a:lnTo>
                    <a:pt x="248187" y="20946"/>
                  </a:lnTo>
                  <a:lnTo>
                    <a:pt x="243523" y="18457"/>
                  </a:lnTo>
                  <a:lnTo>
                    <a:pt x="238783" y="16117"/>
                  </a:lnTo>
                  <a:lnTo>
                    <a:pt x="233971" y="13928"/>
                  </a:lnTo>
                  <a:lnTo>
                    <a:pt x="229093" y="11893"/>
                  </a:lnTo>
                  <a:lnTo>
                    <a:pt x="224152" y="10012"/>
                  </a:lnTo>
                  <a:lnTo>
                    <a:pt x="219155" y="8289"/>
                  </a:lnTo>
                  <a:lnTo>
                    <a:pt x="214105" y="6725"/>
                  </a:lnTo>
                  <a:lnTo>
                    <a:pt x="209009" y="5321"/>
                  </a:lnTo>
                  <a:lnTo>
                    <a:pt x="203871" y="4079"/>
                  </a:lnTo>
                  <a:lnTo>
                    <a:pt x="198696" y="3000"/>
                  </a:lnTo>
                  <a:lnTo>
                    <a:pt x="193489" y="2085"/>
                  </a:lnTo>
                  <a:lnTo>
                    <a:pt x="188256" y="1335"/>
                  </a:lnTo>
                  <a:lnTo>
                    <a:pt x="183003" y="751"/>
                  </a:lnTo>
                  <a:lnTo>
                    <a:pt x="177733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662" y="4213821"/>
              <a:ext cx="3625" cy="167167"/>
            </a:xfrm>
            <a:custGeom>
              <a:avLst/>
              <a:pathLst>
                <a:path w="3625" h="167167">
                  <a:moveTo>
                    <a:pt x="3625" y="0"/>
                  </a:moveTo>
                  <a:lnTo>
                    <a:pt x="0" y="39"/>
                  </a:lnTo>
                  <a:lnTo>
                    <a:pt x="362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662" y="42138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662" y="42138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662" y="42138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662" y="42138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662" y="42138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662" y="42138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662" y="42138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662" y="42138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662" y="42138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7662" y="4213860"/>
              <a:ext cx="3625" cy="167128"/>
            </a:xfrm>
            <a:custGeom>
              <a:avLst/>
              <a:pathLst>
                <a:path w="3625" h="167128">
                  <a:moveTo>
                    <a:pt x="0" y="0"/>
                  </a:moveTo>
                  <a:lnTo>
                    <a:pt x="3625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0" y="4213821"/>
              <a:ext cx="334325" cy="334325"/>
            </a:xfrm>
            <a:custGeom>
              <a:avLst/>
              <a:pathLst>
                <a:path w="334325" h="334325">
                  <a:moveTo>
                    <a:pt x="163542" y="39"/>
                  </a:moveTo>
                  <a:lnTo>
                    <a:pt x="158259" y="237"/>
                  </a:lnTo>
                  <a:lnTo>
                    <a:pt x="152986" y="602"/>
                  </a:lnTo>
                  <a:lnTo>
                    <a:pt x="147726" y="1134"/>
                  </a:lnTo>
                  <a:lnTo>
                    <a:pt x="142486" y="1831"/>
                  </a:lnTo>
                  <a:lnTo>
                    <a:pt x="137271" y="2694"/>
                  </a:lnTo>
                  <a:lnTo>
                    <a:pt x="132086" y="3722"/>
                  </a:lnTo>
                  <a:lnTo>
                    <a:pt x="126935" y="4913"/>
                  </a:lnTo>
                  <a:lnTo>
                    <a:pt x="121825" y="6266"/>
                  </a:lnTo>
                  <a:lnTo>
                    <a:pt x="116760" y="7780"/>
                  </a:lnTo>
                  <a:lnTo>
                    <a:pt x="111746" y="9454"/>
                  </a:lnTo>
                  <a:lnTo>
                    <a:pt x="106787" y="11285"/>
                  </a:lnTo>
                  <a:lnTo>
                    <a:pt x="101888" y="13272"/>
                  </a:lnTo>
                  <a:lnTo>
                    <a:pt x="97055" y="15413"/>
                  </a:lnTo>
                  <a:lnTo>
                    <a:pt x="92292" y="17706"/>
                  </a:lnTo>
                  <a:lnTo>
                    <a:pt x="87604" y="20148"/>
                  </a:lnTo>
                  <a:lnTo>
                    <a:pt x="82995" y="22737"/>
                  </a:lnTo>
                  <a:lnTo>
                    <a:pt x="78470" y="25471"/>
                  </a:lnTo>
                  <a:lnTo>
                    <a:pt x="74035" y="28346"/>
                  </a:lnTo>
                  <a:lnTo>
                    <a:pt x="69692" y="31360"/>
                  </a:lnTo>
                  <a:lnTo>
                    <a:pt x="65446" y="34510"/>
                  </a:lnTo>
                  <a:lnTo>
                    <a:pt x="61303" y="37792"/>
                  </a:lnTo>
                  <a:lnTo>
                    <a:pt x="57265" y="41204"/>
                  </a:lnTo>
                  <a:lnTo>
                    <a:pt x="53337" y="44742"/>
                  </a:lnTo>
                  <a:lnTo>
                    <a:pt x="49523" y="48403"/>
                  </a:lnTo>
                  <a:lnTo>
                    <a:pt x="45827" y="52182"/>
                  </a:lnTo>
                  <a:lnTo>
                    <a:pt x="42252" y="56076"/>
                  </a:lnTo>
                  <a:lnTo>
                    <a:pt x="38802" y="60081"/>
                  </a:lnTo>
                  <a:lnTo>
                    <a:pt x="35480" y="64193"/>
                  </a:lnTo>
                  <a:lnTo>
                    <a:pt x="32290" y="68408"/>
                  </a:lnTo>
                  <a:lnTo>
                    <a:pt x="29235" y="72722"/>
                  </a:lnTo>
                  <a:lnTo>
                    <a:pt x="26318" y="77131"/>
                  </a:lnTo>
                  <a:lnTo>
                    <a:pt x="23542" y="81629"/>
                  </a:lnTo>
                  <a:lnTo>
                    <a:pt x="20909" y="86213"/>
                  </a:lnTo>
                  <a:lnTo>
                    <a:pt x="18422" y="90878"/>
                  </a:lnTo>
                  <a:lnTo>
                    <a:pt x="16085" y="95619"/>
                  </a:lnTo>
                  <a:lnTo>
                    <a:pt x="13898" y="100432"/>
                  </a:lnTo>
                  <a:lnTo>
                    <a:pt x="11864" y="105312"/>
                  </a:lnTo>
                  <a:lnTo>
                    <a:pt x="9986" y="110253"/>
                  </a:lnTo>
                  <a:lnTo>
                    <a:pt x="8265" y="115251"/>
                  </a:lnTo>
                  <a:lnTo>
                    <a:pt x="6703" y="120301"/>
                  </a:lnTo>
                  <a:lnTo>
                    <a:pt x="5302" y="125398"/>
                  </a:lnTo>
                  <a:lnTo>
                    <a:pt x="4062" y="130537"/>
                  </a:lnTo>
                  <a:lnTo>
                    <a:pt x="2985" y="135713"/>
                  </a:lnTo>
                  <a:lnTo>
                    <a:pt x="2073" y="140920"/>
                  </a:lnTo>
                  <a:lnTo>
                    <a:pt x="1326" y="146153"/>
                  </a:lnTo>
                  <a:lnTo>
                    <a:pt x="744" y="151407"/>
                  </a:lnTo>
                  <a:lnTo>
                    <a:pt x="329" y="156677"/>
                  </a:lnTo>
                  <a:lnTo>
                    <a:pt x="81" y="161957"/>
                  </a:lnTo>
                  <a:lnTo>
                    <a:pt x="0" y="167243"/>
                  </a:lnTo>
                  <a:lnTo>
                    <a:pt x="85" y="172528"/>
                  </a:lnTo>
                  <a:lnTo>
                    <a:pt x="339" y="177808"/>
                  </a:lnTo>
                  <a:lnTo>
                    <a:pt x="758" y="183078"/>
                  </a:lnTo>
                  <a:lnTo>
                    <a:pt x="1345" y="188332"/>
                  </a:lnTo>
                  <a:lnTo>
                    <a:pt x="2097" y="193564"/>
                  </a:lnTo>
                  <a:lnTo>
                    <a:pt x="3014" y="198770"/>
                  </a:lnTo>
                  <a:lnTo>
                    <a:pt x="4095" y="203945"/>
                  </a:lnTo>
                  <a:lnTo>
                    <a:pt x="5340" y="209082"/>
                  </a:lnTo>
                  <a:lnTo>
                    <a:pt x="6746" y="214178"/>
                  </a:lnTo>
                  <a:lnTo>
                    <a:pt x="8313" y="219227"/>
                  </a:lnTo>
                  <a:lnTo>
                    <a:pt x="10038" y="224224"/>
                  </a:lnTo>
                  <a:lnTo>
                    <a:pt x="11921" y="229163"/>
                  </a:lnTo>
                  <a:lnTo>
                    <a:pt x="13958" y="234041"/>
                  </a:lnTo>
                  <a:lnTo>
                    <a:pt x="16150" y="238852"/>
                  </a:lnTo>
                  <a:lnTo>
                    <a:pt x="18492" y="243591"/>
                  </a:lnTo>
                  <a:lnTo>
                    <a:pt x="20982" y="248253"/>
                  </a:lnTo>
                  <a:lnTo>
                    <a:pt x="23619" y="252835"/>
                  </a:lnTo>
                  <a:lnTo>
                    <a:pt x="26400" y="257331"/>
                  </a:lnTo>
                  <a:lnTo>
                    <a:pt x="29321" y="261737"/>
                  </a:lnTo>
                  <a:lnTo>
                    <a:pt x="32380" y="266048"/>
                  </a:lnTo>
                  <a:lnTo>
                    <a:pt x="35574" y="270260"/>
                  </a:lnTo>
                  <a:lnTo>
                    <a:pt x="38899" y="274369"/>
                  </a:lnTo>
                  <a:lnTo>
                    <a:pt x="42353" y="278371"/>
                  </a:lnTo>
                  <a:lnTo>
                    <a:pt x="45932" y="282262"/>
                  </a:lnTo>
                  <a:lnTo>
                    <a:pt x="49631" y="286038"/>
                  </a:lnTo>
                  <a:lnTo>
                    <a:pt x="53449" y="289695"/>
                  </a:lnTo>
                  <a:lnTo>
                    <a:pt x="57380" y="293229"/>
                  </a:lnTo>
                  <a:lnTo>
                    <a:pt x="61420" y="296637"/>
                  </a:lnTo>
                  <a:lnTo>
                    <a:pt x="65567" y="299916"/>
                  </a:lnTo>
                  <a:lnTo>
                    <a:pt x="69815" y="303062"/>
                  </a:lnTo>
                  <a:lnTo>
                    <a:pt x="74160" y="306072"/>
                  </a:lnTo>
                  <a:lnTo>
                    <a:pt x="78599" y="308944"/>
                  </a:lnTo>
                  <a:lnTo>
                    <a:pt x="83126" y="311673"/>
                  </a:lnTo>
                  <a:lnTo>
                    <a:pt x="87737" y="314258"/>
                  </a:lnTo>
                  <a:lnTo>
                    <a:pt x="92428" y="316696"/>
                  </a:lnTo>
                  <a:lnTo>
                    <a:pt x="97193" y="318985"/>
                  </a:lnTo>
                  <a:lnTo>
                    <a:pt x="102028" y="321121"/>
                  </a:lnTo>
                  <a:lnTo>
                    <a:pt x="106928" y="323104"/>
                  </a:lnTo>
                  <a:lnTo>
                    <a:pt x="111889" y="324930"/>
                  </a:lnTo>
                  <a:lnTo>
                    <a:pt x="116905" y="326599"/>
                  </a:lnTo>
                  <a:lnTo>
                    <a:pt x="121971" y="328109"/>
                  </a:lnTo>
                  <a:lnTo>
                    <a:pt x="127082" y="329457"/>
                  </a:lnTo>
                  <a:lnTo>
                    <a:pt x="132234" y="330644"/>
                  </a:lnTo>
                  <a:lnTo>
                    <a:pt x="137420" y="331666"/>
                  </a:lnTo>
                  <a:lnTo>
                    <a:pt x="142636" y="332525"/>
                  </a:lnTo>
                  <a:lnTo>
                    <a:pt x="147877" y="333218"/>
                  </a:lnTo>
                  <a:lnTo>
                    <a:pt x="153137" y="333745"/>
                  </a:lnTo>
                  <a:lnTo>
                    <a:pt x="158411" y="334105"/>
                  </a:lnTo>
                  <a:lnTo>
                    <a:pt x="163693" y="334298"/>
                  </a:lnTo>
                  <a:lnTo>
                    <a:pt x="168980" y="334325"/>
                  </a:lnTo>
                  <a:lnTo>
                    <a:pt x="174264" y="334184"/>
                  </a:lnTo>
                  <a:lnTo>
                    <a:pt x="179541" y="333876"/>
                  </a:lnTo>
                  <a:lnTo>
                    <a:pt x="184806" y="333401"/>
                  </a:lnTo>
                  <a:lnTo>
                    <a:pt x="190053" y="332760"/>
                  </a:lnTo>
                  <a:lnTo>
                    <a:pt x="195278" y="331954"/>
                  </a:lnTo>
                  <a:lnTo>
                    <a:pt x="200474" y="330983"/>
                  </a:lnTo>
                  <a:lnTo>
                    <a:pt x="205637" y="329848"/>
                  </a:lnTo>
                  <a:lnTo>
                    <a:pt x="210761" y="328550"/>
                  </a:lnTo>
                  <a:lnTo>
                    <a:pt x="215842" y="327091"/>
                  </a:lnTo>
                  <a:lnTo>
                    <a:pt x="220874" y="325472"/>
                  </a:lnTo>
                  <a:lnTo>
                    <a:pt x="225853" y="323695"/>
                  </a:lnTo>
                  <a:lnTo>
                    <a:pt x="230773" y="321761"/>
                  </a:lnTo>
                  <a:lnTo>
                    <a:pt x="235629" y="319672"/>
                  </a:lnTo>
                  <a:lnTo>
                    <a:pt x="240417" y="317431"/>
                  </a:lnTo>
                  <a:lnTo>
                    <a:pt x="245131" y="315040"/>
                  </a:lnTo>
                  <a:lnTo>
                    <a:pt x="249768" y="312501"/>
                  </a:lnTo>
                  <a:lnTo>
                    <a:pt x="254322" y="309817"/>
                  </a:lnTo>
                  <a:lnTo>
                    <a:pt x="258789" y="306990"/>
                  </a:lnTo>
                  <a:lnTo>
                    <a:pt x="263164" y="304023"/>
                  </a:lnTo>
                  <a:lnTo>
                    <a:pt x="267443" y="300919"/>
                  </a:lnTo>
                  <a:lnTo>
                    <a:pt x="271622" y="297682"/>
                  </a:lnTo>
                  <a:lnTo>
                    <a:pt x="275696" y="294314"/>
                  </a:lnTo>
                  <a:lnTo>
                    <a:pt x="279662" y="290819"/>
                  </a:lnTo>
                  <a:lnTo>
                    <a:pt x="283516" y="287200"/>
                  </a:lnTo>
                  <a:lnTo>
                    <a:pt x="287253" y="283461"/>
                  </a:lnTo>
                  <a:lnTo>
                    <a:pt x="290870" y="279606"/>
                  </a:lnTo>
                  <a:lnTo>
                    <a:pt x="294363" y="275639"/>
                  </a:lnTo>
                  <a:lnTo>
                    <a:pt x="297729" y="271563"/>
                  </a:lnTo>
                  <a:lnTo>
                    <a:pt x="300965" y="267382"/>
                  </a:lnTo>
                  <a:lnTo>
                    <a:pt x="304066" y="263102"/>
                  </a:lnTo>
                  <a:lnTo>
                    <a:pt x="307031" y="258725"/>
                  </a:lnTo>
                  <a:lnTo>
                    <a:pt x="309856" y="254257"/>
                  </a:lnTo>
                  <a:lnTo>
                    <a:pt x="312539" y="249702"/>
                  </a:lnTo>
                  <a:lnTo>
                    <a:pt x="315076" y="245064"/>
                  </a:lnTo>
                  <a:lnTo>
                    <a:pt x="317465" y="240349"/>
                  </a:lnTo>
                  <a:lnTo>
                    <a:pt x="319703" y="235560"/>
                  </a:lnTo>
                  <a:lnTo>
                    <a:pt x="321790" y="230703"/>
                  </a:lnTo>
                  <a:lnTo>
                    <a:pt x="323721" y="225782"/>
                  </a:lnTo>
                  <a:lnTo>
                    <a:pt x="325496" y="220803"/>
                  </a:lnTo>
                  <a:lnTo>
                    <a:pt x="327113" y="215770"/>
                  </a:lnTo>
                  <a:lnTo>
                    <a:pt x="328570" y="210688"/>
                  </a:lnTo>
                  <a:lnTo>
                    <a:pt x="329865" y="205563"/>
                  </a:lnTo>
                  <a:lnTo>
                    <a:pt x="330998" y="200400"/>
                  </a:lnTo>
                  <a:lnTo>
                    <a:pt x="331967" y="195203"/>
                  </a:lnTo>
                  <a:lnTo>
                    <a:pt x="332771" y="189978"/>
                  </a:lnTo>
                  <a:lnTo>
                    <a:pt x="333409" y="184731"/>
                  </a:lnTo>
                  <a:lnTo>
                    <a:pt x="333881" y="179466"/>
                  </a:lnTo>
                  <a:lnTo>
                    <a:pt x="334187" y="174188"/>
                  </a:lnTo>
                  <a:lnTo>
                    <a:pt x="334325" y="168904"/>
                  </a:lnTo>
                  <a:lnTo>
                    <a:pt x="334297" y="163618"/>
                  </a:lnTo>
                  <a:lnTo>
                    <a:pt x="334101" y="158335"/>
                  </a:lnTo>
                  <a:lnTo>
                    <a:pt x="333738" y="153061"/>
                  </a:lnTo>
                  <a:lnTo>
                    <a:pt x="333209" y="147802"/>
                  </a:lnTo>
                  <a:lnTo>
                    <a:pt x="332514" y="142561"/>
                  </a:lnTo>
                  <a:lnTo>
                    <a:pt x="331653" y="137346"/>
                  </a:lnTo>
                  <a:lnTo>
                    <a:pt x="330628" y="132160"/>
                  </a:lnTo>
                  <a:lnTo>
                    <a:pt x="329439" y="127009"/>
                  </a:lnTo>
                  <a:lnTo>
                    <a:pt x="328088" y="121898"/>
                  </a:lnTo>
                  <a:lnTo>
                    <a:pt x="326576" y="116833"/>
                  </a:lnTo>
                  <a:lnTo>
                    <a:pt x="324905" y="111818"/>
                  </a:lnTo>
                  <a:lnTo>
                    <a:pt x="323076" y="106858"/>
                  </a:lnTo>
                  <a:lnTo>
                    <a:pt x="321092" y="101958"/>
                  </a:lnTo>
                  <a:lnTo>
                    <a:pt x="318953" y="97124"/>
                  </a:lnTo>
                  <a:lnTo>
                    <a:pt x="316662" y="92360"/>
                  </a:lnTo>
                  <a:lnTo>
                    <a:pt x="314222" y="87670"/>
                  </a:lnTo>
                  <a:lnTo>
                    <a:pt x="311635" y="83060"/>
                  </a:lnTo>
                  <a:lnTo>
                    <a:pt x="308904" y="78535"/>
                  </a:lnTo>
                  <a:lnTo>
                    <a:pt x="306030" y="74098"/>
                  </a:lnTo>
                  <a:lnTo>
                    <a:pt x="303018" y="69753"/>
                  </a:lnTo>
                  <a:lnTo>
                    <a:pt x="299870" y="65507"/>
                  </a:lnTo>
                  <a:lnTo>
                    <a:pt x="296589" y="61362"/>
                  </a:lnTo>
                  <a:lnTo>
                    <a:pt x="293179" y="57322"/>
                  </a:lnTo>
                  <a:lnTo>
                    <a:pt x="289643" y="53393"/>
                  </a:lnTo>
                  <a:lnTo>
                    <a:pt x="285985" y="49577"/>
                  </a:lnTo>
                  <a:lnTo>
                    <a:pt x="282207" y="45879"/>
                  </a:lnTo>
                  <a:lnTo>
                    <a:pt x="278315" y="42303"/>
                  </a:lnTo>
                  <a:lnTo>
                    <a:pt x="274311" y="38851"/>
                  </a:lnTo>
                  <a:lnTo>
                    <a:pt x="270200" y="35527"/>
                  </a:lnTo>
                  <a:lnTo>
                    <a:pt x="265987" y="32335"/>
                  </a:lnTo>
                  <a:lnTo>
                    <a:pt x="261674" y="29278"/>
                  </a:lnTo>
                  <a:lnTo>
                    <a:pt x="257267" y="26359"/>
                  </a:lnTo>
                  <a:lnTo>
                    <a:pt x="252770" y="23580"/>
                  </a:lnTo>
                  <a:lnTo>
                    <a:pt x="248187" y="20946"/>
                  </a:lnTo>
                  <a:lnTo>
                    <a:pt x="243523" y="18457"/>
                  </a:lnTo>
                  <a:lnTo>
                    <a:pt x="238783" y="16117"/>
                  </a:lnTo>
                  <a:lnTo>
                    <a:pt x="233971" y="13928"/>
                  </a:lnTo>
                  <a:lnTo>
                    <a:pt x="229093" y="11893"/>
                  </a:lnTo>
                  <a:lnTo>
                    <a:pt x="224152" y="10012"/>
                  </a:lnTo>
                  <a:lnTo>
                    <a:pt x="219155" y="8289"/>
                  </a:lnTo>
                  <a:lnTo>
                    <a:pt x="214105" y="6725"/>
                  </a:lnTo>
                  <a:lnTo>
                    <a:pt x="209009" y="5321"/>
                  </a:lnTo>
                  <a:lnTo>
                    <a:pt x="203871" y="4079"/>
                  </a:lnTo>
                  <a:lnTo>
                    <a:pt x="198696" y="3000"/>
                  </a:lnTo>
                  <a:lnTo>
                    <a:pt x="193489" y="2085"/>
                  </a:lnTo>
                  <a:lnTo>
                    <a:pt x="188256" y="1335"/>
                  </a:lnTo>
                  <a:lnTo>
                    <a:pt x="183003" y="751"/>
                  </a:lnTo>
                  <a:lnTo>
                    <a:pt x="177733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955" y="4659281"/>
              <a:ext cx="569" cy="167167"/>
            </a:xfrm>
            <a:custGeom>
              <a:avLst/>
              <a:pathLst>
                <a:path w="569" h="167167">
                  <a:moveTo>
                    <a:pt x="569" y="0"/>
                  </a:moveTo>
                  <a:lnTo>
                    <a:pt x="0" y="0"/>
                  </a:lnTo>
                  <a:lnTo>
                    <a:pt x="56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955" y="4659282"/>
              <a:ext cx="569" cy="167166"/>
            </a:xfrm>
            <a:custGeom>
              <a:avLst/>
              <a:pathLst>
                <a:path w="569" h="167166">
                  <a:moveTo>
                    <a:pt x="0" y="0"/>
                  </a:moveTo>
                  <a:lnTo>
                    <a:pt x="569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955" y="4659282"/>
              <a:ext cx="569" cy="167166"/>
            </a:xfrm>
            <a:custGeom>
              <a:avLst/>
              <a:pathLst>
                <a:path w="569" h="167166">
                  <a:moveTo>
                    <a:pt x="0" y="0"/>
                  </a:moveTo>
                  <a:lnTo>
                    <a:pt x="569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955" y="4659282"/>
              <a:ext cx="569" cy="167166"/>
            </a:xfrm>
            <a:custGeom>
              <a:avLst/>
              <a:pathLst>
                <a:path w="569" h="167166">
                  <a:moveTo>
                    <a:pt x="0" y="0"/>
                  </a:moveTo>
                  <a:lnTo>
                    <a:pt x="569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955" y="4659282"/>
              <a:ext cx="569" cy="167166"/>
            </a:xfrm>
            <a:custGeom>
              <a:avLst/>
              <a:pathLst>
                <a:path w="569" h="167166">
                  <a:moveTo>
                    <a:pt x="0" y="0"/>
                  </a:moveTo>
                  <a:lnTo>
                    <a:pt x="56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955" y="4659282"/>
              <a:ext cx="569" cy="167166"/>
            </a:xfrm>
            <a:custGeom>
              <a:avLst/>
              <a:pathLst>
                <a:path w="569" h="167166">
                  <a:moveTo>
                    <a:pt x="0" y="0"/>
                  </a:moveTo>
                  <a:lnTo>
                    <a:pt x="56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955" y="4659282"/>
              <a:ext cx="569" cy="167166"/>
            </a:xfrm>
            <a:custGeom>
              <a:avLst/>
              <a:pathLst>
                <a:path w="569" h="167166">
                  <a:moveTo>
                    <a:pt x="0" y="0"/>
                  </a:moveTo>
                  <a:lnTo>
                    <a:pt x="56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955" y="4659282"/>
              <a:ext cx="569" cy="167166"/>
            </a:xfrm>
            <a:custGeom>
              <a:avLst/>
              <a:pathLst>
                <a:path w="569" h="167166">
                  <a:moveTo>
                    <a:pt x="0" y="0"/>
                  </a:moveTo>
                  <a:lnTo>
                    <a:pt x="56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955" y="4659282"/>
              <a:ext cx="569" cy="167166"/>
            </a:xfrm>
            <a:custGeom>
              <a:avLst/>
              <a:pathLst>
                <a:path w="569" h="167166">
                  <a:moveTo>
                    <a:pt x="0" y="0"/>
                  </a:moveTo>
                  <a:lnTo>
                    <a:pt x="569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955" y="4659282"/>
              <a:ext cx="569" cy="167166"/>
            </a:xfrm>
            <a:custGeom>
              <a:avLst/>
              <a:pathLst>
                <a:path w="569" h="167166">
                  <a:moveTo>
                    <a:pt x="0" y="0"/>
                  </a:moveTo>
                  <a:lnTo>
                    <a:pt x="569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39326" y="4659282"/>
              <a:ext cx="147198" cy="167166"/>
            </a:xfrm>
            <a:custGeom>
              <a:avLst/>
              <a:pathLst>
                <a:path w="147198" h="167166">
                  <a:moveTo>
                    <a:pt x="146629" y="0"/>
                  </a:moveTo>
                  <a:lnTo>
                    <a:pt x="141191" y="106"/>
                  </a:lnTo>
                  <a:lnTo>
                    <a:pt x="135760" y="390"/>
                  </a:lnTo>
                  <a:lnTo>
                    <a:pt x="130342" y="851"/>
                  </a:lnTo>
                  <a:lnTo>
                    <a:pt x="124941" y="1487"/>
                  </a:lnTo>
                  <a:lnTo>
                    <a:pt x="119563" y="2298"/>
                  </a:lnTo>
                  <a:lnTo>
                    <a:pt x="114215" y="3285"/>
                  </a:lnTo>
                  <a:lnTo>
                    <a:pt x="108902" y="4444"/>
                  </a:lnTo>
                  <a:lnTo>
                    <a:pt x="103629" y="5776"/>
                  </a:lnTo>
                  <a:lnTo>
                    <a:pt x="98403" y="7279"/>
                  </a:lnTo>
                  <a:lnTo>
                    <a:pt x="93228" y="8950"/>
                  </a:lnTo>
                  <a:lnTo>
                    <a:pt x="88110" y="10790"/>
                  </a:lnTo>
                  <a:lnTo>
                    <a:pt x="83055" y="12794"/>
                  </a:lnTo>
                  <a:lnTo>
                    <a:pt x="78067" y="14962"/>
                  </a:lnTo>
                  <a:lnTo>
                    <a:pt x="73153" y="17292"/>
                  </a:lnTo>
                  <a:lnTo>
                    <a:pt x="68317" y="19780"/>
                  </a:lnTo>
                  <a:lnTo>
                    <a:pt x="63565" y="22423"/>
                  </a:lnTo>
                  <a:lnTo>
                    <a:pt x="58901" y="25220"/>
                  </a:lnTo>
                  <a:lnTo>
                    <a:pt x="54330" y="28168"/>
                  </a:lnTo>
                  <a:lnTo>
                    <a:pt x="49858" y="31262"/>
                  </a:lnTo>
                  <a:lnTo>
                    <a:pt x="45489" y="34500"/>
                  </a:lnTo>
                  <a:lnTo>
                    <a:pt x="41227" y="37879"/>
                  </a:lnTo>
                  <a:lnTo>
                    <a:pt x="37078" y="41394"/>
                  </a:lnTo>
                  <a:lnTo>
                    <a:pt x="33045" y="45042"/>
                  </a:lnTo>
                  <a:lnTo>
                    <a:pt x="29133" y="48820"/>
                  </a:lnTo>
                  <a:lnTo>
                    <a:pt x="25346" y="52723"/>
                  </a:lnTo>
                  <a:lnTo>
                    <a:pt x="21688" y="56747"/>
                  </a:lnTo>
                  <a:lnTo>
                    <a:pt x="18163" y="60888"/>
                  </a:lnTo>
                  <a:lnTo>
                    <a:pt x="14774" y="65142"/>
                  </a:lnTo>
                  <a:lnTo>
                    <a:pt x="11526" y="69503"/>
                  </a:lnTo>
                  <a:lnTo>
                    <a:pt x="8421" y="73968"/>
                  </a:lnTo>
                  <a:lnTo>
                    <a:pt x="5463" y="78531"/>
                  </a:lnTo>
                  <a:lnTo>
                    <a:pt x="2655" y="83189"/>
                  </a:lnTo>
                  <a:lnTo>
                    <a:pt x="0" y="87935"/>
                  </a:lnTo>
                  <a:lnTo>
                    <a:pt x="147198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74" y="4659281"/>
              <a:ext cx="334298" cy="334334"/>
            </a:xfrm>
            <a:custGeom>
              <a:avLst/>
              <a:pathLst>
                <a:path w="334298" h="334334">
                  <a:moveTo>
                    <a:pt x="19952" y="87936"/>
                  </a:moveTo>
                  <a:lnTo>
                    <a:pt x="17511" y="92648"/>
                  </a:lnTo>
                  <a:lnTo>
                    <a:pt x="15221" y="97435"/>
                  </a:lnTo>
                  <a:lnTo>
                    <a:pt x="13085" y="102292"/>
                  </a:lnTo>
                  <a:lnTo>
                    <a:pt x="11103" y="107215"/>
                  </a:lnTo>
                  <a:lnTo>
                    <a:pt x="9279" y="112198"/>
                  </a:lnTo>
                  <a:lnTo>
                    <a:pt x="7614" y="117236"/>
                  </a:lnTo>
                  <a:lnTo>
                    <a:pt x="6109" y="122325"/>
                  </a:lnTo>
                  <a:lnTo>
                    <a:pt x="4767" y="127459"/>
                  </a:lnTo>
                  <a:lnTo>
                    <a:pt x="3589" y="132633"/>
                  </a:lnTo>
                  <a:lnTo>
                    <a:pt x="2575" y="137842"/>
                  </a:lnTo>
                  <a:lnTo>
                    <a:pt x="1727" y="143080"/>
                  </a:lnTo>
                  <a:lnTo>
                    <a:pt x="1046" y="148343"/>
                  </a:lnTo>
                  <a:lnTo>
                    <a:pt x="532" y="153624"/>
                  </a:lnTo>
                  <a:lnTo>
                    <a:pt x="186" y="158919"/>
                  </a:lnTo>
                  <a:lnTo>
                    <a:pt x="9" y="164223"/>
                  </a:lnTo>
                  <a:lnTo>
                    <a:pt x="0" y="169529"/>
                  </a:lnTo>
                  <a:lnTo>
                    <a:pt x="159" y="174834"/>
                  </a:lnTo>
                  <a:lnTo>
                    <a:pt x="486" y="180130"/>
                  </a:lnTo>
                  <a:lnTo>
                    <a:pt x="982" y="185413"/>
                  </a:lnTo>
                  <a:lnTo>
                    <a:pt x="1644" y="190678"/>
                  </a:lnTo>
                  <a:lnTo>
                    <a:pt x="2474" y="195919"/>
                  </a:lnTo>
                  <a:lnTo>
                    <a:pt x="3470" y="201132"/>
                  </a:lnTo>
                  <a:lnTo>
                    <a:pt x="4630" y="206310"/>
                  </a:lnTo>
                  <a:lnTo>
                    <a:pt x="5954" y="211448"/>
                  </a:lnTo>
                  <a:lnTo>
                    <a:pt x="7441" y="216542"/>
                  </a:lnTo>
                  <a:lnTo>
                    <a:pt x="9089" y="221587"/>
                  </a:lnTo>
                  <a:lnTo>
                    <a:pt x="10896" y="226576"/>
                  </a:lnTo>
                  <a:lnTo>
                    <a:pt x="12860" y="231506"/>
                  </a:lnTo>
                  <a:lnTo>
                    <a:pt x="14980" y="236370"/>
                  </a:lnTo>
                  <a:lnTo>
                    <a:pt x="17253" y="241165"/>
                  </a:lnTo>
                  <a:lnTo>
                    <a:pt x="19677" y="245886"/>
                  </a:lnTo>
                  <a:lnTo>
                    <a:pt x="22250" y="250527"/>
                  </a:lnTo>
                  <a:lnTo>
                    <a:pt x="24969" y="255084"/>
                  </a:lnTo>
                  <a:lnTo>
                    <a:pt x="27831" y="259552"/>
                  </a:lnTo>
                  <a:lnTo>
                    <a:pt x="30833" y="263928"/>
                  </a:lnTo>
                  <a:lnTo>
                    <a:pt x="33973" y="268206"/>
                  </a:lnTo>
                  <a:lnTo>
                    <a:pt x="37247" y="272382"/>
                  </a:lnTo>
                  <a:lnTo>
                    <a:pt x="40652" y="276452"/>
                  </a:lnTo>
                  <a:lnTo>
                    <a:pt x="44184" y="280412"/>
                  </a:lnTo>
                  <a:lnTo>
                    <a:pt x="47841" y="284258"/>
                  </a:lnTo>
                  <a:lnTo>
                    <a:pt x="51617" y="287985"/>
                  </a:lnTo>
                  <a:lnTo>
                    <a:pt x="55510" y="291591"/>
                  </a:lnTo>
                  <a:lnTo>
                    <a:pt x="59516" y="295072"/>
                  </a:lnTo>
                  <a:lnTo>
                    <a:pt x="63630" y="298424"/>
                  </a:lnTo>
                  <a:lnTo>
                    <a:pt x="67848" y="301644"/>
                  </a:lnTo>
                  <a:lnTo>
                    <a:pt x="72166" y="304728"/>
                  </a:lnTo>
                  <a:lnTo>
                    <a:pt x="76580" y="307673"/>
                  </a:lnTo>
                  <a:lnTo>
                    <a:pt x="81085" y="310477"/>
                  </a:lnTo>
                  <a:lnTo>
                    <a:pt x="85677" y="313136"/>
                  </a:lnTo>
                  <a:lnTo>
                    <a:pt x="90351" y="315649"/>
                  </a:lnTo>
                  <a:lnTo>
                    <a:pt x="95103" y="318012"/>
                  </a:lnTo>
                  <a:lnTo>
                    <a:pt x="99927" y="320222"/>
                  </a:lnTo>
                  <a:lnTo>
                    <a:pt x="104819" y="322279"/>
                  </a:lnTo>
                  <a:lnTo>
                    <a:pt x="109773" y="324179"/>
                  </a:lnTo>
                  <a:lnTo>
                    <a:pt x="114786" y="325921"/>
                  </a:lnTo>
                  <a:lnTo>
                    <a:pt x="119851" y="327503"/>
                  </a:lnTo>
                  <a:lnTo>
                    <a:pt x="124964" y="328924"/>
                  </a:lnTo>
                  <a:lnTo>
                    <a:pt x="130119" y="330181"/>
                  </a:lnTo>
                  <a:lnTo>
                    <a:pt x="135312" y="331274"/>
                  </a:lnTo>
                  <a:lnTo>
                    <a:pt x="140537" y="332202"/>
                  </a:lnTo>
                  <a:lnTo>
                    <a:pt x="145788" y="332964"/>
                  </a:lnTo>
                  <a:lnTo>
                    <a:pt x="151061" y="333558"/>
                  </a:lnTo>
                  <a:lnTo>
                    <a:pt x="156350" y="333985"/>
                  </a:lnTo>
                  <a:lnTo>
                    <a:pt x="161651" y="334244"/>
                  </a:lnTo>
                  <a:lnTo>
                    <a:pt x="166956" y="334334"/>
                  </a:lnTo>
                  <a:lnTo>
                    <a:pt x="172262" y="334256"/>
                  </a:lnTo>
                  <a:lnTo>
                    <a:pt x="177563" y="334010"/>
                  </a:lnTo>
                  <a:lnTo>
                    <a:pt x="182853" y="333595"/>
                  </a:lnTo>
                  <a:lnTo>
                    <a:pt x="188128" y="333013"/>
                  </a:lnTo>
                  <a:lnTo>
                    <a:pt x="193381" y="332264"/>
                  </a:lnTo>
                  <a:lnTo>
                    <a:pt x="198608" y="331348"/>
                  </a:lnTo>
                  <a:lnTo>
                    <a:pt x="203803" y="330267"/>
                  </a:lnTo>
                  <a:lnTo>
                    <a:pt x="208962" y="329021"/>
                  </a:lnTo>
                  <a:lnTo>
                    <a:pt x="214078" y="327612"/>
                  </a:lnTo>
                  <a:lnTo>
                    <a:pt x="219146" y="326042"/>
                  </a:lnTo>
                  <a:lnTo>
                    <a:pt x="224163" y="324312"/>
                  </a:lnTo>
                  <a:lnTo>
                    <a:pt x="229122" y="322423"/>
                  </a:lnTo>
                  <a:lnTo>
                    <a:pt x="234018" y="320378"/>
                  </a:lnTo>
                  <a:lnTo>
                    <a:pt x="238848" y="318178"/>
                  </a:lnTo>
                  <a:lnTo>
                    <a:pt x="243605" y="315827"/>
                  </a:lnTo>
                  <a:lnTo>
                    <a:pt x="248284" y="313325"/>
                  </a:lnTo>
                  <a:lnTo>
                    <a:pt x="252883" y="310676"/>
                  </a:lnTo>
                  <a:lnTo>
                    <a:pt x="257394" y="307883"/>
                  </a:lnTo>
                  <a:lnTo>
                    <a:pt x="261815" y="304948"/>
                  </a:lnTo>
                  <a:lnTo>
                    <a:pt x="266141" y="301874"/>
                  </a:lnTo>
                  <a:lnTo>
                    <a:pt x="270366" y="298664"/>
                  </a:lnTo>
                  <a:lnTo>
                    <a:pt x="274488" y="295321"/>
                  </a:lnTo>
                  <a:lnTo>
                    <a:pt x="278501" y="291850"/>
                  </a:lnTo>
                  <a:lnTo>
                    <a:pt x="282403" y="288253"/>
                  </a:lnTo>
                  <a:lnTo>
                    <a:pt x="286188" y="284534"/>
                  </a:lnTo>
                  <a:lnTo>
                    <a:pt x="289853" y="280697"/>
                  </a:lnTo>
                  <a:lnTo>
                    <a:pt x="293395" y="276745"/>
                  </a:lnTo>
                  <a:lnTo>
                    <a:pt x="296809" y="272683"/>
                  </a:lnTo>
                  <a:lnTo>
                    <a:pt x="300093" y="268514"/>
                  </a:lnTo>
                  <a:lnTo>
                    <a:pt x="303242" y="264244"/>
                  </a:lnTo>
                  <a:lnTo>
                    <a:pt x="306255" y="259875"/>
                  </a:lnTo>
                  <a:lnTo>
                    <a:pt x="309127" y="255413"/>
                  </a:lnTo>
                  <a:lnTo>
                    <a:pt x="311857" y="250863"/>
                  </a:lnTo>
                  <a:lnTo>
                    <a:pt x="314440" y="246227"/>
                  </a:lnTo>
                  <a:lnTo>
                    <a:pt x="316876" y="241513"/>
                  </a:lnTo>
                  <a:lnTo>
                    <a:pt x="319160" y="236723"/>
                  </a:lnTo>
                  <a:lnTo>
                    <a:pt x="321291" y="231863"/>
                  </a:lnTo>
                  <a:lnTo>
                    <a:pt x="323267" y="226938"/>
                  </a:lnTo>
                  <a:lnTo>
                    <a:pt x="325085" y="221953"/>
                  </a:lnTo>
                  <a:lnTo>
                    <a:pt x="326744" y="216913"/>
                  </a:lnTo>
                  <a:lnTo>
                    <a:pt x="328243" y="211822"/>
                  </a:lnTo>
                  <a:lnTo>
                    <a:pt x="329579" y="206687"/>
                  </a:lnTo>
                  <a:lnTo>
                    <a:pt x="330752" y="201511"/>
                  </a:lnTo>
                  <a:lnTo>
                    <a:pt x="331759" y="196301"/>
                  </a:lnTo>
                  <a:lnTo>
                    <a:pt x="332601" y="191062"/>
                  </a:lnTo>
                  <a:lnTo>
                    <a:pt x="333276" y="185799"/>
                  </a:lnTo>
                  <a:lnTo>
                    <a:pt x="333784" y="180516"/>
                  </a:lnTo>
                  <a:lnTo>
                    <a:pt x="334124" y="175221"/>
                  </a:lnTo>
                  <a:lnTo>
                    <a:pt x="334295" y="169917"/>
                  </a:lnTo>
                  <a:lnTo>
                    <a:pt x="334298" y="164611"/>
                  </a:lnTo>
                  <a:lnTo>
                    <a:pt x="334133" y="159307"/>
                  </a:lnTo>
                  <a:lnTo>
                    <a:pt x="333799" y="154011"/>
                  </a:lnTo>
                  <a:lnTo>
                    <a:pt x="333298" y="148728"/>
                  </a:lnTo>
                  <a:lnTo>
                    <a:pt x="332629" y="143464"/>
                  </a:lnTo>
                  <a:lnTo>
                    <a:pt x="331793" y="138223"/>
                  </a:lnTo>
                  <a:lnTo>
                    <a:pt x="330791" y="133012"/>
                  </a:lnTo>
                  <a:lnTo>
                    <a:pt x="329625" y="127836"/>
                  </a:lnTo>
                  <a:lnTo>
                    <a:pt x="328295" y="122699"/>
                  </a:lnTo>
                  <a:lnTo>
                    <a:pt x="326802" y="117606"/>
                  </a:lnTo>
                  <a:lnTo>
                    <a:pt x="325149" y="112564"/>
                  </a:lnTo>
                  <a:lnTo>
                    <a:pt x="323336" y="107577"/>
                  </a:lnTo>
                  <a:lnTo>
                    <a:pt x="321366" y="102649"/>
                  </a:lnTo>
                  <a:lnTo>
                    <a:pt x="319240" y="97787"/>
                  </a:lnTo>
                  <a:lnTo>
                    <a:pt x="316962" y="92995"/>
                  </a:lnTo>
                  <a:lnTo>
                    <a:pt x="314532" y="88277"/>
                  </a:lnTo>
                  <a:lnTo>
                    <a:pt x="311954" y="83639"/>
                  </a:lnTo>
                  <a:lnTo>
                    <a:pt x="309230" y="79085"/>
                  </a:lnTo>
                  <a:lnTo>
                    <a:pt x="306362" y="74620"/>
                  </a:lnTo>
                  <a:lnTo>
                    <a:pt x="303355" y="70248"/>
                  </a:lnTo>
                  <a:lnTo>
                    <a:pt x="300210" y="65974"/>
                  </a:lnTo>
                  <a:lnTo>
                    <a:pt x="296931" y="61802"/>
                  </a:lnTo>
                  <a:lnTo>
                    <a:pt x="293522" y="57736"/>
                  </a:lnTo>
                  <a:lnTo>
                    <a:pt x="289985" y="53780"/>
                  </a:lnTo>
                  <a:lnTo>
                    <a:pt x="286324" y="49938"/>
                  </a:lnTo>
                  <a:lnTo>
                    <a:pt x="282543" y="46215"/>
                  </a:lnTo>
                  <a:lnTo>
                    <a:pt x="278646" y="42613"/>
                  </a:lnTo>
                  <a:lnTo>
                    <a:pt x="274636" y="39137"/>
                  </a:lnTo>
                  <a:lnTo>
                    <a:pt x="270519" y="35790"/>
                  </a:lnTo>
                  <a:lnTo>
                    <a:pt x="266297" y="32575"/>
                  </a:lnTo>
                  <a:lnTo>
                    <a:pt x="261975" y="29496"/>
                  </a:lnTo>
                  <a:lnTo>
                    <a:pt x="257557" y="26556"/>
                  </a:lnTo>
                  <a:lnTo>
                    <a:pt x="253049" y="23757"/>
                  </a:lnTo>
                  <a:lnTo>
                    <a:pt x="248454" y="21103"/>
                  </a:lnTo>
                  <a:lnTo>
                    <a:pt x="243777" y="18596"/>
                  </a:lnTo>
                  <a:lnTo>
                    <a:pt x="239023" y="16239"/>
                  </a:lnTo>
                  <a:lnTo>
                    <a:pt x="234196" y="14034"/>
                  </a:lnTo>
                  <a:lnTo>
                    <a:pt x="229302" y="11983"/>
                  </a:lnTo>
                  <a:lnTo>
                    <a:pt x="224345" y="10088"/>
                  </a:lnTo>
                  <a:lnTo>
                    <a:pt x="219331" y="8352"/>
                  </a:lnTo>
                  <a:lnTo>
                    <a:pt x="214264" y="6776"/>
                  </a:lnTo>
                  <a:lnTo>
                    <a:pt x="209149" y="5361"/>
                  </a:lnTo>
                  <a:lnTo>
                    <a:pt x="203992" y="4110"/>
                  </a:lnTo>
                  <a:lnTo>
                    <a:pt x="198798" y="3023"/>
                  </a:lnTo>
                  <a:lnTo>
                    <a:pt x="193573" y="2101"/>
                  </a:lnTo>
                  <a:lnTo>
                    <a:pt x="188320" y="1345"/>
                  </a:lnTo>
                  <a:lnTo>
                    <a:pt x="183046" y="757"/>
                  </a:lnTo>
                  <a:lnTo>
                    <a:pt x="177757" y="336"/>
                  </a:lnTo>
                  <a:lnTo>
                    <a:pt x="172456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71" y="5018213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5" y="1342"/>
                  </a:lnTo>
                  <a:lnTo>
                    <a:pt x="140759" y="2096"/>
                  </a:lnTo>
                  <a:lnTo>
                    <a:pt x="135539" y="3015"/>
                  </a:lnTo>
                  <a:lnTo>
                    <a:pt x="130352" y="4100"/>
                  </a:lnTo>
                  <a:lnTo>
                    <a:pt x="125201" y="5348"/>
                  </a:lnTo>
                  <a:lnTo>
                    <a:pt x="120092" y="6759"/>
                  </a:lnTo>
                  <a:lnTo>
                    <a:pt x="115031" y="8332"/>
                  </a:lnTo>
                  <a:lnTo>
                    <a:pt x="110022" y="10064"/>
                  </a:lnTo>
                  <a:lnTo>
                    <a:pt x="105070" y="11954"/>
                  </a:lnTo>
                  <a:lnTo>
                    <a:pt x="100181" y="14000"/>
                  </a:lnTo>
                  <a:lnTo>
                    <a:pt x="95359" y="16200"/>
                  </a:lnTo>
                  <a:lnTo>
                    <a:pt x="90609" y="18551"/>
                  </a:lnTo>
                  <a:lnTo>
                    <a:pt x="85937" y="21052"/>
                  </a:lnTo>
                  <a:lnTo>
                    <a:pt x="81345" y="23700"/>
                  </a:lnTo>
                  <a:lnTo>
                    <a:pt x="76841" y="26493"/>
                  </a:lnTo>
                  <a:lnTo>
                    <a:pt x="72426" y="29426"/>
                  </a:lnTo>
                  <a:lnTo>
                    <a:pt x="68108" y="32498"/>
                  </a:lnTo>
                  <a:lnTo>
                    <a:pt x="63888" y="35706"/>
                  </a:lnTo>
                  <a:lnTo>
                    <a:pt x="59773" y="39045"/>
                  </a:lnTo>
                  <a:lnTo>
                    <a:pt x="55765" y="42513"/>
                  </a:lnTo>
                  <a:lnTo>
                    <a:pt x="51869" y="46107"/>
                  </a:lnTo>
                  <a:lnTo>
                    <a:pt x="48090" y="49822"/>
                  </a:lnTo>
                  <a:lnTo>
                    <a:pt x="44430" y="53656"/>
                  </a:lnTo>
                  <a:lnTo>
                    <a:pt x="40893" y="57603"/>
                  </a:lnTo>
                  <a:lnTo>
                    <a:pt x="37483" y="61660"/>
                  </a:lnTo>
                  <a:lnTo>
                    <a:pt x="34204" y="65824"/>
                  </a:lnTo>
                  <a:lnTo>
                    <a:pt x="31058" y="70089"/>
                  </a:lnTo>
                  <a:lnTo>
                    <a:pt x="28049" y="74452"/>
                  </a:lnTo>
                  <a:lnTo>
                    <a:pt x="25180" y="78909"/>
                  </a:lnTo>
                  <a:lnTo>
                    <a:pt x="22453" y="83454"/>
                  </a:lnTo>
                  <a:lnTo>
                    <a:pt x="19872" y="88083"/>
                  </a:lnTo>
                  <a:lnTo>
                    <a:pt x="17439" y="92791"/>
                  </a:lnTo>
                  <a:lnTo>
                    <a:pt x="15156" y="97574"/>
                  </a:lnTo>
                  <a:lnTo>
                    <a:pt x="13027" y="102428"/>
                  </a:lnTo>
                  <a:lnTo>
                    <a:pt x="11052" y="107346"/>
                  </a:lnTo>
                  <a:lnTo>
                    <a:pt x="9234" y="112325"/>
                  </a:lnTo>
                  <a:lnTo>
                    <a:pt x="7575" y="117358"/>
                  </a:lnTo>
                  <a:lnTo>
                    <a:pt x="6076" y="122442"/>
                  </a:lnTo>
                  <a:lnTo>
                    <a:pt x="4739" y="127570"/>
                  </a:lnTo>
                  <a:lnTo>
                    <a:pt x="3566" y="132739"/>
                  </a:lnTo>
                  <a:lnTo>
                    <a:pt x="2556" y="137942"/>
                  </a:lnTo>
                  <a:lnTo>
                    <a:pt x="1713" y="143174"/>
                  </a:lnTo>
                  <a:lnTo>
                    <a:pt x="1035" y="148431"/>
                  </a:lnTo>
                  <a:lnTo>
                    <a:pt x="525" y="153706"/>
                  </a:lnTo>
                  <a:lnTo>
                    <a:pt x="182" y="158995"/>
                  </a:lnTo>
                  <a:lnTo>
                    <a:pt x="7" y="164292"/>
                  </a:lnTo>
                  <a:lnTo>
                    <a:pt x="0" y="169592"/>
                  </a:lnTo>
                  <a:lnTo>
                    <a:pt x="160" y="174890"/>
                  </a:lnTo>
                  <a:lnTo>
                    <a:pt x="489" y="180180"/>
                  </a:lnTo>
                  <a:lnTo>
                    <a:pt x="985" y="185456"/>
                  </a:lnTo>
                  <a:lnTo>
                    <a:pt x="1649" y="190715"/>
                  </a:lnTo>
                  <a:lnTo>
                    <a:pt x="2478" y="195949"/>
                  </a:lnTo>
                  <a:lnTo>
                    <a:pt x="3474" y="201155"/>
                  </a:lnTo>
                  <a:lnTo>
                    <a:pt x="4633" y="206327"/>
                  </a:lnTo>
                  <a:lnTo>
                    <a:pt x="5956" y="211459"/>
                  </a:lnTo>
                  <a:lnTo>
                    <a:pt x="7441" y="216547"/>
                  </a:lnTo>
                  <a:lnTo>
                    <a:pt x="9087" y="221585"/>
                  </a:lnTo>
                  <a:lnTo>
                    <a:pt x="10892" y="226568"/>
                  </a:lnTo>
                  <a:lnTo>
                    <a:pt x="12853" y="231492"/>
                  </a:lnTo>
                  <a:lnTo>
                    <a:pt x="14970" y="236351"/>
                  </a:lnTo>
                  <a:lnTo>
                    <a:pt x="17240" y="241140"/>
                  </a:lnTo>
                  <a:lnTo>
                    <a:pt x="19660" y="245855"/>
                  </a:lnTo>
                  <a:lnTo>
                    <a:pt x="22229" y="250491"/>
                  </a:lnTo>
                  <a:lnTo>
                    <a:pt x="24943" y="255043"/>
                  </a:lnTo>
                  <a:lnTo>
                    <a:pt x="27800" y="259507"/>
                  </a:lnTo>
                  <a:lnTo>
                    <a:pt x="30797" y="263878"/>
                  </a:lnTo>
                  <a:lnTo>
                    <a:pt x="33932" y="268152"/>
                  </a:lnTo>
                  <a:lnTo>
                    <a:pt x="37200" y="272324"/>
                  </a:lnTo>
                  <a:lnTo>
                    <a:pt x="40599" y="276391"/>
                  </a:lnTo>
                  <a:lnTo>
                    <a:pt x="44125" y="280348"/>
                  </a:lnTo>
                  <a:lnTo>
                    <a:pt x="47775" y="284191"/>
                  </a:lnTo>
                  <a:lnTo>
                    <a:pt x="51544" y="287917"/>
                  </a:lnTo>
                  <a:lnTo>
                    <a:pt x="55430" y="291521"/>
                  </a:lnTo>
                  <a:lnTo>
                    <a:pt x="59429" y="295000"/>
                  </a:lnTo>
                  <a:lnTo>
                    <a:pt x="63535" y="298350"/>
                  </a:lnTo>
                  <a:lnTo>
                    <a:pt x="67746" y="301569"/>
                  </a:lnTo>
                  <a:lnTo>
                    <a:pt x="72056" y="304653"/>
                  </a:lnTo>
                  <a:lnTo>
                    <a:pt x="76463" y="307598"/>
                  </a:lnTo>
                  <a:lnTo>
                    <a:pt x="80960" y="310402"/>
                  </a:lnTo>
                  <a:lnTo>
                    <a:pt x="85544" y="313063"/>
                  </a:lnTo>
                  <a:lnTo>
                    <a:pt x="90210" y="315576"/>
                  </a:lnTo>
                  <a:lnTo>
                    <a:pt x="94953" y="317941"/>
                  </a:lnTo>
                  <a:lnTo>
                    <a:pt x="99769" y="320154"/>
                  </a:lnTo>
                  <a:lnTo>
                    <a:pt x="104653" y="322213"/>
                  </a:lnTo>
                  <a:lnTo>
                    <a:pt x="109599" y="324116"/>
                  </a:lnTo>
                  <a:lnTo>
                    <a:pt x="114604" y="325861"/>
                  </a:lnTo>
                  <a:lnTo>
                    <a:pt x="119661" y="327447"/>
                  </a:lnTo>
                  <a:lnTo>
                    <a:pt x="124766" y="328872"/>
                  </a:lnTo>
                  <a:lnTo>
                    <a:pt x="129913" y="330135"/>
                  </a:lnTo>
                  <a:lnTo>
                    <a:pt x="135098" y="331233"/>
                  </a:lnTo>
                  <a:lnTo>
                    <a:pt x="140315" y="332167"/>
                  </a:lnTo>
                  <a:lnTo>
                    <a:pt x="145559" y="332934"/>
                  </a:lnTo>
                  <a:lnTo>
                    <a:pt x="150825" y="333535"/>
                  </a:lnTo>
                  <a:lnTo>
                    <a:pt x="156108" y="333969"/>
                  </a:lnTo>
                  <a:lnTo>
                    <a:pt x="161401" y="334236"/>
                  </a:lnTo>
                  <a:lnTo>
                    <a:pt x="166700" y="334334"/>
                  </a:lnTo>
                  <a:lnTo>
                    <a:pt x="171999" y="334264"/>
                  </a:lnTo>
                  <a:lnTo>
                    <a:pt x="177294" y="334026"/>
                  </a:lnTo>
                  <a:lnTo>
                    <a:pt x="182579" y="333621"/>
                  </a:lnTo>
                  <a:lnTo>
                    <a:pt x="187848" y="333048"/>
                  </a:lnTo>
                  <a:lnTo>
                    <a:pt x="193096" y="332309"/>
                  </a:lnTo>
                  <a:lnTo>
                    <a:pt x="198318" y="331403"/>
                  </a:lnTo>
                  <a:lnTo>
                    <a:pt x="203509" y="330332"/>
                  </a:lnTo>
                  <a:lnTo>
                    <a:pt x="208663" y="329098"/>
                  </a:lnTo>
                  <a:lnTo>
                    <a:pt x="213775" y="327700"/>
                  </a:lnTo>
                  <a:lnTo>
                    <a:pt x="218841" y="326142"/>
                  </a:lnTo>
                  <a:lnTo>
                    <a:pt x="223854" y="324423"/>
                  </a:lnTo>
                  <a:lnTo>
                    <a:pt x="228811" y="322546"/>
                  </a:lnTo>
                  <a:lnTo>
                    <a:pt x="233706" y="320514"/>
                  </a:lnTo>
                  <a:lnTo>
                    <a:pt x="238534" y="318327"/>
                  </a:lnTo>
                  <a:lnTo>
                    <a:pt x="243290" y="315988"/>
                  </a:lnTo>
                  <a:lnTo>
                    <a:pt x="247969" y="313499"/>
                  </a:lnTo>
                  <a:lnTo>
                    <a:pt x="252567" y="310864"/>
                  </a:lnTo>
                  <a:lnTo>
                    <a:pt x="257080" y="308084"/>
                  </a:lnTo>
                  <a:lnTo>
                    <a:pt x="261502" y="305162"/>
                  </a:lnTo>
                  <a:lnTo>
                    <a:pt x="265829" y="302102"/>
                  </a:lnTo>
                  <a:lnTo>
                    <a:pt x="270057" y="298905"/>
                  </a:lnTo>
                  <a:lnTo>
                    <a:pt x="274181" y="295577"/>
                  </a:lnTo>
                  <a:lnTo>
                    <a:pt x="278198" y="292119"/>
                  </a:lnTo>
                  <a:lnTo>
                    <a:pt x="282103" y="288536"/>
                  </a:lnTo>
                  <a:lnTo>
                    <a:pt x="285893" y="284831"/>
                  </a:lnTo>
                  <a:lnTo>
                    <a:pt x="289563" y="281008"/>
                  </a:lnTo>
                  <a:lnTo>
                    <a:pt x="293111" y="277070"/>
                  </a:lnTo>
                  <a:lnTo>
                    <a:pt x="296531" y="273022"/>
                  </a:lnTo>
                  <a:lnTo>
                    <a:pt x="299822" y="268867"/>
                  </a:lnTo>
                  <a:lnTo>
                    <a:pt x="302979" y="264610"/>
                  </a:lnTo>
                  <a:lnTo>
                    <a:pt x="306000" y="260255"/>
                  </a:lnTo>
                  <a:lnTo>
                    <a:pt x="308881" y="255807"/>
                  </a:lnTo>
                  <a:lnTo>
                    <a:pt x="311620" y="251269"/>
                  </a:lnTo>
                  <a:lnTo>
                    <a:pt x="314214" y="246647"/>
                  </a:lnTo>
                  <a:lnTo>
                    <a:pt x="316659" y="241945"/>
                  </a:lnTo>
                  <a:lnTo>
                    <a:pt x="318955" y="237168"/>
                  </a:lnTo>
                  <a:lnTo>
                    <a:pt x="321097" y="232320"/>
                  </a:lnTo>
                  <a:lnTo>
                    <a:pt x="323085" y="227407"/>
                  </a:lnTo>
                  <a:lnTo>
                    <a:pt x="324917" y="222434"/>
                  </a:lnTo>
                  <a:lnTo>
                    <a:pt x="326589" y="217405"/>
                  </a:lnTo>
                  <a:lnTo>
                    <a:pt x="328102" y="212325"/>
                  </a:lnTo>
                  <a:lnTo>
                    <a:pt x="329453" y="207200"/>
                  </a:lnTo>
                  <a:lnTo>
                    <a:pt x="330640" y="202035"/>
                  </a:lnTo>
                  <a:lnTo>
                    <a:pt x="331663" y="196834"/>
                  </a:lnTo>
                  <a:lnTo>
                    <a:pt x="332521" y="191604"/>
                  </a:lnTo>
                  <a:lnTo>
                    <a:pt x="333213" y="186350"/>
                  </a:lnTo>
                  <a:lnTo>
                    <a:pt x="333737" y="181076"/>
                  </a:lnTo>
                  <a:lnTo>
                    <a:pt x="334094" y="175788"/>
                  </a:lnTo>
                  <a:lnTo>
                    <a:pt x="334284" y="170491"/>
                  </a:lnTo>
                  <a:lnTo>
                    <a:pt x="334305" y="165191"/>
                  </a:lnTo>
                  <a:lnTo>
                    <a:pt x="334158" y="159893"/>
                  </a:lnTo>
                  <a:lnTo>
                    <a:pt x="333844" y="154602"/>
                  </a:lnTo>
                  <a:lnTo>
                    <a:pt x="333362" y="149324"/>
                  </a:lnTo>
                  <a:lnTo>
                    <a:pt x="332713" y="144064"/>
                  </a:lnTo>
                  <a:lnTo>
                    <a:pt x="331897" y="138827"/>
                  </a:lnTo>
                  <a:lnTo>
                    <a:pt x="330916" y="133619"/>
                  </a:lnTo>
                  <a:lnTo>
                    <a:pt x="329770" y="128444"/>
                  </a:lnTo>
                  <a:lnTo>
                    <a:pt x="328461" y="123309"/>
                  </a:lnTo>
                  <a:lnTo>
                    <a:pt x="326989" y="118217"/>
                  </a:lnTo>
                  <a:lnTo>
                    <a:pt x="325357" y="113174"/>
                  </a:lnTo>
                  <a:lnTo>
                    <a:pt x="323566" y="108186"/>
                  </a:lnTo>
                  <a:lnTo>
                    <a:pt x="321618" y="103257"/>
                  </a:lnTo>
                  <a:lnTo>
                    <a:pt x="319514" y="98393"/>
                  </a:lnTo>
                  <a:lnTo>
                    <a:pt x="317257" y="93597"/>
                  </a:lnTo>
                  <a:lnTo>
                    <a:pt x="314850" y="88876"/>
                  </a:lnTo>
                  <a:lnTo>
                    <a:pt x="312294" y="84233"/>
                  </a:lnTo>
                  <a:lnTo>
                    <a:pt x="309592" y="79673"/>
                  </a:lnTo>
                  <a:lnTo>
                    <a:pt x="306746" y="75202"/>
                  </a:lnTo>
                  <a:lnTo>
                    <a:pt x="303761" y="70823"/>
                  </a:lnTo>
                  <a:lnTo>
                    <a:pt x="300638" y="66540"/>
                  </a:lnTo>
                  <a:lnTo>
                    <a:pt x="297381" y="62359"/>
                  </a:lnTo>
                  <a:lnTo>
                    <a:pt x="293993" y="58283"/>
                  </a:lnTo>
                  <a:lnTo>
                    <a:pt x="290478" y="54317"/>
                  </a:lnTo>
                  <a:lnTo>
                    <a:pt x="286838" y="50464"/>
                  </a:lnTo>
                  <a:lnTo>
                    <a:pt x="283078" y="46729"/>
                  </a:lnTo>
                  <a:lnTo>
                    <a:pt x="279202" y="43114"/>
                  </a:lnTo>
                  <a:lnTo>
                    <a:pt x="275213" y="39624"/>
                  </a:lnTo>
                  <a:lnTo>
                    <a:pt x="271116" y="36263"/>
                  </a:lnTo>
                  <a:lnTo>
                    <a:pt x="266914" y="33033"/>
                  </a:lnTo>
                  <a:lnTo>
                    <a:pt x="262611" y="29937"/>
                  </a:lnTo>
                  <a:lnTo>
                    <a:pt x="258213" y="26980"/>
                  </a:lnTo>
                  <a:lnTo>
                    <a:pt x="253723" y="24164"/>
                  </a:lnTo>
                  <a:lnTo>
                    <a:pt x="249147" y="21491"/>
                  </a:lnTo>
                  <a:lnTo>
                    <a:pt x="244487" y="18965"/>
                  </a:lnTo>
                  <a:lnTo>
                    <a:pt x="239750" y="16588"/>
                  </a:lnTo>
                  <a:lnTo>
                    <a:pt x="234940" y="14362"/>
                  </a:lnTo>
                  <a:lnTo>
                    <a:pt x="230062" y="12290"/>
                  </a:lnTo>
                  <a:lnTo>
                    <a:pt x="225121" y="10373"/>
                  </a:lnTo>
                  <a:lnTo>
                    <a:pt x="220121" y="8614"/>
                  </a:lnTo>
                  <a:lnTo>
                    <a:pt x="215068" y="7015"/>
                  </a:lnTo>
                  <a:lnTo>
                    <a:pt x="209967" y="5576"/>
                  </a:lnTo>
                  <a:lnTo>
                    <a:pt x="204823" y="4300"/>
                  </a:lnTo>
                  <a:lnTo>
                    <a:pt x="199641" y="3188"/>
                  </a:lnTo>
                  <a:lnTo>
                    <a:pt x="194427" y="2240"/>
                  </a:lnTo>
                  <a:lnTo>
                    <a:pt x="189185" y="1458"/>
                  </a:lnTo>
                  <a:lnTo>
                    <a:pt x="183921" y="843"/>
                  </a:lnTo>
                  <a:lnTo>
                    <a:pt x="178640" y="395"/>
                  </a:lnTo>
                  <a:lnTo>
                    <a:pt x="173347" y="114"/>
                  </a:lnTo>
                  <a:lnTo>
                    <a:pt x="168048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898" cy="167167"/>
            </a:xfrm>
            <a:custGeom>
              <a:avLst/>
              <a:pathLst>
                <a:path w="898" h="167167">
                  <a:moveTo>
                    <a:pt x="898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812091" y="5269756"/>
              <a:ext cx="152409" cy="167167"/>
            </a:xfrm>
            <a:custGeom>
              <a:avLst/>
              <a:pathLst>
                <a:path w="152409" h="167167">
                  <a:moveTo>
                    <a:pt x="152409" y="0"/>
                  </a:moveTo>
                  <a:lnTo>
                    <a:pt x="146930" y="89"/>
                  </a:lnTo>
                  <a:lnTo>
                    <a:pt x="141456" y="359"/>
                  </a:lnTo>
                  <a:lnTo>
                    <a:pt x="135994" y="807"/>
                  </a:lnTo>
                  <a:lnTo>
                    <a:pt x="130550" y="1435"/>
                  </a:lnTo>
                  <a:lnTo>
                    <a:pt x="125129" y="2240"/>
                  </a:lnTo>
                  <a:lnTo>
                    <a:pt x="119738" y="3223"/>
                  </a:lnTo>
                  <a:lnTo>
                    <a:pt x="114382" y="4382"/>
                  </a:lnTo>
                  <a:lnTo>
                    <a:pt x="109066" y="5716"/>
                  </a:lnTo>
                  <a:lnTo>
                    <a:pt x="103798" y="7224"/>
                  </a:lnTo>
                  <a:lnTo>
                    <a:pt x="98581" y="8903"/>
                  </a:lnTo>
                  <a:lnTo>
                    <a:pt x="93422" y="10752"/>
                  </a:lnTo>
                  <a:lnTo>
                    <a:pt x="88327" y="12770"/>
                  </a:lnTo>
                  <a:lnTo>
                    <a:pt x="83301" y="14953"/>
                  </a:lnTo>
                  <a:lnTo>
                    <a:pt x="78348" y="17300"/>
                  </a:lnTo>
                  <a:lnTo>
                    <a:pt x="73476" y="19809"/>
                  </a:lnTo>
                  <a:lnTo>
                    <a:pt x="68688" y="22475"/>
                  </a:lnTo>
                  <a:lnTo>
                    <a:pt x="63990" y="25297"/>
                  </a:lnTo>
                  <a:lnTo>
                    <a:pt x="59388" y="28272"/>
                  </a:lnTo>
                  <a:lnTo>
                    <a:pt x="54885" y="31395"/>
                  </a:lnTo>
                  <a:lnTo>
                    <a:pt x="50487" y="34665"/>
                  </a:lnTo>
                  <a:lnTo>
                    <a:pt x="46198" y="38077"/>
                  </a:lnTo>
                  <a:lnTo>
                    <a:pt x="42024" y="41628"/>
                  </a:lnTo>
                  <a:lnTo>
                    <a:pt x="37968" y="45313"/>
                  </a:lnTo>
                  <a:lnTo>
                    <a:pt x="34036" y="49130"/>
                  </a:lnTo>
                  <a:lnTo>
                    <a:pt x="30230" y="53074"/>
                  </a:lnTo>
                  <a:lnTo>
                    <a:pt x="26556" y="57140"/>
                  </a:lnTo>
                  <a:lnTo>
                    <a:pt x="23017" y="61324"/>
                  </a:lnTo>
                  <a:lnTo>
                    <a:pt x="19617" y="65622"/>
                  </a:lnTo>
                  <a:lnTo>
                    <a:pt x="16360" y="70030"/>
                  </a:lnTo>
                  <a:lnTo>
                    <a:pt x="13249" y="74541"/>
                  </a:lnTo>
                  <a:lnTo>
                    <a:pt x="10288" y="79152"/>
                  </a:lnTo>
                  <a:lnTo>
                    <a:pt x="7480" y="83858"/>
                  </a:lnTo>
                  <a:lnTo>
                    <a:pt x="4827" y="88653"/>
                  </a:lnTo>
                  <a:lnTo>
                    <a:pt x="2332" y="93533"/>
                  </a:lnTo>
                  <a:lnTo>
                    <a:pt x="0" y="98492"/>
                  </a:lnTo>
                  <a:lnTo>
                    <a:pt x="15240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44" y="5269756"/>
              <a:ext cx="334307" cy="334334"/>
            </a:xfrm>
            <a:custGeom>
              <a:avLst/>
              <a:pathLst>
                <a:path w="334307" h="334334">
                  <a:moveTo>
                    <a:pt x="14747" y="98492"/>
                  </a:moveTo>
                  <a:lnTo>
                    <a:pt x="12647" y="103357"/>
                  </a:lnTo>
                  <a:lnTo>
                    <a:pt x="10702" y="108287"/>
                  </a:lnTo>
                  <a:lnTo>
                    <a:pt x="8914" y="113276"/>
                  </a:lnTo>
                  <a:lnTo>
                    <a:pt x="7285" y="118319"/>
                  </a:lnTo>
                  <a:lnTo>
                    <a:pt x="5817" y="123410"/>
                  </a:lnTo>
                  <a:lnTo>
                    <a:pt x="4511" y="128546"/>
                  </a:lnTo>
                  <a:lnTo>
                    <a:pt x="3369" y="133721"/>
                  </a:lnTo>
                  <a:lnTo>
                    <a:pt x="2391" y="138929"/>
                  </a:lnTo>
                  <a:lnTo>
                    <a:pt x="1579" y="144166"/>
                  </a:lnTo>
                  <a:lnTo>
                    <a:pt x="933" y="149426"/>
                  </a:lnTo>
                  <a:lnTo>
                    <a:pt x="454" y="154704"/>
                  </a:lnTo>
                  <a:lnTo>
                    <a:pt x="143" y="159994"/>
                  </a:lnTo>
                  <a:lnTo>
                    <a:pt x="0" y="165291"/>
                  </a:lnTo>
                  <a:lnTo>
                    <a:pt x="24" y="170590"/>
                  </a:lnTo>
                  <a:lnTo>
                    <a:pt x="217" y="175886"/>
                  </a:lnTo>
                  <a:lnTo>
                    <a:pt x="577" y="181173"/>
                  </a:lnTo>
                  <a:lnTo>
                    <a:pt x="1104" y="186446"/>
                  </a:lnTo>
                  <a:lnTo>
                    <a:pt x="1799" y="191700"/>
                  </a:lnTo>
                  <a:lnTo>
                    <a:pt x="2660" y="196929"/>
                  </a:lnTo>
                  <a:lnTo>
                    <a:pt x="3686" y="202128"/>
                  </a:lnTo>
                  <a:lnTo>
                    <a:pt x="4876" y="207292"/>
                  </a:lnTo>
                  <a:lnTo>
                    <a:pt x="6229" y="212416"/>
                  </a:lnTo>
                  <a:lnTo>
                    <a:pt x="7744" y="217494"/>
                  </a:lnTo>
                  <a:lnTo>
                    <a:pt x="9420" y="222521"/>
                  </a:lnTo>
                  <a:lnTo>
                    <a:pt x="11254" y="227493"/>
                  </a:lnTo>
                  <a:lnTo>
                    <a:pt x="13244" y="232405"/>
                  </a:lnTo>
                  <a:lnTo>
                    <a:pt x="15389" y="237250"/>
                  </a:lnTo>
                  <a:lnTo>
                    <a:pt x="17687" y="242026"/>
                  </a:lnTo>
                  <a:lnTo>
                    <a:pt x="20135" y="246726"/>
                  </a:lnTo>
                  <a:lnTo>
                    <a:pt x="22730" y="251346"/>
                  </a:lnTo>
                  <a:lnTo>
                    <a:pt x="25471" y="255881"/>
                  </a:lnTo>
                  <a:lnTo>
                    <a:pt x="28354" y="260328"/>
                  </a:lnTo>
                  <a:lnTo>
                    <a:pt x="31377" y="264680"/>
                  </a:lnTo>
                  <a:lnTo>
                    <a:pt x="34536" y="268935"/>
                  </a:lnTo>
                  <a:lnTo>
                    <a:pt x="37828" y="273088"/>
                  </a:lnTo>
                  <a:lnTo>
                    <a:pt x="41251" y="277134"/>
                  </a:lnTo>
                  <a:lnTo>
                    <a:pt x="44800" y="281069"/>
                  </a:lnTo>
                  <a:lnTo>
                    <a:pt x="48471" y="284890"/>
                  </a:lnTo>
                  <a:lnTo>
                    <a:pt x="52263" y="288593"/>
                  </a:lnTo>
                  <a:lnTo>
                    <a:pt x="56169" y="292174"/>
                  </a:lnTo>
                  <a:lnTo>
                    <a:pt x="60187" y="295629"/>
                  </a:lnTo>
                  <a:lnTo>
                    <a:pt x="64313" y="298955"/>
                  </a:lnTo>
                  <a:lnTo>
                    <a:pt x="68542" y="302149"/>
                  </a:lnTo>
                  <a:lnTo>
                    <a:pt x="72870" y="305207"/>
                  </a:lnTo>
                  <a:lnTo>
                    <a:pt x="77292" y="308126"/>
                  </a:lnTo>
                  <a:lnTo>
                    <a:pt x="81806" y="310903"/>
                  </a:lnTo>
                  <a:lnTo>
                    <a:pt x="86404" y="313537"/>
                  </a:lnTo>
                  <a:lnTo>
                    <a:pt x="91084" y="316023"/>
                  </a:lnTo>
                  <a:lnTo>
                    <a:pt x="95841" y="318359"/>
                  </a:lnTo>
                  <a:lnTo>
                    <a:pt x="100669" y="320544"/>
                  </a:lnTo>
                  <a:lnTo>
                    <a:pt x="105564" y="322574"/>
                  </a:lnTo>
                  <a:lnTo>
                    <a:pt x="110521" y="324448"/>
                  </a:lnTo>
                  <a:lnTo>
                    <a:pt x="115535" y="326164"/>
                  </a:lnTo>
                  <a:lnTo>
                    <a:pt x="120600" y="327721"/>
                  </a:lnTo>
                  <a:lnTo>
                    <a:pt x="125713" y="329116"/>
                  </a:lnTo>
                  <a:lnTo>
                    <a:pt x="130867" y="330348"/>
                  </a:lnTo>
                  <a:lnTo>
                    <a:pt x="136057" y="331416"/>
                  </a:lnTo>
                  <a:lnTo>
                    <a:pt x="141279" y="332319"/>
                  </a:lnTo>
                  <a:lnTo>
                    <a:pt x="146527" y="333057"/>
                  </a:lnTo>
                  <a:lnTo>
                    <a:pt x="151795" y="333627"/>
                  </a:lnTo>
                  <a:lnTo>
                    <a:pt x="157079" y="334030"/>
                  </a:lnTo>
                  <a:lnTo>
                    <a:pt x="162374" y="334266"/>
                  </a:lnTo>
                  <a:lnTo>
                    <a:pt x="167672" y="334334"/>
                  </a:lnTo>
                  <a:lnTo>
                    <a:pt x="172971" y="334233"/>
                  </a:lnTo>
                  <a:lnTo>
                    <a:pt x="178263" y="333965"/>
                  </a:lnTo>
                  <a:lnTo>
                    <a:pt x="183545" y="333529"/>
                  </a:lnTo>
                  <a:lnTo>
                    <a:pt x="188810" y="332926"/>
                  </a:lnTo>
                  <a:lnTo>
                    <a:pt x="194053" y="332156"/>
                  </a:lnTo>
                  <a:lnTo>
                    <a:pt x="199269" y="331221"/>
                  </a:lnTo>
                  <a:lnTo>
                    <a:pt x="204453" y="330121"/>
                  </a:lnTo>
                  <a:lnTo>
                    <a:pt x="209599" y="328857"/>
                  </a:lnTo>
                  <a:lnTo>
                    <a:pt x="214703" y="327430"/>
                  </a:lnTo>
                  <a:lnTo>
                    <a:pt x="219759" y="325843"/>
                  </a:lnTo>
                  <a:lnTo>
                    <a:pt x="224762" y="324095"/>
                  </a:lnTo>
                  <a:lnTo>
                    <a:pt x="229707" y="322191"/>
                  </a:lnTo>
                  <a:lnTo>
                    <a:pt x="234589" y="320130"/>
                  </a:lnTo>
                  <a:lnTo>
                    <a:pt x="239404" y="317916"/>
                  </a:lnTo>
                  <a:lnTo>
                    <a:pt x="244146" y="315550"/>
                  </a:lnTo>
                  <a:lnTo>
                    <a:pt x="248810" y="313035"/>
                  </a:lnTo>
                  <a:lnTo>
                    <a:pt x="253393" y="310374"/>
                  </a:lnTo>
                  <a:lnTo>
                    <a:pt x="257889" y="307568"/>
                  </a:lnTo>
                  <a:lnTo>
                    <a:pt x="262294" y="304622"/>
                  </a:lnTo>
                  <a:lnTo>
                    <a:pt x="266603" y="301537"/>
                  </a:lnTo>
                  <a:lnTo>
                    <a:pt x="270812" y="298318"/>
                  </a:lnTo>
                  <a:lnTo>
                    <a:pt x="274917" y="294966"/>
                  </a:lnTo>
                  <a:lnTo>
                    <a:pt x="278913" y="291486"/>
                  </a:lnTo>
                  <a:lnTo>
                    <a:pt x="282798" y="287882"/>
                  </a:lnTo>
                  <a:lnTo>
                    <a:pt x="286566" y="284156"/>
                  </a:lnTo>
                  <a:lnTo>
                    <a:pt x="290214" y="280312"/>
                  </a:lnTo>
                  <a:lnTo>
                    <a:pt x="293739" y="276354"/>
                  </a:lnTo>
                  <a:lnTo>
                    <a:pt x="297136" y="272287"/>
                  </a:lnTo>
                  <a:lnTo>
                    <a:pt x="300403" y="268115"/>
                  </a:lnTo>
                  <a:lnTo>
                    <a:pt x="303535" y="263840"/>
                  </a:lnTo>
                  <a:lnTo>
                    <a:pt x="306531" y="259469"/>
                  </a:lnTo>
                  <a:lnTo>
                    <a:pt x="309387" y="255005"/>
                  </a:lnTo>
                  <a:lnTo>
                    <a:pt x="312099" y="250453"/>
                  </a:lnTo>
                  <a:lnTo>
                    <a:pt x="314666" y="245816"/>
                  </a:lnTo>
                  <a:lnTo>
                    <a:pt x="317085" y="241101"/>
                  </a:lnTo>
                  <a:lnTo>
                    <a:pt x="319353" y="236312"/>
                  </a:lnTo>
                  <a:lnTo>
                    <a:pt x="321469" y="231453"/>
                  </a:lnTo>
                  <a:lnTo>
                    <a:pt x="323429" y="226530"/>
                  </a:lnTo>
                  <a:lnTo>
                    <a:pt x="325232" y="221546"/>
                  </a:lnTo>
                  <a:lnTo>
                    <a:pt x="326876" y="216509"/>
                  </a:lnTo>
                  <a:lnTo>
                    <a:pt x="328360" y="211421"/>
                  </a:lnTo>
                  <a:lnTo>
                    <a:pt x="329681" y="206289"/>
                  </a:lnTo>
                  <a:lnTo>
                    <a:pt x="330840" y="201118"/>
                  </a:lnTo>
                  <a:lnTo>
                    <a:pt x="331834" y="195913"/>
                  </a:lnTo>
                  <a:lnTo>
                    <a:pt x="332662" y="190679"/>
                  </a:lnTo>
                  <a:lnTo>
                    <a:pt x="333324" y="185421"/>
                  </a:lnTo>
                  <a:lnTo>
                    <a:pt x="333819" y="180145"/>
                  </a:lnTo>
                  <a:lnTo>
                    <a:pt x="334147" y="174856"/>
                  </a:lnTo>
                  <a:lnTo>
                    <a:pt x="334307" y="169559"/>
                  </a:lnTo>
                  <a:lnTo>
                    <a:pt x="334299" y="164259"/>
                  </a:lnTo>
                  <a:lnTo>
                    <a:pt x="334122" y="158963"/>
                  </a:lnTo>
                  <a:lnTo>
                    <a:pt x="333778" y="153675"/>
                  </a:lnTo>
                  <a:lnTo>
                    <a:pt x="333267" y="148400"/>
                  </a:lnTo>
                  <a:lnTo>
                    <a:pt x="332589" y="143144"/>
                  </a:lnTo>
                  <a:lnTo>
                    <a:pt x="331744" y="137913"/>
                  </a:lnTo>
                  <a:lnTo>
                    <a:pt x="330734" y="132711"/>
                  </a:lnTo>
                  <a:lnTo>
                    <a:pt x="329560" y="127543"/>
                  </a:lnTo>
                  <a:lnTo>
                    <a:pt x="328222" y="122415"/>
                  </a:lnTo>
                  <a:lnTo>
                    <a:pt x="326723" y="117332"/>
                  </a:lnTo>
                  <a:lnTo>
                    <a:pt x="325063" y="112300"/>
                  </a:lnTo>
                  <a:lnTo>
                    <a:pt x="323245" y="107322"/>
                  </a:lnTo>
                  <a:lnTo>
                    <a:pt x="321269" y="102405"/>
                  </a:lnTo>
                  <a:lnTo>
                    <a:pt x="319139" y="97552"/>
                  </a:lnTo>
                  <a:lnTo>
                    <a:pt x="316856" y="92770"/>
                  </a:lnTo>
                  <a:lnTo>
                    <a:pt x="314423" y="88062"/>
                  </a:lnTo>
                  <a:lnTo>
                    <a:pt x="311842" y="83434"/>
                  </a:lnTo>
                  <a:lnTo>
                    <a:pt x="309115" y="78890"/>
                  </a:lnTo>
                  <a:lnTo>
                    <a:pt x="306245" y="74435"/>
                  </a:lnTo>
                  <a:lnTo>
                    <a:pt x="303236" y="70073"/>
                  </a:lnTo>
                  <a:lnTo>
                    <a:pt x="300090" y="65808"/>
                  </a:lnTo>
                  <a:lnTo>
                    <a:pt x="296811" y="61646"/>
                  </a:lnTo>
                  <a:lnTo>
                    <a:pt x="293401" y="57589"/>
                  </a:lnTo>
                  <a:lnTo>
                    <a:pt x="289864" y="53643"/>
                  </a:lnTo>
                  <a:lnTo>
                    <a:pt x="286204" y="49810"/>
                  </a:lnTo>
                  <a:lnTo>
                    <a:pt x="282425" y="46096"/>
                  </a:lnTo>
                  <a:lnTo>
                    <a:pt x="278529" y="42503"/>
                  </a:lnTo>
                  <a:lnTo>
                    <a:pt x="274522" y="39036"/>
                  </a:lnTo>
                  <a:lnTo>
                    <a:pt x="270406" y="35697"/>
                  </a:lnTo>
                  <a:lnTo>
                    <a:pt x="266187" y="32490"/>
                  </a:lnTo>
                  <a:lnTo>
                    <a:pt x="261869" y="29419"/>
                  </a:lnTo>
                  <a:lnTo>
                    <a:pt x="257455" y="26486"/>
                  </a:lnTo>
                  <a:lnTo>
                    <a:pt x="252951" y="23695"/>
                  </a:lnTo>
                  <a:lnTo>
                    <a:pt x="248360" y="21047"/>
                  </a:lnTo>
                  <a:lnTo>
                    <a:pt x="243687" y="18547"/>
                  </a:lnTo>
                  <a:lnTo>
                    <a:pt x="238938" y="16196"/>
                  </a:lnTo>
                  <a:lnTo>
                    <a:pt x="234117" y="13996"/>
                  </a:lnTo>
                  <a:lnTo>
                    <a:pt x="229228" y="11951"/>
                  </a:lnTo>
                  <a:lnTo>
                    <a:pt x="224277" y="10061"/>
                  </a:lnTo>
                  <a:lnTo>
                    <a:pt x="219269" y="8330"/>
                  </a:lnTo>
                  <a:lnTo>
                    <a:pt x="214208" y="6758"/>
                  </a:lnTo>
                  <a:lnTo>
                    <a:pt x="209100" y="5347"/>
                  </a:lnTo>
                  <a:lnTo>
                    <a:pt x="203950" y="4099"/>
                  </a:lnTo>
                  <a:lnTo>
                    <a:pt x="198762" y="3015"/>
                  </a:lnTo>
                  <a:lnTo>
                    <a:pt x="193543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081" y="5399291"/>
              <a:ext cx="4134" cy="167167"/>
            </a:xfrm>
            <a:custGeom>
              <a:avLst/>
              <a:pathLst>
                <a:path w="4134" h="167167">
                  <a:moveTo>
                    <a:pt x="4134" y="0"/>
                  </a:moveTo>
                  <a:lnTo>
                    <a:pt x="0" y="51"/>
                  </a:lnTo>
                  <a:lnTo>
                    <a:pt x="413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081" y="539934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081" y="539934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081" y="539934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081" y="539934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081" y="539934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081" y="539934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49" y="5399342"/>
              <a:ext cx="334330" cy="334265"/>
            </a:xfrm>
            <a:custGeom>
              <a:avLst/>
              <a:pathLst>
                <a:path w="334330" h="334265">
                  <a:moveTo>
                    <a:pt x="163031" y="0"/>
                  </a:moveTo>
                  <a:lnTo>
                    <a:pt x="157748" y="214"/>
                  </a:lnTo>
                  <a:lnTo>
                    <a:pt x="152474" y="595"/>
                  </a:lnTo>
                  <a:lnTo>
                    <a:pt x="147215" y="1143"/>
                  </a:lnTo>
                  <a:lnTo>
                    <a:pt x="141976" y="1857"/>
                  </a:lnTo>
                  <a:lnTo>
                    <a:pt x="136762" y="2736"/>
                  </a:lnTo>
                  <a:lnTo>
                    <a:pt x="131579" y="3780"/>
                  </a:lnTo>
                  <a:lnTo>
                    <a:pt x="126431" y="4987"/>
                  </a:lnTo>
                  <a:lnTo>
                    <a:pt x="121324" y="6357"/>
                  </a:lnTo>
                  <a:lnTo>
                    <a:pt x="116263" y="7887"/>
                  </a:lnTo>
                  <a:lnTo>
                    <a:pt x="111253" y="9576"/>
                  </a:lnTo>
                  <a:lnTo>
                    <a:pt x="106298" y="11424"/>
                  </a:lnTo>
                  <a:lnTo>
                    <a:pt x="101405" y="13426"/>
                  </a:lnTo>
                  <a:lnTo>
                    <a:pt x="96577" y="15583"/>
                  </a:lnTo>
                  <a:lnTo>
                    <a:pt x="91820" y="17891"/>
                  </a:lnTo>
                  <a:lnTo>
                    <a:pt x="87138" y="20349"/>
                  </a:lnTo>
                  <a:lnTo>
                    <a:pt x="82537" y="22953"/>
                  </a:lnTo>
                  <a:lnTo>
                    <a:pt x="78020" y="25702"/>
                  </a:lnTo>
                  <a:lnTo>
                    <a:pt x="73592" y="28592"/>
                  </a:lnTo>
                  <a:lnTo>
                    <a:pt x="69258" y="31621"/>
                  </a:lnTo>
                  <a:lnTo>
                    <a:pt x="65021" y="34785"/>
                  </a:lnTo>
                  <a:lnTo>
                    <a:pt x="60887" y="38081"/>
                  </a:lnTo>
                  <a:lnTo>
                    <a:pt x="56860" y="41507"/>
                  </a:lnTo>
                  <a:lnTo>
                    <a:pt x="52942" y="45058"/>
                  </a:lnTo>
                  <a:lnTo>
                    <a:pt x="49139" y="48732"/>
                  </a:lnTo>
                  <a:lnTo>
                    <a:pt x="45454" y="52524"/>
                  </a:lnTo>
                  <a:lnTo>
                    <a:pt x="41891" y="56430"/>
                  </a:lnTo>
                  <a:lnTo>
                    <a:pt x="38453" y="60448"/>
                  </a:lnTo>
                  <a:lnTo>
                    <a:pt x="35144" y="64572"/>
                  </a:lnTo>
                  <a:lnTo>
                    <a:pt x="31967" y="68798"/>
                  </a:lnTo>
                  <a:lnTo>
                    <a:pt x="28925" y="73123"/>
                  </a:lnTo>
                  <a:lnTo>
                    <a:pt x="26022" y="77542"/>
                  </a:lnTo>
                  <a:lnTo>
                    <a:pt x="23260" y="82051"/>
                  </a:lnTo>
                  <a:lnTo>
                    <a:pt x="20641" y="86645"/>
                  </a:lnTo>
                  <a:lnTo>
                    <a:pt x="18170" y="91319"/>
                  </a:lnTo>
                  <a:lnTo>
                    <a:pt x="15847" y="96069"/>
                  </a:lnTo>
                  <a:lnTo>
                    <a:pt x="13676" y="100890"/>
                  </a:lnTo>
                  <a:lnTo>
                    <a:pt x="11658" y="105777"/>
                  </a:lnTo>
                  <a:lnTo>
                    <a:pt x="9796" y="110726"/>
                  </a:lnTo>
                  <a:lnTo>
                    <a:pt x="8091" y="115731"/>
                  </a:lnTo>
                  <a:lnTo>
                    <a:pt x="6546" y="120788"/>
                  </a:lnTo>
                  <a:lnTo>
                    <a:pt x="5161" y="125891"/>
                  </a:lnTo>
                  <a:lnTo>
                    <a:pt x="3938" y="131035"/>
                  </a:lnTo>
                  <a:lnTo>
                    <a:pt x="2879" y="136215"/>
                  </a:lnTo>
                  <a:lnTo>
                    <a:pt x="1984" y="141427"/>
                  </a:lnTo>
                  <a:lnTo>
                    <a:pt x="1254" y="146664"/>
                  </a:lnTo>
                  <a:lnTo>
                    <a:pt x="690" y="151921"/>
                  </a:lnTo>
                  <a:lnTo>
                    <a:pt x="293" y="157193"/>
                  </a:lnTo>
                  <a:lnTo>
                    <a:pt x="63" y="162476"/>
                  </a:lnTo>
                  <a:lnTo>
                    <a:pt x="0" y="167763"/>
                  </a:lnTo>
                  <a:lnTo>
                    <a:pt x="104" y="173050"/>
                  </a:lnTo>
                  <a:lnTo>
                    <a:pt x="375" y="178330"/>
                  </a:lnTo>
                  <a:lnTo>
                    <a:pt x="813" y="183599"/>
                  </a:lnTo>
                  <a:lnTo>
                    <a:pt x="1417" y="188852"/>
                  </a:lnTo>
                  <a:lnTo>
                    <a:pt x="2188" y="194083"/>
                  </a:lnTo>
                  <a:lnTo>
                    <a:pt x="3123" y="199287"/>
                  </a:lnTo>
                  <a:lnTo>
                    <a:pt x="4223" y="204459"/>
                  </a:lnTo>
                  <a:lnTo>
                    <a:pt x="5485" y="209594"/>
                  </a:lnTo>
                  <a:lnTo>
                    <a:pt x="6910" y="214686"/>
                  </a:lnTo>
                  <a:lnTo>
                    <a:pt x="8494" y="219730"/>
                  </a:lnTo>
                  <a:lnTo>
                    <a:pt x="10238" y="224722"/>
                  </a:lnTo>
                  <a:lnTo>
                    <a:pt x="12138" y="229656"/>
                  </a:lnTo>
                  <a:lnTo>
                    <a:pt x="14193" y="234528"/>
                  </a:lnTo>
                  <a:lnTo>
                    <a:pt x="16402" y="239332"/>
                  </a:lnTo>
                  <a:lnTo>
                    <a:pt x="18761" y="244064"/>
                  </a:lnTo>
                  <a:lnTo>
                    <a:pt x="21269" y="248719"/>
                  </a:lnTo>
                  <a:lnTo>
                    <a:pt x="23923" y="253292"/>
                  </a:lnTo>
                  <a:lnTo>
                    <a:pt x="26720" y="257780"/>
                  </a:lnTo>
                  <a:lnTo>
                    <a:pt x="29657" y="262176"/>
                  </a:lnTo>
                  <a:lnTo>
                    <a:pt x="32733" y="266477"/>
                  </a:lnTo>
                  <a:lnTo>
                    <a:pt x="35942" y="270679"/>
                  </a:lnTo>
                  <a:lnTo>
                    <a:pt x="39283" y="274777"/>
                  </a:lnTo>
                  <a:lnTo>
                    <a:pt x="42752" y="278768"/>
                  </a:lnTo>
                  <a:lnTo>
                    <a:pt x="46345" y="282647"/>
                  </a:lnTo>
                  <a:lnTo>
                    <a:pt x="50060" y="286410"/>
                  </a:lnTo>
                  <a:lnTo>
                    <a:pt x="53891" y="290054"/>
                  </a:lnTo>
                  <a:lnTo>
                    <a:pt x="57836" y="293575"/>
                  </a:lnTo>
                  <a:lnTo>
                    <a:pt x="61890" y="296969"/>
                  </a:lnTo>
                  <a:lnTo>
                    <a:pt x="66049" y="300234"/>
                  </a:lnTo>
                  <a:lnTo>
                    <a:pt x="70310" y="303365"/>
                  </a:lnTo>
                  <a:lnTo>
                    <a:pt x="74667" y="306360"/>
                  </a:lnTo>
                  <a:lnTo>
                    <a:pt x="79117" y="309216"/>
                  </a:lnTo>
                  <a:lnTo>
                    <a:pt x="83655" y="311929"/>
                  </a:lnTo>
                  <a:lnTo>
                    <a:pt x="88277" y="314498"/>
                  </a:lnTo>
                  <a:lnTo>
                    <a:pt x="92978" y="316919"/>
                  </a:lnTo>
                  <a:lnTo>
                    <a:pt x="97752" y="319191"/>
                  </a:lnTo>
                  <a:lnTo>
                    <a:pt x="102597" y="321310"/>
                  </a:lnTo>
                  <a:lnTo>
                    <a:pt x="107506" y="323275"/>
                  </a:lnTo>
                  <a:lnTo>
                    <a:pt x="112474" y="325083"/>
                  </a:lnTo>
                  <a:lnTo>
                    <a:pt x="117497" y="326734"/>
                  </a:lnTo>
                  <a:lnTo>
                    <a:pt x="122570" y="328225"/>
                  </a:lnTo>
                  <a:lnTo>
                    <a:pt x="127688" y="329555"/>
                  </a:lnTo>
                  <a:lnTo>
                    <a:pt x="132845" y="330722"/>
                  </a:lnTo>
                  <a:lnTo>
                    <a:pt x="138036" y="331726"/>
                  </a:lnTo>
                  <a:lnTo>
                    <a:pt x="143257" y="332565"/>
                  </a:lnTo>
                  <a:lnTo>
                    <a:pt x="148501" y="333238"/>
                  </a:lnTo>
                  <a:lnTo>
                    <a:pt x="153764" y="333745"/>
                  </a:lnTo>
                  <a:lnTo>
                    <a:pt x="159041" y="334086"/>
                  </a:lnTo>
                  <a:lnTo>
                    <a:pt x="164326" y="334259"/>
                  </a:lnTo>
                  <a:lnTo>
                    <a:pt x="169613" y="334265"/>
                  </a:lnTo>
                  <a:lnTo>
                    <a:pt x="174898" y="334104"/>
                  </a:lnTo>
                  <a:lnTo>
                    <a:pt x="180175" y="333776"/>
                  </a:lnTo>
                  <a:lnTo>
                    <a:pt x="185440" y="333281"/>
                  </a:lnTo>
                  <a:lnTo>
                    <a:pt x="190686" y="332620"/>
                  </a:lnTo>
                  <a:lnTo>
                    <a:pt x="195908" y="331794"/>
                  </a:lnTo>
                  <a:lnTo>
                    <a:pt x="201102" y="330802"/>
                  </a:lnTo>
                  <a:lnTo>
                    <a:pt x="206262" y="329647"/>
                  </a:lnTo>
                  <a:lnTo>
                    <a:pt x="211382" y="328329"/>
                  </a:lnTo>
                  <a:lnTo>
                    <a:pt x="216459" y="326850"/>
                  </a:lnTo>
                  <a:lnTo>
                    <a:pt x="221486" y="325212"/>
                  </a:lnTo>
                  <a:lnTo>
                    <a:pt x="226459" y="323415"/>
                  </a:lnTo>
                  <a:lnTo>
                    <a:pt x="231372" y="321461"/>
                  </a:lnTo>
                  <a:lnTo>
                    <a:pt x="236221" y="319353"/>
                  </a:lnTo>
                  <a:lnTo>
                    <a:pt x="241002" y="317093"/>
                  </a:lnTo>
                  <a:lnTo>
                    <a:pt x="245708" y="314683"/>
                  </a:lnTo>
                  <a:lnTo>
                    <a:pt x="250335" y="312125"/>
                  </a:lnTo>
                  <a:lnTo>
                    <a:pt x="254880" y="309422"/>
                  </a:lnTo>
                  <a:lnTo>
                    <a:pt x="259337" y="306577"/>
                  </a:lnTo>
                  <a:lnTo>
                    <a:pt x="263701" y="303592"/>
                  </a:lnTo>
                  <a:lnTo>
                    <a:pt x="267969" y="300471"/>
                  </a:lnTo>
                  <a:lnTo>
                    <a:pt x="272136" y="297216"/>
                  </a:lnTo>
                  <a:lnTo>
                    <a:pt x="276198" y="293832"/>
                  </a:lnTo>
                  <a:lnTo>
                    <a:pt x="280151" y="290320"/>
                  </a:lnTo>
                  <a:lnTo>
                    <a:pt x="283991" y="286685"/>
                  </a:lnTo>
                  <a:lnTo>
                    <a:pt x="287714" y="282930"/>
                  </a:lnTo>
                  <a:lnTo>
                    <a:pt x="291317" y="279060"/>
                  </a:lnTo>
                  <a:lnTo>
                    <a:pt x="294795" y="275078"/>
                  </a:lnTo>
                  <a:lnTo>
                    <a:pt x="298145" y="270987"/>
                  </a:lnTo>
                  <a:lnTo>
                    <a:pt x="301365" y="266793"/>
                  </a:lnTo>
                  <a:lnTo>
                    <a:pt x="304450" y="262499"/>
                  </a:lnTo>
                  <a:lnTo>
                    <a:pt x="307398" y="258109"/>
                  </a:lnTo>
                  <a:lnTo>
                    <a:pt x="310206" y="253629"/>
                  </a:lnTo>
                  <a:lnTo>
                    <a:pt x="312870" y="249062"/>
                  </a:lnTo>
                  <a:lnTo>
                    <a:pt x="315389" y="244413"/>
                  </a:lnTo>
                  <a:lnTo>
                    <a:pt x="317759" y="239686"/>
                  </a:lnTo>
                  <a:lnTo>
                    <a:pt x="319979" y="234887"/>
                  </a:lnTo>
                  <a:lnTo>
                    <a:pt x="322046" y="230021"/>
                  </a:lnTo>
                  <a:lnTo>
                    <a:pt x="323958" y="225091"/>
                  </a:lnTo>
                  <a:lnTo>
                    <a:pt x="325713" y="220103"/>
                  </a:lnTo>
                  <a:lnTo>
                    <a:pt x="327310" y="215062"/>
                  </a:lnTo>
                  <a:lnTo>
                    <a:pt x="328746" y="209974"/>
                  </a:lnTo>
                  <a:lnTo>
                    <a:pt x="330020" y="204842"/>
                  </a:lnTo>
                  <a:lnTo>
                    <a:pt x="331132" y="199673"/>
                  </a:lnTo>
                  <a:lnTo>
                    <a:pt x="332080" y="194471"/>
                  </a:lnTo>
                  <a:lnTo>
                    <a:pt x="332862" y="189242"/>
                  </a:lnTo>
                  <a:lnTo>
                    <a:pt x="333479" y="183990"/>
                  </a:lnTo>
                  <a:lnTo>
                    <a:pt x="333930" y="178722"/>
                  </a:lnTo>
                  <a:lnTo>
                    <a:pt x="334213" y="173442"/>
                  </a:lnTo>
                  <a:lnTo>
                    <a:pt x="334330" y="168156"/>
                  </a:lnTo>
                  <a:lnTo>
                    <a:pt x="334279" y="162869"/>
                  </a:lnTo>
                  <a:lnTo>
                    <a:pt x="334061" y="157586"/>
                  </a:lnTo>
                  <a:lnTo>
                    <a:pt x="333676" y="152312"/>
                  </a:lnTo>
                  <a:lnTo>
                    <a:pt x="333125" y="147053"/>
                  </a:lnTo>
                  <a:lnTo>
                    <a:pt x="332407" y="141815"/>
                  </a:lnTo>
                  <a:lnTo>
                    <a:pt x="331525" y="136602"/>
                  </a:lnTo>
                  <a:lnTo>
                    <a:pt x="330477" y="131419"/>
                  </a:lnTo>
                  <a:lnTo>
                    <a:pt x="329267" y="126272"/>
                  </a:lnTo>
                  <a:lnTo>
                    <a:pt x="327894" y="121166"/>
                  </a:lnTo>
                  <a:lnTo>
                    <a:pt x="326360" y="116105"/>
                  </a:lnTo>
                  <a:lnTo>
                    <a:pt x="324667" y="111096"/>
                  </a:lnTo>
                  <a:lnTo>
                    <a:pt x="322817" y="106143"/>
                  </a:lnTo>
                  <a:lnTo>
                    <a:pt x="320811" y="101251"/>
                  </a:lnTo>
                  <a:lnTo>
                    <a:pt x="318651" y="96425"/>
                  </a:lnTo>
                  <a:lnTo>
                    <a:pt x="316339" y="91669"/>
                  </a:lnTo>
                  <a:lnTo>
                    <a:pt x="313879" y="86989"/>
                  </a:lnTo>
                  <a:lnTo>
                    <a:pt x="311271" y="82389"/>
                  </a:lnTo>
                  <a:lnTo>
                    <a:pt x="308519" y="77874"/>
                  </a:lnTo>
                  <a:lnTo>
                    <a:pt x="305626" y="73448"/>
                  </a:lnTo>
                  <a:lnTo>
                    <a:pt x="302595" y="69116"/>
                  </a:lnTo>
                  <a:lnTo>
                    <a:pt x="299428" y="64882"/>
                  </a:lnTo>
                  <a:lnTo>
                    <a:pt x="296128" y="60750"/>
                  </a:lnTo>
                  <a:lnTo>
                    <a:pt x="292700" y="56725"/>
                  </a:lnTo>
                  <a:lnTo>
                    <a:pt x="289146" y="52810"/>
                  </a:lnTo>
                  <a:lnTo>
                    <a:pt x="285470" y="49010"/>
                  </a:lnTo>
                  <a:lnTo>
                    <a:pt x="281675" y="45327"/>
                  </a:lnTo>
                  <a:lnTo>
                    <a:pt x="277766" y="41767"/>
                  </a:lnTo>
                  <a:lnTo>
                    <a:pt x="273747" y="38331"/>
                  </a:lnTo>
                  <a:lnTo>
                    <a:pt x="269621" y="35025"/>
                  </a:lnTo>
                  <a:lnTo>
                    <a:pt x="265392" y="31851"/>
                  </a:lnTo>
                  <a:lnTo>
                    <a:pt x="261065" y="28812"/>
                  </a:lnTo>
                  <a:lnTo>
                    <a:pt x="256644" y="25912"/>
                  </a:lnTo>
                  <a:lnTo>
                    <a:pt x="252133" y="23152"/>
                  </a:lnTo>
                  <a:lnTo>
                    <a:pt x="247538" y="20537"/>
                  </a:lnTo>
                  <a:lnTo>
                    <a:pt x="242862" y="18069"/>
                  </a:lnTo>
                  <a:lnTo>
                    <a:pt x="238110" y="15749"/>
                  </a:lnTo>
                  <a:lnTo>
                    <a:pt x="233288" y="13581"/>
                  </a:lnTo>
                  <a:lnTo>
                    <a:pt x="228399" y="11567"/>
                  </a:lnTo>
                  <a:lnTo>
                    <a:pt x="223449" y="9708"/>
                  </a:lnTo>
                  <a:lnTo>
                    <a:pt x="218443" y="8007"/>
                  </a:lnTo>
                  <a:lnTo>
                    <a:pt x="213385" y="6465"/>
                  </a:lnTo>
                  <a:lnTo>
                    <a:pt x="208281" y="5083"/>
                  </a:lnTo>
                  <a:lnTo>
                    <a:pt x="203136" y="3864"/>
                  </a:lnTo>
                  <a:lnTo>
                    <a:pt x="167166" y="167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35970" cy="167167"/>
            </a:xfrm>
            <a:custGeom>
              <a:avLst/>
              <a:pathLst>
                <a:path w="35970" h="167167">
                  <a:moveTo>
                    <a:pt x="35970" y="3915"/>
                  </a:moveTo>
                  <a:lnTo>
                    <a:pt x="28857" y="2509"/>
                  </a:lnTo>
                  <a:lnTo>
                    <a:pt x="21690" y="1413"/>
                  </a:lnTo>
                  <a:lnTo>
                    <a:pt x="14483" y="628"/>
                  </a:lnTo>
                  <a:lnTo>
                    <a:pt x="7248" y="15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7755" y="5399291"/>
              <a:ext cx="45788" cy="167167"/>
            </a:xfrm>
            <a:custGeom>
              <a:avLst/>
              <a:pathLst>
                <a:path w="45788" h="167167">
                  <a:moveTo>
                    <a:pt x="45788" y="0"/>
                  </a:moveTo>
                  <a:lnTo>
                    <a:pt x="39164" y="131"/>
                  </a:lnTo>
                  <a:lnTo>
                    <a:pt x="32550" y="524"/>
                  </a:lnTo>
                  <a:lnTo>
                    <a:pt x="25957" y="1180"/>
                  </a:lnTo>
                  <a:lnTo>
                    <a:pt x="19395" y="2096"/>
                  </a:lnTo>
                  <a:lnTo>
                    <a:pt x="12875" y="3272"/>
                  </a:lnTo>
                  <a:lnTo>
                    <a:pt x="6406" y="4704"/>
                  </a:lnTo>
                  <a:lnTo>
                    <a:pt x="0" y="6393"/>
                  </a:lnTo>
                  <a:lnTo>
                    <a:pt x="4578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7755" y="5405684"/>
              <a:ext cx="45788" cy="160774"/>
            </a:xfrm>
            <a:custGeom>
              <a:avLst/>
              <a:pathLst>
                <a:path w="45788" h="160774">
                  <a:moveTo>
                    <a:pt x="0" y="0"/>
                  </a:moveTo>
                  <a:lnTo>
                    <a:pt x="45788" y="1607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7755" y="5405684"/>
              <a:ext cx="45788" cy="160774"/>
            </a:xfrm>
            <a:custGeom>
              <a:avLst/>
              <a:pathLst>
                <a:path w="45788" h="160774">
                  <a:moveTo>
                    <a:pt x="0" y="0"/>
                  </a:moveTo>
                  <a:lnTo>
                    <a:pt x="45788" y="1607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7755" y="5405684"/>
              <a:ext cx="45788" cy="160774"/>
            </a:xfrm>
            <a:custGeom>
              <a:avLst/>
              <a:pathLst>
                <a:path w="45788" h="160774">
                  <a:moveTo>
                    <a:pt x="0" y="0"/>
                  </a:moveTo>
                  <a:lnTo>
                    <a:pt x="45788" y="1607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7755" y="5405684"/>
              <a:ext cx="45788" cy="160774"/>
            </a:xfrm>
            <a:custGeom>
              <a:avLst/>
              <a:pathLst>
                <a:path w="45788" h="160774">
                  <a:moveTo>
                    <a:pt x="0" y="0"/>
                  </a:moveTo>
                  <a:lnTo>
                    <a:pt x="45788" y="1607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7755" y="5405684"/>
              <a:ext cx="45788" cy="160774"/>
            </a:xfrm>
            <a:custGeom>
              <a:avLst/>
              <a:pathLst>
                <a:path w="45788" h="160774">
                  <a:moveTo>
                    <a:pt x="0" y="0"/>
                  </a:moveTo>
                  <a:lnTo>
                    <a:pt x="45788" y="1607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78" y="5405684"/>
              <a:ext cx="167165" cy="276971"/>
            </a:xfrm>
            <a:custGeom>
              <a:avLst/>
              <a:pathLst>
                <a:path w="167165" h="276971">
                  <a:moveTo>
                    <a:pt x="121377" y="0"/>
                  </a:moveTo>
                  <a:lnTo>
                    <a:pt x="116222" y="1558"/>
                  </a:lnTo>
                  <a:lnTo>
                    <a:pt x="111120" y="3281"/>
                  </a:lnTo>
                  <a:lnTo>
                    <a:pt x="106076" y="5168"/>
                  </a:lnTo>
                  <a:lnTo>
                    <a:pt x="101095" y="7217"/>
                  </a:lnTo>
                  <a:lnTo>
                    <a:pt x="96183" y="9425"/>
                  </a:lnTo>
                  <a:lnTo>
                    <a:pt x="91345" y="11790"/>
                  </a:lnTo>
                  <a:lnTo>
                    <a:pt x="86585" y="14309"/>
                  </a:lnTo>
                  <a:lnTo>
                    <a:pt x="81909" y="16981"/>
                  </a:lnTo>
                  <a:lnTo>
                    <a:pt x="77322" y="19802"/>
                  </a:lnTo>
                  <a:lnTo>
                    <a:pt x="72827" y="22769"/>
                  </a:lnTo>
                  <a:lnTo>
                    <a:pt x="68431" y="25879"/>
                  </a:lnTo>
                  <a:lnTo>
                    <a:pt x="64137" y="29130"/>
                  </a:lnTo>
                  <a:lnTo>
                    <a:pt x="59950" y="32517"/>
                  </a:lnTo>
                  <a:lnTo>
                    <a:pt x="55874" y="36037"/>
                  </a:lnTo>
                  <a:lnTo>
                    <a:pt x="51914" y="39687"/>
                  </a:lnTo>
                  <a:lnTo>
                    <a:pt x="48073" y="43462"/>
                  </a:lnTo>
                  <a:lnTo>
                    <a:pt x="44356" y="47359"/>
                  </a:lnTo>
                  <a:lnTo>
                    <a:pt x="40767" y="51373"/>
                  </a:lnTo>
                  <a:lnTo>
                    <a:pt x="37309" y="55502"/>
                  </a:lnTo>
                  <a:lnTo>
                    <a:pt x="33985" y="59739"/>
                  </a:lnTo>
                  <a:lnTo>
                    <a:pt x="30800" y="64082"/>
                  </a:lnTo>
                  <a:lnTo>
                    <a:pt x="27756" y="68524"/>
                  </a:lnTo>
                  <a:lnTo>
                    <a:pt x="24857" y="73063"/>
                  </a:lnTo>
                  <a:lnTo>
                    <a:pt x="22105" y="77692"/>
                  </a:lnTo>
                  <a:lnTo>
                    <a:pt x="19504" y="82408"/>
                  </a:lnTo>
                  <a:lnTo>
                    <a:pt x="17057" y="87205"/>
                  </a:lnTo>
                  <a:lnTo>
                    <a:pt x="14765" y="92078"/>
                  </a:lnTo>
                  <a:lnTo>
                    <a:pt x="12631" y="97023"/>
                  </a:lnTo>
                  <a:lnTo>
                    <a:pt x="10658" y="102034"/>
                  </a:lnTo>
                  <a:lnTo>
                    <a:pt x="8847" y="107106"/>
                  </a:lnTo>
                  <a:lnTo>
                    <a:pt x="7200" y="112233"/>
                  </a:lnTo>
                  <a:lnTo>
                    <a:pt x="5720" y="117411"/>
                  </a:lnTo>
                  <a:lnTo>
                    <a:pt x="4407" y="122634"/>
                  </a:lnTo>
                  <a:lnTo>
                    <a:pt x="3263" y="127897"/>
                  </a:lnTo>
                  <a:lnTo>
                    <a:pt x="2289" y="133193"/>
                  </a:lnTo>
                  <a:lnTo>
                    <a:pt x="1486" y="138519"/>
                  </a:lnTo>
                  <a:lnTo>
                    <a:pt x="855" y="143867"/>
                  </a:lnTo>
                  <a:lnTo>
                    <a:pt x="397" y="149233"/>
                  </a:lnTo>
                  <a:lnTo>
                    <a:pt x="111" y="154611"/>
                  </a:lnTo>
                  <a:lnTo>
                    <a:pt x="0" y="159995"/>
                  </a:lnTo>
                  <a:lnTo>
                    <a:pt x="61" y="165380"/>
                  </a:lnTo>
                  <a:lnTo>
                    <a:pt x="296" y="170760"/>
                  </a:lnTo>
                  <a:lnTo>
                    <a:pt x="705" y="176130"/>
                  </a:lnTo>
                  <a:lnTo>
                    <a:pt x="1286" y="181484"/>
                  </a:lnTo>
                  <a:lnTo>
                    <a:pt x="2039" y="186817"/>
                  </a:lnTo>
                  <a:lnTo>
                    <a:pt x="2963" y="192122"/>
                  </a:lnTo>
                  <a:lnTo>
                    <a:pt x="4058" y="197395"/>
                  </a:lnTo>
                  <a:lnTo>
                    <a:pt x="5323" y="202630"/>
                  </a:lnTo>
                  <a:lnTo>
                    <a:pt x="6755" y="207821"/>
                  </a:lnTo>
                  <a:lnTo>
                    <a:pt x="8353" y="212964"/>
                  </a:lnTo>
                  <a:lnTo>
                    <a:pt x="10117" y="218052"/>
                  </a:lnTo>
                  <a:lnTo>
                    <a:pt x="12044" y="223082"/>
                  </a:lnTo>
                  <a:lnTo>
                    <a:pt x="14131" y="228046"/>
                  </a:lnTo>
                  <a:lnTo>
                    <a:pt x="16377" y="232940"/>
                  </a:lnTo>
                  <a:lnTo>
                    <a:pt x="18780" y="237760"/>
                  </a:lnTo>
                  <a:lnTo>
                    <a:pt x="21337" y="242500"/>
                  </a:lnTo>
                  <a:lnTo>
                    <a:pt x="24045" y="247155"/>
                  </a:lnTo>
                  <a:lnTo>
                    <a:pt x="26902" y="251720"/>
                  </a:lnTo>
                  <a:lnTo>
                    <a:pt x="29904" y="256191"/>
                  </a:lnTo>
                  <a:lnTo>
                    <a:pt x="33049" y="260563"/>
                  </a:lnTo>
                  <a:lnTo>
                    <a:pt x="36333" y="264831"/>
                  </a:lnTo>
                  <a:lnTo>
                    <a:pt x="39753" y="268991"/>
                  </a:lnTo>
                  <a:lnTo>
                    <a:pt x="43305" y="273039"/>
                  </a:lnTo>
                  <a:lnTo>
                    <a:pt x="46985" y="276971"/>
                  </a:lnTo>
                  <a:lnTo>
                    <a:pt x="167165" y="1607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03364" y="5399291"/>
              <a:ext cx="287334" cy="334330"/>
            </a:xfrm>
            <a:custGeom>
              <a:avLst/>
              <a:pathLst>
                <a:path w="287334" h="334330">
                  <a:moveTo>
                    <a:pt x="0" y="283364"/>
                  </a:moveTo>
                  <a:lnTo>
                    <a:pt x="3755" y="287127"/>
                  </a:lnTo>
                  <a:lnTo>
                    <a:pt x="7629" y="290769"/>
                  </a:lnTo>
                  <a:lnTo>
                    <a:pt x="11616" y="294285"/>
                  </a:lnTo>
                  <a:lnTo>
                    <a:pt x="15714" y="297673"/>
                  </a:lnTo>
                  <a:lnTo>
                    <a:pt x="19916" y="300929"/>
                  </a:lnTo>
                  <a:lnTo>
                    <a:pt x="24221" y="304050"/>
                  </a:lnTo>
                  <a:lnTo>
                    <a:pt x="28622" y="307032"/>
                  </a:lnTo>
                  <a:lnTo>
                    <a:pt x="33116" y="309873"/>
                  </a:lnTo>
                  <a:lnTo>
                    <a:pt x="37698" y="312569"/>
                  </a:lnTo>
                  <a:lnTo>
                    <a:pt x="42364" y="315119"/>
                  </a:lnTo>
                  <a:lnTo>
                    <a:pt x="47108" y="317518"/>
                  </a:lnTo>
                  <a:lnTo>
                    <a:pt x="51926" y="319766"/>
                  </a:lnTo>
                  <a:lnTo>
                    <a:pt x="56813" y="321859"/>
                  </a:lnTo>
                  <a:lnTo>
                    <a:pt x="61764" y="323796"/>
                  </a:lnTo>
                  <a:lnTo>
                    <a:pt x="66775" y="325574"/>
                  </a:lnTo>
                  <a:lnTo>
                    <a:pt x="71839" y="327192"/>
                  </a:lnTo>
                  <a:lnTo>
                    <a:pt x="76952" y="328649"/>
                  </a:lnTo>
                  <a:lnTo>
                    <a:pt x="82109" y="329942"/>
                  </a:lnTo>
                  <a:lnTo>
                    <a:pt x="87305" y="331070"/>
                  </a:lnTo>
                  <a:lnTo>
                    <a:pt x="92533" y="332032"/>
                  </a:lnTo>
                  <a:lnTo>
                    <a:pt x="97790" y="332828"/>
                  </a:lnTo>
                  <a:lnTo>
                    <a:pt x="103069" y="333456"/>
                  </a:lnTo>
                  <a:lnTo>
                    <a:pt x="108366" y="333916"/>
                  </a:lnTo>
                  <a:lnTo>
                    <a:pt x="113674" y="334208"/>
                  </a:lnTo>
                  <a:lnTo>
                    <a:pt x="118990" y="334330"/>
                  </a:lnTo>
                  <a:lnTo>
                    <a:pt x="124306" y="334283"/>
                  </a:lnTo>
                  <a:lnTo>
                    <a:pt x="129618" y="334068"/>
                  </a:lnTo>
                  <a:lnTo>
                    <a:pt x="134921" y="333683"/>
                  </a:lnTo>
                  <a:lnTo>
                    <a:pt x="140209" y="333130"/>
                  </a:lnTo>
                  <a:lnTo>
                    <a:pt x="145476" y="332409"/>
                  </a:lnTo>
                  <a:lnTo>
                    <a:pt x="150718" y="331521"/>
                  </a:lnTo>
                  <a:lnTo>
                    <a:pt x="155929" y="330467"/>
                  </a:lnTo>
                  <a:lnTo>
                    <a:pt x="161104" y="329248"/>
                  </a:lnTo>
                  <a:lnTo>
                    <a:pt x="166237" y="327864"/>
                  </a:lnTo>
                  <a:lnTo>
                    <a:pt x="171324" y="326318"/>
                  </a:lnTo>
                  <a:lnTo>
                    <a:pt x="176359" y="324612"/>
                  </a:lnTo>
                  <a:lnTo>
                    <a:pt x="181337" y="322745"/>
                  </a:lnTo>
                  <a:lnTo>
                    <a:pt x="186254" y="320722"/>
                  </a:lnTo>
                  <a:lnTo>
                    <a:pt x="191103" y="318543"/>
                  </a:lnTo>
                  <a:lnTo>
                    <a:pt x="195881" y="316211"/>
                  </a:lnTo>
                  <a:lnTo>
                    <a:pt x="200583" y="313728"/>
                  </a:lnTo>
                  <a:lnTo>
                    <a:pt x="205202" y="311098"/>
                  </a:lnTo>
                  <a:lnTo>
                    <a:pt x="209736" y="308321"/>
                  </a:lnTo>
                  <a:lnTo>
                    <a:pt x="214180" y="305402"/>
                  </a:lnTo>
                  <a:lnTo>
                    <a:pt x="218528" y="302343"/>
                  </a:lnTo>
                  <a:lnTo>
                    <a:pt x="222777" y="299147"/>
                  </a:lnTo>
                  <a:lnTo>
                    <a:pt x="226922" y="295817"/>
                  </a:lnTo>
                  <a:lnTo>
                    <a:pt x="230959" y="292358"/>
                  </a:lnTo>
                  <a:lnTo>
                    <a:pt x="234884" y="288772"/>
                  </a:lnTo>
                  <a:lnTo>
                    <a:pt x="238693" y="285063"/>
                  </a:lnTo>
                  <a:lnTo>
                    <a:pt x="242382" y="281235"/>
                  </a:lnTo>
                  <a:lnTo>
                    <a:pt x="245948" y="277291"/>
                  </a:lnTo>
                  <a:lnTo>
                    <a:pt x="249386" y="273236"/>
                  </a:lnTo>
                  <a:lnTo>
                    <a:pt x="252694" y="269073"/>
                  </a:lnTo>
                  <a:lnTo>
                    <a:pt x="255867" y="264808"/>
                  </a:lnTo>
                  <a:lnTo>
                    <a:pt x="258904" y="260444"/>
                  </a:lnTo>
                  <a:lnTo>
                    <a:pt x="261800" y="255985"/>
                  </a:lnTo>
                  <a:lnTo>
                    <a:pt x="264552" y="251437"/>
                  </a:lnTo>
                  <a:lnTo>
                    <a:pt x="267159" y="246803"/>
                  </a:lnTo>
                  <a:lnTo>
                    <a:pt x="269617" y="242089"/>
                  </a:lnTo>
                  <a:lnTo>
                    <a:pt x="271924" y="237299"/>
                  </a:lnTo>
                  <a:lnTo>
                    <a:pt x="274078" y="232438"/>
                  </a:lnTo>
                  <a:lnTo>
                    <a:pt x="276075" y="227511"/>
                  </a:lnTo>
                  <a:lnTo>
                    <a:pt x="277915" y="222523"/>
                  </a:lnTo>
                  <a:lnTo>
                    <a:pt x="279596" y="217479"/>
                  </a:lnTo>
                  <a:lnTo>
                    <a:pt x="281115" y="212384"/>
                  </a:lnTo>
                  <a:lnTo>
                    <a:pt x="282472" y="207244"/>
                  </a:lnTo>
                  <a:lnTo>
                    <a:pt x="283664" y="202062"/>
                  </a:lnTo>
                  <a:lnTo>
                    <a:pt x="284691" y="196846"/>
                  </a:lnTo>
                  <a:lnTo>
                    <a:pt x="285552" y="191600"/>
                  </a:lnTo>
                  <a:lnTo>
                    <a:pt x="286245" y="186328"/>
                  </a:lnTo>
                  <a:lnTo>
                    <a:pt x="286770" y="181038"/>
                  </a:lnTo>
                  <a:lnTo>
                    <a:pt x="287127" y="175733"/>
                  </a:lnTo>
                  <a:lnTo>
                    <a:pt x="287315" y="170420"/>
                  </a:lnTo>
                  <a:lnTo>
                    <a:pt x="287334" y="165103"/>
                  </a:lnTo>
                  <a:lnTo>
                    <a:pt x="287184" y="159789"/>
                  </a:lnTo>
                  <a:lnTo>
                    <a:pt x="286865" y="154482"/>
                  </a:lnTo>
                  <a:lnTo>
                    <a:pt x="286377" y="149188"/>
                  </a:lnTo>
                  <a:lnTo>
                    <a:pt x="285721" y="143912"/>
                  </a:lnTo>
                  <a:lnTo>
                    <a:pt x="284898" y="138660"/>
                  </a:lnTo>
                  <a:lnTo>
                    <a:pt x="283908" y="133436"/>
                  </a:lnTo>
                  <a:lnTo>
                    <a:pt x="282753" y="128246"/>
                  </a:lnTo>
                  <a:lnTo>
                    <a:pt x="281433" y="123096"/>
                  </a:lnTo>
                  <a:lnTo>
                    <a:pt x="279950" y="117991"/>
                  </a:lnTo>
                  <a:lnTo>
                    <a:pt x="278305" y="112935"/>
                  </a:lnTo>
                  <a:lnTo>
                    <a:pt x="276501" y="107934"/>
                  </a:lnTo>
                  <a:lnTo>
                    <a:pt x="274538" y="102993"/>
                  </a:lnTo>
                  <a:lnTo>
                    <a:pt x="272419" y="98117"/>
                  </a:lnTo>
                  <a:lnTo>
                    <a:pt x="270147" y="93311"/>
                  </a:lnTo>
                  <a:lnTo>
                    <a:pt x="267722" y="88579"/>
                  </a:lnTo>
                  <a:lnTo>
                    <a:pt x="265149" y="83927"/>
                  </a:lnTo>
                  <a:lnTo>
                    <a:pt x="262428" y="79359"/>
                  </a:lnTo>
                  <a:lnTo>
                    <a:pt x="259564" y="74880"/>
                  </a:lnTo>
                  <a:lnTo>
                    <a:pt x="256559" y="70494"/>
                  </a:lnTo>
                  <a:lnTo>
                    <a:pt x="253416" y="66206"/>
                  </a:lnTo>
                  <a:lnTo>
                    <a:pt x="250138" y="62020"/>
                  </a:lnTo>
                  <a:lnTo>
                    <a:pt x="246728" y="57941"/>
                  </a:lnTo>
                  <a:lnTo>
                    <a:pt x="243191" y="53972"/>
                  </a:lnTo>
                  <a:lnTo>
                    <a:pt x="239529" y="50117"/>
                  </a:lnTo>
                  <a:lnTo>
                    <a:pt x="235747" y="46381"/>
                  </a:lnTo>
                  <a:lnTo>
                    <a:pt x="231847" y="42767"/>
                  </a:lnTo>
                  <a:lnTo>
                    <a:pt x="227835" y="39279"/>
                  </a:lnTo>
                  <a:lnTo>
                    <a:pt x="223714" y="35921"/>
                  </a:lnTo>
                  <a:lnTo>
                    <a:pt x="219488" y="32695"/>
                  </a:lnTo>
                  <a:lnTo>
                    <a:pt x="215161" y="29605"/>
                  </a:lnTo>
                  <a:lnTo>
                    <a:pt x="210739" y="26654"/>
                  </a:lnTo>
                  <a:lnTo>
                    <a:pt x="206225" y="23845"/>
                  </a:lnTo>
                  <a:lnTo>
                    <a:pt x="201624" y="21181"/>
                  </a:lnTo>
                  <a:lnTo>
                    <a:pt x="196940" y="18665"/>
                  </a:lnTo>
                  <a:lnTo>
                    <a:pt x="192179" y="16299"/>
                  </a:lnTo>
                  <a:lnTo>
                    <a:pt x="187345" y="14086"/>
                  </a:lnTo>
                  <a:lnTo>
                    <a:pt x="182443" y="12028"/>
                  </a:lnTo>
                  <a:lnTo>
                    <a:pt x="177478" y="10126"/>
                  </a:lnTo>
                  <a:lnTo>
                    <a:pt x="172455" y="8384"/>
                  </a:lnTo>
                  <a:lnTo>
                    <a:pt x="167380" y="6801"/>
                  </a:lnTo>
                  <a:lnTo>
                    <a:pt x="162256" y="5382"/>
                  </a:lnTo>
                  <a:lnTo>
                    <a:pt x="157090" y="4125"/>
                  </a:lnTo>
                  <a:lnTo>
                    <a:pt x="151887" y="3034"/>
                  </a:lnTo>
                  <a:lnTo>
                    <a:pt x="146651" y="2109"/>
                  </a:lnTo>
                  <a:lnTo>
                    <a:pt x="141389" y="1350"/>
                  </a:lnTo>
                  <a:lnTo>
                    <a:pt x="136106" y="760"/>
                  </a:lnTo>
                  <a:lnTo>
                    <a:pt x="130806" y="338"/>
                  </a:lnTo>
                  <a:lnTo>
                    <a:pt x="125495" y="84"/>
                  </a:lnTo>
                  <a:lnTo>
                    <a:pt x="120179" y="0"/>
                  </a:lnTo>
                  <a:lnTo>
                    <a:pt x="12017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19149" y="5269756"/>
              <a:ext cx="26109" cy="167167"/>
            </a:xfrm>
            <a:custGeom>
              <a:avLst/>
              <a:pathLst>
                <a:path w="26109" h="167167">
                  <a:moveTo>
                    <a:pt x="26109" y="0"/>
                  </a:moveTo>
                  <a:lnTo>
                    <a:pt x="17374" y="228"/>
                  </a:lnTo>
                  <a:lnTo>
                    <a:pt x="8663" y="912"/>
                  </a:lnTo>
                  <a:lnTo>
                    <a:pt x="0" y="2051"/>
                  </a:lnTo>
                  <a:lnTo>
                    <a:pt x="261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19149" y="5271807"/>
              <a:ext cx="26109" cy="165115"/>
            </a:xfrm>
            <a:custGeom>
              <a:avLst/>
              <a:pathLst>
                <a:path w="26109" h="165115">
                  <a:moveTo>
                    <a:pt x="0" y="0"/>
                  </a:moveTo>
                  <a:lnTo>
                    <a:pt x="26109" y="165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19149" y="5271807"/>
              <a:ext cx="26109" cy="165115"/>
            </a:xfrm>
            <a:custGeom>
              <a:avLst/>
              <a:pathLst>
                <a:path w="26109" h="165115">
                  <a:moveTo>
                    <a:pt x="0" y="0"/>
                  </a:moveTo>
                  <a:lnTo>
                    <a:pt x="26109" y="165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19149" y="5271807"/>
              <a:ext cx="26109" cy="165115"/>
            </a:xfrm>
            <a:custGeom>
              <a:avLst/>
              <a:pathLst>
                <a:path w="26109" h="165115">
                  <a:moveTo>
                    <a:pt x="0" y="0"/>
                  </a:moveTo>
                  <a:lnTo>
                    <a:pt x="26109" y="165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19149" y="5271807"/>
              <a:ext cx="26109" cy="165115"/>
            </a:xfrm>
            <a:custGeom>
              <a:avLst/>
              <a:pathLst>
                <a:path w="26109" h="165115">
                  <a:moveTo>
                    <a:pt x="0" y="0"/>
                  </a:moveTo>
                  <a:lnTo>
                    <a:pt x="26109" y="165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9871" y="5271807"/>
              <a:ext cx="165387" cy="165115"/>
            </a:xfrm>
            <a:custGeom>
              <a:avLst/>
              <a:pathLst>
                <a:path w="165387" h="165115">
                  <a:moveTo>
                    <a:pt x="139277" y="0"/>
                  </a:moveTo>
                  <a:lnTo>
                    <a:pt x="133924" y="935"/>
                  </a:lnTo>
                  <a:lnTo>
                    <a:pt x="128604" y="2045"/>
                  </a:lnTo>
                  <a:lnTo>
                    <a:pt x="123323" y="3327"/>
                  </a:lnTo>
                  <a:lnTo>
                    <a:pt x="118086" y="4779"/>
                  </a:lnTo>
                  <a:lnTo>
                    <a:pt x="112900" y="6402"/>
                  </a:lnTo>
                  <a:lnTo>
                    <a:pt x="107769" y="8191"/>
                  </a:lnTo>
                  <a:lnTo>
                    <a:pt x="102698" y="10147"/>
                  </a:lnTo>
                  <a:lnTo>
                    <a:pt x="97694" y="12267"/>
                  </a:lnTo>
                  <a:lnTo>
                    <a:pt x="92762" y="14548"/>
                  </a:lnTo>
                  <a:lnTo>
                    <a:pt x="87906" y="16988"/>
                  </a:lnTo>
                  <a:lnTo>
                    <a:pt x="83132" y="19585"/>
                  </a:lnTo>
                  <a:lnTo>
                    <a:pt x="78445" y="22335"/>
                  </a:lnTo>
                  <a:lnTo>
                    <a:pt x="73850" y="25237"/>
                  </a:lnTo>
                  <a:lnTo>
                    <a:pt x="69352" y="28286"/>
                  </a:lnTo>
                  <a:lnTo>
                    <a:pt x="64955" y="31480"/>
                  </a:lnTo>
                  <a:lnTo>
                    <a:pt x="60665" y="34815"/>
                  </a:lnTo>
                  <a:lnTo>
                    <a:pt x="56485" y="38288"/>
                  </a:lnTo>
                  <a:lnTo>
                    <a:pt x="52420" y="41894"/>
                  </a:lnTo>
                  <a:lnTo>
                    <a:pt x="48474" y="45631"/>
                  </a:lnTo>
                  <a:lnTo>
                    <a:pt x="44652" y="49495"/>
                  </a:lnTo>
                  <a:lnTo>
                    <a:pt x="40958" y="53480"/>
                  </a:lnTo>
                  <a:lnTo>
                    <a:pt x="37395" y="57584"/>
                  </a:lnTo>
                  <a:lnTo>
                    <a:pt x="33967" y="61801"/>
                  </a:lnTo>
                  <a:lnTo>
                    <a:pt x="30679" y="66127"/>
                  </a:lnTo>
                  <a:lnTo>
                    <a:pt x="27532" y="70558"/>
                  </a:lnTo>
                  <a:lnTo>
                    <a:pt x="24532" y="75089"/>
                  </a:lnTo>
                  <a:lnTo>
                    <a:pt x="21680" y="79715"/>
                  </a:lnTo>
                  <a:lnTo>
                    <a:pt x="18980" y="84431"/>
                  </a:lnTo>
                  <a:lnTo>
                    <a:pt x="16435" y="89232"/>
                  </a:lnTo>
                  <a:lnTo>
                    <a:pt x="14047" y="94114"/>
                  </a:lnTo>
                  <a:lnTo>
                    <a:pt x="11819" y="99071"/>
                  </a:lnTo>
                  <a:lnTo>
                    <a:pt x="9753" y="104097"/>
                  </a:lnTo>
                  <a:lnTo>
                    <a:pt x="7852" y="109188"/>
                  </a:lnTo>
                  <a:lnTo>
                    <a:pt x="6117" y="114338"/>
                  </a:lnTo>
                  <a:lnTo>
                    <a:pt x="4551" y="119542"/>
                  </a:lnTo>
                  <a:lnTo>
                    <a:pt x="3155" y="124794"/>
                  </a:lnTo>
                  <a:lnTo>
                    <a:pt x="1930" y="130089"/>
                  </a:lnTo>
                  <a:lnTo>
                    <a:pt x="878" y="135420"/>
                  </a:lnTo>
                  <a:lnTo>
                    <a:pt x="0" y="140783"/>
                  </a:lnTo>
                  <a:lnTo>
                    <a:pt x="165387" y="165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104" y="5269756"/>
              <a:ext cx="334303" cy="334334"/>
            </a:xfrm>
            <a:custGeom>
              <a:avLst/>
              <a:pathLst>
                <a:path w="334303" h="334334">
                  <a:moveTo>
                    <a:pt x="1766" y="142835"/>
                  </a:moveTo>
                  <a:lnTo>
                    <a:pt x="1077" y="148098"/>
                  </a:lnTo>
                  <a:lnTo>
                    <a:pt x="555" y="153380"/>
                  </a:lnTo>
                  <a:lnTo>
                    <a:pt x="202" y="158677"/>
                  </a:lnTo>
                  <a:lnTo>
                    <a:pt x="16" y="163982"/>
                  </a:lnTo>
                  <a:lnTo>
                    <a:pt x="0" y="169290"/>
                  </a:lnTo>
                  <a:lnTo>
                    <a:pt x="151" y="174596"/>
                  </a:lnTo>
                  <a:lnTo>
                    <a:pt x="471" y="179894"/>
                  </a:lnTo>
                  <a:lnTo>
                    <a:pt x="959" y="185180"/>
                  </a:lnTo>
                  <a:lnTo>
                    <a:pt x="1615" y="190447"/>
                  </a:lnTo>
                  <a:lnTo>
                    <a:pt x="2438" y="195691"/>
                  </a:lnTo>
                  <a:lnTo>
                    <a:pt x="3426" y="200906"/>
                  </a:lnTo>
                  <a:lnTo>
                    <a:pt x="4580" y="206088"/>
                  </a:lnTo>
                  <a:lnTo>
                    <a:pt x="5898" y="211230"/>
                  </a:lnTo>
                  <a:lnTo>
                    <a:pt x="7378" y="216327"/>
                  </a:lnTo>
                  <a:lnTo>
                    <a:pt x="9019" y="221375"/>
                  </a:lnTo>
                  <a:lnTo>
                    <a:pt x="10820" y="226368"/>
                  </a:lnTo>
                  <a:lnTo>
                    <a:pt x="12778" y="231302"/>
                  </a:lnTo>
                  <a:lnTo>
                    <a:pt x="14893" y="236171"/>
                  </a:lnTo>
                  <a:lnTo>
                    <a:pt x="17160" y="240970"/>
                  </a:lnTo>
                  <a:lnTo>
                    <a:pt x="19579" y="245695"/>
                  </a:lnTo>
                  <a:lnTo>
                    <a:pt x="22147" y="250341"/>
                  </a:lnTo>
                  <a:lnTo>
                    <a:pt x="24860" y="254903"/>
                  </a:lnTo>
                  <a:lnTo>
                    <a:pt x="27718" y="259377"/>
                  </a:lnTo>
                  <a:lnTo>
                    <a:pt x="30716" y="263757"/>
                  </a:lnTo>
                  <a:lnTo>
                    <a:pt x="33851" y="268040"/>
                  </a:lnTo>
                  <a:lnTo>
                    <a:pt x="37121" y="272222"/>
                  </a:lnTo>
                  <a:lnTo>
                    <a:pt x="40522" y="276297"/>
                  </a:lnTo>
                  <a:lnTo>
                    <a:pt x="44051" y="280263"/>
                  </a:lnTo>
                  <a:lnTo>
                    <a:pt x="47703" y="284114"/>
                  </a:lnTo>
                  <a:lnTo>
                    <a:pt x="51477" y="287848"/>
                  </a:lnTo>
                  <a:lnTo>
                    <a:pt x="55366" y="291459"/>
                  </a:lnTo>
                  <a:lnTo>
                    <a:pt x="59369" y="294946"/>
                  </a:lnTo>
                  <a:lnTo>
                    <a:pt x="63480" y="298304"/>
                  </a:lnTo>
                  <a:lnTo>
                    <a:pt x="67696" y="301529"/>
                  </a:lnTo>
                  <a:lnTo>
                    <a:pt x="72012" y="304619"/>
                  </a:lnTo>
                  <a:lnTo>
                    <a:pt x="76424" y="307570"/>
                  </a:lnTo>
                  <a:lnTo>
                    <a:pt x="80927" y="310380"/>
                  </a:lnTo>
                  <a:lnTo>
                    <a:pt x="85518" y="313046"/>
                  </a:lnTo>
                  <a:lnTo>
                    <a:pt x="90191" y="315564"/>
                  </a:lnTo>
                  <a:lnTo>
                    <a:pt x="94941" y="317933"/>
                  </a:lnTo>
                  <a:lnTo>
                    <a:pt x="99764" y="320149"/>
                  </a:lnTo>
                  <a:lnTo>
                    <a:pt x="104655" y="322212"/>
                  </a:lnTo>
                  <a:lnTo>
                    <a:pt x="109609" y="324118"/>
                  </a:lnTo>
                  <a:lnTo>
                    <a:pt x="114621" y="325866"/>
                  </a:lnTo>
                  <a:lnTo>
                    <a:pt x="119686" y="327454"/>
                  </a:lnTo>
                  <a:lnTo>
                    <a:pt x="124799" y="328880"/>
                  </a:lnTo>
                  <a:lnTo>
                    <a:pt x="129955" y="330143"/>
                  </a:lnTo>
                  <a:lnTo>
                    <a:pt x="135148" y="331242"/>
                  </a:lnTo>
                  <a:lnTo>
                    <a:pt x="140373" y="332175"/>
                  </a:lnTo>
                  <a:lnTo>
                    <a:pt x="145626" y="332942"/>
                  </a:lnTo>
                  <a:lnTo>
                    <a:pt x="150900" y="333542"/>
                  </a:lnTo>
                  <a:lnTo>
                    <a:pt x="156190" y="333975"/>
                  </a:lnTo>
                  <a:lnTo>
                    <a:pt x="161492" y="334238"/>
                  </a:lnTo>
                  <a:lnTo>
                    <a:pt x="166799" y="334334"/>
                  </a:lnTo>
                  <a:lnTo>
                    <a:pt x="172107" y="334261"/>
                  </a:lnTo>
                  <a:lnTo>
                    <a:pt x="177409" y="334019"/>
                  </a:lnTo>
                  <a:lnTo>
                    <a:pt x="182702" y="333610"/>
                  </a:lnTo>
                  <a:lnTo>
                    <a:pt x="187978" y="333032"/>
                  </a:lnTo>
                  <a:lnTo>
                    <a:pt x="193234" y="332287"/>
                  </a:lnTo>
                  <a:lnTo>
                    <a:pt x="198463" y="331376"/>
                  </a:lnTo>
                  <a:lnTo>
                    <a:pt x="203661" y="330299"/>
                  </a:lnTo>
                  <a:lnTo>
                    <a:pt x="208822" y="329058"/>
                  </a:lnTo>
                  <a:lnTo>
                    <a:pt x="213941" y="327653"/>
                  </a:lnTo>
                  <a:lnTo>
                    <a:pt x="219013" y="326087"/>
                  </a:lnTo>
                  <a:lnTo>
                    <a:pt x="224032" y="324360"/>
                  </a:lnTo>
                  <a:lnTo>
                    <a:pt x="228994" y="322475"/>
                  </a:lnTo>
                  <a:lnTo>
                    <a:pt x="233894" y="320434"/>
                  </a:lnTo>
                  <a:lnTo>
                    <a:pt x="238726" y="318237"/>
                  </a:lnTo>
                  <a:lnTo>
                    <a:pt x="243487" y="315889"/>
                  </a:lnTo>
                  <a:lnTo>
                    <a:pt x="248170" y="313390"/>
                  </a:lnTo>
                  <a:lnTo>
                    <a:pt x="252772" y="310744"/>
                  </a:lnTo>
                  <a:lnTo>
                    <a:pt x="257287" y="307954"/>
                  </a:lnTo>
                  <a:lnTo>
                    <a:pt x="261711" y="305021"/>
                  </a:lnTo>
                  <a:lnTo>
                    <a:pt x="266041" y="301949"/>
                  </a:lnTo>
                  <a:lnTo>
                    <a:pt x="270270" y="298742"/>
                  </a:lnTo>
                  <a:lnTo>
                    <a:pt x="274395" y="295402"/>
                  </a:lnTo>
                  <a:lnTo>
                    <a:pt x="278413" y="291932"/>
                  </a:lnTo>
                  <a:lnTo>
                    <a:pt x="282318" y="288337"/>
                  </a:lnTo>
                  <a:lnTo>
                    <a:pt x="286107" y="284619"/>
                  </a:lnTo>
                  <a:lnTo>
                    <a:pt x="289776" y="280783"/>
                  </a:lnTo>
                  <a:lnTo>
                    <a:pt x="293321" y="276833"/>
                  </a:lnTo>
                  <a:lnTo>
                    <a:pt x="296740" y="272772"/>
                  </a:lnTo>
                  <a:lnTo>
                    <a:pt x="300027" y="268604"/>
                  </a:lnTo>
                  <a:lnTo>
                    <a:pt x="303181" y="264335"/>
                  </a:lnTo>
                  <a:lnTo>
                    <a:pt x="306197" y="259967"/>
                  </a:lnTo>
                  <a:lnTo>
                    <a:pt x="309073" y="255506"/>
                  </a:lnTo>
                  <a:lnTo>
                    <a:pt x="311806" y="250955"/>
                  </a:lnTo>
                  <a:lnTo>
                    <a:pt x="314394" y="246320"/>
                  </a:lnTo>
                  <a:lnTo>
                    <a:pt x="316833" y="241606"/>
                  </a:lnTo>
                  <a:lnTo>
                    <a:pt x="319121" y="236816"/>
                  </a:lnTo>
                  <a:lnTo>
                    <a:pt x="321255" y="231956"/>
                  </a:lnTo>
                  <a:lnTo>
                    <a:pt x="323235" y="227031"/>
                  </a:lnTo>
                  <a:lnTo>
                    <a:pt x="325056" y="222045"/>
                  </a:lnTo>
                  <a:lnTo>
                    <a:pt x="326719" y="217004"/>
                  </a:lnTo>
                  <a:lnTo>
                    <a:pt x="328221" y="211913"/>
                  </a:lnTo>
                  <a:lnTo>
                    <a:pt x="329561" y="206776"/>
                  </a:lnTo>
                  <a:lnTo>
                    <a:pt x="330736" y="201600"/>
                  </a:lnTo>
                  <a:lnTo>
                    <a:pt x="331747" y="196389"/>
                  </a:lnTo>
                  <a:lnTo>
                    <a:pt x="332592" y="191149"/>
                  </a:lnTo>
                  <a:lnTo>
                    <a:pt x="333270" y="185884"/>
                  </a:lnTo>
                  <a:lnTo>
                    <a:pt x="333780" y="180600"/>
                  </a:lnTo>
                  <a:lnTo>
                    <a:pt x="334123" y="175303"/>
                  </a:lnTo>
                  <a:lnTo>
                    <a:pt x="334297" y="169998"/>
                  </a:lnTo>
                  <a:lnTo>
                    <a:pt x="334303" y="164690"/>
                  </a:lnTo>
                  <a:lnTo>
                    <a:pt x="334140" y="159384"/>
                  </a:lnTo>
                  <a:lnTo>
                    <a:pt x="333808" y="154087"/>
                  </a:lnTo>
                  <a:lnTo>
                    <a:pt x="333309" y="148802"/>
                  </a:lnTo>
                  <a:lnTo>
                    <a:pt x="332642" y="143536"/>
                  </a:lnTo>
                  <a:lnTo>
                    <a:pt x="331809" y="138294"/>
                  </a:lnTo>
                  <a:lnTo>
                    <a:pt x="330809" y="133081"/>
                  </a:lnTo>
                  <a:lnTo>
                    <a:pt x="329644" y="127902"/>
                  </a:lnTo>
                  <a:lnTo>
                    <a:pt x="328316" y="122763"/>
                  </a:lnTo>
                  <a:lnTo>
                    <a:pt x="326824" y="117668"/>
                  </a:lnTo>
                  <a:lnTo>
                    <a:pt x="325172" y="112624"/>
                  </a:lnTo>
                  <a:lnTo>
                    <a:pt x="323361" y="107634"/>
                  </a:lnTo>
                  <a:lnTo>
                    <a:pt x="321392" y="102705"/>
                  </a:lnTo>
                  <a:lnTo>
                    <a:pt x="319268" y="97840"/>
                  </a:lnTo>
                  <a:lnTo>
                    <a:pt x="316990" y="93046"/>
                  </a:lnTo>
                  <a:lnTo>
                    <a:pt x="314561" y="88326"/>
                  </a:lnTo>
                  <a:lnTo>
                    <a:pt x="311984" y="83686"/>
                  </a:lnTo>
                  <a:lnTo>
                    <a:pt x="309260" y="79129"/>
                  </a:lnTo>
                  <a:lnTo>
                    <a:pt x="306393" y="74662"/>
                  </a:lnTo>
                  <a:lnTo>
                    <a:pt x="303386" y="70288"/>
                  </a:lnTo>
                  <a:lnTo>
                    <a:pt x="300242" y="66011"/>
                  </a:lnTo>
                  <a:lnTo>
                    <a:pt x="296963" y="61837"/>
                  </a:lnTo>
                  <a:lnTo>
                    <a:pt x="293553" y="57769"/>
                  </a:lnTo>
                  <a:lnTo>
                    <a:pt x="290016" y="53811"/>
                  </a:lnTo>
                  <a:lnTo>
                    <a:pt x="286355" y="49967"/>
                  </a:lnTo>
                  <a:lnTo>
                    <a:pt x="282574" y="46241"/>
                  </a:lnTo>
                  <a:lnTo>
                    <a:pt x="278677" y="42638"/>
                  </a:lnTo>
                  <a:lnTo>
                    <a:pt x="274667" y="39160"/>
                  </a:lnTo>
                  <a:lnTo>
                    <a:pt x="270549" y="35811"/>
                  </a:lnTo>
                  <a:lnTo>
                    <a:pt x="266326" y="32594"/>
                  </a:lnTo>
                  <a:lnTo>
                    <a:pt x="262003" y="29514"/>
                  </a:lnTo>
                  <a:lnTo>
                    <a:pt x="257585" y="26572"/>
                  </a:lnTo>
                  <a:lnTo>
                    <a:pt x="253076" y="23771"/>
                  </a:lnTo>
                  <a:lnTo>
                    <a:pt x="248480" y="21116"/>
                  </a:lnTo>
                  <a:lnTo>
                    <a:pt x="243802" y="18607"/>
                  </a:lnTo>
                  <a:lnTo>
                    <a:pt x="239046" y="16249"/>
                  </a:lnTo>
                  <a:lnTo>
                    <a:pt x="234219" y="14042"/>
                  </a:lnTo>
                  <a:lnTo>
                    <a:pt x="229323" y="11990"/>
                  </a:lnTo>
                  <a:lnTo>
                    <a:pt x="224365" y="10094"/>
                  </a:lnTo>
                  <a:lnTo>
                    <a:pt x="219349" y="8357"/>
                  </a:lnTo>
                  <a:lnTo>
                    <a:pt x="214281" y="6780"/>
                  </a:lnTo>
                  <a:lnTo>
                    <a:pt x="209165" y="5365"/>
                  </a:lnTo>
                  <a:lnTo>
                    <a:pt x="204007" y="4112"/>
                  </a:lnTo>
                  <a:lnTo>
                    <a:pt x="198811" y="3024"/>
                  </a:lnTo>
                  <a:lnTo>
                    <a:pt x="193584" y="2102"/>
                  </a:lnTo>
                  <a:lnTo>
                    <a:pt x="188330" y="1346"/>
                  </a:lnTo>
                  <a:lnTo>
                    <a:pt x="183054" y="757"/>
                  </a:lnTo>
                  <a:lnTo>
                    <a:pt x="177763" y="337"/>
                  </a:lnTo>
                  <a:lnTo>
                    <a:pt x="172461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00923" y="5018213"/>
              <a:ext cx="20115" cy="167167"/>
            </a:xfrm>
            <a:custGeom>
              <a:avLst/>
              <a:pathLst>
                <a:path w="20115" h="167167">
                  <a:moveTo>
                    <a:pt x="20115" y="0"/>
                  </a:moveTo>
                  <a:lnTo>
                    <a:pt x="10039" y="303"/>
                  </a:lnTo>
                  <a:lnTo>
                    <a:pt x="0" y="1214"/>
                  </a:lnTo>
                  <a:lnTo>
                    <a:pt x="201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00923" y="5019428"/>
              <a:ext cx="20115" cy="165952"/>
            </a:xfrm>
            <a:custGeom>
              <a:avLst/>
              <a:pathLst>
                <a:path w="20115" h="165952">
                  <a:moveTo>
                    <a:pt x="0" y="0"/>
                  </a:moveTo>
                  <a:lnTo>
                    <a:pt x="20115" y="1659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00923" y="5019428"/>
              <a:ext cx="20115" cy="165952"/>
            </a:xfrm>
            <a:custGeom>
              <a:avLst/>
              <a:pathLst>
                <a:path w="20115" h="165952">
                  <a:moveTo>
                    <a:pt x="0" y="0"/>
                  </a:moveTo>
                  <a:lnTo>
                    <a:pt x="20115" y="1659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00923" y="5019428"/>
              <a:ext cx="20115" cy="165952"/>
            </a:xfrm>
            <a:custGeom>
              <a:avLst/>
              <a:pathLst>
                <a:path w="20115" h="165952">
                  <a:moveTo>
                    <a:pt x="0" y="0"/>
                  </a:moveTo>
                  <a:lnTo>
                    <a:pt x="20115" y="1659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83161" y="5019428"/>
              <a:ext cx="137877" cy="165952"/>
            </a:xfrm>
            <a:custGeom>
              <a:avLst/>
              <a:pathLst>
                <a:path w="137877" h="165952">
                  <a:moveTo>
                    <a:pt x="117762" y="0"/>
                  </a:moveTo>
                  <a:lnTo>
                    <a:pt x="112353" y="745"/>
                  </a:lnTo>
                  <a:lnTo>
                    <a:pt x="106972" y="1667"/>
                  </a:lnTo>
                  <a:lnTo>
                    <a:pt x="101623" y="2763"/>
                  </a:lnTo>
                  <a:lnTo>
                    <a:pt x="96314" y="4034"/>
                  </a:lnTo>
                  <a:lnTo>
                    <a:pt x="91048" y="5478"/>
                  </a:lnTo>
                  <a:lnTo>
                    <a:pt x="85833" y="7093"/>
                  </a:lnTo>
                  <a:lnTo>
                    <a:pt x="80673" y="8877"/>
                  </a:lnTo>
                  <a:lnTo>
                    <a:pt x="75574" y="10829"/>
                  </a:lnTo>
                  <a:lnTo>
                    <a:pt x="70541" y="12946"/>
                  </a:lnTo>
                  <a:lnTo>
                    <a:pt x="65581" y="15227"/>
                  </a:lnTo>
                  <a:lnTo>
                    <a:pt x="60697" y="17668"/>
                  </a:lnTo>
                  <a:lnTo>
                    <a:pt x="55896" y="20268"/>
                  </a:lnTo>
                  <a:lnTo>
                    <a:pt x="51182" y="23022"/>
                  </a:lnTo>
                  <a:lnTo>
                    <a:pt x="46561" y="25930"/>
                  </a:lnTo>
                  <a:lnTo>
                    <a:pt x="42037" y="28986"/>
                  </a:lnTo>
                  <a:lnTo>
                    <a:pt x="37616" y="32189"/>
                  </a:lnTo>
                  <a:lnTo>
                    <a:pt x="33301" y="35535"/>
                  </a:lnTo>
                  <a:lnTo>
                    <a:pt x="29098" y="39019"/>
                  </a:lnTo>
                  <a:lnTo>
                    <a:pt x="25011" y="42639"/>
                  </a:lnTo>
                  <a:lnTo>
                    <a:pt x="21044" y="46391"/>
                  </a:lnTo>
                  <a:lnTo>
                    <a:pt x="17202" y="50270"/>
                  </a:lnTo>
                  <a:lnTo>
                    <a:pt x="13489" y="54272"/>
                  </a:lnTo>
                  <a:lnTo>
                    <a:pt x="9908" y="58394"/>
                  </a:lnTo>
                  <a:lnTo>
                    <a:pt x="6464" y="62630"/>
                  </a:lnTo>
                  <a:lnTo>
                    <a:pt x="3160" y="66977"/>
                  </a:lnTo>
                  <a:lnTo>
                    <a:pt x="0" y="71429"/>
                  </a:lnTo>
                  <a:lnTo>
                    <a:pt x="137877" y="1659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71" y="5018213"/>
              <a:ext cx="334325" cy="334325"/>
            </a:xfrm>
            <a:custGeom>
              <a:avLst/>
              <a:pathLst>
                <a:path w="334325" h="334325">
                  <a:moveTo>
                    <a:pt x="29289" y="72644"/>
                  </a:moveTo>
                  <a:lnTo>
                    <a:pt x="26369" y="77051"/>
                  </a:lnTo>
                  <a:lnTo>
                    <a:pt x="23590" y="81548"/>
                  </a:lnTo>
                  <a:lnTo>
                    <a:pt x="20954" y="86131"/>
                  </a:lnTo>
                  <a:lnTo>
                    <a:pt x="18465" y="90795"/>
                  </a:lnTo>
                  <a:lnTo>
                    <a:pt x="16124" y="95536"/>
                  </a:lnTo>
                  <a:lnTo>
                    <a:pt x="13935" y="100348"/>
                  </a:lnTo>
                  <a:lnTo>
                    <a:pt x="11898" y="105227"/>
                  </a:lnTo>
                  <a:lnTo>
                    <a:pt x="10017" y="110168"/>
                  </a:lnTo>
                  <a:lnTo>
                    <a:pt x="8293" y="115165"/>
                  </a:lnTo>
                  <a:lnTo>
                    <a:pt x="6728" y="120215"/>
                  </a:lnTo>
                  <a:lnTo>
                    <a:pt x="5324" y="125312"/>
                  </a:lnTo>
                  <a:lnTo>
                    <a:pt x="4081" y="130451"/>
                  </a:lnTo>
                  <a:lnTo>
                    <a:pt x="3002" y="135626"/>
                  </a:lnTo>
                  <a:lnTo>
                    <a:pt x="2087" y="140833"/>
                  </a:lnTo>
                  <a:lnTo>
                    <a:pt x="1337" y="146067"/>
                  </a:lnTo>
                  <a:lnTo>
                    <a:pt x="752" y="151321"/>
                  </a:lnTo>
                  <a:lnTo>
                    <a:pt x="334" y="156591"/>
                  </a:lnTo>
                  <a:lnTo>
                    <a:pt x="83" y="161872"/>
                  </a:lnTo>
                  <a:lnTo>
                    <a:pt x="0" y="167158"/>
                  </a:lnTo>
                  <a:lnTo>
                    <a:pt x="83" y="172444"/>
                  </a:lnTo>
                  <a:lnTo>
                    <a:pt x="333" y="177725"/>
                  </a:lnTo>
                  <a:lnTo>
                    <a:pt x="751" y="182996"/>
                  </a:lnTo>
                  <a:lnTo>
                    <a:pt x="1334" y="188250"/>
                  </a:lnTo>
                  <a:lnTo>
                    <a:pt x="2084" y="193483"/>
                  </a:lnTo>
                  <a:lnTo>
                    <a:pt x="2999" y="198690"/>
                  </a:lnTo>
                  <a:lnTo>
                    <a:pt x="4078" y="203866"/>
                  </a:lnTo>
                  <a:lnTo>
                    <a:pt x="5320" y="209005"/>
                  </a:lnTo>
                  <a:lnTo>
                    <a:pt x="6724" y="214102"/>
                  </a:lnTo>
                  <a:lnTo>
                    <a:pt x="8288" y="219152"/>
                  </a:lnTo>
                  <a:lnTo>
                    <a:pt x="10011" y="224150"/>
                  </a:lnTo>
                  <a:lnTo>
                    <a:pt x="11892" y="229091"/>
                  </a:lnTo>
                  <a:lnTo>
                    <a:pt x="13928" y="233970"/>
                  </a:lnTo>
                  <a:lnTo>
                    <a:pt x="16117" y="238782"/>
                  </a:lnTo>
                  <a:lnTo>
                    <a:pt x="18457" y="243523"/>
                  </a:lnTo>
                  <a:lnTo>
                    <a:pt x="20946" y="248187"/>
                  </a:lnTo>
                  <a:lnTo>
                    <a:pt x="23581" y="252771"/>
                  </a:lnTo>
                  <a:lnTo>
                    <a:pt x="26360" y="257268"/>
                  </a:lnTo>
                  <a:lnTo>
                    <a:pt x="29279" y="261676"/>
                  </a:lnTo>
                  <a:lnTo>
                    <a:pt x="32337" y="265989"/>
                  </a:lnTo>
                  <a:lnTo>
                    <a:pt x="35529" y="270203"/>
                  </a:lnTo>
                  <a:lnTo>
                    <a:pt x="38853" y="274314"/>
                  </a:lnTo>
                  <a:lnTo>
                    <a:pt x="42305" y="278318"/>
                  </a:lnTo>
                  <a:lnTo>
                    <a:pt x="45883" y="282211"/>
                  </a:lnTo>
                  <a:lnTo>
                    <a:pt x="49581" y="285988"/>
                  </a:lnTo>
                  <a:lnTo>
                    <a:pt x="53397" y="289647"/>
                  </a:lnTo>
                  <a:lnTo>
                    <a:pt x="57327" y="293184"/>
                  </a:lnTo>
                  <a:lnTo>
                    <a:pt x="61367" y="296594"/>
                  </a:lnTo>
                  <a:lnTo>
                    <a:pt x="65513" y="299875"/>
                  </a:lnTo>
                  <a:lnTo>
                    <a:pt x="69760" y="303023"/>
                  </a:lnTo>
                  <a:lnTo>
                    <a:pt x="74105" y="306035"/>
                  </a:lnTo>
                  <a:lnTo>
                    <a:pt x="78543" y="308909"/>
                  </a:lnTo>
                  <a:lnTo>
                    <a:pt x="83069" y="311640"/>
                  </a:lnTo>
                  <a:lnTo>
                    <a:pt x="87680" y="314227"/>
                  </a:lnTo>
                  <a:lnTo>
                    <a:pt x="92370" y="316667"/>
                  </a:lnTo>
                  <a:lnTo>
                    <a:pt x="97135" y="318958"/>
                  </a:lnTo>
                  <a:lnTo>
                    <a:pt x="101970" y="321096"/>
                  </a:lnTo>
                  <a:lnTo>
                    <a:pt x="106870" y="323081"/>
                  </a:lnTo>
                  <a:lnTo>
                    <a:pt x="111830" y="324910"/>
                  </a:lnTo>
                  <a:lnTo>
                    <a:pt x="116846" y="326581"/>
                  </a:lnTo>
                  <a:lnTo>
                    <a:pt x="121912" y="328092"/>
                  </a:lnTo>
                  <a:lnTo>
                    <a:pt x="127023" y="329443"/>
                  </a:lnTo>
                  <a:lnTo>
                    <a:pt x="132175" y="330631"/>
                  </a:lnTo>
                  <a:lnTo>
                    <a:pt x="137362" y="331656"/>
                  </a:lnTo>
                  <a:lnTo>
                    <a:pt x="142578" y="332516"/>
                  </a:lnTo>
                  <a:lnTo>
                    <a:pt x="147819" y="333211"/>
                  </a:lnTo>
                  <a:lnTo>
                    <a:pt x="153079" y="333740"/>
                  </a:lnTo>
                  <a:lnTo>
                    <a:pt x="158353" y="334102"/>
                  </a:lnTo>
                  <a:lnTo>
                    <a:pt x="163637" y="334297"/>
                  </a:lnTo>
                  <a:lnTo>
                    <a:pt x="168923" y="334325"/>
                  </a:lnTo>
                  <a:lnTo>
                    <a:pt x="174208" y="334186"/>
                  </a:lnTo>
                  <a:lnTo>
                    <a:pt x="179486" y="333880"/>
                  </a:lnTo>
                  <a:lnTo>
                    <a:pt x="184752" y="333407"/>
                  </a:lnTo>
                  <a:lnTo>
                    <a:pt x="190000" y="332768"/>
                  </a:lnTo>
                  <a:lnTo>
                    <a:pt x="195225" y="331963"/>
                  </a:lnTo>
                  <a:lnTo>
                    <a:pt x="200422" y="330993"/>
                  </a:lnTo>
                  <a:lnTo>
                    <a:pt x="205586" y="329860"/>
                  </a:lnTo>
                  <a:lnTo>
                    <a:pt x="210712" y="328563"/>
                  </a:lnTo>
                  <a:lnTo>
                    <a:pt x="215793" y="327106"/>
                  </a:lnTo>
                  <a:lnTo>
                    <a:pt x="220827" y="325488"/>
                  </a:lnTo>
                  <a:lnTo>
                    <a:pt x="225806" y="323712"/>
                  </a:lnTo>
                  <a:lnTo>
                    <a:pt x="230727" y="321780"/>
                  </a:lnTo>
                  <a:lnTo>
                    <a:pt x="235585" y="319692"/>
                  </a:lnTo>
                  <a:lnTo>
                    <a:pt x="240373" y="317453"/>
                  </a:lnTo>
                  <a:lnTo>
                    <a:pt x="245089" y="315062"/>
                  </a:lnTo>
                  <a:lnTo>
                    <a:pt x="249727" y="312524"/>
                  </a:lnTo>
                  <a:lnTo>
                    <a:pt x="254282" y="309841"/>
                  </a:lnTo>
                  <a:lnTo>
                    <a:pt x="258750" y="307015"/>
                  </a:lnTo>
                  <a:lnTo>
                    <a:pt x="263127" y="304049"/>
                  </a:lnTo>
                  <a:lnTo>
                    <a:pt x="267407" y="300946"/>
                  </a:lnTo>
                  <a:lnTo>
                    <a:pt x="271587" y="297709"/>
                  </a:lnTo>
                  <a:lnTo>
                    <a:pt x="275663" y="294342"/>
                  </a:lnTo>
                  <a:lnTo>
                    <a:pt x="279630" y="290848"/>
                  </a:lnTo>
                  <a:lnTo>
                    <a:pt x="283485" y="287230"/>
                  </a:lnTo>
                  <a:lnTo>
                    <a:pt x="287224" y="283491"/>
                  </a:lnTo>
                  <a:lnTo>
                    <a:pt x="290842" y="279637"/>
                  </a:lnTo>
                  <a:lnTo>
                    <a:pt x="294337" y="275670"/>
                  </a:lnTo>
                  <a:lnTo>
                    <a:pt x="297704" y="271594"/>
                  </a:lnTo>
                  <a:lnTo>
                    <a:pt x="300941" y="267414"/>
                  </a:lnTo>
                  <a:lnTo>
                    <a:pt x="304044" y="263134"/>
                  </a:lnTo>
                  <a:lnTo>
                    <a:pt x="307010" y="258757"/>
                  </a:lnTo>
                  <a:lnTo>
                    <a:pt x="309837" y="254290"/>
                  </a:lnTo>
                  <a:lnTo>
                    <a:pt x="312520" y="249734"/>
                  </a:lnTo>
                  <a:lnTo>
                    <a:pt x="315058" y="245097"/>
                  </a:lnTo>
                  <a:lnTo>
                    <a:pt x="317449" y="240381"/>
                  </a:lnTo>
                  <a:lnTo>
                    <a:pt x="319689" y="235592"/>
                  </a:lnTo>
                  <a:lnTo>
                    <a:pt x="321776" y="230735"/>
                  </a:lnTo>
                  <a:lnTo>
                    <a:pt x="323709" y="225814"/>
                  </a:lnTo>
                  <a:lnTo>
                    <a:pt x="325485" y="220835"/>
                  </a:lnTo>
                  <a:lnTo>
                    <a:pt x="327103" y="215802"/>
                  </a:lnTo>
                  <a:lnTo>
                    <a:pt x="328561" y="210720"/>
                  </a:lnTo>
                  <a:lnTo>
                    <a:pt x="329858" y="205595"/>
                  </a:lnTo>
                  <a:lnTo>
                    <a:pt x="330991" y="200431"/>
                  </a:lnTo>
                  <a:lnTo>
                    <a:pt x="331961" y="195234"/>
                  </a:lnTo>
                  <a:lnTo>
                    <a:pt x="332766" y="190009"/>
                  </a:lnTo>
                  <a:lnTo>
                    <a:pt x="333406" y="184761"/>
                  </a:lnTo>
                  <a:lnTo>
                    <a:pt x="333879" y="179495"/>
                  </a:lnTo>
                  <a:lnTo>
                    <a:pt x="334186" y="174217"/>
                  </a:lnTo>
                  <a:lnTo>
                    <a:pt x="334325" y="168932"/>
                  </a:lnTo>
                  <a:lnTo>
                    <a:pt x="334297" y="163645"/>
                  </a:lnTo>
                  <a:lnTo>
                    <a:pt x="334102" y="158362"/>
                  </a:lnTo>
                  <a:lnTo>
                    <a:pt x="333740" y="153088"/>
                  </a:lnTo>
                  <a:lnTo>
                    <a:pt x="333212" y="147827"/>
                  </a:lnTo>
                  <a:lnTo>
                    <a:pt x="332517" y="142587"/>
                  </a:lnTo>
                  <a:lnTo>
                    <a:pt x="331657" y="137370"/>
                  </a:lnTo>
                  <a:lnTo>
                    <a:pt x="330633" y="132184"/>
                  </a:lnTo>
                  <a:lnTo>
                    <a:pt x="329445" y="127032"/>
                  </a:lnTo>
                  <a:lnTo>
                    <a:pt x="328095" y="121920"/>
                  </a:lnTo>
                  <a:lnTo>
                    <a:pt x="326583" y="116854"/>
                  </a:lnTo>
                  <a:lnTo>
                    <a:pt x="324913" y="111838"/>
                  </a:lnTo>
                  <a:lnTo>
                    <a:pt x="323084" y="106878"/>
                  </a:lnTo>
                  <a:lnTo>
                    <a:pt x="321100" y="101978"/>
                  </a:lnTo>
                  <a:lnTo>
                    <a:pt x="318961" y="97143"/>
                  </a:lnTo>
                  <a:lnTo>
                    <a:pt x="316671" y="92378"/>
                  </a:lnTo>
                  <a:lnTo>
                    <a:pt x="314231" y="87687"/>
                  </a:lnTo>
                  <a:lnTo>
                    <a:pt x="311645" y="83077"/>
                  </a:lnTo>
                  <a:lnTo>
                    <a:pt x="308913" y="78550"/>
                  </a:lnTo>
                  <a:lnTo>
                    <a:pt x="306040" y="74112"/>
                  </a:lnTo>
                  <a:lnTo>
                    <a:pt x="303028" y="69767"/>
                  </a:lnTo>
                  <a:lnTo>
                    <a:pt x="299880" y="65520"/>
                  </a:lnTo>
                  <a:lnTo>
                    <a:pt x="296600" y="61374"/>
                  </a:lnTo>
                  <a:lnTo>
                    <a:pt x="293189" y="57334"/>
                  </a:lnTo>
                  <a:lnTo>
                    <a:pt x="289653" y="53404"/>
                  </a:lnTo>
                  <a:lnTo>
                    <a:pt x="285995" y="49587"/>
                  </a:lnTo>
                  <a:lnTo>
                    <a:pt x="282217" y="45889"/>
                  </a:lnTo>
                  <a:lnTo>
                    <a:pt x="278325" y="42311"/>
                  </a:lnTo>
                  <a:lnTo>
                    <a:pt x="274321" y="38859"/>
                  </a:lnTo>
                  <a:lnTo>
                    <a:pt x="270210" y="35534"/>
                  </a:lnTo>
                  <a:lnTo>
                    <a:pt x="265996" y="32342"/>
                  </a:lnTo>
                  <a:lnTo>
                    <a:pt x="261683" y="29284"/>
                  </a:lnTo>
                  <a:lnTo>
                    <a:pt x="257276" y="26364"/>
                  </a:lnTo>
                  <a:lnTo>
                    <a:pt x="252778" y="23585"/>
                  </a:lnTo>
                  <a:lnTo>
                    <a:pt x="248195" y="20950"/>
                  </a:lnTo>
                  <a:lnTo>
                    <a:pt x="243531" y="18461"/>
                  </a:lnTo>
                  <a:lnTo>
                    <a:pt x="238790" y="16120"/>
                  </a:lnTo>
                  <a:lnTo>
                    <a:pt x="233978" y="13931"/>
                  </a:lnTo>
                  <a:lnTo>
                    <a:pt x="229099" y="11895"/>
                  </a:lnTo>
                  <a:lnTo>
                    <a:pt x="224158" y="10014"/>
                  </a:lnTo>
                  <a:lnTo>
                    <a:pt x="219160" y="8291"/>
                  </a:lnTo>
                  <a:lnTo>
                    <a:pt x="214110" y="6726"/>
                  </a:lnTo>
                  <a:lnTo>
                    <a:pt x="209013" y="5322"/>
                  </a:lnTo>
                  <a:lnTo>
                    <a:pt x="203875" y="4080"/>
                  </a:lnTo>
                  <a:lnTo>
                    <a:pt x="198699" y="3000"/>
                  </a:lnTo>
                  <a:lnTo>
                    <a:pt x="193492" y="2085"/>
                  </a:lnTo>
                  <a:lnTo>
                    <a:pt x="188259" y="1335"/>
                  </a:lnTo>
                  <a:lnTo>
                    <a:pt x="183004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12897" y="4659281"/>
              <a:ext cx="110337" cy="167167"/>
            </a:xfrm>
            <a:custGeom>
              <a:avLst/>
              <a:pathLst>
                <a:path w="110337" h="167167">
                  <a:moveTo>
                    <a:pt x="110337" y="0"/>
                  </a:moveTo>
                  <a:lnTo>
                    <a:pt x="104600" y="98"/>
                  </a:lnTo>
                  <a:lnTo>
                    <a:pt x="98869" y="393"/>
                  </a:lnTo>
                  <a:lnTo>
                    <a:pt x="93152" y="885"/>
                  </a:lnTo>
                  <a:lnTo>
                    <a:pt x="87455" y="1573"/>
                  </a:lnTo>
                  <a:lnTo>
                    <a:pt x="81786" y="2456"/>
                  </a:lnTo>
                  <a:lnTo>
                    <a:pt x="76149" y="3533"/>
                  </a:lnTo>
                  <a:lnTo>
                    <a:pt x="70554" y="4802"/>
                  </a:lnTo>
                  <a:lnTo>
                    <a:pt x="65005" y="6263"/>
                  </a:lnTo>
                  <a:lnTo>
                    <a:pt x="59509" y="7914"/>
                  </a:lnTo>
                  <a:lnTo>
                    <a:pt x="54073" y="9752"/>
                  </a:lnTo>
                  <a:lnTo>
                    <a:pt x="48704" y="11776"/>
                  </a:lnTo>
                  <a:lnTo>
                    <a:pt x="43407" y="13983"/>
                  </a:lnTo>
                  <a:lnTo>
                    <a:pt x="38189" y="16370"/>
                  </a:lnTo>
                  <a:lnTo>
                    <a:pt x="33056" y="18935"/>
                  </a:lnTo>
                  <a:lnTo>
                    <a:pt x="28014" y="21675"/>
                  </a:lnTo>
                  <a:lnTo>
                    <a:pt x="23069" y="24586"/>
                  </a:lnTo>
                  <a:lnTo>
                    <a:pt x="18227" y="27665"/>
                  </a:lnTo>
                  <a:lnTo>
                    <a:pt x="13494" y="30909"/>
                  </a:lnTo>
                  <a:lnTo>
                    <a:pt x="8874" y="34313"/>
                  </a:lnTo>
                  <a:lnTo>
                    <a:pt x="4375" y="37873"/>
                  </a:lnTo>
                  <a:lnTo>
                    <a:pt x="0" y="41586"/>
                  </a:lnTo>
                  <a:lnTo>
                    <a:pt x="1103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12897" y="4700868"/>
              <a:ext cx="110337" cy="125581"/>
            </a:xfrm>
            <a:custGeom>
              <a:avLst/>
              <a:pathLst>
                <a:path w="110337" h="125581">
                  <a:moveTo>
                    <a:pt x="0" y="0"/>
                  </a:moveTo>
                  <a:lnTo>
                    <a:pt x="110337" y="1255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12897" y="4700868"/>
              <a:ext cx="110337" cy="125581"/>
            </a:xfrm>
            <a:custGeom>
              <a:avLst/>
              <a:pathLst>
                <a:path w="110337" h="125581">
                  <a:moveTo>
                    <a:pt x="0" y="0"/>
                  </a:moveTo>
                  <a:lnTo>
                    <a:pt x="110337" y="1255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73" y="4700868"/>
              <a:ext cx="334312" cy="292746"/>
            </a:xfrm>
            <a:custGeom>
              <a:avLst/>
              <a:pathLst>
                <a:path w="334312" h="292746">
                  <a:moveTo>
                    <a:pt x="56823" y="0"/>
                  </a:moveTo>
                  <a:lnTo>
                    <a:pt x="52888" y="3570"/>
                  </a:lnTo>
                  <a:lnTo>
                    <a:pt x="49067" y="7264"/>
                  </a:lnTo>
                  <a:lnTo>
                    <a:pt x="45366" y="11078"/>
                  </a:lnTo>
                  <a:lnTo>
                    <a:pt x="41788" y="15007"/>
                  </a:lnTo>
                  <a:lnTo>
                    <a:pt x="38337" y="19048"/>
                  </a:lnTo>
                  <a:lnTo>
                    <a:pt x="35015" y="23196"/>
                  </a:lnTo>
                  <a:lnTo>
                    <a:pt x="31828" y="27449"/>
                  </a:lnTo>
                  <a:lnTo>
                    <a:pt x="28777" y="31800"/>
                  </a:lnTo>
                  <a:lnTo>
                    <a:pt x="25866" y="36246"/>
                  </a:lnTo>
                  <a:lnTo>
                    <a:pt x="23098" y="40782"/>
                  </a:lnTo>
                  <a:lnTo>
                    <a:pt x="20475" y="45404"/>
                  </a:lnTo>
                  <a:lnTo>
                    <a:pt x="18001" y="50107"/>
                  </a:lnTo>
                  <a:lnTo>
                    <a:pt x="15677" y="54887"/>
                  </a:lnTo>
                  <a:lnTo>
                    <a:pt x="13507" y="59737"/>
                  </a:lnTo>
                  <a:lnTo>
                    <a:pt x="11491" y="64655"/>
                  </a:lnTo>
                  <a:lnTo>
                    <a:pt x="9634" y="69634"/>
                  </a:lnTo>
                  <a:lnTo>
                    <a:pt x="7935" y="74669"/>
                  </a:lnTo>
                  <a:lnTo>
                    <a:pt x="6397" y="79756"/>
                  </a:lnTo>
                  <a:lnTo>
                    <a:pt x="5022" y="84889"/>
                  </a:lnTo>
                  <a:lnTo>
                    <a:pt x="3810" y="90063"/>
                  </a:lnTo>
                  <a:lnTo>
                    <a:pt x="2764" y="95273"/>
                  </a:lnTo>
                  <a:lnTo>
                    <a:pt x="1884" y="100514"/>
                  </a:lnTo>
                  <a:lnTo>
                    <a:pt x="1170" y="105780"/>
                  </a:lnTo>
                  <a:lnTo>
                    <a:pt x="625" y="111067"/>
                  </a:lnTo>
                  <a:lnTo>
                    <a:pt x="248" y="116367"/>
                  </a:lnTo>
                  <a:lnTo>
                    <a:pt x="39" y="121678"/>
                  </a:lnTo>
                  <a:lnTo>
                    <a:pt x="0" y="126992"/>
                  </a:lnTo>
                  <a:lnTo>
                    <a:pt x="129" y="132304"/>
                  </a:lnTo>
                  <a:lnTo>
                    <a:pt x="427" y="137610"/>
                  </a:lnTo>
                  <a:lnTo>
                    <a:pt x="894" y="142904"/>
                  </a:lnTo>
                  <a:lnTo>
                    <a:pt x="1528" y="148180"/>
                  </a:lnTo>
                  <a:lnTo>
                    <a:pt x="2330" y="153434"/>
                  </a:lnTo>
                  <a:lnTo>
                    <a:pt x="3299" y="158659"/>
                  </a:lnTo>
                  <a:lnTo>
                    <a:pt x="4433" y="163851"/>
                  </a:lnTo>
                  <a:lnTo>
                    <a:pt x="5732" y="169004"/>
                  </a:lnTo>
                  <a:lnTo>
                    <a:pt x="7194" y="174113"/>
                  </a:lnTo>
                  <a:lnTo>
                    <a:pt x="8817" y="179173"/>
                  </a:lnTo>
                  <a:lnTo>
                    <a:pt x="10601" y="184179"/>
                  </a:lnTo>
                  <a:lnTo>
                    <a:pt x="12542" y="189126"/>
                  </a:lnTo>
                  <a:lnTo>
                    <a:pt x="14640" y="194008"/>
                  </a:lnTo>
                  <a:lnTo>
                    <a:pt x="16892" y="198822"/>
                  </a:lnTo>
                  <a:lnTo>
                    <a:pt x="19296" y="203561"/>
                  </a:lnTo>
                  <a:lnTo>
                    <a:pt x="21850" y="208222"/>
                  </a:lnTo>
                  <a:lnTo>
                    <a:pt x="24550" y="212799"/>
                  </a:lnTo>
                  <a:lnTo>
                    <a:pt x="27394" y="217288"/>
                  </a:lnTo>
                  <a:lnTo>
                    <a:pt x="30380" y="221684"/>
                  </a:lnTo>
                  <a:lnTo>
                    <a:pt x="33504" y="225983"/>
                  </a:lnTo>
                  <a:lnTo>
                    <a:pt x="36763" y="230181"/>
                  </a:lnTo>
                  <a:lnTo>
                    <a:pt x="40154" y="234273"/>
                  </a:lnTo>
                  <a:lnTo>
                    <a:pt x="43673" y="238255"/>
                  </a:lnTo>
                  <a:lnTo>
                    <a:pt x="47316" y="242123"/>
                  </a:lnTo>
                  <a:lnTo>
                    <a:pt x="51081" y="245874"/>
                  </a:lnTo>
                  <a:lnTo>
                    <a:pt x="54964" y="249503"/>
                  </a:lnTo>
                  <a:lnTo>
                    <a:pt x="58959" y="253006"/>
                  </a:lnTo>
                  <a:lnTo>
                    <a:pt x="63064" y="256381"/>
                  </a:lnTo>
                  <a:lnTo>
                    <a:pt x="67275" y="259624"/>
                  </a:lnTo>
                  <a:lnTo>
                    <a:pt x="71586" y="262731"/>
                  </a:lnTo>
                  <a:lnTo>
                    <a:pt x="75994" y="265700"/>
                  </a:lnTo>
                  <a:lnTo>
                    <a:pt x="80493" y="268527"/>
                  </a:lnTo>
                  <a:lnTo>
                    <a:pt x="85081" y="271210"/>
                  </a:lnTo>
                  <a:lnTo>
                    <a:pt x="89751" y="273745"/>
                  </a:lnTo>
                  <a:lnTo>
                    <a:pt x="94500" y="276131"/>
                  </a:lnTo>
                  <a:lnTo>
                    <a:pt x="99322" y="278364"/>
                  </a:lnTo>
                  <a:lnTo>
                    <a:pt x="104213" y="280443"/>
                  </a:lnTo>
                  <a:lnTo>
                    <a:pt x="109167" y="282366"/>
                  </a:lnTo>
                  <a:lnTo>
                    <a:pt x="114180" y="284130"/>
                  </a:lnTo>
                  <a:lnTo>
                    <a:pt x="119246" y="285734"/>
                  </a:lnTo>
                  <a:lnTo>
                    <a:pt x="124361" y="287176"/>
                  </a:lnTo>
                  <a:lnTo>
                    <a:pt x="129519" y="288455"/>
                  </a:lnTo>
                  <a:lnTo>
                    <a:pt x="134715" y="289569"/>
                  </a:lnTo>
                  <a:lnTo>
                    <a:pt x="139944" y="290517"/>
                  </a:lnTo>
                  <a:lnTo>
                    <a:pt x="145201" y="291299"/>
                  </a:lnTo>
                  <a:lnTo>
                    <a:pt x="150479" y="291914"/>
                  </a:lnTo>
                  <a:lnTo>
                    <a:pt x="155775" y="292360"/>
                  </a:lnTo>
                  <a:lnTo>
                    <a:pt x="161082" y="292637"/>
                  </a:lnTo>
                  <a:lnTo>
                    <a:pt x="166395" y="292746"/>
                  </a:lnTo>
                  <a:lnTo>
                    <a:pt x="171709" y="292686"/>
                  </a:lnTo>
                  <a:lnTo>
                    <a:pt x="177018" y="292457"/>
                  </a:lnTo>
                  <a:lnTo>
                    <a:pt x="182317" y="292059"/>
                  </a:lnTo>
                  <a:lnTo>
                    <a:pt x="187601" y="291494"/>
                  </a:lnTo>
                  <a:lnTo>
                    <a:pt x="192865" y="290760"/>
                  </a:lnTo>
                  <a:lnTo>
                    <a:pt x="198102" y="289860"/>
                  </a:lnTo>
                  <a:lnTo>
                    <a:pt x="203308" y="288793"/>
                  </a:lnTo>
                  <a:lnTo>
                    <a:pt x="208478" y="287562"/>
                  </a:lnTo>
                  <a:lnTo>
                    <a:pt x="213606" y="286166"/>
                  </a:lnTo>
                  <a:lnTo>
                    <a:pt x="218687" y="284609"/>
                  </a:lnTo>
                  <a:lnTo>
                    <a:pt x="223716" y="282891"/>
                  </a:lnTo>
                  <a:lnTo>
                    <a:pt x="228687" y="281014"/>
                  </a:lnTo>
                  <a:lnTo>
                    <a:pt x="233597" y="278980"/>
                  </a:lnTo>
                  <a:lnTo>
                    <a:pt x="238439" y="276790"/>
                  </a:lnTo>
                  <a:lnTo>
                    <a:pt x="243209" y="274448"/>
                  </a:lnTo>
                  <a:lnTo>
                    <a:pt x="247903" y="271956"/>
                  </a:lnTo>
                  <a:lnTo>
                    <a:pt x="252515" y="269315"/>
                  </a:lnTo>
                  <a:lnTo>
                    <a:pt x="257040" y="266530"/>
                  </a:lnTo>
                  <a:lnTo>
                    <a:pt x="261475" y="263602"/>
                  </a:lnTo>
                  <a:lnTo>
                    <a:pt x="265815" y="260534"/>
                  </a:lnTo>
                  <a:lnTo>
                    <a:pt x="270054" y="257330"/>
                  </a:lnTo>
                  <a:lnTo>
                    <a:pt x="274190" y="253993"/>
                  </a:lnTo>
                  <a:lnTo>
                    <a:pt x="278218" y="250526"/>
                  </a:lnTo>
                  <a:lnTo>
                    <a:pt x="282133" y="246933"/>
                  </a:lnTo>
                  <a:lnTo>
                    <a:pt x="285932" y="243217"/>
                  </a:lnTo>
                  <a:lnTo>
                    <a:pt x="289611" y="239382"/>
                  </a:lnTo>
                  <a:lnTo>
                    <a:pt x="293167" y="235433"/>
                  </a:lnTo>
                  <a:lnTo>
                    <a:pt x="296595" y="231372"/>
                  </a:lnTo>
                  <a:lnTo>
                    <a:pt x="299892" y="227204"/>
                  </a:lnTo>
                  <a:lnTo>
                    <a:pt x="303055" y="222934"/>
                  </a:lnTo>
                  <a:lnTo>
                    <a:pt x="306081" y="218565"/>
                  </a:lnTo>
                  <a:lnTo>
                    <a:pt x="308967" y="214102"/>
                  </a:lnTo>
                  <a:lnTo>
                    <a:pt x="311709" y="209550"/>
                  </a:lnTo>
                  <a:lnTo>
                    <a:pt x="314305" y="204913"/>
                  </a:lnTo>
                  <a:lnTo>
                    <a:pt x="316752" y="200196"/>
                  </a:lnTo>
                  <a:lnTo>
                    <a:pt x="319048" y="195404"/>
                  </a:lnTo>
                  <a:lnTo>
                    <a:pt x="321191" y="190540"/>
                  </a:lnTo>
                  <a:lnTo>
                    <a:pt x="323178" y="185612"/>
                  </a:lnTo>
                  <a:lnTo>
                    <a:pt x="325007" y="180622"/>
                  </a:lnTo>
                  <a:lnTo>
                    <a:pt x="326677" y="175577"/>
                  </a:lnTo>
                  <a:lnTo>
                    <a:pt x="328185" y="170481"/>
                  </a:lnTo>
                  <a:lnTo>
                    <a:pt x="329531" y="165340"/>
                  </a:lnTo>
                  <a:lnTo>
                    <a:pt x="330713" y="160159"/>
                  </a:lnTo>
                  <a:lnTo>
                    <a:pt x="331729" y="154943"/>
                  </a:lnTo>
                  <a:lnTo>
                    <a:pt x="332580" y="149697"/>
                  </a:lnTo>
                  <a:lnTo>
                    <a:pt x="333263" y="144427"/>
                  </a:lnTo>
                  <a:lnTo>
                    <a:pt x="333778" y="139138"/>
                  </a:lnTo>
                  <a:lnTo>
                    <a:pt x="334125" y="133835"/>
                  </a:lnTo>
                  <a:lnTo>
                    <a:pt x="334303" y="128524"/>
                  </a:lnTo>
                  <a:lnTo>
                    <a:pt x="334312" y="123210"/>
                  </a:lnTo>
                  <a:lnTo>
                    <a:pt x="334152" y="117898"/>
                  </a:lnTo>
                  <a:lnTo>
                    <a:pt x="333823" y="112594"/>
                  </a:lnTo>
                  <a:lnTo>
                    <a:pt x="333326" y="107303"/>
                  </a:lnTo>
                  <a:lnTo>
                    <a:pt x="332661" y="102030"/>
                  </a:lnTo>
                  <a:lnTo>
                    <a:pt x="331829" y="96782"/>
                  </a:lnTo>
                  <a:lnTo>
                    <a:pt x="330830" y="91562"/>
                  </a:lnTo>
                  <a:lnTo>
                    <a:pt x="329666" y="86377"/>
                  </a:lnTo>
                  <a:lnTo>
                    <a:pt x="328338" y="81231"/>
                  </a:lnTo>
                  <a:lnTo>
                    <a:pt x="326847" y="76130"/>
                  </a:lnTo>
                  <a:lnTo>
                    <a:pt x="325195" y="71080"/>
                  </a:lnTo>
                  <a:lnTo>
                    <a:pt x="323382" y="66084"/>
                  </a:lnTo>
                  <a:lnTo>
                    <a:pt x="321412" y="61148"/>
                  </a:lnTo>
                  <a:lnTo>
                    <a:pt x="319286" y="56278"/>
                  </a:lnTo>
                  <a:lnTo>
                    <a:pt x="167161" y="1255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52125" cy="167167"/>
            </a:xfrm>
            <a:custGeom>
              <a:avLst/>
              <a:pathLst>
                <a:path w="152125" h="167167">
                  <a:moveTo>
                    <a:pt x="152125" y="97864"/>
                  </a:moveTo>
                  <a:lnTo>
                    <a:pt x="149780" y="92933"/>
                  </a:lnTo>
                  <a:lnTo>
                    <a:pt x="147276" y="88080"/>
                  </a:lnTo>
                  <a:lnTo>
                    <a:pt x="144614" y="83313"/>
                  </a:lnTo>
                  <a:lnTo>
                    <a:pt x="141798" y="78634"/>
                  </a:lnTo>
                  <a:lnTo>
                    <a:pt x="138831" y="74050"/>
                  </a:lnTo>
                  <a:lnTo>
                    <a:pt x="135716" y="69565"/>
                  </a:lnTo>
                  <a:lnTo>
                    <a:pt x="132456" y="65185"/>
                  </a:lnTo>
                  <a:lnTo>
                    <a:pt x="129054" y="60913"/>
                  </a:lnTo>
                  <a:lnTo>
                    <a:pt x="125515" y="56755"/>
                  </a:lnTo>
                  <a:lnTo>
                    <a:pt x="121842" y="52714"/>
                  </a:lnTo>
                  <a:lnTo>
                    <a:pt x="118039" y="48796"/>
                  </a:lnTo>
                  <a:lnTo>
                    <a:pt x="114110" y="45004"/>
                  </a:lnTo>
                  <a:lnTo>
                    <a:pt x="110059" y="41342"/>
                  </a:lnTo>
                  <a:lnTo>
                    <a:pt x="105891" y="37815"/>
                  </a:lnTo>
                  <a:lnTo>
                    <a:pt x="101609" y="34425"/>
                  </a:lnTo>
                  <a:lnTo>
                    <a:pt x="97220" y="31177"/>
                  </a:lnTo>
                  <a:lnTo>
                    <a:pt x="92726" y="28075"/>
                  </a:lnTo>
                  <a:lnTo>
                    <a:pt x="88134" y="25120"/>
                  </a:lnTo>
                  <a:lnTo>
                    <a:pt x="83448" y="22318"/>
                  </a:lnTo>
                  <a:lnTo>
                    <a:pt x="78672" y="19669"/>
                  </a:lnTo>
                  <a:lnTo>
                    <a:pt x="73813" y="17179"/>
                  </a:lnTo>
                  <a:lnTo>
                    <a:pt x="68875" y="14848"/>
                  </a:lnTo>
                  <a:lnTo>
                    <a:pt x="63863" y="12680"/>
                  </a:lnTo>
                  <a:lnTo>
                    <a:pt x="58784" y="10676"/>
                  </a:lnTo>
                  <a:lnTo>
                    <a:pt x="53641" y="8840"/>
                  </a:lnTo>
                  <a:lnTo>
                    <a:pt x="48441" y="7172"/>
                  </a:lnTo>
                  <a:lnTo>
                    <a:pt x="43190" y="5675"/>
                  </a:lnTo>
                  <a:lnTo>
                    <a:pt x="37893" y="4351"/>
                  </a:lnTo>
                  <a:lnTo>
                    <a:pt x="32555" y="3200"/>
                  </a:lnTo>
                  <a:lnTo>
                    <a:pt x="27182" y="2224"/>
                  </a:lnTo>
                  <a:lnTo>
                    <a:pt x="21780" y="1425"/>
                  </a:lnTo>
                  <a:lnTo>
                    <a:pt x="16356" y="802"/>
                  </a:lnTo>
                  <a:lnTo>
                    <a:pt x="10913" y="356"/>
                  </a:lnTo>
                  <a:lnTo>
                    <a:pt x="5459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63035" y="4213821"/>
              <a:ext cx="65436" cy="167167"/>
            </a:xfrm>
            <a:custGeom>
              <a:avLst/>
              <a:pathLst>
                <a:path w="65436" h="167167">
                  <a:moveTo>
                    <a:pt x="65436" y="0"/>
                  </a:moveTo>
                  <a:lnTo>
                    <a:pt x="59325" y="111"/>
                  </a:lnTo>
                  <a:lnTo>
                    <a:pt x="53222" y="446"/>
                  </a:lnTo>
                  <a:lnTo>
                    <a:pt x="47136" y="1004"/>
                  </a:lnTo>
                  <a:lnTo>
                    <a:pt x="41074" y="1784"/>
                  </a:lnTo>
                  <a:lnTo>
                    <a:pt x="35045" y="2785"/>
                  </a:lnTo>
                  <a:lnTo>
                    <a:pt x="29056" y="4006"/>
                  </a:lnTo>
                  <a:lnTo>
                    <a:pt x="23116" y="5445"/>
                  </a:lnTo>
                  <a:lnTo>
                    <a:pt x="17232" y="7100"/>
                  </a:lnTo>
                  <a:lnTo>
                    <a:pt x="11413" y="8969"/>
                  </a:lnTo>
                  <a:lnTo>
                    <a:pt x="5666" y="11050"/>
                  </a:lnTo>
                  <a:lnTo>
                    <a:pt x="0" y="13339"/>
                  </a:lnTo>
                  <a:lnTo>
                    <a:pt x="6543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63035" y="4227160"/>
              <a:ext cx="65436" cy="153827"/>
            </a:xfrm>
            <a:custGeom>
              <a:avLst/>
              <a:pathLst>
                <a:path w="65436" h="153827">
                  <a:moveTo>
                    <a:pt x="0" y="0"/>
                  </a:moveTo>
                  <a:lnTo>
                    <a:pt x="65436" y="1538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18" y="4227160"/>
              <a:ext cx="167153" cy="317560"/>
            </a:xfrm>
            <a:custGeom>
              <a:avLst/>
              <a:pathLst>
                <a:path w="167153" h="317560">
                  <a:moveTo>
                    <a:pt x="101717" y="0"/>
                  </a:moveTo>
                  <a:lnTo>
                    <a:pt x="96813" y="2179"/>
                  </a:lnTo>
                  <a:lnTo>
                    <a:pt x="91981" y="4515"/>
                  </a:lnTo>
                  <a:lnTo>
                    <a:pt x="87227" y="7005"/>
                  </a:lnTo>
                  <a:lnTo>
                    <a:pt x="82555" y="9647"/>
                  </a:lnTo>
                  <a:lnTo>
                    <a:pt x="77971" y="12436"/>
                  </a:lnTo>
                  <a:lnTo>
                    <a:pt x="73478" y="15372"/>
                  </a:lnTo>
                  <a:lnTo>
                    <a:pt x="69082" y="18450"/>
                  </a:lnTo>
                  <a:lnTo>
                    <a:pt x="64787" y="21668"/>
                  </a:lnTo>
                  <a:lnTo>
                    <a:pt x="60597" y="25022"/>
                  </a:lnTo>
                  <a:lnTo>
                    <a:pt x="56517" y="28509"/>
                  </a:lnTo>
                  <a:lnTo>
                    <a:pt x="52552" y="32125"/>
                  </a:lnTo>
                  <a:lnTo>
                    <a:pt x="48704" y="35866"/>
                  </a:lnTo>
                  <a:lnTo>
                    <a:pt x="44979" y="39729"/>
                  </a:lnTo>
                  <a:lnTo>
                    <a:pt x="41379" y="43710"/>
                  </a:lnTo>
                  <a:lnTo>
                    <a:pt x="37909" y="47804"/>
                  </a:lnTo>
                  <a:lnTo>
                    <a:pt x="34572" y="52007"/>
                  </a:lnTo>
                  <a:lnTo>
                    <a:pt x="31372" y="56316"/>
                  </a:lnTo>
                  <a:lnTo>
                    <a:pt x="28312" y="60725"/>
                  </a:lnTo>
                  <a:lnTo>
                    <a:pt x="25395" y="65229"/>
                  </a:lnTo>
                  <a:lnTo>
                    <a:pt x="22624" y="69825"/>
                  </a:lnTo>
                  <a:lnTo>
                    <a:pt x="20002" y="74508"/>
                  </a:lnTo>
                  <a:lnTo>
                    <a:pt x="17532" y="79272"/>
                  </a:lnTo>
                  <a:lnTo>
                    <a:pt x="15216" y="84114"/>
                  </a:lnTo>
                  <a:lnTo>
                    <a:pt x="13056" y="89027"/>
                  </a:lnTo>
                  <a:lnTo>
                    <a:pt x="11056" y="94007"/>
                  </a:lnTo>
                  <a:lnTo>
                    <a:pt x="9216" y="99048"/>
                  </a:lnTo>
                  <a:lnTo>
                    <a:pt x="7539" y="104146"/>
                  </a:lnTo>
                  <a:lnTo>
                    <a:pt x="6026" y="109295"/>
                  </a:lnTo>
                  <a:lnTo>
                    <a:pt x="4680" y="114490"/>
                  </a:lnTo>
                  <a:lnTo>
                    <a:pt x="3501" y="119726"/>
                  </a:lnTo>
                  <a:lnTo>
                    <a:pt x="2491" y="124997"/>
                  </a:lnTo>
                  <a:lnTo>
                    <a:pt x="1650" y="130297"/>
                  </a:lnTo>
                  <a:lnTo>
                    <a:pt x="980" y="135622"/>
                  </a:lnTo>
                  <a:lnTo>
                    <a:pt x="481" y="140966"/>
                  </a:lnTo>
                  <a:lnTo>
                    <a:pt x="154" y="146322"/>
                  </a:lnTo>
                  <a:lnTo>
                    <a:pt x="0" y="151687"/>
                  </a:lnTo>
                  <a:lnTo>
                    <a:pt x="17" y="157054"/>
                  </a:lnTo>
                  <a:lnTo>
                    <a:pt x="207" y="162417"/>
                  </a:lnTo>
                  <a:lnTo>
                    <a:pt x="568" y="167772"/>
                  </a:lnTo>
                  <a:lnTo>
                    <a:pt x="1102" y="173112"/>
                  </a:lnTo>
                  <a:lnTo>
                    <a:pt x="1806" y="178432"/>
                  </a:lnTo>
                  <a:lnTo>
                    <a:pt x="2681" y="183727"/>
                  </a:lnTo>
                  <a:lnTo>
                    <a:pt x="3726" y="188991"/>
                  </a:lnTo>
                  <a:lnTo>
                    <a:pt x="4939" y="194219"/>
                  </a:lnTo>
                  <a:lnTo>
                    <a:pt x="6319" y="199405"/>
                  </a:lnTo>
                  <a:lnTo>
                    <a:pt x="7865" y="204544"/>
                  </a:lnTo>
                  <a:lnTo>
                    <a:pt x="9575" y="209631"/>
                  </a:lnTo>
                  <a:lnTo>
                    <a:pt x="11448" y="214661"/>
                  </a:lnTo>
                  <a:lnTo>
                    <a:pt x="13481" y="219628"/>
                  </a:lnTo>
                  <a:lnTo>
                    <a:pt x="15672" y="224527"/>
                  </a:lnTo>
                  <a:lnTo>
                    <a:pt x="18019" y="229353"/>
                  </a:lnTo>
                  <a:lnTo>
                    <a:pt x="20521" y="234101"/>
                  </a:lnTo>
                  <a:lnTo>
                    <a:pt x="23173" y="238766"/>
                  </a:lnTo>
                  <a:lnTo>
                    <a:pt x="25974" y="243344"/>
                  </a:lnTo>
                  <a:lnTo>
                    <a:pt x="28920" y="247830"/>
                  </a:lnTo>
                  <a:lnTo>
                    <a:pt x="32009" y="252219"/>
                  </a:lnTo>
                  <a:lnTo>
                    <a:pt x="35237" y="256506"/>
                  </a:lnTo>
                  <a:lnTo>
                    <a:pt x="38601" y="260688"/>
                  </a:lnTo>
                  <a:lnTo>
                    <a:pt x="42097" y="264759"/>
                  </a:lnTo>
                  <a:lnTo>
                    <a:pt x="45722" y="268717"/>
                  </a:lnTo>
                  <a:lnTo>
                    <a:pt x="49473" y="272555"/>
                  </a:lnTo>
                  <a:lnTo>
                    <a:pt x="53345" y="276272"/>
                  </a:lnTo>
                  <a:lnTo>
                    <a:pt x="57334" y="279862"/>
                  </a:lnTo>
                  <a:lnTo>
                    <a:pt x="61436" y="283322"/>
                  </a:lnTo>
                  <a:lnTo>
                    <a:pt x="65647" y="286649"/>
                  </a:lnTo>
                  <a:lnTo>
                    <a:pt x="69963" y="289839"/>
                  </a:lnTo>
                  <a:lnTo>
                    <a:pt x="74379" y="292888"/>
                  </a:lnTo>
                  <a:lnTo>
                    <a:pt x="78891" y="295795"/>
                  </a:lnTo>
                  <a:lnTo>
                    <a:pt x="83493" y="298555"/>
                  </a:lnTo>
                  <a:lnTo>
                    <a:pt x="88182" y="301166"/>
                  </a:lnTo>
                  <a:lnTo>
                    <a:pt x="92953" y="303625"/>
                  </a:lnTo>
                  <a:lnTo>
                    <a:pt x="97799" y="305929"/>
                  </a:lnTo>
                  <a:lnTo>
                    <a:pt x="102717" y="308077"/>
                  </a:lnTo>
                  <a:lnTo>
                    <a:pt x="107702" y="310066"/>
                  </a:lnTo>
                  <a:lnTo>
                    <a:pt x="112748" y="311894"/>
                  </a:lnTo>
                  <a:lnTo>
                    <a:pt x="117850" y="313559"/>
                  </a:lnTo>
                  <a:lnTo>
                    <a:pt x="123003" y="315059"/>
                  </a:lnTo>
                  <a:lnTo>
                    <a:pt x="128201" y="316393"/>
                  </a:lnTo>
                  <a:lnTo>
                    <a:pt x="133439" y="317560"/>
                  </a:lnTo>
                  <a:lnTo>
                    <a:pt x="167153" y="1538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694758" y="4213821"/>
              <a:ext cx="200873" cy="334322"/>
            </a:xfrm>
            <a:custGeom>
              <a:avLst/>
              <a:pathLst>
                <a:path w="200873" h="334322">
                  <a:moveTo>
                    <a:pt x="0" y="330899"/>
                  </a:moveTo>
                  <a:lnTo>
                    <a:pt x="5231" y="331890"/>
                  </a:lnTo>
                  <a:lnTo>
                    <a:pt x="10492" y="332714"/>
                  </a:lnTo>
                  <a:lnTo>
                    <a:pt x="15776" y="333369"/>
                  </a:lnTo>
                  <a:lnTo>
                    <a:pt x="21078" y="333856"/>
                  </a:lnTo>
                  <a:lnTo>
                    <a:pt x="26394" y="334174"/>
                  </a:lnTo>
                  <a:lnTo>
                    <a:pt x="31716" y="334322"/>
                  </a:lnTo>
                  <a:lnTo>
                    <a:pt x="37041" y="334301"/>
                  </a:lnTo>
                  <a:lnTo>
                    <a:pt x="42362" y="334110"/>
                  </a:lnTo>
                  <a:lnTo>
                    <a:pt x="47675" y="333750"/>
                  </a:lnTo>
                  <a:lnTo>
                    <a:pt x="52973" y="333221"/>
                  </a:lnTo>
                  <a:lnTo>
                    <a:pt x="58252" y="332524"/>
                  </a:lnTo>
                  <a:lnTo>
                    <a:pt x="63506" y="331658"/>
                  </a:lnTo>
                  <a:lnTo>
                    <a:pt x="68730" y="330626"/>
                  </a:lnTo>
                  <a:lnTo>
                    <a:pt x="73918" y="329428"/>
                  </a:lnTo>
                  <a:lnTo>
                    <a:pt x="79065" y="328065"/>
                  </a:lnTo>
                  <a:lnTo>
                    <a:pt x="84167" y="326539"/>
                  </a:lnTo>
                  <a:lnTo>
                    <a:pt x="89217" y="324851"/>
                  </a:lnTo>
                  <a:lnTo>
                    <a:pt x="94211" y="323004"/>
                  </a:lnTo>
                  <a:lnTo>
                    <a:pt x="99143" y="320998"/>
                  </a:lnTo>
                  <a:lnTo>
                    <a:pt x="104009" y="318836"/>
                  </a:lnTo>
                  <a:lnTo>
                    <a:pt x="108804" y="316520"/>
                  </a:lnTo>
                  <a:lnTo>
                    <a:pt x="113523" y="314053"/>
                  </a:lnTo>
                  <a:lnTo>
                    <a:pt x="118160" y="311437"/>
                  </a:lnTo>
                  <a:lnTo>
                    <a:pt x="122712" y="308674"/>
                  </a:lnTo>
                  <a:lnTo>
                    <a:pt x="127174" y="305768"/>
                  </a:lnTo>
                  <a:lnTo>
                    <a:pt x="131541" y="302721"/>
                  </a:lnTo>
                  <a:lnTo>
                    <a:pt x="135808" y="299536"/>
                  </a:lnTo>
                  <a:lnTo>
                    <a:pt x="139972" y="296218"/>
                  </a:lnTo>
                  <a:lnTo>
                    <a:pt x="144028" y="292768"/>
                  </a:lnTo>
                  <a:lnTo>
                    <a:pt x="147973" y="289191"/>
                  </a:lnTo>
                  <a:lnTo>
                    <a:pt x="151801" y="285490"/>
                  </a:lnTo>
                  <a:lnTo>
                    <a:pt x="155509" y="281669"/>
                  </a:lnTo>
                  <a:lnTo>
                    <a:pt x="159094" y="277732"/>
                  </a:lnTo>
                  <a:lnTo>
                    <a:pt x="162552" y="273683"/>
                  </a:lnTo>
                  <a:lnTo>
                    <a:pt x="165879" y="269525"/>
                  </a:lnTo>
                  <a:lnTo>
                    <a:pt x="169072" y="265264"/>
                  </a:lnTo>
                  <a:lnTo>
                    <a:pt x="172128" y="260903"/>
                  </a:lnTo>
                  <a:lnTo>
                    <a:pt x="175043" y="256447"/>
                  </a:lnTo>
                  <a:lnTo>
                    <a:pt x="177814" y="251901"/>
                  </a:lnTo>
                  <a:lnTo>
                    <a:pt x="180440" y="247269"/>
                  </a:lnTo>
                  <a:lnTo>
                    <a:pt x="182917" y="242555"/>
                  </a:lnTo>
                  <a:lnTo>
                    <a:pt x="185242" y="237765"/>
                  </a:lnTo>
                  <a:lnTo>
                    <a:pt x="187414" y="232903"/>
                  </a:lnTo>
                  <a:lnTo>
                    <a:pt x="189429" y="227975"/>
                  </a:lnTo>
                  <a:lnTo>
                    <a:pt x="191287" y="222984"/>
                  </a:lnTo>
                  <a:lnTo>
                    <a:pt x="192985" y="217938"/>
                  </a:lnTo>
                  <a:lnTo>
                    <a:pt x="194521" y="212839"/>
                  </a:lnTo>
                  <a:lnTo>
                    <a:pt x="195894" y="207695"/>
                  </a:lnTo>
                  <a:lnTo>
                    <a:pt x="197102" y="202509"/>
                  </a:lnTo>
                  <a:lnTo>
                    <a:pt x="198145" y="197287"/>
                  </a:lnTo>
                  <a:lnTo>
                    <a:pt x="199021" y="192035"/>
                  </a:lnTo>
                  <a:lnTo>
                    <a:pt x="199729" y="186758"/>
                  </a:lnTo>
                  <a:lnTo>
                    <a:pt x="200269" y="181460"/>
                  </a:lnTo>
                  <a:lnTo>
                    <a:pt x="200639" y="176149"/>
                  </a:lnTo>
                  <a:lnTo>
                    <a:pt x="200841" y="170828"/>
                  </a:lnTo>
                  <a:lnTo>
                    <a:pt x="200873" y="165503"/>
                  </a:lnTo>
                  <a:lnTo>
                    <a:pt x="200735" y="160180"/>
                  </a:lnTo>
                  <a:lnTo>
                    <a:pt x="200428" y="154864"/>
                  </a:lnTo>
                  <a:lnTo>
                    <a:pt x="199951" y="149561"/>
                  </a:lnTo>
                  <a:lnTo>
                    <a:pt x="199306" y="144275"/>
                  </a:lnTo>
                  <a:lnTo>
                    <a:pt x="198493" y="139013"/>
                  </a:lnTo>
                  <a:lnTo>
                    <a:pt x="197513" y="133779"/>
                  </a:lnTo>
                  <a:lnTo>
                    <a:pt x="196366" y="128580"/>
                  </a:lnTo>
                  <a:lnTo>
                    <a:pt x="195055" y="123419"/>
                  </a:lnTo>
                  <a:lnTo>
                    <a:pt x="193580" y="118303"/>
                  </a:lnTo>
                  <a:lnTo>
                    <a:pt x="191942" y="113236"/>
                  </a:lnTo>
                  <a:lnTo>
                    <a:pt x="190145" y="108224"/>
                  </a:lnTo>
                  <a:lnTo>
                    <a:pt x="188188" y="103272"/>
                  </a:lnTo>
                  <a:lnTo>
                    <a:pt x="186075" y="98384"/>
                  </a:lnTo>
                  <a:lnTo>
                    <a:pt x="183807" y="93567"/>
                  </a:lnTo>
                  <a:lnTo>
                    <a:pt x="181386" y="88824"/>
                  </a:lnTo>
                  <a:lnTo>
                    <a:pt x="178816" y="84160"/>
                  </a:lnTo>
                  <a:lnTo>
                    <a:pt x="176099" y="79581"/>
                  </a:lnTo>
                  <a:lnTo>
                    <a:pt x="173237" y="75091"/>
                  </a:lnTo>
                  <a:lnTo>
                    <a:pt x="170234" y="70694"/>
                  </a:lnTo>
                  <a:lnTo>
                    <a:pt x="167092" y="66395"/>
                  </a:lnTo>
                  <a:lnTo>
                    <a:pt x="163815" y="62198"/>
                  </a:lnTo>
                  <a:lnTo>
                    <a:pt x="160406" y="58108"/>
                  </a:lnTo>
                  <a:lnTo>
                    <a:pt x="156869" y="54128"/>
                  </a:lnTo>
                  <a:lnTo>
                    <a:pt x="153206" y="50263"/>
                  </a:lnTo>
                  <a:lnTo>
                    <a:pt x="149422" y="46517"/>
                  </a:lnTo>
                  <a:lnTo>
                    <a:pt x="145521" y="42893"/>
                  </a:lnTo>
                  <a:lnTo>
                    <a:pt x="141506" y="39395"/>
                  </a:lnTo>
                  <a:lnTo>
                    <a:pt x="137382" y="36027"/>
                  </a:lnTo>
                  <a:lnTo>
                    <a:pt x="133153" y="32792"/>
                  </a:lnTo>
                  <a:lnTo>
                    <a:pt x="128823" y="29693"/>
                  </a:lnTo>
                  <a:lnTo>
                    <a:pt x="124396" y="26733"/>
                  </a:lnTo>
                  <a:lnTo>
                    <a:pt x="119878" y="23917"/>
                  </a:lnTo>
                  <a:lnTo>
                    <a:pt x="115272" y="21245"/>
                  </a:lnTo>
                  <a:lnTo>
                    <a:pt x="110583" y="18721"/>
                  </a:lnTo>
                  <a:lnTo>
                    <a:pt x="105816" y="16349"/>
                  </a:lnTo>
                  <a:lnTo>
                    <a:pt x="100976" y="14129"/>
                  </a:lnTo>
                  <a:lnTo>
                    <a:pt x="96068" y="12064"/>
                  </a:lnTo>
                  <a:lnTo>
                    <a:pt x="91097" y="10157"/>
                  </a:lnTo>
                  <a:lnTo>
                    <a:pt x="86067" y="8409"/>
                  </a:lnTo>
                  <a:lnTo>
                    <a:pt x="80984" y="6822"/>
                  </a:lnTo>
                  <a:lnTo>
                    <a:pt x="75853" y="5398"/>
                  </a:lnTo>
                  <a:lnTo>
                    <a:pt x="70680" y="4138"/>
                  </a:lnTo>
                  <a:lnTo>
                    <a:pt x="65469" y="3043"/>
                  </a:lnTo>
                  <a:lnTo>
                    <a:pt x="60226" y="2115"/>
                  </a:lnTo>
                  <a:lnTo>
                    <a:pt x="54956" y="1355"/>
                  </a:lnTo>
                  <a:lnTo>
                    <a:pt x="49664" y="762"/>
                  </a:lnTo>
                  <a:lnTo>
                    <a:pt x="44356" y="339"/>
                  </a:lnTo>
                  <a:lnTo>
                    <a:pt x="39038" y="84"/>
                  </a:lnTo>
                  <a:lnTo>
                    <a:pt x="33713" y="0"/>
                  </a:lnTo>
                  <a:lnTo>
                    <a:pt x="337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9250" y="3707720"/>
              <a:ext cx="159761" cy="167167"/>
            </a:xfrm>
            <a:custGeom>
              <a:avLst/>
              <a:pathLst>
                <a:path w="159761" h="167167">
                  <a:moveTo>
                    <a:pt x="159761" y="0"/>
                  </a:moveTo>
                  <a:lnTo>
                    <a:pt x="154309" y="88"/>
                  </a:lnTo>
                  <a:lnTo>
                    <a:pt x="148864" y="355"/>
                  </a:lnTo>
                  <a:lnTo>
                    <a:pt x="143430" y="799"/>
                  </a:lnTo>
                  <a:lnTo>
                    <a:pt x="138013" y="1420"/>
                  </a:lnTo>
                  <a:lnTo>
                    <a:pt x="132620" y="2217"/>
                  </a:lnTo>
                  <a:lnTo>
                    <a:pt x="127255" y="3190"/>
                  </a:lnTo>
                  <a:lnTo>
                    <a:pt x="121925" y="4337"/>
                  </a:lnTo>
                  <a:lnTo>
                    <a:pt x="116636" y="5658"/>
                  </a:lnTo>
                  <a:lnTo>
                    <a:pt x="111392" y="7150"/>
                  </a:lnTo>
                  <a:lnTo>
                    <a:pt x="106199" y="8812"/>
                  </a:lnTo>
                  <a:lnTo>
                    <a:pt x="101064" y="10643"/>
                  </a:lnTo>
                  <a:lnTo>
                    <a:pt x="95991" y="12641"/>
                  </a:lnTo>
                  <a:lnTo>
                    <a:pt x="90986" y="14802"/>
                  </a:lnTo>
                  <a:lnTo>
                    <a:pt x="86054" y="17126"/>
                  </a:lnTo>
                  <a:lnTo>
                    <a:pt x="81200" y="19610"/>
                  </a:lnTo>
                  <a:lnTo>
                    <a:pt x="76430" y="22250"/>
                  </a:lnTo>
                  <a:lnTo>
                    <a:pt x="71749" y="25044"/>
                  </a:lnTo>
                  <a:lnTo>
                    <a:pt x="67161" y="27990"/>
                  </a:lnTo>
                  <a:lnTo>
                    <a:pt x="62671" y="31084"/>
                  </a:lnTo>
                  <a:lnTo>
                    <a:pt x="58285" y="34322"/>
                  </a:lnTo>
                  <a:lnTo>
                    <a:pt x="54007" y="37702"/>
                  </a:lnTo>
                  <a:lnTo>
                    <a:pt x="49842" y="41219"/>
                  </a:lnTo>
                  <a:lnTo>
                    <a:pt x="45793" y="44871"/>
                  </a:lnTo>
                  <a:lnTo>
                    <a:pt x="41866" y="48652"/>
                  </a:lnTo>
                  <a:lnTo>
                    <a:pt x="38064" y="52560"/>
                  </a:lnTo>
                  <a:lnTo>
                    <a:pt x="34391" y="56590"/>
                  </a:lnTo>
                  <a:lnTo>
                    <a:pt x="30852" y="60737"/>
                  </a:lnTo>
                  <a:lnTo>
                    <a:pt x="27450" y="64997"/>
                  </a:lnTo>
                  <a:lnTo>
                    <a:pt x="24188" y="69366"/>
                  </a:lnTo>
                  <a:lnTo>
                    <a:pt x="21071" y="73839"/>
                  </a:lnTo>
                  <a:lnTo>
                    <a:pt x="18101" y="78411"/>
                  </a:lnTo>
                  <a:lnTo>
                    <a:pt x="15282" y="83078"/>
                  </a:lnTo>
                  <a:lnTo>
                    <a:pt x="12617" y="87834"/>
                  </a:lnTo>
                  <a:lnTo>
                    <a:pt x="10108" y="92675"/>
                  </a:lnTo>
                  <a:lnTo>
                    <a:pt x="7759" y="97595"/>
                  </a:lnTo>
                  <a:lnTo>
                    <a:pt x="5571" y="102588"/>
                  </a:lnTo>
                  <a:lnTo>
                    <a:pt x="3547" y="107651"/>
                  </a:lnTo>
                  <a:lnTo>
                    <a:pt x="1689" y="112777"/>
                  </a:lnTo>
                  <a:lnTo>
                    <a:pt x="0" y="117960"/>
                  </a:lnTo>
                  <a:lnTo>
                    <a:pt x="1597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60" y="3707733"/>
              <a:ext cx="334312" cy="334321"/>
            </a:xfrm>
            <a:custGeom>
              <a:avLst/>
              <a:pathLst>
                <a:path w="334312" h="334321">
                  <a:moveTo>
                    <a:pt x="7389" y="117947"/>
                  </a:moveTo>
                  <a:lnTo>
                    <a:pt x="5913" y="123026"/>
                  </a:lnTo>
                  <a:lnTo>
                    <a:pt x="4597" y="128148"/>
                  </a:lnTo>
                  <a:lnTo>
                    <a:pt x="3445" y="133310"/>
                  </a:lnTo>
                  <a:lnTo>
                    <a:pt x="2456" y="138505"/>
                  </a:lnTo>
                  <a:lnTo>
                    <a:pt x="1632" y="143729"/>
                  </a:lnTo>
                  <a:lnTo>
                    <a:pt x="974" y="148977"/>
                  </a:lnTo>
                  <a:lnTo>
                    <a:pt x="482" y="154242"/>
                  </a:lnTo>
                  <a:lnTo>
                    <a:pt x="157" y="159521"/>
                  </a:lnTo>
                  <a:lnTo>
                    <a:pt x="0" y="164807"/>
                  </a:lnTo>
                  <a:lnTo>
                    <a:pt x="9" y="170096"/>
                  </a:lnTo>
                  <a:lnTo>
                    <a:pt x="186" y="175382"/>
                  </a:lnTo>
                  <a:lnTo>
                    <a:pt x="529" y="180659"/>
                  </a:lnTo>
                  <a:lnTo>
                    <a:pt x="1040" y="185923"/>
                  </a:lnTo>
                  <a:lnTo>
                    <a:pt x="1717" y="191168"/>
                  </a:lnTo>
                  <a:lnTo>
                    <a:pt x="2559" y="196389"/>
                  </a:lnTo>
                  <a:lnTo>
                    <a:pt x="3566" y="201581"/>
                  </a:lnTo>
                  <a:lnTo>
                    <a:pt x="4737" y="206738"/>
                  </a:lnTo>
                  <a:lnTo>
                    <a:pt x="6071" y="211856"/>
                  </a:lnTo>
                  <a:lnTo>
                    <a:pt x="7565" y="216929"/>
                  </a:lnTo>
                  <a:lnTo>
                    <a:pt x="9220" y="221952"/>
                  </a:lnTo>
                  <a:lnTo>
                    <a:pt x="11032" y="226921"/>
                  </a:lnTo>
                  <a:lnTo>
                    <a:pt x="13001" y="231829"/>
                  </a:lnTo>
                  <a:lnTo>
                    <a:pt x="15124" y="236673"/>
                  </a:lnTo>
                  <a:lnTo>
                    <a:pt x="17399" y="241447"/>
                  </a:lnTo>
                  <a:lnTo>
                    <a:pt x="19824" y="246147"/>
                  </a:lnTo>
                  <a:lnTo>
                    <a:pt x="22397" y="250768"/>
                  </a:lnTo>
                  <a:lnTo>
                    <a:pt x="25114" y="255305"/>
                  </a:lnTo>
                  <a:lnTo>
                    <a:pt x="27974" y="259754"/>
                  </a:lnTo>
                  <a:lnTo>
                    <a:pt x="30972" y="264110"/>
                  </a:lnTo>
                  <a:lnTo>
                    <a:pt x="34107" y="268369"/>
                  </a:lnTo>
                  <a:lnTo>
                    <a:pt x="37376" y="272527"/>
                  </a:lnTo>
                  <a:lnTo>
                    <a:pt x="40774" y="276580"/>
                  </a:lnTo>
                  <a:lnTo>
                    <a:pt x="44299" y="280522"/>
                  </a:lnTo>
                  <a:lnTo>
                    <a:pt x="47946" y="284352"/>
                  </a:lnTo>
                  <a:lnTo>
                    <a:pt x="51713" y="288064"/>
                  </a:lnTo>
                  <a:lnTo>
                    <a:pt x="55596" y="291655"/>
                  </a:lnTo>
                  <a:lnTo>
                    <a:pt x="59590" y="295122"/>
                  </a:lnTo>
                  <a:lnTo>
                    <a:pt x="63692" y="298460"/>
                  </a:lnTo>
                  <a:lnTo>
                    <a:pt x="67897" y="301667"/>
                  </a:lnTo>
                  <a:lnTo>
                    <a:pt x="72202" y="304739"/>
                  </a:lnTo>
                  <a:lnTo>
                    <a:pt x="76601" y="307674"/>
                  </a:lnTo>
                  <a:lnTo>
                    <a:pt x="81092" y="310468"/>
                  </a:lnTo>
                  <a:lnTo>
                    <a:pt x="85668" y="313118"/>
                  </a:lnTo>
                  <a:lnTo>
                    <a:pt x="90326" y="315623"/>
                  </a:lnTo>
                  <a:lnTo>
                    <a:pt x="95061" y="317979"/>
                  </a:lnTo>
                  <a:lnTo>
                    <a:pt x="99868" y="320184"/>
                  </a:lnTo>
                  <a:lnTo>
                    <a:pt x="104743" y="322235"/>
                  </a:lnTo>
                  <a:lnTo>
                    <a:pt x="109679" y="324132"/>
                  </a:lnTo>
                  <a:lnTo>
                    <a:pt x="114674" y="325871"/>
                  </a:lnTo>
                  <a:lnTo>
                    <a:pt x="119721" y="327452"/>
                  </a:lnTo>
                  <a:lnTo>
                    <a:pt x="124815" y="328872"/>
                  </a:lnTo>
                  <a:lnTo>
                    <a:pt x="129952" y="330130"/>
                  </a:lnTo>
                  <a:lnTo>
                    <a:pt x="135126" y="331225"/>
                  </a:lnTo>
                  <a:lnTo>
                    <a:pt x="140332" y="332156"/>
                  </a:lnTo>
                  <a:lnTo>
                    <a:pt x="145565" y="332922"/>
                  </a:lnTo>
                  <a:lnTo>
                    <a:pt x="150819" y="333522"/>
                  </a:lnTo>
                  <a:lnTo>
                    <a:pt x="156090" y="333955"/>
                  </a:lnTo>
                  <a:lnTo>
                    <a:pt x="161372" y="334222"/>
                  </a:lnTo>
                  <a:lnTo>
                    <a:pt x="166660" y="334321"/>
                  </a:lnTo>
                  <a:lnTo>
                    <a:pt x="171948" y="334253"/>
                  </a:lnTo>
                  <a:lnTo>
                    <a:pt x="177231" y="334017"/>
                  </a:lnTo>
                  <a:lnTo>
                    <a:pt x="182505" y="333615"/>
                  </a:lnTo>
                  <a:lnTo>
                    <a:pt x="187762" y="333046"/>
                  </a:lnTo>
                  <a:lnTo>
                    <a:pt x="193000" y="332311"/>
                  </a:lnTo>
                  <a:lnTo>
                    <a:pt x="198211" y="331411"/>
                  </a:lnTo>
                  <a:lnTo>
                    <a:pt x="203392" y="330346"/>
                  </a:lnTo>
                  <a:lnTo>
                    <a:pt x="208536" y="329118"/>
                  </a:lnTo>
                  <a:lnTo>
                    <a:pt x="213638" y="327728"/>
                  </a:lnTo>
                  <a:lnTo>
                    <a:pt x="218694" y="326177"/>
                  </a:lnTo>
                  <a:lnTo>
                    <a:pt x="223699" y="324467"/>
                  </a:lnTo>
                  <a:lnTo>
                    <a:pt x="228647" y="322599"/>
                  </a:lnTo>
                  <a:lnTo>
                    <a:pt x="233533" y="320576"/>
                  </a:lnTo>
                  <a:lnTo>
                    <a:pt x="238353" y="318399"/>
                  </a:lnTo>
                  <a:lnTo>
                    <a:pt x="243102" y="316071"/>
                  </a:lnTo>
                  <a:lnTo>
                    <a:pt x="247774" y="313594"/>
                  </a:lnTo>
                  <a:lnTo>
                    <a:pt x="252366" y="310971"/>
                  </a:lnTo>
                  <a:lnTo>
                    <a:pt x="256873" y="308203"/>
                  </a:lnTo>
                  <a:lnTo>
                    <a:pt x="261290" y="305294"/>
                  </a:lnTo>
                  <a:lnTo>
                    <a:pt x="265613" y="302247"/>
                  </a:lnTo>
                  <a:lnTo>
                    <a:pt x="269837" y="299065"/>
                  </a:lnTo>
                  <a:lnTo>
                    <a:pt x="273958" y="295751"/>
                  </a:lnTo>
                  <a:lnTo>
                    <a:pt x="277972" y="292308"/>
                  </a:lnTo>
                  <a:lnTo>
                    <a:pt x="281876" y="288740"/>
                  </a:lnTo>
                  <a:lnTo>
                    <a:pt x="285665" y="285050"/>
                  </a:lnTo>
                  <a:lnTo>
                    <a:pt x="289335" y="281242"/>
                  </a:lnTo>
                  <a:lnTo>
                    <a:pt x="292882" y="277320"/>
                  </a:lnTo>
                  <a:lnTo>
                    <a:pt x="296304" y="273287"/>
                  </a:lnTo>
                  <a:lnTo>
                    <a:pt x="299597" y="269149"/>
                  </a:lnTo>
                  <a:lnTo>
                    <a:pt x="302757" y="264908"/>
                  </a:lnTo>
                  <a:lnTo>
                    <a:pt x="305781" y="260570"/>
                  </a:lnTo>
                  <a:lnTo>
                    <a:pt x="308667" y="256138"/>
                  </a:lnTo>
                  <a:lnTo>
                    <a:pt x="311411" y="251616"/>
                  </a:lnTo>
                  <a:lnTo>
                    <a:pt x="314010" y="247011"/>
                  </a:lnTo>
                  <a:lnTo>
                    <a:pt x="316463" y="242325"/>
                  </a:lnTo>
                  <a:lnTo>
                    <a:pt x="318766" y="237565"/>
                  </a:lnTo>
                  <a:lnTo>
                    <a:pt x="320918" y="232733"/>
                  </a:lnTo>
                  <a:lnTo>
                    <a:pt x="322915" y="227836"/>
                  </a:lnTo>
                  <a:lnTo>
                    <a:pt x="324757" y="222879"/>
                  </a:lnTo>
                  <a:lnTo>
                    <a:pt x="326441" y="217865"/>
                  </a:lnTo>
                  <a:lnTo>
                    <a:pt x="327965" y="212801"/>
                  </a:lnTo>
                  <a:lnTo>
                    <a:pt x="329328" y="207691"/>
                  </a:lnTo>
                  <a:lnTo>
                    <a:pt x="330530" y="202541"/>
                  </a:lnTo>
                  <a:lnTo>
                    <a:pt x="331567" y="197355"/>
                  </a:lnTo>
                  <a:lnTo>
                    <a:pt x="332440" y="192139"/>
                  </a:lnTo>
                  <a:lnTo>
                    <a:pt x="333148" y="186898"/>
                  </a:lnTo>
                  <a:lnTo>
                    <a:pt x="333689" y="181637"/>
                  </a:lnTo>
                  <a:lnTo>
                    <a:pt x="334064" y="176362"/>
                  </a:lnTo>
                  <a:lnTo>
                    <a:pt x="334272" y="171077"/>
                  </a:lnTo>
                  <a:lnTo>
                    <a:pt x="334312" y="165789"/>
                  </a:lnTo>
                  <a:lnTo>
                    <a:pt x="334185" y="160502"/>
                  </a:lnTo>
                  <a:lnTo>
                    <a:pt x="333891" y="155221"/>
                  </a:lnTo>
                  <a:lnTo>
                    <a:pt x="333431" y="149953"/>
                  </a:lnTo>
                  <a:lnTo>
                    <a:pt x="332803" y="144701"/>
                  </a:lnTo>
                  <a:lnTo>
                    <a:pt x="332010" y="139473"/>
                  </a:lnTo>
                  <a:lnTo>
                    <a:pt x="331052" y="134272"/>
                  </a:lnTo>
                  <a:lnTo>
                    <a:pt x="329930" y="129103"/>
                  </a:lnTo>
                  <a:lnTo>
                    <a:pt x="328645" y="123973"/>
                  </a:lnTo>
                  <a:lnTo>
                    <a:pt x="327198" y="118886"/>
                  </a:lnTo>
                  <a:lnTo>
                    <a:pt x="325591" y="113848"/>
                  </a:lnTo>
                  <a:lnTo>
                    <a:pt x="323825" y="108863"/>
                  </a:lnTo>
                  <a:lnTo>
                    <a:pt x="321903" y="103936"/>
                  </a:lnTo>
                  <a:lnTo>
                    <a:pt x="319826" y="99072"/>
                  </a:lnTo>
                  <a:lnTo>
                    <a:pt x="317596" y="94277"/>
                  </a:lnTo>
                  <a:lnTo>
                    <a:pt x="315215" y="89554"/>
                  </a:lnTo>
                  <a:lnTo>
                    <a:pt x="312686" y="84909"/>
                  </a:lnTo>
                  <a:lnTo>
                    <a:pt x="310012" y="80347"/>
                  </a:lnTo>
                  <a:lnTo>
                    <a:pt x="307195" y="75871"/>
                  </a:lnTo>
                  <a:lnTo>
                    <a:pt x="304237" y="71487"/>
                  </a:lnTo>
                  <a:lnTo>
                    <a:pt x="301142" y="67198"/>
                  </a:lnTo>
                  <a:lnTo>
                    <a:pt x="297913" y="63010"/>
                  </a:lnTo>
                  <a:lnTo>
                    <a:pt x="294553" y="58925"/>
                  </a:lnTo>
                  <a:lnTo>
                    <a:pt x="291066" y="54950"/>
                  </a:lnTo>
                  <a:lnTo>
                    <a:pt x="287455" y="51086"/>
                  </a:lnTo>
                  <a:lnTo>
                    <a:pt x="283723" y="47338"/>
                  </a:lnTo>
                  <a:lnTo>
                    <a:pt x="279875" y="43711"/>
                  </a:lnTo>
                  <a:lnTo>
                    <a:pt x="275913" y="40207"/>
                  </a:lnTo>
                  <a:lnTo>
                    <a:pt x="271843" y="36830"/>
                  </a:lnTo>
                  <a:lnTo>
                    <a:pt x="267668" y="33583"/>
                  </a:lnTo>
                  <a:lnTo>
                    <a:pt x="263393" y="30471"/>
                  </a:lnTo>
                  <a:lnTo>
                    <a:pt x="259021" y="27495"/>
                  </a:lnTo>
                  <a:lnTo>
                    <a:pt x="254557" y="24658"/>
                  </a:lnTo>
                  <a:lnTo>
                    <a:pt x="250006" y="21965"/>
                  </a:lnTo>
                  <a:lnTo>
                    <a:pt x="245372" y="19417"/>
                  </a:lnTo>
                  <a:lnTo>
                    <a:pt x="240659" y="17016"/>
                  </a:lnTo>
                  <a:lnTo>
                    <a:pt x="235873" y="14766"/>
                  </a:lnTo>
                  <a:lnTo>
                    <a:pt x="231018" y="12668"/>
                  </a:lnTo>
                  <a:lnTo>
                    <a:pt x="226099" y="10725"/>
                  </a:lnTo>
                  <a:lnTo>
                    <a:pt x="221122" y="8939"/>
                  </a:lnTo>
                  <a:lnTo>
                    <a:pt x="216090" y="7311"/>
                  </a:lnTo>
                  <a:lnTo>
                    <a:pt x="211009" y="5843"/>
                  </a:lnTo>
                  <a:lnTo>
                    <a:pt x="205884" y="4536"/>
                  </a:lnTo>
                  <a:lnTo>
                    <a:pt x="200721" y="3392"/>
                  </a:lnTo>
                  <a:lnTo>
                    <a:pt x="195524" y="2412"/>
                  </a:lnTo>
                  <a:lnTo>
                    <a:pt x="190299" y="1597"/>
                  </a:lnTo>
                  <a:lnTo>
                    <a:pt x="185050" y="948"/>
                  </a:lnTo>
                  <a:lnTo>
                    <a:pt x="179783" y="465"/>
                  </a:lnTo>
                  <a:lnTo>
                    <a:pt x="174504" y="149"/>
                  </a:lnTo>
                  <a:lnTo>
                    <a:pt x="169218" y="0"/>
                  </a:lnTo>
                  <a:lnTo>
                    <a:pt x="167150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2067" cy="167167"/>
            </a:xfrm>
            <a:custGeom>
              <a:avLst/>
              <a:pathLst>
                <a:path w="2067" h="167167">
                  <a:moveTo>
                    <a:pt x="2067" y="1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2025-06-06T02:05:54Z</dcterms:modified>
  <cp:category/>
</cp:coreProperties>
</file>