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93148" y="3337560"/>
              <a:ext cx="4123463" cy="0"/>
            </a:xfrm>
            <a:custGeom>
              <a:avLst/>
              <a:pathLst>
                <a:path w="4123463" h="0">
                  <a:moveTo>
                    <a:pt x="412346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756679" y="3357855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43529" y="3377842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939016" y="2966197"/>
              <a:ext cx="24757" cy="205395"/>
            </a:xfrm>
            <a:custGeom>
              <a:avLst/>
              <a:pathLst>
                <a:path w="24757" h="205395">
                  <a:moveTo>
                    <a:pt x="24757" y="2053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25040" y="3170392"/>
              <a:ext cx="58738" cy="167167"/>
            </a:xfrm>
            <a:custGeom>
              <a:avLst/>
              <a:pathLst>
                <a:path w="58738" h="167167">
                  <a:moveTo>
                    <a:pt x="58738" y="0"/>
                  </a:moveTo>
                  <a:lnTo>
                    <a:pt x="52737" y="107"/>
                  </a:lnTo>
                  <a:lnTo>
                    <a:pt x="46744" y="430"/>
                  </a:lnTo>
                  <a:lnTo>
                    <a:pt x="40767" y="968"/>
                  </a:lnTo>
                  <a:lnTo>
                    <a:pt x="34813" y="1720"/>
                  </a:lnTo>
                  <a:lnTo>
                    <a:pt x="28889" y="2686"/>
                  </a:lnTo>
                  <a:lnTo>
                    <a:pt x="23004" y="3863"/>
                  </a:lnTo>
                  <a:lnTo>
                    <a:pt x="17165" y="5251"/>
                  </a:lnTo>
                  <a:lnTo>
                    <a:pt x="11380" y="6848"/>
                  </a:lnTo>
                  <a:lnTo>
                    <a:pt x="5655" y="8651"/>
                  </a:lnTo>
                  <a:lnTo>
                    <a:pt x="0" y="10659"/>
                  </a:lnTo>
                  <a:lnTo>
                    <a:pt x="587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25040" y="3181052"/>
              <a:ext cx="58738" cy="156507"/>
            </a:xfrm>
            <a:custGeom>
              <a:avLst/>
              <a:pathLst>
                <a:path w="58738" h="156507">
                  <a:moveTo>
                    <a:pt x="0" y="0"/>
                  </a:moveTo>
                  <a:lnTo>
                    <a:pt x="58738" y="1565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816621" y="3170411"/>
              <a:ext cx="334320" cy="334316"/>
            </a:xfrm>
            <a:custGeom>
              <a:avLst/>
              <a:pathLst>
                <a:path w="334320" h="334316">
                  <a:moveTo>
                    <a:pt x="108419" y="10641"/>
                  </a:moveTo>
                  <a:lnTo>
                    <a:pt x="103503" y="12574"/>
                  </a:lnTo>
                  <a:lnTo>
                    <a:pt x="98651" y="14663"/>
                  </a:lnTo>
                  <a:lnTo>
                    <a:pt x="93867" y="16903"/>
                  </a:lnTo>
                  <a:lnTo>
                    <a:pt x="89157" y="19294"/>
                  </a:lnTo>
                  <a:lnTo>
                    <a:pt x="84524" y="21832"/>
                  </a:lnTo>
                  <a:lnTo>
                    <a:pt x="79974" y="24516"/>
                  </a:lnTo>
                  <a:lnTo>
                    <a:pt x="75511" y="27341"/>
                  </a:lnTo>
                  <a:lnTo>
                    <a:pt x="71140" y="30307"/>
                  </a:lnTo>
                  <a:lnTo>
                    <a:pt x="66864" y="33409"/>
                  </a:lnTo>
                  <a:lnTo>
                    <a:pt x="62689" y="36644"/>
                  </a:lnTo>
                  <a:lnTo>
                    <a:pt x="58618" y="40010"/>
                  </a:lnTo>
                  <a:lnTo>
                    <a:pt x="54655" y="43503"/>
                  </a:lnTo>
                  <a:lnTo>
                    <a:pt x="50804" y="47119"/>
                  </a:lnTo>
                  <a:lnTo>
                    <a:pt x="47070" y="50855"/>
                  </a:lnTo>
                  <a:lnTo>
                    <a:pt x="43456" y="54708"/>
                  </a:lnTo>
                  <a:lnTo>
                    <a:pt x="39965" y="58672"/>
                  </a:lnTo>
                  <a:lnTo>
                    <a:pt x="36601" y="62745"/>
                  </a:lnTo>
                  <a:lnTo>
                    <a:pt x="33368" y="66922"/>
                  </a:lnTo>
                  <a:lnTo>
                    <a:pt x="30268" y="71199"/>
                  </a:lnTo>
                  <a:lnTo>
                    <a:pt x="27305" y="75572"/>
                  </a:lnTo>
                  <a:lnTo>
                    <a:pt x="24481" y="80036"/>
                  </a:lnTo>
                  <a:lnTo>
                    <a:pt x="21800" y="84588"/>
                  </a:lnTo>
                  <a:lnTo>
                    <a:pt x="19264" y="89222"/>
                  </a:lnTo>
                  <a:lnTo>
                    <a:pt x="16876" y="93933"/>
                  </a:lnTo>
                  <a:lnTo>
                    <a:pt x="14637" y="98718"/>
                  </a:lnTo>
                  <a:lnTo>
                    <a:pt x="12551" y="103571"/>
                  </a:lnTo>
                  <a:lnTo>
                    <a:pt x="10620" y="108488"/>
                  </a:lnTo>
                  <a:lnTo>
                    <a:pt x="8845" y="113463"/>
                  </a:lnTo>
                  <a:lnTo>
                    <a:pt x="7227" y="118491"/>
                  </a:lnTo>
                  <a:lnTo>
                    <a:pt x="5770" y="123569"/>
                  </a:lnTo>
                  <a:lnTo>
                    <a:pt x="4474" y="128689"/>
                  </a:lnTo>
                  <a:lnTo>
                    <a:pt x="3340" y="133849"/>
                  </a:lnTo>
                  <a:lnTo>
                    <a:pt x="2369" y="139041"/>
                  </a:lnTo>
                  <a:lnTo>
                    <a:pt x="1564" y="144262"/>
                  </a:lnTo>
                  <a:lnTo>
                    <a:pt x="923" y="149505"/>
                  </a:lnTo>
                  <a:lnTo>
                    <a:pt x="449" y="154766"/>
                  </a:lnTo>
                  <a:lnTo>
                    <a:pt x="141" y="160039"/>
                  </a:lnTo>
                  <a:lnTo>
                    <a:pt x="0" y="165320"/>
                  </a:lnTo>
                  <a:lnTo>
                    <a:pt x="25" y="170602"/>
                  </a:lnTo>
                  <a:lnTo>
                    <a:pt x="218" y="175881"/>
                  </a:lnTo>
                  <a:lnTo>
                    <a:pt x="577" y="181151"/>
                  </a:lnTo>
                  <a:lnTo>
                    <a:pt x="1103" y="186407"/>
                  </a:lnTo>
                  <a:lnTo>
                    <a:pt x="1794" y="191644"/>
                  </a:lnTo>
                  <a:lnTo>
                    <a:pt x="2650" y="196857"/>
                  </a:lnTo>
                  <a:lnTo>
                    <a:pt x="3671" y="202039"/>
                  </a:lnTo>
                  <a:lnTo>
                    <a:pt x="4855" y="207187"/>
                  </a:lnTo>
                  <a:lnTo>
                    <a:pt x="6201" y="212295"/>
                  </a:lnTo>
                  <a:lnTo>
                    <a:pt x="7708" y="217358"/>
                  </a:lnTo>
                  <a:lnTo>
                    <a:pt x="9374" y="222371"/>
                  </a:lnTo>
                  <a:lnTo>
                    <a:pt x="11198" y="227329"/>
                  </a:lnTo>
                  <a:lnTo>
                    <a:pt x="13177" y="232226"/>
                  </a:lnTo>
                  <a:lnTo>
                    <a:pt x="15310" y="237059"/>
                  </a:lnTo>
                  <a:lnTo>
                    <a:pt x="17595" y="241821"/>
                  </a:lnTo>
                  <a:lnTo>
                    <a:pt x="20029" y="246510"/>
                  </a:lnTo>
                  <a:lnTo>
                    <a:pt x="22609" y="251119"/>
                  </a:lnTo>
                  <a:lnTo>
                    <a:pt x="25335" y="255644"/>
                  </a:lnTo>
                  <a:lnTo>
                    <a:pt x="28201" y="260080"/>
                  </a:lnTo>
                  <a:lnTo>
                    <a:pt x="31207" y="264424"/>
                  </a:lnTo>
                  <a:lnTo>
                    <a:pt x="34348" y="268671"/>
                  </a:lnTo>
                  <a:lnTo>
                    <a:pt x="37622" y="272816"/>
                  </a:lnTo>
                  <a:lnTo>
                    <a:pt x="41026" y="276856"/>
                  </a:lnTo>
                  <a:lnTo>
                    <a:pt x="44555" y="280787"/>
                  </a:lnTo>
                  <a:lnTo>
                    <a:pt x="48206" y="284604"/>
                  </a:lnTo>
                  <a:lnTo>
                    <a:pt x="51977" y="288303"/>
                  </a:lnTo>
                  <a:lnTo>
                    <a:pt x="55862" y="291882"/>
                  </a:lnTo>
                  <a:lnTo>
                    <a:pt x="59859" y="295336"/>
                  </a:lnTo>
                  <a:lnTo>
                    <a:pt x="63962" y="298662"/>
                  </a:lnTo>
                  <a:lnTo>
                    <a:pt x="68169" y="301857"/>
                  </a:lnTo>
                  <a:lnTo>
                    <a:pt x="72475" y="304917"/>
                  </a:lnTo>
                  <a:lnTo>
                    <a:pt x="76875" y="307840"/>
                  </a:lnTo>
                  <a:lnTo>
                    <a:pt x="81365" y="310622"/>
                  </a:lnTo>
                  <a:lnTo>
                    <a:pt x="85941" y="313261"/>
                  </a:lnTo>
                  <a:lnTo>
                    <a:pt x="90598" y="315754"/>
                  </a:lnTo>
                  <a:lnTo>
                    <a:pt x="95331" y="318099"/>
                  </a:lnTo>
                  <a:lnTo>
                    <a:pt x="100137" y="320293"/>
                  </a:lnTo>
                  <a:lnTo>
                    <a:pt x="105009" y="322334"/>
                  </a:lnTo>
                  <a:lnTo>
                    <a:pt x="109943" y="324220"/>
                  </a:lnTo>
                  <a:lnTo>
                    <a:pt x="114934" y="325949"/>
                  </a:lnTo>
                  <a:lnTo>
                    <a:pt x="119978" y="327520"/>
                  </a:lnTo>
                  <a:lnTo>
                    <a:pt x="125068" y="328931"/>
                  </a:lnTo>
                  <a:lnTo>
                    <a:pt x="130201" y="330180"/>
                  </a:lnTo>
                  <a:lnTo>
                    <a:pt x="135370" y="331266"/>
                  </a:lnTo>
                  <a:lnTo>
                    <a:pt x="140571" y="332188"/>
                  </a:lnTo>
                  <a:lnTo>
                    <a:pt x="145799" y="332946"/>
                  </a:lnTo>
                  <a:lnTo>
                    <a:pt x="151048" y="333538"/>
                  </a:lnTo>
                  <a:lnTo>
                    <a:pt x="156313" y="333964"/>
                  </a:lnTo>
                  <a:lnTo>
                    <a:pt x="161589" y="334223"/>
                  </a:lnTo>
                  <a:lnTo>
                    <a:pt x="166871" y="334316"/>
                  </a:lnTo>
                  <a:lnTo>
                    <a:pt x="172153" y="334241"/>
                  </a:lnTo>
                  <a:lnTo>
                    <a:pt x="177430" y="334000"/>
                  </a:lnTo>
                  <a:lnTo>
                    <a:pt x="182696" y="333592"/>
                  </a:lnTo>
                  <a:lnTo>
                    <a:pt x="187947" y="333018"/>
                  </a:lnTo>
                  <a:lnTo>
                    <a:pt x="193177" y="332278"/>
                  </a:lnTo>
                  <a:lnTo>
                    <a:pt x="198382" y="331374"/>
                  </a:lnTo>
                  <a:lnTo>
                    <a:pt x="203555" y="330305"/>
                  </a:lnTo>
                  <a:lnTo>
                    <a:pt x="208692" y="329074"/>
                  </a:lnTo>
                  <a:lnTo>
                    <a:pt x="213787" y="327681"/>
                  </a:lnTo>
                  <a:lnTo>
                    <a:pt x="218836" y="326127"/>
                  </a:lnTo>
                  <a:lnTo>
                    <a:pt x="223833" y="324415"/>
                  </a:lnTo>
                  <a:lnTo>
                    <a:pt x="228774" y="322546"/>
                  </a:lnTo>
                  <a:lnTo>
                    <a:pt x="233653" y="320521"/>
                  </a:lnTo>
                  <a:lnTo>
                    <a:pt x="238465" y="318344"/>
                  </a:lnTo>
                  <a:lnTo>
                    <a:pt x="243207" y="316015"/>
                  </a:lnTo>
                  <a:lnTo>
                    <a:pt x="247872" y="313538"/>
                  </a:lnTo>
                  <a:lnTo>
                    <a:pt x="252457" y="310915"/>
                  </a:lnTo>
                  <a:lnTo>
                    <a:pt x="256957" y="308148"/>
                  </a:lnTo>
                  <a:lnTo>
                    <a:pt x="261367" y="305241"/>
                  </a:lnTo>
                  <a:lnTo>
                    <a:pt x="265683" y="302195"/>
                  </a:lnTo>
                  <a:lnTo>
                    <a:pt x="269901" y="299015"/>
                  </a:lnTo>
                  <a:lnTo>
                    <a:pt x="274016" y="295703"/>
                  </a:lnTo>
                  <a:lnTo>
                    <a:pt x="278024" y="292262"/>
                  </a:lnTo>
                  <a:lnTo>
                    <a:pt x="281922" y="288697"/>
                  </a:lnTo>
                  <a:lnTo>
                    <a:pt x="285705" y="285010"/>
                  </a:lnTo>
                  <a:lnTo>
                    <a:pt x="289369" y="281206"/>
                  </a:lnTo>
                  <a:lnTo>
                    <a:pt x="292912" y="277287"/>
                  </a:lnTo>
                  <a:lnTo>
                    <a:pt x="296329" y="273259"/>
                  </a:lnTo>
                  <a:lnTo>
                    <a:pt x="299617" y="269125"/>
                  </a:lnTo>
                  <a:lnTo>
                    <a:pt x="302773" y="264889"/>
                  </a:lnTo>
                  <a:lnTo>
                    <a:pt x="305794" y="260555"/>
                  </a:lnTo>
                  <a:lnTo>
                    <a:pt x="308676" y="256129"/>
                  </a:lnTo>
                  <a:lnTo>
                    <a:pt x="311416" y="251613"/>
                  </a:lnTo>
                  <a:lnTo>
                    <a:pt x="314013" y="247013"/>
                  </a:lnTo>
                  <a:lnTo>
                    <a:pt x="316463" y="242333"/>
                  </a:lnTo>
                  <a:lnTo>
                    <a:pt x="318764" y="237578"/>
                  </a:lnTo>
                  <a:lnTo>
                    <a:pt x="320913" y="232753"/>
                  </a:lnTo>
                  <a:lnTo>
                    <a:pt x="322909" y="227862"/>
                  </a:lnTo>
                  <a:lnTo>
                    <a:pt x="324750" y="222911"/>
                  </a:lnTo>
                  <a:lnTo>
                    <a:pt x="326433" y="217904"/>
                  </a:lnTo>
                  <a:lnTo>
                    <a:pt x="327957" y="212846"/>
                  </a:lnTo>
                  <a:lnTo>
                    <a:pt x="329321" y="207743"/>
                  </a:lnTo>
                  <a:lnTo>
                    <a:pt x="330522" y="202599"/>
                  </a:lnTo>
                  <a:lnTo>
                    <a:pt x="331561" y="197420"/>
                  </a:lnTo>
                  <a:lnTo>
                    <a:pt x="332435" y="192210"/>
                  </a:lnTo>
                  <a:lnTo>
                    <a:pt x="333144" y="186976"/>
                  </a:lnTo>
                  <a:lnTo>
                    <a:pt x="333688" y="181721"/>
                  </a:lnTo>
                  <a:lnTo>
                    <a:pt x="334065" y="176452"/>
                  </a:lnTo>
                  <a:lnTo>
                    <a:pt x="334276" y="171174"/>
                  </a:lnTo>
                  <a:lnTo>
                    <a:pt x="334320" y="165892"/>
                  </a:lnTo>
                  <a:lnTo>
                    <a:pt x="334197" y="160611"/>
                  </a:lnTo>
                  <a:lnTo>
                    <a:pt x="333907" y="155337"/>
                  </a:lnTo>
                  <a:lnTo>
                    <a:pt x="333450" y="150074"/>
                  </a:lnTo>
                  <a:lnTo>
                    <a:pt x="332828" y="144829"/>
                  </a:lnTo>
                  <a:lnTo>
                    <a:pt x="332040" y="139605"/>
                  </a:lnTo>
                  <a:lnTo>
                    <a:pt x="331087" y="134410"/>
                  </a:lnTo>
                  <a:lnTo>
                    <a:pt x="329971" y="129247"/>
                  </a:lnTo>
                  <a:lnTo>
                    <a:pt x="328692" y="124121"/>
                  </a:lnTo>
                  <a:lnTo>
                    <a:pt x="327252" y="119039"/>
                  </a:lnTo>
                  <a:lnTo>
                    <a:pt x="325652" y="114005"/>
                  </a:lnTo>
                  <a:lnTo>
                    <a:pt x="323894" y="109024"/>
                  </a:lnTo>
                  <a:lnTo>
                    <a:pt x="321979" y="104101"/>
                  </a:lnTo>
                  <a:lnTo>
                    <a:pt x="319910" y="99240"/>
                  </a:lnTo>
                  <a:lnTo>
                    <a:pt x="317688" y="94448"/>
                  </a:lnTo>
                  <a:lnTo>
                    <a:pt x="315316" y="89728"/>
                  </a:lnTo>
                  <a:lnTo>
                    <a:pt x="312796" y="85086"/>
                  </a:lnTo>
                  <a:lnTo>
                    <a:pt x="310130" y="80525"/>
                  </a:lnTo>
                  <a:lnTo>
                    <a:pt x="307322" y="76051"/>
                  </a:lnTo>
                  <a:lnTo>
                    <a:pt x="304374" y="71668"/>
                  </a:lnTo>
                  <a:lnTo>
                    <a:pt x="301289" y="67380"/>
                  </a:lnTo>
                  <a:lnTo>
                    <a:pt x="298069" y="63192"/>
                  </a:lnTo>
                  <a:lnTo>
                    <a:pt x="294720" y="59108"/>
                  </a:lnTo>
                  <a:lnTo>
                    <a:pt x="291242" y="55132"/>
                  </a:lnTo>
                  <a:lnTo>
                    <a:pt x="287641" y="51267"/>
                  </a:lnTo>
                  <a:lnTo>
                    <a:pt x="283920" y="47518"/>
                  </a:lnTo>
                  <a:lnTo>
                    <a:pt x="280082" y="43889"/>
                  </a:lnTo>
                  <a:lnTo>
                    <a:pt x="276131" y="40382"/>
                  </a:lnTo>
                  <a:lnTo>
                    <a:pt x="272071" y="37003"/>
                  </a:lnTo>
                  <a:lnTo>
                    <a:pt x="267907" y="33753"/>
                  </a:lnTo>
                  <a:lnTo>
                    <a:pt x="263642" y="30636"/>
                  </a:lnTo>
                  <a:lnTo>
                    <a:pt x="259281" y="27656"/>
                  </a:lnTo>
                  <a:lnTo>
                    <a:pt x="254827" y="24815"/>
                  </a:lnTo>
                  <a:lnTo>
                    <a:pt x="250286" y="22116"/>
                  </a:lnTo>
                  <a:lnTo>
                    <a:pt x="245663" y="19562"/>
                  </a:lnTo>
                  <a:lnTo>
                    <a:pt x="240960" y="17155"/>
                  </a:lnTo>
                  <a:lnTo>
                    <a:pt x="236185" y="14898"/>
                  </a:lnTo>
                  <a:lnTo>
                    <a:pt x="231340" y="12793"/>
                  </a:lnTo>
                  <a:lnTo>
                    <a:pt x="226431" y="10842"/>
                  </a:lnTo>
                  <a:lnTo>
                    <a:pt x="221463" y="9048"/>
                  </a:lnTo>
                  <a:lnTo>
                    <a:pt x="216440" y="7411"/>
                  </a:lnTo>
                  <a:lnTo>
                    <a:pt x="211369" y="5934"/>
                  </a:lnTo>
                  <a:lnTo>
                    <a:pt x="206253" y="4617"/>
                  </a:lnTo>
                  <a:lnTo>
                    <a:pt x="201098" y="3463"/>
                  </a:lnTo>
                  <a:lnTo>
                    <a:pt x="195910" y="2472"/>
                  </a:lnTo>
                  <a:lnTo>
                    <a:pt x="190692" y="1646"/>
                  </a:lnTo>
                  <a:lnTo>
                    <a:pt x="185452" y="985"/>
                  </a:lnTo>
                  <a:lnTo>
                    <a:pt x="180192" y="490"/>
                  </a:lnTo>
                  <a:lnTo>
                    <a:pt x="174920" y="161"/>
                  </a:lnTo>
                  <a:lnTo>
                    <a:pt x="169640" y="0"/>
                  </a:lnTo>
                  <a:lnTo>
                    <a:pt x="167157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83779" y="3170392"/>
              <a:ext cx="2483" cy="167167"/>
            </a:xfrm>
            <a:custGeom>
              <a:avLst/>
              <a:pathLst>
                <a:path w="2483" h="167167">
                  <a:moveTo>
                    <a:pt x="2483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3398" y="2633064"/>
              <a:ext cx="165612" cy="167167"/>
            </a:xfrm>
            <a:custGeom>
              <a:avLst/>
              <a:pathLst>
                <a:path w="165612" h="167167">
                  <a:moveTo>
                    <a:pt x="165612" y="0"/>
                  </a:moveTo>
                  <a:lnTo>
                    <a:pt x="160164" y="88"/>
                  </a:lnTo>
                  <a:lnTo>
                    <a:pt x="154721" y="355"/>
                  </a:lnTo>
                  <a:lnTo>
                    <a:pt x="149290" y="798"/>
                  </a:lnTo>
                  <a:lnTo>
                    <a:pt x="143877" y="1419"/>
                  </a:lnTo>
                  <a:lnTo>
                    <a:pt x="138486" y="2215"/>
                  </a:lnTo>
                  <a:lnTo>
                    <a:pt x="133124" y="3187"/>
                  </a:lnTo>
                  <a:lnTo>
                    <a:pt x="127797" y="4333"/>
                  </a:lnTo>
                  <a:lnTo>
                    <a:pt x="122510" y="5652"/>
                  </a:lnTo>
                  <a:lnTo>
                    <a:pt x="117269" y="7142"/>
                  </a:lnTo>
                  <a:lnTo>
                    <a:pt x="112079" y="8803"/>
                  </a:lnTo>
                  <a:lnTo>
                    <a:pt x="106946" y="10632"/>
                  </a:lnTo>
                  <a:lnTo>
                    <a:pt x="101876" y="12627"/>
                  </a:lnTo>
                  <a:lnTo>
                    <a:pt x="96873" y="14786"/>
                  </a:lnTo>
                  <a:lnTo>
                    <a:pt x="91943" y="17108"/>
                  </a:lnTo>
                  <a:lnTo>
                    <a:pt x="87091" y="19588"/>
                  </a:lnTo>
                  <a:lnTo>
                    <a:pt x="82323" y="22226"/>
                  </a:lnTo>
                  <a:lnTo>
                    <a:pt x="77644" y="25017"/>
                  </a:lnTo>
                  <a:lnTo>
                    <a:pt x="73057" y="27960"/>
                  </a:lnTo>
                  <a:lnTo>
                    <a:pt x="68569" y="31050"/>
                  </a:lnTo>
                  <a:lnTo>
                    <a:pt x="64185" y="34286"/>
                  </a:lnTo>
                  <a:lnTo>
                    <a:pt x="59908" y="37662"/>
                  </a:lnTo>
                  <a:lnTo>
                    <a:pt x="55743" y="41176"/>
                  </a:lnTo>
                  <a:lnTo>
                    <a:pt x="51695" y="44824"/>
                  </a:lnTo>
                  <a:lnTo>
                    <a:pt x="47768" y="48601"/>
                  </a:lnTo>
                  <a:lnTo>
                    <a:pt x="43967" y="52505"/>
                  </a:lnTo>
                  <a:lnTo>
                    <a:pt x="40294" y="56531"/>
                  </a:lnTo>
                  <a:lnTo>
                    <a:pt x="36755" y="60674"/>
                  </a:lnTo>
                  <a:lnTo>
                    <a:pt x="33353" y="64930"/>
                  </a:lnTo>
                  <a:lnTo>
                    <a:pt x="30091" y="69295"/>
                  </a:lnTo>
                  <a:lnTo>
                    <a:pt x="26973" y="73764"/>
                  </a:lnTo>
                  <a:lnTo>
                    <a:pt x="24002" y="78332"/>
                  </a:lnTo>
                  <a:lnTo>
                    <a:pt x="21182" y="82995"/>
                  </a:lnTo>
                  <a:lnTo>
                    <a:pt x="18516" y="87747"/>
                  </a:lnTo>
                  <a:lnTo>
                    <a:pt x="16005" y="92583"/>
                  </a:lnTo>
                  <a:lnTo>
                    <a:pt x="13654" y="97499"/>
                  </a:lnTo>
                  <a:lnTo>
                    <a:pt x="11464" y="102488"/>
                  </a:lnTo>
                  <a:lnTo>
                    <a:pt x="9438" y="107546"/>
                  </a:lnTo>
                  <a:lnTo>
                    <a:pt x="7578" y="112668"/>
                  </a:lnTo>
                  <a:lnTo>
                    <a:pt x="5886" y="117848"/>
                  </a:lnTo>
                  <a:lnTo>
                    <a:pt x="4363" y="123080"/>
                  </a:lnTo>
                  <a:lnTo>
                    <a:pt x="3012" y="128359"/>
                  </a:lnTo>
                  <a:lnTo>
                    <a:pt x="1833" y="133679"/>
                  </a:lnTo>
                  <a:lnTo>
                    <a:pt x="829" y="139034"/>
                  </a:lnTo>
                  <a:lnTo>
                    <a:pt x="0" y="144420"/>
                  </a:lnTo>
                  <a:lnTo>
                    <a:pt x="16561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3398" y="2777484"/>
              <a:ext cx="165612" cy="22747"/>
            </a:xfrm>
            <a:custGeom>
              <a:avLst/>
              <a:pathLst>
                <a:path w="165612" h="22747">
                  <a:moveTo>
                    <a:pt x="0" y="0"/>
                  </a:moveTo>
                  <a:lnTo>
                    <a:pt x="165612" y="22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1851" y="2658289"/>
              <a:ext cx="334326" cy="309102"/>
            </a:xfrm>
            <a:custGeom>
              <a:avLst/>
              <a:pathLst>
                <a:path w="334326" h="309102">
                  <a:moveTo>
                    <a:pt x="1547" y="119195"/>
                  </a:moveTo>
                  <a:lnTo>
                    <a:pt x="908" y="124471"/>
                  </a:lnTo>
                  <a:lnTo>
                    <a:pt x="436" y="129765"/>
                  </a:lnTo>
                  <a:lnTo>
                    <a:pt x="133" y="135072"/>
                  </a:lnTo>
                  <a:lnTo>
                    <a:pt x="0" y="140385"/>
                  </a:lnTo>
                  <a:lnTo>
                    <a:pt x="34" y="145700"/>
                  </a:lnTo>
                  <a:lnTo>
                    <a:pt x="238" y="151011"/>
                  </a:lnTo>
                  <a:lnTo>
                    <a:pt x="611" y="156312"/>
                  </a:lnTo>
                  <a:lnTo>
                    <a:pt x="1152" y="161600"/>
                  </a:lnTo>
                  <a:lnTo>
                    <a:pt x="1861" y="166867"/>
                  </a:lnTo>
                  <a:lnTo>
                    <a:pt x="2737" y="172109"/>
                  </a:lnTo>
                  <a:lnTo>
                    <a:pt x="3779" y="177321"/>
                  </a:lnTo>
                  <a:lnTo>
                    <a:pt x="4986" y="182497"/>
                  </a:lnTo>
                  <a:lnTo>
                    <a:pt x="6357" y="187632"/>
                  </a:lnTo>
                  <a:lnTo>
                    <a:pt x="7891" y="192721"/>
                  </a:lnTo>
                  <a:lnTo>
                    <a:pt x="9586" y="197758"/>
                  </a:lnTo>
                  <a:lnTo>
                    <a:pt x="11440" y="202740"/>
                  </a:lnTo>
                  <a:lnTo>
                    <a:pt x="13452" y="207659"/>
                  </a:lnTo>
                  <a:lnTo>
                    <a:pt x="15618" y="212512"/>
                  </a:lnTo>
                  <a:lnTo>
                    <a:pt x="17938" y="217294"/>
                  </a:lnTo>
                  <a:lnTo>
                    <a:pt x="20409" y="222000"/>
                  </a:lnTo>
                  <a:lnTo>
                    <a:pt x="23028" y="226625"/>
                  </a:lnTo>
                  <a:lnTo>
                    <a:pt x="25793" y="231164"/>
                  </a:lnTo>
                  <a:lnTo>
                    <a:pt x="28701" y="235613"/>
                  </a:lnTo>
                  <a:lnTo>
                    <a:pt x="31749" y="239967"/>
                  </a:lnTo>
                  <a:lnTo>
                    <a:pt x="34934" y="244222"/>
                  </a:lnTo>
                  <a:lnTo>
                    <a:pt x="38252" y="248374"/>
                  </a:lnTo>
                  <a:lnTo>
                    <a:pt x="41701" y="252418"/>
                  </a:lnTo>
                  <a:lnTo>
                    <a:pt x="45276" y="256351"/>
                  </a:lnTo>
                  <a:lnTo>
                    <a:pt x="48975" y="260167"/>
                  </a:lnTo>
                  <a:lnTo>
                    <a:pt x="52793" y="263865"/>
                  </a:lnTo>
                  <a:lnTo>
                    <a:pt x="56727" y="267439"/>
                  </a:lnTo>
                  <a:lnTo>
                    <a:pt x="60772" y="270886"/>
                  </a:lnTo>
                  <a:lnTo>
                    <a:pt x="64925" y="274203"/>
                  </a:lnTo>
                  <a:lnTo>
                    <a:pt x="69181" y="277386"/>
                  </a:lnTo>
                  <a:lnTo>
                    <a:pt x="73536" y="280432"/>
                  </a:lnTo>
                  <a:lnTo>
                    <a:pt x="77986" y="283339"/>
                  </a:lnTo>
                  <a:lnTo>
                    <a:pt x="82526" y="286102"/>
                  </a:lnTo>
                  <a:lnTo>
                    <a:pt x="87152" y="288720"/>
                  </a:lnTo>
                  <a:lnTo>
                    <a:pt x="91858" y="291189"/>
                  </a:lnTo>
                  <a:lnTo>
                    <a:pt x="96641" y="293507"/>
                  </a:lnTo>
                  <a:lnTo>
                    <a:pt x="101495" y="295673"/>
                  </a:lnTo>
                  <a:lnTo>
                    <a:pt x="106415" y="297682"/>
                  </a:lnTo>
                  <a:lnTo>
                    <a:pt x="111397" y="299535"/>
                  </a:lnTo>
                  <a:lnTo>
                    <a:pt x="116435" y="301228"/>
                  </a:lnTo>
                  <a:lnTo>
                    <a:pt x="121524" y="302760"/>
                  </a:lnTo>
                  <a:lnTo>
                    <a:pt x="126660" y="304129"/>
                  </a:lnTo>
                  <a:lnTo>
                    <a:pt x="131836" y="305335"/>
                  </a:lnTo>
                  <a:lnTo>
                    <a:pt x="137048" y="306375"/>
                  </a:lnTo>
                  <a:lnTo>
                    <a:pt x="142291" y="307249"/>
                  </a:lnTo>
                  <a:lnTo>
                    <a:pt x="147559" y="307956"/>
                  </a:lnTo>
                  <a:lnTo>
                    <a:pt x="152846" y="308495"/>
                  </a:lnTo>
                  <a:lnTo>
                    <a:pt x="158148" y="308866"/>
                  </a:lnTo>
                  <a:lnTo>
                    <a:pt x="163459" y="309068"/>
                  </a:lnTo>
                  <a:lnTo>
                    <a:pt x="168774" y="309102"/>
                  </a:lnTo>
                  <a:lnTo>
                    <a:pt x="174087" y="308966"/>
                  </a:lnTo>
                  <a:lnTo>
                    <a:pt x="179393" y="308661"/>
                  </a:lnTo>
                  <a:lnTo>
                    <a:pt x="184687" y="308188"/>
                  </a:lnTo>
                  <a:lnTo>
                    <a:pt x="189963" y="307547"/>
                  </a:lnTo>
                  <a:lnTo>
                    <a:pt x="195216" y="306738"/>
                  </a:lnTo>
                  <a:lnTo>
                    <a:pt x="200441" y="305763"/>
                  </a:lnTo>
                  <a:lnTo>
                    <a:pt x="205632" y="304622"/>
                  </a:lnTo>
                  <a:lnTo>
                    <a:pt x="210784" y="303317"/>
                  </a:lnTo>
                  <a:lnTo>
                    <a:pt x="215892" y="301848"/>
                  </a:lnTo>
                  <a:lnTo>
                    <a:pt x="220951" y="300218"/>
                  </a:lnTo>
                  <a:lnTo>
                    <a:pt x="225956" y="298428"/>
                  </a:lnTo>
                  <a:lnTo>
                    <a:pt x="230901" y="296480"/>
                  </a:lnTo>
                  <a:lnTo>
                    <a:pt x="235781" y="294376"/>
                  </a:lnTo>
                  <a:lnTo>
                    <a:pt x="240592" y="292117"/>
                  </a:lnTo>
                  <a:lnTo>
                    <a:pt x="245329" y="289707"/>
                  </a:lnTo>
                  <a:lnTo>
                    <a:pt x="249987" y="287147"/>
                  </a:lnTo>
                  <a:lnTo>
                    <a:pt x="254561" y="284441"/>
                  </a:lnTo>
                  <a:lnTo>
                    <a:pt x="259047" y="281590"/>
                  </a:lnTo>
                  <a:lnTo>
                    <a:pt x="263440" y="278599"/>
                  </a:lnTo>
                  <a:lnTo>
                    <a:pt x="267736" y="275469"/>
                  </a:lnTo>
                  <a:lnTo>
                    <a:pt x="271930" y="272204"/>
                  </a:lnTo>
                  <a:lnTo>
                    <a:pt x="276018" y="268807"/>
                  </a:lnTo>
                  <a:lnTo>
                    <a:pt x="279996" y="265283"/>
                  </a:lnTo>
                  <a:lnTo>
                    <a:pt x="283860" y="261633"/>
                  </a:lnTo>
                  <a:lnTo>
                    <a:pt x="287606" y="257863"/>
                  </a:lnTo>
                  <a:lnTo>
                    <a:pt x="291230" y="253975"/>
                  </a:lnTo>
                  <a:lnTo>
                    <a:pt x="294729" y="249974"/>
                  </a:lnTo>
                  <a:lnTo>
                    <a:pt x="298099" y="245864"/>
                  </a:lnTo>
                  <a:lnTo>
                    <a:pt x="301336" y="241649"/>
                  </a:lnTo>
                  <a:lnTo>
                    <a:pt x="304438" y="237333"/>
                  </a:lnTo>
                  <a:lnTo>
                    <a:pt x="307401" y="232921"/>
                  </a:lnTo>
                  <a:lnTo>
                    <a:pt x="310223" y="228417"/>
                  </a:lnTo>
                  <a:lnTo>
                    <a:pt x="312899" y="223825"/>
                  </a:lnTo>
                  <a:lnTo>
                    <a:pt x="315429" y="219151"/>
                  </a:lnTo>
                  <a:lnTo>
                    <a:pt x="317808" y="214398"/>
                  </a:lnTo>
                  <a:lnTo>
                    <a:pt x="320036" y="209572"/>
                  </a:lnTo>
                  <a:lnTo>
                    <a:pt x="322108" y="204678"/>
                  </a:lnTo>
                  <a:lnTo>
                    <a:pt x="324024" y="199721"/>
                  </a:lnTo>
                  <a:lnTo>
                    <a:pt x="325782" y="194705"/>
                  </a:lnTo>
                  <a:lnTo>
                    <a:pt x="327379" y="189636"/>
                  </a:lnTo>
                  <a:lnTo>
                    <a:pt x="328814" y="184518"/>
                  </a:lnTo>
                  <a:lnTo>
                    <a:pt x="330086" y="179358"/>
                  </a:lnTo>
                  <a:lnTo>
                    <a:pt x="331193" y="174159"/>
                  </a:lnTo>
                  <a:lnTo>
                    <a:pt x="332134" y="168928"/>
                  </a:lnTo>
                  <a:lnTo>
                    <a:pt x="332909" y="163670"/>
                  </a:lnTo>
                  <a:lnTo>
                    <a:pt x="333516" y="158390"/>
                  </a:lnTo>
                  <a:lnTo>
                    <a:pt x="333955" y="153093"/>
                  </a:lnTo>
                  <a:lnTo>
                    <a:pt x="334225" y="147785"/>
                  </a:lnTo>
                  <a:lnTo>
                    <a:pt x="334326" y="142471"/>
                  </a:lnTo>
                  <a:lnTo>
                    <a:pt x="334259" y="137157"/>
                  </a:lnTo>
                  <a:lnTo>
                    <a:pt x="334022" y="131847"/>
                  </a:lnTo>
                  <a:lnTo>
                    <a:pt x="333617" y="126548"/>
                  </a:lnTo>
                  <a:lnTo>
                    <a:pt x="333043" y="121264"/>
                  </a:lnTo>
                  <a:lnTo>
                    <a:pt x="332302" y="116001"/>
                  </a:lnTo>
                  <a:lnTo>
                    <a:pt x="331394" y="110764"/>
                  </a:lnTo>
                  <a:lnTo>
                    <a:pt x="330320" y="105559"/>
                  </a:lnTo>
                  <a:lnTo>
                    <a:pt x="329081" y="100390"/>
                  </a:lnTo>
                  <a:lnTo>
                    <a:pt x="327678" y="95264"/>
                  </a:lnTo>
                  <a:lnTo>
                    <a:pt x="326113" y="90185"/>
                  </a:lnTo>
                  <a:lnTo>
                    <a:pt x="324387" y="85158"/>
                  </a:lnTo>
                  <a:lnTo>
                    <a:pt x="322503" y="80188"/>
                  </a:lnTo>
                  <a:lnTo>
                    <a:pt x="320461" y="75281"/>
                  </a:lnTo>
                  <a:lnTo>
                    <a:pt x="318264" y="70441"/>
                  </a:lnTo>
                  <a:lnTo>
                    <a:pt x="315915" y="65674"/>
                  </a:lnTo>
                  <a:lnTo>
                    <a:pt x="313415" y="60983"/>
                  </a:lnTo>
                  <a:lnTo>
                    <a:pt x="310767" y="56375"/>
                  </a:lnTo>
                  <a:lnTo>
                    <a:pt x="307975" y="51853"/>
                  </a:lnTo>
                  <a:lnTo>
                    <a:pt x="305040" y="47422"/>
                  </a:lnTo>
                  <a:lnTo>
                    <a:pt x="301965" y="43086"/>
                  </a:lnTo>
                  <a:lnTo>
                    <a:pt x="298754" y="38851"/>
                  </a:lnTo>
                  <a:lnTo>
                    <a:pt x="295411" y="34719"/>
                  </a:lnTo>
                  <a:lnTo>
                    <a:pt x="291937" y="30697"/>
                  </a:lnTo>
                  <a:lnTo>
                    <a:pt x="288338" y="26786"/>
                  </a:lnTo>
                  <a:lnTo>
                    <a:pt x="284616" y="22992"/>
                  </a:lnTo>
                  <a:lnTo>
                    <a:pt x="280775" y="19318"/>
                  </a:lnTo>
                  <a:lnTo>
                    <a:pt x="276819" y="15768"/>
                  </a:lnTo>
                  <a:lnTo>
                    <a:pt x="272753" y="12346"/>
                  </a:lnTo>
                  <a:lnTo>
                    <a:pt x="268579" y="9055"/>
                  </a:lnTo>
                  <a:lnTo>
                    <a:pt x="264304" y="5898"/>
                  </a:lnTo>
                  <a:lnTo>
                    <a:pt x="259930" y="2878"/>
                  </a:lnTo>
                  <a:lnTo>
                    <a:pt x="255462" y="0"/>
                  </a:lnTo>
                  <a:lnTo>
                    <a:pt x="167160" y="1419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919011" y="2633064"/>
              <a:ext cx="88302" cy="167167"/>
            </a:xfrm>
            <a:custGeom>
              <a:avLst/>
              <a:pathLst>
                <a:path w="88302" h="167167">
                  <a:moveTo>
                    <a:pt x="88302" y="25224"/>
                  </a:moveTo>
                  <a:lnTo>
                    <a:pt x="83312" y="22240"/>
                  </a:lnTo>
                  <a:lnTo>
                    <a:pt x="78222" y="19430"/>
                  </a:lnTo>
                  <a:lnTo>
                    <a:pt x="73037" y="16799"/>
                  </a:lnTo>
                  <a:lnTo>
                    <a:pt x="67764" y="14350"/>
                  </a:lnTo>
                  <a:lnTo>
                    <a:pt x="62409" y="12086"/>
                  </a:lnTo>
                  <a:lnTo>
                    <a:pt x="56978" y="10010"/>
                  </a:lnTo>
                  <a:lnTo>
                    <a:pt x="51479" y="8123"/>
                  </a:lnTo>
                  <a:lnTo>
                    <a:pt x="45917" y="6429"/>
                  </a:lnTo>
                  <a:lnTo>
                    <a:pt x="40299" y="4930"/>
                  </a:lnTo>
                  <a:lnTo>
                    <a:pt x="34633" y="3627"/>
                  </a:lnTo>
                  <a:lnTo>
                    <a:pt x="28925" y="2521"/>
                  </a:lnTo>
                  <a:lnTo>
                    <a:pt x="23182" y="1615"/>
                  </a:lnTo>
                  <a:lnTo>
                    <a:pt x="17411" y="909"/>
                  </a:lnTo>
                  <a:lnTo>
                    <a:pt x="11619" y="404"/>
                  </a:lnTo>
                  <a:lnTo>
                    <a:pt x="5813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81312" y="2126963"/>
              <a:ext cx="47159" cy="167167"/>
            </a:xfrm>
            <a:custGeom>
              <a:avLst/>
              <a:pathLst>
                <a:path w="47159" h="167167">
                  <a:moveTo>
                    <a:pt x="47159" y="0"/>
                  </a:moveTo>
                  <a:lnTo>
                    <a:pt x="41184" y="106"/>
                  </a:lnTo>
                  <a:lnTo>
                    <a:pt x="35217" y="427"/>
                  </a:lnTo>
                  <a:lnTo>
                    <a:pt x="29265" y="960"/>
                  </a:lnTo>
                  <a:lnTo>
                    <a:pt x="23336" y="1706"/>
                  </a:lnTo>
                  <a:lnTo>
                    <a:pt x="17438" y="2663"/>
                  </a:lnTo>
                  <a:lnTo>
                    <a:pt x="11577" y="3830"/>
                  </a:lnTo>
                  <a:lnTo>
                    <a:pt x="5762" y="5206"/>
                  </a:lnTo>
                  <a:lnTo>
                    <a:pt x="0" y="6790"/>
                  </a:lnTo>
                  <a:lnTo>
                    <a:pt x="471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1312" y="2133753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561309" y="2133753"/>
              <a:ext cx="260675" cy="327530"/>
            </a:xfrm>
            <a:custGeom>
              <a:avLst/>
              <a:pathLst>
                <a:path w="260675" h="327530">
                  <a:moveTo>
                    <a:pt x="120003" y="0"/>
                  </a:moveTo>
                  <a:lnTo>
                    <a:pt x="114906" y="1587"/>
                  </a:lnTo>
                  <a:lnTo>
                    <a:pt x="109862" y="3337"/>
                  </a:lnTo>
                  <a:lnTo>
                    <a:pt x="104876" y="5247"/>
                  </a:lnTo>
                  <a:lnTo>
                    <a:pt x="99955" y="7315"/>
                  </a:lnTo>
                  <a:lnTo>
                    <a:pt x="95101" y="9539"/>
                  </a:lnTo>
                  <a:lnTo>
                    <a:pt x="90321" y="11917"/>
                  </a:lnTo>
                  <a:lnTo>
                    <a:pt x="85620" y="14446"/>
                  </a:lnTo>
                  <a:lnTo>
                    <a:pt x="81002" y="17124"/>
                  </a:lnTo>
                  <a:lnTo>
                    <a:pt x="76471" y="19949"/>
                  </a:lnTo>
                  <a:lnTo>
                    <a:pt x="72033" y="22916"/>
                  </a:lnTo>
                  <a:lnTo>
                    <a:pt x="67692" y="26024"/>
                  </a:lnTo>
                  <a:lnTo>
                    <a:pt x="63453" y="29269"/>
                  </a:lnTo>
                  <a:lnTo>
                    <a:pt x="59319" y="32647"/>
                  </a:lnTo>
                  <a:lnTo>
                    <a:pt x="55296" y="36156"/>
                  </a:lnTo>
                  <a:lnTo>
                    <a:pt x="51386" y="39792"/>
                  </a:lnTo>
                  <a:lnTo>
                    <a:pt x="47595" y="43550"/>
                  </a:lnTo>
                  <a:lnTo>
                    <a:pt x="43925" y="47428"/>
                  </a:lnTo>
                  <a:lnTo>
                    <a:pt x="40381" y="51421"/>
                  </a:lnTo>
                  <a:lnTo>
                    <a:pt x="36967" y="55525"/>
                  </a:lnTo>
                  <a:lnTo>
                    <a:pt x="33685" y="59736"/>
                  </a:lnTo>
                  <a:lnTo>
                    <a:pt x="30539" y="64049"/>
                  </a:lnTo>
                  <a:lnTo>
                    <a:pt x="27533" y="68461"/>
                  </a:lnTo>
                  <a:lnTo>
                    <a:pt x="24669" y="72966"/>
                  </a:lnTo>
                  <a:lnTo>
                    <a:pt x="21951" y="77561"/>
                  </a:lnTo>
                  <a:lnTo>
                    <a:pt x="19380" y="82240"/>
                  </a:lnTo>
                  <a:lnTo>
                    <a:pt x="16960" y="86999"/>
                  </a:lnTo>
                  <a:lnTo>
                    <a:pt x="14694" y="91833"/>
                  </a:lnTo>
                  <a:lnTo>
                    <a:pt x="12583" y="96736"/>
                  </a:lnTo>
                  <a:lnTo>
                    <a:pt x="10630" y="101705"/>
                  </a:lnTo>
                  <a:lnTo>
                    <a:pt x="8836" y="106733"/>
                  </a:lnTo>
                  <a:lnTo>
                    <a:pt x="7204" y="111816"/>
                  </a:lnTo>
                  <a:lnTo>
                    <a:pt x="5735" y="116949"/>
                  </a:lnTo>
                  <a:lnTo>
                    <a:pt x="4430" y="122126"/>
                  </a:lnTo>
                  <a:lnTo>
                    <a:pt x="3292" y="127342"/>
                  </a:lnTo>
                  <a:lnTo>
                    <a:pt x="2320" y="132591"/>
                  </a:lnTo>
                  <a:lnTo>
                    <a:pt x="1517" y="137869"/>
                  </a:lnTo>
                  <a:lnTo>
                    <a:pt x="883" y="143170"/>
                  </a:lnTo>
                  <a:lnTo>
                    <a:pt x="418" y="148488"/>
                  </a:lnTo>
                  <a:lnTo>
                    <a:pt x="124" y="153819"/>
                  </a:lnTo>
                  <a:lnTo>
                    <a:pt x="0" y="159156"/>
                  </a:lnTo>
                  <a:lnTo>
                    <a:pt x="46" y="164495"/>
                  </a:lnTo>
                  <a:lnTo>
                    <a:pt x="262" y="169829"/>
                  </a:lnTo>
                  <a:lnTo>
                    <a:pt x="649" y="175154"/>
                  </a:lnTo>
                  <a:lnTo>
                    <a:pt x="1206" y="180463"/>
                  </a:lnTo>
                  <a:lnTo>
                    <a:pt x="1932" y="185752"/>
                  </a:lnTo>
                  <a:lnTo>
                    <a:pt x="2827" y="191016"/>
                  </a:lnTo>
                  <a:lnTo>
                    <a:pt x="3889" y="196247"/>
                  </a:lnTo>
                  <a:lnTo>
                    <a:pt x="5118" y="201443"/>
                  </a:lnTo>
                  <a:lnTo>
                    <a:pt x="6512" y="206596"/>
                  </a:lnTo>
                  <a:lnTo>
                    <a:pt x="8069" y="211703"/>
                  </a:lnTo>
                  <a:lnTo>
                    <a:pt x="9789" y="216757"/>
                  </a:lnTo>
                  <a:lnTo>
                    <a:pt x="11670" y="221753"/>
                  </a:lnTo>
                  <a:lnTo>
                    <a:pt x="13709" y="226687"/>
                  </a:lnTo>
                  <a:lnTo>
                    <a:pt x="15905" y="231553"/>
                  </a:lnTo>
                  <a:lnTo>
                    <a:pt x="18255" y="236347"/>
                  </a:lnTo>
                  <a:lnTo>
                    <a:pt x="20757" y="241063"/>
                  </a:lnTo>
                  <a:lnTo>
                    <a:pt x="23408" y="245697"/>
                  </a:lnTo>
                  <a:lnTo>
                    <a:pt x="26206" y="250244"/>
                  </a:lnTo>
                  <a:lnTo>
                    <a:pt x="29147" y="254699"/>
                  </a:lnTo>
                  <a:lnTo>
                    <a:pt x="32229" y="259058"/>
                  </a:lnTo>
                  <a:lnTo>
                    <a:pt x="35449" y="263317"/>
                  </a:lnTo>
                  <a:lnTo>
                    <a:pt x="38804" y="267470"/>
                  </a:lnTo>
                  <a:lnTo>
                    <a:pt x="42289" y="271514"/>
                  </a:lnTo>
                  <a:lnTo>
                    <a:pt x="45901" y="275445"/>
                  </a:lnTo>
                  <a:lnTo>
                    <a:pt x="49637" y="279258"/>
                  </a:lnTo>
                  <a:lnTo>
                    <a:pt x="53493" y="282951"/>
                  </a:lnTo>
                  <a:lnTo>
                    <a:pt x="57465" y="286518"/>
                  </a:lnTo>
                  <a:lnTo>
                    <a:pt x="61549" y="289956"/>
                  </a:lnTo>
                  <a:lnTo>
                    <a:pt x="65741" y="293263"/>
                  </a:lnTo>
                  <a:lnTo>
                    <a:pt x="70036" y="296434"/>
                  </a:lnTo>
                  <a:lnTo>
                    <a:pt x="74430" y="299466"/>
                  </a:lnTo>
                  <a:lnTo>
                    <a:pt x="78919" y="302356"/>
                  </a:lnTo>
                  <a:lnTo>
                    <a:pt x="83497" y="305101"/>
                  </a:lnTo>
                  <a:lnTo>
                    <a:pt x="88161" y="307699"/>
                  </a:lnTo>
                  <a:lnTo>
                    <a:pt x="92906" y="310147"/>
                  </a:lnTo>
                  <a:lnTo>
                    <a:pt x="97726" y="312441"/>
                  </a:lnTo>
                  <a:lnTo>
                    <a:pt x="102618" y="314581"/>
                  </a:lnTo>
                  <a:lnTo>
                    <a:pt x="107575" y="316563"/>
                  </a:lnTo>
                  <a:lnTo>
                    <a:pt x="112592" y="318387"/>
                  </a:lnTo>
                  <a:lnTo>
                    <a:pt x="117666" y="320049"/>
                  </a:lnTo>
                  <a:lnTo>
                    <a:pt x="122790" y="321548"/>
                  </a:lnTo>
                  <a:lnTo>
                    <a:pt x="127959" y="322882"/>
                  </a:lnTo>
                  <a:lnTo>
                    <a:pt x="133168" y="324051"/>
                  </a:lnTo>
                  <a:lnTo>
                    <a:pt x="138412" y="325053"/>
                  </a:lnTo>
                  <a:lnTo>
                    <a:pt x="143685" y="325887"/>
                  </a:lnTo>
                  <a:lnTo>
                    <a:pt x="148982" y="326553"/>
                  </a:lnTo>
                  <a:lnTo>
                    <a:pt x="154297" y="327049"/>
                  </a:lnTo>
                  <a:lnTo>
                    <a:pt x="159626" y="327374"/>
                  </a:lnTo>
                  <a:lnTo>
                    <a:pt x="164963" y="327530"/>
                  </a:lnTo>
                  <a:lnTo>
                    <a:pt x="170301" y="327515"/>
                  </a:lnTo>
                  <a:lnTo>
                    <a:pt x="175637" y="327329"/>
                  </a:lnTo>
                  <a:lnTo>
                    <a:pt x="180964" y="326974"/>
                  </a:lnTo>
                  <a:lnTo>
                    <a:pt x="186276" y="326448"/>
                  </a:lnTo>
                  <a:lnTo>
                    <a:pt x="191570" y="325753"/>
                  </a:lnTo>
                  <a:lnTo>
                    <a:pt x="196838" y="324889"/>
                  </a:lnTo>
                  <a:lnTo>
                    <a:pt x="202076" y="323858"/>
                  </a:lnTo>
                  <a:lnTo>
                    <a:pt x="207278" y="322660"/>
                  </a:lnTo>
                  <a:lnTo>
                    <a:pt x="212440" y="321296"/>
                  </a:lnTo>
                  <a:lnTo>
                    <a:pt x="217555" y="319768"/>
                  </a:lnTo>
                  <a:lnTo>
                    <a:pt x="222619" y="318078"/>
                  </a:lnTo>
                  <a:lnTo>
                    <a:pt x="227627" y="316226"/>
                  </a:lnTo>
                  <a:lnTo>
                    <a:pt x="232573" y="314216"/>
                  </a:lnTo>
                  <a:lnTo>
                    <a:pt x="237452" y="312049"/>
                  </a:lnTo>
                  <a:lnTo>
                    <a:pt x="242259" y="309727"/>
                  </a:lnTo>
                  <a:lnTo>
                    <a:pt x="246990" y="307253"/>
                  </a:lnTo>
                  <a:lnTo>
                    <a:pt x="251639" y="304629"/>
                  </a:lnTo>
                  <a:lnTo>
                    <a:pt x="256202" y="301858"/>
                  </a:lnTo>
                  <a:lnTo>
                    <a:pt x="260675" y="298943"/>
                  </a:lnTo>
                  <a:lnTo>
                    <a:pt x="167162" y="1603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728472" y="2126963"/>
              <a:ext cx="167158" cy="305733"/>
            </a:xfrm>
            <a:custGeom>
              <a:avLst/>
              <a:pathLst>
                <a:path w="167158" h="305733">
                  <a:moveTo>
                    <a:pt x="93512" y="305733"/>
                  </a:moveTo>
                  <a:lnTo>
                    <a:pt x="97877" y="302684"/>
                  </a:lnTo>
                  <a:lnTo>
                    <a:pt x="102143" y="299499"/>
                  </a:lnTo>
                  <a:lnTo>
                    <a:pt x="106305" y="296179"/>
                  </a:lnTo>
                  <a:lnTo>
                    <a:pt x="110359" y="292729"/>
                  </a:lnTo>
                  <a:lnTo>
                    <a:pt x="114301" y="289151"/>
                  </a:lnTo>
                  <a:lnTo>
                    <a:pt x="118128" y="285449"/>
                  </a:lnTo>
                  <a:lnTo>
                    <a:pt x="121835" y="281627"/>
                  </a:lnTo>
                  <a:lnTo>
                    <a:pt x="125418" y="277690"/>
                  </a:lnTo>
                  <a:lnTo>
                    <a:pt x="128873" y="273640"/>
                  </a:lnTo>
                  <a:lnTo>
                    <a:pt x="132199" y="269482"/>
                  </a:lnTo>
                  <a:lnTo>
                    <a:pt x="135390" y="265220"/>
                  </a:lnTo>
                  <a:lnTo>
                    <a:pt x="138443" y="260859"/>
                  </a:lnTo>
                  <a:lnTo>
                    <a:pt x="141357" y="256403"/>
                  </a:lnTo>
                  <a:lnTo>
                    <a:pt x="144127" y="251856"/>
                  </a:lnTo>
                  <a:lnTo>
                    <a:pt x="146750" y="247224"/>
                  </a:lnTo>
                  <a:lnTo>
                    <a:pt x="149225" y="242510"/>
                  </a:lnTo>
                  <a:lnTo>
                    <a:pt x="151549" y="237720"/>
                  </a:lnTo>
                  <a:lnTo>
                    <a:pt x="153719" y="232858"/>
                  </a:lnTo>
                  <a:lnTo>
                    <a:pt x="155733" y="227930"/>
                  </a:lnTo>
                  <a:lnTo>
                    <a:pt x="157589" y="222940"/>
                  </a:lnTo>
                  <a:lnTo>
                    <a:pt x="159285" y="217894"/>
                  </a:lnTo>
                  <a:lnTo>
                    <a:pt x="160819" y="212796"/>
                  </a:lnTo>
                  <a:lnTo>
                    <a:pt x="162191" y="207651"/>
                  </a:lnTo>
                  <a:lnTo>
                    <a:pt x="163398" y="202466"/>
                  </a:lnTo>
                  <a:lnTo>
                    <a:pt x="164439" y="197245"/>
                  </a:lnTo>
                  <a:lnTo>
                    <a:pt x="165313" y="191993"/>
                  </a:lnTo>
                  <a:lnTo>
                    <a:pt x="166020" y="186716"/>
                  </a:lnTo>
                  <a:lnTo>
                    <a:pt x="166558" y="181420"/>
                  </a:lnTo>
                  <a:lnTo>
                    <a:pt x="166928" y="176109"/>
                  </a:lnTo>
                  <a:lnTo>
                    <a:pt x="167128" y="170789"/>
                  </a:lnTo>
                  <a:lnTo>
                    <a:pt x="167158" y="165465"/>
                  </a:lnTo>
                  <a:lnTo>
                    <a:pt x="167019" y="160143"/>
                  </a:lnTo>
                  <a:lnTo>
                    <a:pt x="166711" y="154828"/>
                  </a:lnTo>
                  <a:lnTo>
                    <a:pt x="166233" y="149525"/>
                  </a:lnTo>
                  <a:lnTo>
                    <a:pt x="165587" y="144241"/>
                  </a:lnTo>
                  <a:lnTo>
                    <a:pt x="164773" y="138979"/>
                  </a:lnTo>
                  <a:lnTo>
                    <a:pt x="163792" y="133746"/>
                  </a:lnTo>
                  <a:lnTo>
                    <a:pt x="162645" y="128548"/>
                  </a:lnTo>
                  <a:lnTo>
                    <a:pt x="161333" y="123388"/>
                  </a:lnTo>
                  <a:lnTo>
                    <a:pt x="159857" y="118273"/>
                  </a:lnTo>
                  <a:lnTo>
                    <a:pt x="158219" y="113207"/>
                  </a:lnTo>
                  <a:lnTo>
                    <a:pt x="156420" y="108196"/>
                  </a:lnTo>
                  <a:lnTo>
                    <a:pt x="154463" y="103245"/>
                  </a:lnTo>
                  <a:lnTo>
                    <a:pt x="152349" y="98359"/>
                  </a:lnTo>
                  <a:lnTo>
                    <a:pt x="150081" y="93542"/>
                  </a:lnTo>
                  <a:lnTo>
                    <a:pt x="147660" y="88800"/>
                  </a:lnTo>
                  <a:lnTo>
                    <a:pt x="145090" y="84138"/>
                  </a:lnTo>
                  <a:lnTo>
                    <a:pt x="142372" y="79560"/>
                  </a:lnTo>
                  <a:lnTo>
                    <a:pt x="139510" y="75071"/>
                  </a:lnTo>
                  <a:lnTo>
                    <a:pt x="136507" y="70675"/>
                  </a:lnTo>
                  <a:lnTo>
                    <a:pt x="133365" y="66377"/>
                  </a:lnTo>
                  <a:lnTo>
                    <a:pt x="130088" y="62181"/>
                  </a:lnTo>
                  <a:lnTo>
                    <a:pt x="126678" y="58092"/>
                  </a:lnTo>
                  <a:lnTo>
                    <a:pt x="123141" y="54113"/>
                  </a:lnTo>
                  <a:lnTo>
                    <a:pt x="119478" y="50249"/>
                  </a:lnTo>
                  <a:lnTo>
                    <a:pt x="115695" y="46504"/>
                  </a:lnTo>
                  <a:lnTo>
                    <a:pt x="111794" y="42881"/>
                  </a:lnTo>
                  <a:lnTo>
                    <a:pt x="107779" y="39384"/>
                  </a:lnTo>
                  <a:lnTo>
                    <a:pt x="103655" y="36017"/>
                  </a:lnTo>
                  <a:lnTo>
                    <a:pt x="99426" y="32782"/>
                  </a:lnTo>
                  <a:lnTo>
                    <a:pt x="95097" y="29684"/>
                  </a:lnTo>
                  <a:lnTo>
                    <a:pt x="90670" y="26726"/>
                  </a:lnTo>
                  <a:lnTo>
                    <a:pt x="86152" y="23910"/>
                  </a:lnTo>
                  <a:lnTo>
                    <a:pt x="81547" y="21239"/>
                  </a:lnTo>
                  <a:lnTo>
                    <a:pt x="76858" y="18716"/>
                  </a:lnTo>
                  <a:lnTo>
                    <a:pt x="72092" y="16344"/>
                  </a:lnTo>
                  <a:lnTo>
                    <a:pt x="67253" y="14125"/>
                  </a:lnTo>
                  <a:lnTo>
                    <a:pt x="62345" y="12061"/>
                  </a:lnTo>
                  <a:lnTo>
                    <a:pt x="57375" y="10154"/>
                  </a:lnTo>
                  <a:lnTo>
                    <a:pt x="52346" y="8407"/>
                  </a:lnTo>
                  <a:lnTo>
                    <a:pt x="47263" y="6820"/>
                  </a:lnTo>
                  <a:lnTo>
                    <a:pt x="42133" y="5396"/>
                  </a:lnTo>
                  <a:lnTo>
                    <a:pt x="36961" y="4137"/>
                  </a:lnTo>
                  <a:lnTo>
                    <a:pt x="31750" y="3042"/>
                  </a:lnTo>
                  <a:lnTo>
                    <a:pt x="26508" y="2115"/>
                  </a:lnTo>
                  <a:lnTo>
                    <a:pt x="21239" y="1354"/>
                  </a:lnTo>
                  <a:lnTo>
                    <a:pt x="15948" y="762"/>
                  </a:lnTo>
                  <a:lnTo>
                    <a:pt x="10641" y="339"/>
                  </a:lnTo>
                  <a:lnTo>
                    <a:pt x="5323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1331" y="1681503"/>
              <a:ext cx="51903" cy="167167"/>
            </a:xfrm>
            <a:custGeom>
              <a:avLst/>
              <a:pathLst>
                <a:path w="51903" h="167167">
                  <a:moveTo>
                    <a:pt x="51903" y="0"/>
                  </a:moveTo>
                  <a:lnTo>
                    <a:pt x="46040" y="102"/>
                  </a:lnTo>
                  <a:lnTo>
                    <a:pt x="40185" y="411"/>
                  </a:lnTo>
                  <a:lnTo>
                    <a:pt x="34344" y="924"/>
                  </a:lnTo>
                  <a:lnTo>
                    <a:pt x="28524" y="1642"/>
                  </a:lnTo>
                  <a:lnTo>
                    <a:pt x="22733" y="2564"/>
                  </a:lnTo>
                  <a:lnTo>
                    <a:pt x="16978" y="3688"/>
                  </a:lnTo>
                  <a:lnTo>
                    <a:pt x="11266" y="5014"/>
                  </a:lnTo>
                  <a:lnTo>
                    <a:pt x="5604" y="6539"/>
                  </a:lnTo>
                  <a:lnTo>
                    <a:pt x="0" y="8261"/>
                  </a:lnTo>
                  <a:lnTo>
                    <a:pt x="5190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1331" y="1689765"/>
              <a:ext cx="51903" cy="158905"/>
            </a:xfrm>
            <a:custGeom>
              <a:avLst/>
              <a:pathLst>
                <a:path w="51903" h="158905">
                  <a:moveTo>
                    <a:pt x="0" y="0"/>
                  </a:moveTo>
                  <a:lnTo>
                    <a:pt x="51903" y="1589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256081" y="1689765"/>
              <a:ext cx="334312" cy="326071"/>
            </a:xfrm>
            <a:custGeom>
              <a:avLst/>
              <a:pathLst>
                <a:path w="334312" h="326071">
                  <a:moveTo>
                    <a:pt x="115249" y="0"/>
                  </a:moveTo>
                  <a:lnTo>
                    <a:pt x="110239" y="1724"/>
                  </a:lnTo>
                  <a:lnTo>
                    <a:pt x="105286" y="3607"/>
                  </a:lnTo>
                  <a:lnTo>
                    <a:pt x="100394" y="5646"/>
                  </a:lnTo>
                  <a:lnTo>
                    <a:pt x="95570" y="7839"/>
                  </a:lnTo>
                  <a:lnTo>
                    <a:pt x="90818" y="10184"/>
                  </a:lnTo>
                  <a:lnTo>
                    <a:pt x="86143" y="12678"/>
                  </a:lnTo>
                  <a:lnTo>
                    <a:pt x="81549" y="15319"/>
                  </a:lnTo>
                  <a:lnTo>
                    <a:pt x="77041" y="18105"/>
                  </a:lnTo>
                  <a:lnTo>
                    <a:pt x="72623" y="21032"/>
                  </a:lnTo>
                  <a:lnTo>
                    <a:pt x="68301" y="24097"/>
                  </a:lnTo>
                  <a:lnTo>
                    <a:pt x="64078" y="27298"/>
                  </a:lnTo>
                  <a:lnTo>
                    <a:pt x="59958" y="30631"/>
                  </a:lnTo>
                  <a:lnTo>
                    <a:pt x="55946" y="34093"/>
                  </a:lnTo>
                  <a:lnTo>
                    <a:pt x="52046" y="37681"/>
                  </a:lnTo>
                  <a:lnTo>
                    <a:pt x="48262" y="41390"/>
                  </a:lnTo>
                  <a:lnTo>
                    <a:pt x="44597" y="45217"/>
                  </a:lnTo>
                  <a:lnTo>
                    <a:pt x="41055" y="49159"/>
                  </a:lnTo>
                  <a:lnTo>
                    <a:pt x="37640" y="53211"/>
                  </a:lnTo>
                  <a:lnTo>
                    <a:pt x="34355" y="57369"/>
                  </a:lnTo>
                  <a:lnTo>
                    <a:pt x="31203" y="61629"/>
                  </a:lnTo>
                  <a:lnTo>
                    <a:pt x="28188" y="65987"/>
                  </a:lnTo>
                  <a:lnTo>
                    <a:pt x="25313" y="70438"/>
                  </a:lnTo>
                  <a:lnTo>
                    <a:pt x="22580" y="74978"/>
                  </a:lnTo>
                  <a:lnTo>
                    <a:pt x="19993" y="79603"/>
                  </a:lnTo>
                  <a:lnTo>
                    <a:pt x="17553" y="84307"/>
                  </a:lnTo>
                  <a:lnTo>
                    <a:pt x="15264" y="89086"/>
                  </a:lnTo>
                  <a:lnTo>
                    <a:pt x="13127" y="93935"/>
                  </a:lnTo>
                  <a:lnTo>
                    <a:pt x="11146" y="98850"/>
                  </a:lnTo>
                  <a:lnTo>
                    <a:pt x="9320" y="103825"/>
                  </a:lnTo>
                  <a:lnTo>
                    <a:pt x="7654" y="108855"/>
                  </a:lnTo>
                  <a:lnTo>
                    <a:pt x="6148" y="113935"/>
                  </a:lnTo>
                  <a:lnTo>
                    <a:pt x="4803" y="119061"/>
                  </a:lnTo>
                  <a:lnTo>
                    <a:pt x="3622" y="124227"/>
                  </a:lnTo>
                  <a:lnTo>
                    <a:pt x="2605" y="129428"/>
                  </a:lnTo>
                  <a:lnTo>
                    <a:pt x="1753" y="134658"/>
                  </a:lnTo>
                  <a:lnTo>
                    <a:pt x="1068" y="139912"/>
                  </a:lnTo>
                  <a:lnTo>
                    <a:pt x="549" y="145186"/>
                  </a:lnTo>
                  <a:lnTo>
                    <a:pt x="198" y="150474"/>
                  </a:lnTo>
                  <a:lnTo>
                    <a:pt x="15" y="155770"/>
                  </a:lnTo>
                  <a:lnTo>
                    <a:pt x="0" y="161069"/>
                  </a:lnTo>
                  <a:lnTo>
                    <a:pt x="152" y="166366"/>
                  </a:lnTo>
                  <a:lnTo>
                    <a:pt x="472" y="171655"/>
                  </a:lnTo>
                  <a:lnTo>
                    <a:pt x="960" y="176932"/>
                  </a:lnTo>
                  <a:lnTo>
                    <a:pt x="1615" y="182190"/>
                  </a:lnTo>
                  <a:lnTo>
                    <a:pt x="2436" y="187425"/>
                  </a:lnTo>
                  <a:lnTo>
                    <a:pt x="3423" y="192632"/>
                  </a:lnTo>
                  <a:lnTo>
                    <a:pt x="4574" y="197804"/>
                  </a:lnTo>
                  <a:lnTo>
                    <a:pt x="5889" y="202938"/>
                  </a:lnTo>
                  <a:lnTo>
                    <a:pt x="7366" y="208027"/>
                  </a:lnTo>
                  <a:lnTo>
                    <a:pt x="9003" y="213067"/>
                  </a:lnTo>
                  <a:lnTo>
                    <a:pt x="10799" y="218052"/>
                  </a:lnTo>
                  <a:lnTo>
                    <a:pt x="12752" y="222978"/>
                  </a:lnTo>
                  <a:lnTo>
                    <a:pt x="14861" y="227840"/>
                  </a:lnTo>
                  <a:lnTo>
                    <a:pt x="17122" y="232632"/>
                  </a:lnTo>
                  <a:lnTo>
                    <a:pt x="19534" y="237351"/>
                  </a:lnTo>
                  <a:lnTo>
                    <a:pt x="22095" y="241990"/>
                  </a:lnTo>
                  <a:lnTo>
                    <a:pt x="24801" y="246546"/>
                  </a:lnTo>
                  <a:lnTo>
                    <a:pt x="27650" y="251014"/>
                  </a:lnTo>
                  <a:lnTo>
                    <a:pt x="30640" y="255389"/>
                  </a:lnTo>
                  <a:lnTo>
                    <a:pt x="33767" y="259667"/>
                  </a:lnTo>
                  <a:lnTo>
                    <a:pt x="37027" y="263845"/>
                  </a:lnTo>
                  <a:lnTo>
                    <a:pt x="40419" y="267916"/>
                  </a:lnTo>
                  <a:lnTo>
                    <a:pt x="43938" y="271878"/>
                  </a:lnTo>
                  <a:lnTo>
                    <a:pt x="47580" y="275727"/>
                  </a:lnTo>
                  <a:lnTo>
                    <a:pt x="51343" y="279458"/>
                  </a:lnTo>
                  <a:lnTo>
                    <a:pt x="55222" y="283068"/>
                  </a:lnTo>
                  <a:lnTo>
                    <a:pt x="59214" y="286554"/>
                  </a:lnTo>
                  <a:lnTo>
                    <a:pt x="63314" y="289911"/>
                  </a:lnTo>
                  <a:lnTo>
                    <a:pt x="67519" y="293136"/>
                  </a:lnTo>
                  <a:lnTo>
                    <a:pt x="71823" y="296227"/>
                  </a:lnTo>
                  <a:lnTo>
                    <a:pt x="76224" y="299179"/>
                  </a:lnTo>
                  <a:lnTo>
                    <a:pt x="80715" y="301991"/>
                  </a:lnTo>
                  <a:lnTo>
                    <a:pt x="85294" y="304658"/>
                  </a:lnTo>
                  <a:lnTo>
                    <a:pt x="89955" y="307180"/>
                  </a:lnTo>
                  <a:lnTo>
                    <a:pt x="94693" y="309552"/>
                  </a:lnTo>
                  <a:lnTo>
                    <a:pt x="99504" y="311773"/>
                  </a:lnTo>
                  <a:lnTo>
                    <a:pt x="104384" y="313840"/>
                  </a:lnTo>
                  <a:lnTo>
                    <a:pt x="109326" y="315752"/>
                  </a:lnTo>
                  <a:lnTo>
                    <a:pt x="114326" y="317506"/>
                  </a:lnTo>
                  <a:lnTo>
                    <a:pt x="119380" y="319101"/>
                  </a:lnTo>
                  <a:lnTo>
                    <a:pt x="124481" y="320535"/>
                  </a:lnTo>
                  <a:lnTo>
                    <a:pt x="129626" y="321806"/>
                  </a:lnTo>
                  <a:lnTo>
                    <a:pt x="134808" y="322913"/>
                  </a:lnTo>
                  <a:lnTo>
                    <a:pt x="140022" y="323856"/>
                  </a:lnTo>
                  <a:lnTo>
                    <a:pt x="145264" y="324633"/>
                  </a:lnTo>
                  <a:lnTo>
                    <a:pt x="150528" y="325244"/>
                  </a:lnTo>
                  <a:lnTo>
                    <a:pt x="155809" y="325687"/>
                  </a:lnTo>
                  <a:lnTo>
                    <a:pt x="161101" y="325963"/>
                  </a:lnTo>
                  <a:lnTo>
                    <a:pt x="166399" y="326071"/>
                  </a:lnTo>
                  <a:lnTo>
                    <a:pt x="171697" y="326011"/>
                  </a:lnTo>
                  <a:lnTo>
                    <a:pt x="176992" y="325783"/>
                  </a:lnTo>
                  <a:lnTo>
                    <a:pt x="182276" y="325387"/>
                  </a:lnTo>
                  <a:lnTo>
                    <a:pt x="187545" y="324824"/>
                  </a:lnTo>
                  <a:lnTo>
                    <a:pt x="192794" y="324094"/>
                  </a:lnTo>
                  <a:lnTo>
                    <a:pt x="198017" y="323199"/>
                  </a:lnTo>
                  <a:lnTo>
                    <a:pt x="203208" y="322138"/>
                  </a:lnTo>
                  <a:lnTo>
                    <a:pt x="208364" y="320913"/>
                  </a:lnTo>
                  <a:lnTo>
                    <a:pt x="213478" y="319525"/>
                  </a:lnTo>
                  <a:lnTo>
                    <a:pt x="218546" y="317976"/>
                  </a:lnTo>
                  <a:lnTo>
                    <a:pt x="223562" y="316268"/>
                  </a:lnTo>
                  <a:lnTo>
                    <a:pt x="228521" y="314401"/>
                  </a:lnTo>
                  <a:lnTo>
                    <a:pt x="233419" y="312377"/>
                  </a:lnTo>
                  <a:lnTo>
                    <a:pt x="238250" y="310200"/>
                  </a:lnTo>
                  <a:lnTo>
                    <a:pt x="243010" y="307870"/>
                  </a:lnTo>
                  <a:lnTo>
                    <a:pt x="247693" y="305391"/>
                  </a:lnTo>
                  <a:lnTo>
                    <a:pt x="252296" y="302765"/>
                  </a:lnTo>
                  <a:lnTo>
                    <a:pt x="256813" y="299994"/>
                  </a:lnTo>
                  <a:lnTo>
                    <a:pt x="261239" y="297081"/>
                  </a:lnTo>
                  <a:lnTo>
                    <a:pt x="265572" y="294030"/>
                  </a:lnTo>
                  <a:lnTo>
                    <a:pt x="269805" y="290842"/>
                  </a:lnTo>
                  <a:lnTo>
                    <a:pt x="273935" y="287523"/>
                  </a:lnTo>
                  <a:lnTo>
                    <a:pt x="277958" y="284073"/>
                  </a:lnTo>
                  <a:lnTo>
                    <a:pt x="281870" y="280498"/>
                  </a:lnTo>
                  <a:lnTo>
                    <a:pt x="285666" y="276801"/>
                  </a:lnTo>
                  <a:lnTo>
                    <a:pt x="289343" y="272986"/>
                  </a:lnTo>
                  <a:lnTo>
                    <a:pt x="292898" y="269056"/>
                  </a:lnTo>
                  <a:lnTo>
                    <a:pt x="296326" y="265015"/>
                  </a:lnTo>
                  <a:lnTo>
                    <a:pt x="299624" y="260867"/>
                  </a:lnTo>
                  <a:lnTo>
                    <a:pt x="302790" y="256617"/>
                  </a:lnTo>
                  <a:lnTo>
                    <a:pt x="305818" y="252269"/>
                  </a:lnTo>
                  <a:lnTo>
                    <a:pt x="308708" y="247827"/>
                  </a:lnTo>
                  <a:lnTo>
                    <a:pt x="311455" y="243296"/>
                  </a:lnTo>
                  <a:lnTo>
                    <a:pt x="314058" y="238680"/>
                  </a:lnTo>
                  <a:lnTo>
                    <a:pt x="316512" y="233983"/>
                  </a:lnTo>
                  <a:lnTo>
                    <a:pt x="318817" y="229212"/>
                  </a:lnTo>
                  <a:lnTo>
                    <a:pt x="320969" y="224369"/>
                  </a:lnTo>
                  <a:lnTo>
                    <a:pt x="322967" y="219461"/>
                  </a:lnTo>
                  <a:lnTo>
                    <a:pt x="324808" y="214492"/>
                  </a:lnTo>
                  <a:lnTo>
                    <a:pt x="326490" y="209467"/>
                  </a:lnTo>
                  <a:lnTo>
                    <a:pt x="328013" y="204391"/>
                  </a:lnTo>
                  <a:lnTo>
                    <a:pt x="329374" y="199270"/>
                  </a:lnTo>
                  <a:lnTo>
                    <a:pt x="330572" y="194108"/>
                  </a:lnTo>
                  <a:lnTo>
                    <a:pt x="331605" y="188911"/>
                  </a:lnTo>
                  <a:lnTo>
                    <a:pt x="332474" y="183683"/>
                  </a:lnTo>
                  <a:lnTo>
                    <a:pt x="333176" y="178431"/>
                  </a:lnTo>
                  <a:lnTo>
                    <a:pt x="333712" y="173159"/>
                  </a:lnTo>
                  <a:lnTo>
                    <a:pt x="334080" y="167873"/>
                  </a:lnTo>
                  <a:lnTo>
                    <a:pt x="334280" y="162577"/>
                  </a:lnTo>
                  <a:lnTo>
                    <a:pt x="334312" y="157278"/>
                  </a:lnTo>
                  <a:lnTo>
                    <a:pt x="334177" y="151981"/>
                  </a:lnTo>
                  <a:lnTo>
                    <a:pt x="333874" y="146690"/>
                  </a:lnTo>
                  <a:lnTo>
                    <a:pt x="333403" y="141412"/>
                  </a:lnTo>
                  <a:lnTo>
                    <a:pt x="332765" y="136152"/>
                  </a:lnTo>
                  <a:lnTo>
                    <a:pt x="331960" y="130914"/>
                  </a:lnTo>
                  <a:lnTo>
                    <a:pt x="330990" y="125704"/>
                  </a:lnTo>
                  <a:lnTo>
                    <a:pt x="329856" y="120528"/>
                  </a:lnTo>
                  <a:lnTo>
                    <a:pt x="328557" y="115390"/>
                  </a:lnTo>
                  <a:lnTo>
                    <a:pt x="327097" y="110296"/>
                  </a:lnTo>
                  <a:lnTo>
                    <a:pt x="325476" y="105251"/>
                  </a:lnTo>
                  <a:lnTo>
                    <a:pt x="323696" y="100260"/>
                  </a:lnTo>
                  <a:lnTo>
                    <a:pt x="321759" y="95328"/>
                  </a:lnTo>
                  <a:lnTo>
                    <a:pt x="319666" y="90460"/>
                  </a:lnTo>
                  <a:lnTo>
                    <a:pt x="317420" y="85660"/>
                  </a:lnTo>
                  <a:lnTo>
                    <a:pt x="315023" y="80934"/>
                  </a:lnTo>
                  <a:lnTo>
                    <a:pt x="312477" y="76286"/>
                  </a:lnTo>
                  <a:lnTo>
                    <a:pt x="309785" y="71722"/>
                  </a:lnTo>
                  <a:lnTo>
                    <a:pt x="306950" y="67245"/>
                  </a:lnTo>
                  <a:lnTo>
                    <a:pt x="303975" y="62860"/>
                  </a:lnTo>
                  <a:lnTo>
                    <a:pt x="300862" y="58571"/>
                  </a:lnTo>
                  <a:lnTo>
                    <a:pt x="297615" y="54384"/>
                  </a:lnTo>
                  <a:lnTo>
                    <a:pt x="294236" y="50301"/>
                  </a:lnTo>
                  <a:lnTo>
                    <a:pt x="290730" y="46328"/>
                  </a:lnTo>
                  <a:lnTo>
                    <a:pt x="287100" y="42468"/>
                  </a:lnTo>
                  <a:lnTo>
                    <a:pt x="283349" y="38724"/>
                  </a:lnTo>
                  <a:lnTo>
                    <a:pt x="279482" y="35102"/>
                  </a:lnTo>
                  <a:lnTo>
                    <a:pt x="275501" y="31604"/>
                  </a:lnTo>
                  <a:lnTo>
                    <a:pt x="271412" y="28234"/>
                  </a:lnTo>
                  <a:lnTo>
                    <a:pt x="267218" y="24995"/>
                  </a:lnTo>
                  <a:lnTo>
                    <a:pt x="262923" y="21890"/>
                  </a:lnTo>
                  <a:lnTo>
                    <a:pt x="258532" y="18924"/>
                  </a:lnTo>
                  <a:lnTo>
                    <a:pt x="254050" y="16098"/>
                  </a:lnTo>
                  <a:lnTo>
                    <a:pt x="249480" y="13415"/>
                  </a:lnTo>
                  <a:lnTo>
                    <a:pt x="244827" y="10879"/>
                  </a:lnTo>
                  <a:lnTo>
                    <a:pt x="240096" y="8491"/>
                  </a:lnTo>
                  <a:lnTo>
                    <a:pt x="235292" y="6255"/>
                  </a:lnTo>
                  <a:lnTo>
                    <a:pt x="230419" y="4172"/>
                  </a:lnTo>
                  <a:lnTo>
                    <a:pt x="167153" y="1589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23235" y="1681503"/>
              <a:ext cx="63266" cy="167167"/>
            </a:xfrm>
            <a:custGeom>
              <a:avLst/>
              <a:pathLst>
                <a:path w="63266" h="167167">
                  <a:moveTo>
                    <a:pt x="63266" y="12434"/>
                  </a:moveTo>
                  <a:lnTo>
                    <a:pt x="57768" y="10298"/>
                  </a:lnTo>
                  <a:lnTo>
                    <a:pt x="52198" y="8358"/>
                  </a:lnTo>
                  <a:lnTo>
                    <a:pt x="46563" y="6615"/>
                  </a:lnTo>
                  <a:lnTo>
                    <a:pt x="40870" y="5073"/>
                  </a:lnTo>
                  <a:lnTo>
                    <a:pt x="35127" y="3732"/>
                  </a:lnTo>
                  <a:lnTo>
                    <a:pt x="29339" y="2594"/>
                  </a:lnTo>
                  <a:lnTo>
                    <a:pt x="23515" y="1662"/>
                  </a:lnTo>
                  <a:lnTo>
                    <a:pt x="17662" y="935"/>
                  </a:lnTo>
                  <a:lnTo>
                    <a:pt x="11787" y="416"/>
                  </a:lnTo>
                  <a:lnTo>
                    <a:pt x="589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5853887" y="1322571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7" y="6753"/>
                  </a:lnTo>
                  <a:lnTo>
                    <a:pt x="115058" y="8323"/>
                  </a:lnTo>
                  <a:lnTo>
                    <a:pt x="110052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5" y="16183"/>
                  </a:lnTo>
                  <a:lnTo>
                    <a:pt x="90647" y="18533"/>
                  </a:lnTo>
                  <a:lnTo>
                    <a:pt x="85976" y="21031"/>
                  </a:lnTo>
                  <a:lnTo>
                    <a:pt x="81387" y="23677"/>
                  </a:lnTo>
                  <a:lnTo>
                    <a:pt x="76884" y="26466"/>
                  </a:lnTo>
                  <a:lnTo>
                    <a:pt x="72471" y="29397"/>
                  </a:lnTo>
                  <a:lnTo>
                    <a:pt x="68153" y="32466"/>
                  </a:lnTo>
                  <a:lnTo>
                    <a:pt x="63935" y="35670"/>
                  </a:lnTo>
                  <a:lnTo>
                    <a:pt x="59820" y="39007"/>
                  </a:lnTo>
                  <a:lnTo>
                    <a:pt x="55814" y="42472"/>
                  </a:lnTo>
                  <a:lnTo>
                    <a:pt x="51919" y="46062"/>
                  </a:lnTo>
                  <a:lnTo>
                    <a:pt x="48139" y="49774"/>
                  </a:lnTo>
                  <a:lnTo>
                    <a:pt x="44480" y="53604"/>
                  </a:lnTo>
                  <a:lnTo>
                    <a:pt x="40943" y="57548"/>
                  </a:lnTo>
                  <a:lnTo>
                    <a:pt x="37533" y="61601"/>
                  </a:lnTo>
                  <a:lnTo>
                    <a:pt x="34253" y="65761"/>
                  </a:lnTo>
                  <a:lnTo>
                    <a:pt x="31107" y="70023"/>
                  </a:lnTo>
                  <a:lnTo>
                    <a:pt x="28097" y="74382"/>
                  </a:lnTo>
                  <a:lnTo>
                    <a:pt x="25227" y="78835"/>
                  </a:lnTo>
                  <a:lnTo>
                    <a:pt x="22500" y="83376"/>
                  </a:lnTo>
                  <a:lnTo>
                    <a:pt x="19918" y="88001"/>
                  </a:lnTo>
                  <a:lnTo>
                    <a:pt x="17483" y="92706"/>
                  </a:lnTo>
                  <a:lnTo>
                    <a:pt x="15199" y="97486"/>
                  </a:lnTo>
                  <a:lnTo>
                    <a:pt x="13068" y="102335"/>
                  </a:lnTo>
                  <a:lnTo>
                    <a:pt x="11091" y="107250"/>
                  </a:lnTo>
                  <a:lnTo>
                    <a:pt x="9271" y="112225"/>
                  </a:lnTo>
                  <a:lnTo>
                    <a:pt x="7609" y="117254"/>
                  </a:lnTo>
                  <a:lnTo>
                    <a:pt x="6108" y="122335"/>
                  </a:lnTo>
                  <a:lnTo>
                    <a:pt x="4768" y="127460"/>
                  </a:lnTo>
                  <a:lnTo>
                    <a:pt x="3592" y="132625"/>
                  </a:lnTo>
                  <a:lnTo>
                    <a:pt x="2579" y="137824"/>
                  </a:lnTo>
                  <a:lnTo>
                    <a:pt x="1732" y="143053"/>
                  </a:lnTo>
                  <a:lnTo>
                    <a:pt x="1051" y="148307"/>
                  </a:lnTo>
                  <a:lnTo>
                    <a:pt x="537" y="153579"/>
                  </a:lnTo>
                  <a:lnTo>
                    <a:pt x="190" y="158865"/>
                  </a:lnTo>
                  <a:lnTo>
                    <a:pt x="11" y="164159"/>
                  </a:lnTo>
                  <a:lnTo>
                    <a:pt x="0" y="169456"/>
                  </a:lnTo>
                  <a:lnTo>
                    <a:pt x="156" y="174751"/>
                  </a:lnTo>
                  <a:lnTo>
                    <a:pt x="480" y="180039"/>
                  </a:lnTo>
                  <a:lnTo>
                    <a:pt x="972" y="185313"/>
                  </a:lnTo>
                  <a:lnTo>
                    <a:pt x="1630" y="190569"/>
                  </a:lnTo>
                  <a:lnTo>
                    <a:pt x="2455" y="195802"/>
                  </a:lnTo>
                  <a:lnTo>
                    <a:pt x="3445" y="201006"/>
                  </a:lnTo>
                  <a:lnTo>
                    <a:pt x="4599" y="206176"/>
                  </a:lnTo>
                  <a:lnTo>
                    <a:pt x="5917" y="211307"/>
                  </a:lnTo>
                  <a:lnTo>
                    <a:pt x="7396" y="216393"/>
                  </a:lnTo>
                  <a:lnTo>
                    <a:pt x="9036" y="221430"/>
                  </a:lnTo>
                  <a:lnTo>
                    <a:pt x="10835" y="226413"/>
                  </a:lnTo>
                  <a:lnTo>
                    <a:pt x="12790" y="231336"/>
                  </a:lnTo>
                  <a:lnTo>
                    <a:pt x="14901" y="236195"/>
                  </a:lnTo>
                  <a:lnTo>
                    <a:pt x="17165" y="240984"/>
                  </a:lnTo>
                  <a:lnTo>
                    <a:pt x="19579" y="245699"/>
                  </a:lnTo>
                  <a:lnTo>
                    <a:pt x="22141" y="250336"/>
                  </a:lnTo>
                  <a:lnTo>
                    <a:pt x="24849" y="254888"/>
                  </a:lnTo>
                  <a:lnTo>
                    <a:pt x="27700" y="259353"/>
                  </a:lnTo>
                  <a:lnTo>
                    <a:pt x="30691" y="263725"/>
                  </a:lnTo>
                  <a:lnTo>
                    <a:pt x="33819" y="268001"/>
                  </a:lnTo>
                  <a:lnTo>
                    <a:pt x="37081" y="272174"/>
                  </a:lnTo>
                  <a:lnTo>
                    <a:pt x="40473" y="276243"/>
                  </a:lnTo>
                  <a:lnTo>
                    <a:pt x="43993" y="280202"/>
                  </a:lnTo>
                  <a:lnTo>
                    <a:pt x="47636" y="284047"/>
                  </a:lnTo>
                  <a:lnTo>
                    <a:pt x="51399" y="287776"/>
                  </a:lnTo>
                  <a:lnTo>
                    <a:pt x="55279" y="291383"/>
                  </a:lnTo>
                  <a:lnTo>
                    <a:pt x="59271" y="294865"/>
                  </a:lnTo>
                  <a:lnTo>
                    <a:pt x="63371" y="298219"/>
                  </a:lnTo>
                  <a:lnTo>
                    <a:pt x="67575" y="301441"/>
                  </a:lnTo>
                  <a:lnTo>
                    <a:pt x="71880" y="304529"/>
                  </a:lnTo>
                  <a:lnTo>
                    <a:pt x="76280" y="307479"/>
                  </a:lnTo>
                  <a:lnTo>
                    <a:pt x="80771" y="310287"/>
                  </a:lnTo>
                  <a:lnTo>
                    <a:pt x="85349" y="312952"/>
                  </a:lnTo>
                  <a:lnTo>
                    <a:pt x="90010" y="315471"/>
                  </a:lnTo>
                  <a:lnTo>
                    <a:pt x="94747" y="317841"/>
                  </a:lnTo>
                  <a:lnTo>
                    <a:pt x="99558" y="320059"/>
                  </a:lnTo>
                  <a:lnTo>
                    <a:pt x="104436" y="322124"/>
                  </a:lnTo>
                  <a:lnTo>
                    <a:pt x="109377" y="324033"/>
                  </a:lnTo>
                  <a:lnTo>
                    <a:pt x="114376" y="325785"/>
                  </a:lnTo>
                  <a:lnTo>
                    <a:pt x="119429" y="327378"/>
                  </a:lnTo>
                  <a:lnTo>
                    <a:pt x="124529" y="328809"/>
                  </a:lnTo>
                  <a:lnTo>
                    <a:pt x="129672" y="330079"/>
                  </a:lnTo>
                  <a:lnTo>
                    <a:pt x="134852" y="331184"/>
                  </a:lnTo>
                  <a:lnTo>
                    <a:pt x="140065" y="332125"/>
                  </a:lnTo>
                  <a:lnTo>
                    <a:pt x="145306" y="332901"/>
                  </a:lnTo>
                  <a:lnTo>
                    <a:pt x="150568" y="333510"/>
                  </a:lnTo>
                  <a:lnTo>
                    <a:pt x="155847" y="333952"/>
                  </a:lnTo>
                  <a:lnTo>
                    <a:pt x="161137" y="334226"/>
                  </a:lnTo>
                  <a:lnTo>
                    <a:pt x="166433" y="334333"/>
                  </a:lnTo>
                  <a:lnTo>
                    <a:pt x="171730" y="334272"/>
                  </a:lnTo>
                  <a:lnTo>
                    <a:pt x="177022" y="334043"/>
                  </a:lnTo>
                  <a:lnTo>
                    <a:pt x="182305" y="333646"/>
                  </a:lnTo>
                  <a:lnTo>
                    <a:pt x="187572" y="333082"/>
                  </a:lnTo>
                  <a:lnTo>
                    <a:pt x="192819" y="332352"/>
                  </a:lnTo>
                  <a:lnTo>
                    <a:pt x="198040" y="331456"/>
                  </a:lnTo>
                  <a:lnTo>
                    <a:pt x="203229" y="330395"/>
                  </a:lnTo>
                  <a:lnTo>
                    <a:pt x="208383" y="329170"/>
                  </a:lnTo>
                  <a:lnTo>
                    <a:pt x="213495" y="327782"/>
                  </a:lnTo>
                  <a:lnTo>
                    <a:pt x="218561" y="326233"/>
                  </a:lnTo>
                  <a:lnTo>
                    <a:pt x="223575" y="324524"/>
                  </a:lnTo>
                  <a:lnTo>
                    <a:pt x="228533" y="322657"/>
                  </a:lnTo>
                  <a:lnTo>
                    <a:pt x="233429" y="320634"/>
                  </a:lnTo>
                  <a:lnTo>
                    <a:pt x="238258" y="318457"/>
                  </a:lnTo>
                  <a:lnTo>
                    <a:pt x="243016" y="316128"/>
                  </a:lnTo>
                  <a:lnTo>
                    <a:pt x="247697" y="313650"/>
                  </a:lnTo>
                  <a:lnTo>
                    <a:pt x="252298" y="311024"/>
                  </a:lnTo>
                  <a:lnTo>
                    <a:pt x="256814" y="308254"/>
                  </a:lnTo>
                  <a:lnTo>
                    <a:pt x="261239" y="305343"/>
                  </a:lnTo>
                  <a:lnTo>
                    <a:pt x="265570" y="302292"/>
                  </a:lnTo>
                  <a:lnTo>
                    <a:pt x="269802" y="299106"/>
                  </a:lnTo>
                  <a:lnTo>
                    <a:pt x="273930" y="295787"/>
                  </a:lnTo>
                  <a:lnTo>
                    <a:pt x="277952" y="292339"/>
                  </a:lnTo>
                  <a:lnTo>
                    <a:pt x="281862" y="288766"/>
                  </a:lnTo>
                  <a:lnTo>
                    <a:pt x="285658" y="285070"/>
                  </a:lnTo>
                  <a:lnTo>
                    <a:pt x="289334" y="281256"/>
                  </a:lnTo>
                  <a:lnTo>
                    <a:pt x="292887" y="277328"/>
                  </a:lnTo>
                  <a:lnTo>
                    <a:pt x="296315" y="273288"/>
                  </a:lnTo>
                  <a:lnTo>
                    <a:pt x="299612" y="269143"/>
                  </a:lnTo>
                  <a:lnTo>
                    <a:pt x="302777" y="264894"/>
                  </a:lnTo>
                  <a:lnTo>
                    <a:pt x="305805" y="260548"/>
                  </a:lnTo>
                  <a:lnTo>
                    <a:pt x="308694" y="256108"/>
                  </a:lnTo>
                  <a:lnTo>
                    <a:pt x="311441" y="251579"/>
                  </a:lnTo>
                  <a:lnTo>
                    <a:pt x="314043" y="246965"/>
                  </a:lnTo>
                  <a:lnTo>
                    <a:pt x="316498" y="242270"/>
                  </a:lnTo>
                  <a:lnTo>
                    <a:pt x="318803" y="237501"/>
                  </a:lnTo>
                  <a:lnTo>
                    <a:pt x="320955" y="232660"/>
                  </a:lnTo>
                  <a:lnTo>
                    <a:pt x="322953" y="227754"/>
                  </a:lnTo>
                  <a:lnTo>
                    <a:pt x="324794" y="222787"/>
                  </a:lnTo>
                  <a:lnTo>
                    <a:pt x="326477" y="217764"/>
                  </a:lnTo>
                  <a:lnTo>
                    <a:pt x="328001" y="212691"/>
                  </a:lnTo>
                  <a:lnTo>
                    <a:pt x="329362" y="207572"/>
                  </a:lnTo>
                  <a:lnTo>
                    <a:pt x="330561" y="202412"/>
                  </a:lnTo>
                  <a:lnTo>
                    <a:pt x="331596" y="197216"/>
                  </a:lnTo>
                  <a:lnTo>
                    <a:pt x="332465" y="191991"/>
                  </a:lnTo>
                  <a:lnTo>
                    <a:pt x="333169" y="186741"/>
                  </a:lnTo>
                  <a:lnTo>
                    <a:pt x="333706" y="181471"/>
                  </a:lnTo>
                  <a:lnTo>
                    <a:pt x="334075" y="176186"/>
                  </a:lnTo>
                  <a:lnTo>
                    <a:pt x="334277" y="170893"/>
                  </a:lnTo>
                  <a:lnTo>
                    <a:pt x="334311" y="165596"/>
                  </a:lnTo>
                  <a:lnTo>
                    <a:pt x="334178" y="160300"/>
                  </a:lnTo>
                  <a:lnTo>
                    <a:pt x="333876" y="155011"/>
                  </a:lnTo>
                  <a:lnTo>
                    <a:pt x="333407" y="149735"/>
                  </a:lnTo>
                  <a:lnTo>
                    <a:pt x="332772" y="144476"/>
                  </a:lnTo>
                  <a:lnTo>
                    <a:pt x="331969" y="139240"/>
                  </a:lnTo>
                  <a:lnTo>
                    <a:pt x="331002" y="134031"/>
                  </a:lnTo>
                  <a:lnTo>
                    <a:pt x="329870" y="128857"/>
                  </a:lnTo>
                  <a:lnTo>
                    <a:pt x="328574" y="123720"/>
                  </a:lnTo>
                  <a:lnTo>
                    <a:pt x="327116" y="118627"/>
                  </a:lnTo>
                  <a:lnTo>
                    <a:pt x="325498" y="113583"/>
                  </a:lnTo>
                  <a:lnTo>
                    <a:pt x="323721" y="108593"/>
                  </a:lnTo>
                  <a:lnTo>
                    <a:pt x="321786" y="103662"/>
                  </a:lnTo>
                  <a:lnTo>
                    <a:pt x="319697" y="98794"/>
                  </a:lnTo>
                  <a:lnTo>
                    <a:pt x="317454" y="93995"/>
                  </a:lnTo>
                  <a:lnTo>
                    <a:pt x="315060" y="89269"/>
                  </a:lnTo>
                  <a:lnTo>
                    <a:pt x="312517" y="84622"/>
                  </a:lnTo>
                  <a:lnTo>
                    <a:pt x="309829" y="80058"/>
                  </a:lnTo>
                  <a:lnTo>
                    <a:pt x="306997" y="75581"/>
                  </a:lnTo>
                  <a:lnTo>
                    <a:pt x="304025" y="71196"/>
                  </a:lnTo>
                  <a:lnTo>
                    <a:pt x="300916" y="66907"/>
                  </a:lnTo>
                  <a:lnTo>
                    <a:pt x="297672" y="62719"/>
                  </a:lnTo>
                  <a:lnTo>
                    <a:pt x="294297" y="58636"/>
                  </a:lnTo>
                  <a:lnTo>
                    <a:pt x="290794" y="54662"/>
                  </a:lnTo>
                  <a:lnTo>
                    <a:pt x="287168" y="50801"/>
                  </a:lnTo>
                  <a:lnTo>
                    <a:pt x="283420" y="47057"/>
                  </a:lnTo>
                  <a:lnTo>
                    <a:pt x="279556" y="43433"/>
                  </a:lnTo>
                  <a:lnTo>
                    <a:pt x="275579" y="39934"/>
                  </a:lnTo>
                  <a:lnTo>
                    <a:pt x="271494" y="36562"/>
                  </a:lnTo>
                  <a:lnTo>
                    <a:pt x="267303" y="33322"/>
                  </a:lnTo>
                  <a:lnTo>
                    <a:pt x="263012" y="30216"/>
                  </a:lnTo>
                  <a:lnTo>
                    <a:pt x="258625" y="27247"/>
                  </a:lnTo>
                  <a:lnTo>
                    <a:pt x="254145" y="24419"/>
                  </a:lnTo>
                  <a:lnTo>
                    <a:pt x="249579" y="21734"/>
                  </a:lnTo>
                  <a:lnTo>
                    <a:pt x="244930" y="19196"/>
                  </a:lnTo>
                  <a:lnTo>
                    <a:pt x="240202" y="16806"/>
                  </a:lnTo>
                  <a:lnTo>
                    <a:pt x="235401" y="14567"/>
                  </a:lnTo>
                  <a:lnTo>
                    <a:pt x="230532" y="12481"/>
                  </a:lnTo>
                  <a:lnTo>
                    <a:pt x="225599" y="1055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33122"/>
              <a:ext cx="58447" cy="156616"/>
            </a:xfrm>
            <a:custGeom>
              <a:avLst/>
              <a:pathLst>
                <a:path w="58447" h="156616">
                  <a:moveTo>
                    <a:pt x="58447" y="0"/>
                  </a:moveTo>
                  <a:lnTo>
                    <a:pt x="0" y="1566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32763"/>
              <a:ext cx="58447" cy="156975"/>
            </a:xfrm>
            <a:custGeom>
              <a:avLst/>
              <a:pathLst>
                <a:path w="58447" h="156975">
                  <a:moveTo>
                    <a:pt x="58447" y="358"/>
                  </a:moveTo>
                  <a:lnTo>
                    <a:pt x="57477" y="0"/>
                  </a:lnTo>
                  <a:lnTo>
                    <a:pt x="0" y="15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571"/>
              <a:ext cx="57477" cy="167167"/>
            </a:xfrm>
            <a:custGeom>
              <a:avLst/>
              <a:pathLst>
                <a:path w="57477" h="167167">
                  <a:moveTo>
                    <a:pt x="57477" y="10191"/>
                  </a:moveTo>
                  <a:lnTo>
                    <a:pt x="51933" y="8271"/>
                  </a:lnTo>
                  <a:lnTo>
                    <a:pt x="46325" y="6546"/>
                  </a:lnTo>
                  <a:lnTo>
                    <a:pt x="40660" y="5020"/>
                  </a:lnTo>
                  <a:lnTo>
                    <a:pt x="34944" y="3693"/>
                  </a:lnTo>
                  <a:lnTo>
                    <a:pt x="29186" y="2567"/>
                  </a:lnTo>
                  <a:lnTo>
                    <a:pt x="23392" y="1644"/>
                  </a:lnTo>
                  <a:lnTo>
                    <a:pt x="17569" y="925"/>
                  </a:lnTo>
                  <a:lnTo>
                    <a:pt x="11725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378110" y="1071028"/>
              <a:ext cx="333811" cy="334334"/>
            </a:xfrm>
            <a:custGeom>
              <a:avLst/>
              <a:pathLst>
                <a:path w="333811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8" y="1345"/>
                  </a:lnTo>
                  <a:lnTo>
                    <a:pt x="140725" y="2101"/>
                  </a:lnTo>
                  <a:lnTo>
                    <a:pt x="135500" y="3023"/>
                  </a:lnTo>
                  <a:lnTo>
                    <a:pt x="130306" y="4110"/>
                  </a:lnTo>
                  <a:lnTo>
                    <a:pt x="125149" y="5361"/>
                  </a:lnTo>
                  <a:lnTo>
                    <a:pt x="120035" y="6776"/>
                  </a:lnTo>
                  <a:lnTo>
                    <a:pt x="114968" y="8352"/>
                  </a:lnTo>
                  <a:lnTo>
                    <a:pt x="109953" y="10088"/>
                  </a:lnTo>
                  <a:lnTo>
                    <a:pt x="104997" y="11982"/>
                  </a:lnTo>
                  <a:lnTo>
                    <a:pt x="100102" y="14033"/>
                  </a:lnTo>
                  <a:lnTo>
                    <a:pt x="95276" y="16238"/>
                  </a:lnTo>
                  <a:lnTo>
                    <a:pt x="90522" y="18596"/>
                  </a:lnTo>
                  <a:lnTo>
                    <a:pt x="85845" y="21102"/>
                  </a:lnTo>
                  <a:lnTo>
                    <a:pt x="81250" y="23756"/>
                  </a:lnTo>
                  <a:lnTo>
                    <a:pt x="76741" y="26555"/>
                  </a:lnTo>
                  <a:lnTo>
                    <a:pt x="72324" y="29495"/>
                  </a:lnTo>
                  <a:lnTo>
                    <a:pt x="68002" y="32574"/>
                  </a:lnTo>
                  <a:lnTo>
                    <a:pt x="63780" y="35789"/>
                  </a:lnTo>
                  <a:lnTo>
                    <a:pt x="59662" y="39136"/>
                  </a:lnTo>
                  <a:lnTo>
                    <a:pt x="55653" y="42612"/>
                  </a:lnTo>
                  <a:lnTo>
                    <a:pt x="51756" y="46213"/>
                  </a:lnTo>
                  <a:lnTo>
                    <a:pt x="47975" y="49937"/>
                  </a:lnTo>
                  <a:lnTo>
                    <a:pt x="44314" y="53778"/>
                  </a:lnTo>
                  <a:lnTo>
                    <a:pt x="40777" y="57734"/>
                  </a:lnTo>
                  <a:lnTo>
                    <a:pt x="37368" y="61800"/>
                  </a:lnTo>
                  <a:lnTo>
                    <a:pt x="34089" y="65972"/>
                  </a:lnTo>
                  <a:lnTo>
                    <a:pt x="30944" y="70246"/>
                  </a:lnTo>
                  <a:lnTo>
                    <a:pt x="27936" y="74618"/>
                  </a:lnTo>
                  <a:lnTo>
                    <a:pt x="25069" y="79083"/>
                  </a:lnTo>
                  <a:lnTo>
                    <a:pt x="22345" y="83637"/>
                  </a:lnTo>
                  <a:lnTo>
                    <a:pt x="19767" y="88275"/>
                  </a:lnTo>
                  <a:lnTo>
                    <a:pt x="17337" y="92993"/>
                  </a:lnTo>
                  <a:lnTo>
                    <a:pt x="15058" y="97785"/>
                  </a:lnTo>
                  <a:lnTo>
                    <a:pt x="12933" y="102647"/>
                  </a:lnTo>
                  <a:lnTo>
                    <a:pt x="10963" y="107574"/>
                  </a:lnTo>
                  <a:lnTo>
                    <a:pt x="9150" y="112561"/>
                  </a:lnTo>
                  <a:lnTo>
                    <a:pt x="7496" y="117603"/>
                  </a:lnTo>
                  <a:lnTo>
                    <a:pt x="6004" y="122696"/>
                  </a:lnTo>
                  <a:lnTo>
                    <a:pt x="4673" y="127833"/>
                  </a:lnTo>
                  <a:lnTo>
                    <a:pt x="3507" y="133009"/>
                  </a:lnTo>
                  <a:lnTo>
                    <a:pt x="2505" y="138220"/>
                  </a:lnTo>
                  <a:lnTo>
                    <a:pt x="1669" y="143460"/>
                  </a:lnTo>
                  <a:lnTo>
                    <a:pt x="1000" y="148724"/>
                  </a:lnTo>
                  <a:lnTo>
                    <a:pt x="499" y="154007"/>
                  </a:lnTo>
                  <a:lnTo>
                    <a:pt x="165" y="159303"/>
                  </a:lnTo>
                  <a:lnTo>
                    <a:pt x="0" y="164607"/>
                  </a:lnTo>
                  <a:lnTo>
                    <a:pt x="2" y="169913"/>
                  </a:lnTo>
                  <a:lnTo>
                    <a:pt x="174" y="175217"/>
                  </a:lnTo>
                  <a:lnTo>
                    <a:pt x="513" y="180513"/>
                  </a:lnTo>
                  <a:lnTo>
                    <a:pt x="1021" y="185795"/>
                  </a:lnTo>
                  <a:lnTo>
                    <a:pt x="1696" y="191058"/>
                  </a:lnTo>
                  <a:lnTo>
                    <a:pt x="2538" y="196297"/>
                  </a:lnTo>
                  <a:lnTo>
                    <a:pt x="3545" y="201507"/>
                  </a:lnTo>
                  <a:lnTo>
                    <a:pt x="4717" y="206682"/>
                  </a:lnTo>
                  <a:lnTo>
                    <a:pt x="6053" y="211818"/>
                  </a:lnTo>
                  <a:lnTo>
                    <a:pt x="7552" y="216908"/>
                  </a:lnTo>
                  <a:lnTo>
                    <a:pt x="9211" y="221949"/>
                  </a:lnTo>
                  <a:lnTo>
                    <a:pt x="11029" y="226934"/>
                  </a:lnTo>
                  <a:lnTo>
                    <a:pt x="13005" y="231859"/>
                  </a:lnTo>
                  <a:lnTo>
                    <a:pt x="15136" y="236719"/>
                  </a:lnTo>
                  <a:lnTo>
                    <a:pt x="17420" y="241508"/>
                  </a:lnTo>
                  <a:lnTo>
                    <a:pt x="19855" y="246223"/>
                  </a:lnTo>
                  <a:lnTo>
                    <a:pt x="22438" y="250858"/>
                  </a:lnTo>
                  <a:lnTo>
                    <a:pt x="25167" y="255409"/>
                  </a:lnTo>
                  <a:lnTo>
                    <a:pt x="28040" y="259871"/>
                  </a:lnTo>
                  <a:lnTo>
                    <a:pt x="31052" y="264239"/>
                  </a:lnTo>
                  <a:lnTo>
                    <a:pt x="34202" y="268510"/>
                  </a:lnTo>
                  <a:lnTo>
                    <a:pt x="37485" y="272679"/>
                  </a:lnTo>
                  <a:lnTo>
                    <a:pt x="40899" y="276741"/>
                  </a:lnTo>
                  <a:lnTo>
                    <a:pt x="44441" y="280693"/>
                  </a:lnTo>
                  <a:lnTo>
                    <a:pt x="48106" y="284530"/>
                  </a:lnTo>
                  <a:lnTo>
                    <a:pt x="51891" y="288249"/>
                  </a:lnTo>
                  <a:lnTo>
                    <a:pt x="55792" y="291846"/>
                  </a:lnTo>
                  <a:lnTo>
                    <a:pt x="59805" y="295318"/>
                  </a:lnTo>
                  <a:lnTo>
                    <a:pt x="63927" y="298660"/>
                  </a:lnTo>
                  <a:lnTo>
                    <a:pt x="68152" y="301870"/>
                  </a:lnTo>
                  <a:lnTo>
                    <a:pt x="72478" y="304944"/>
                  </a:lnTo>
                  <a:lnTo>
                    <a:pt x="76898" y="307880"/>
                  </a:lnTo>
                  <a:lnTo>
                    <a:pt x="81410" y="310673"/>
                  </a:lnTo>
                  <a:lnTo>
                    <a:pt x="86008" y="313322"/>
                  </a:lnTo>
                  <a:lnTo>
                    <a:pt x="90687" y="315824"/>
                  </a:lnTo>
                  <a:lnTo>
                    <a:pt x="95444" y="318176"/>
                  </a:lnTo>
                  <a:lnTo>
                    <a:pt x="100273" y="320375"/>
                  </a:lnTo>
                  <a:lnTo>
                    <a:pt x="105170" y="322421"/>
                  </a:lnTo>
                  <a:lnTo>
                    <a:pt x="110128" y="324310"/>
                  </a:lnTo>
                  <a:lnTo>
                    <a:pt x="115145" y="326040"/>
                  </a:lnTo>
                  <a:lnTo>
                    <a:pt x="120213" y="327611"/>
                  </a:lnTo>
                  <a:lnTo>
                    <a:pt x="125329" y="329019"/>
                  </a:lnTo>
                  <a:lnTo>
                    <a:pt x="130488" y="330265"/>
                  </a:lnTo>
                  <a:lnTo>
                    <a:pt x="135683" y="331347"/>
                  </a:lnTo>
                  <a:lnTo>
                    <a:pt x="140909" y="332262"/>
                  </a:lnTo>
                  <a:lnTo>
                    <a:pt x="146163" y="333012"/>
                  </a:lnTo>
                  <a:lnTo>
                    <a:pt x="151437" y="333595"/>
                  </a:lnTo>
                  <a:lnTo>
                    <a:pt x="156727" y="334009"/>
                  </a:lnTo>
                  <a:lnTo>
                    <a:pt x="162028" y="334256"/>
                  </a:lnTo>
                  <a:lnTo>
                    <a:pt x="167334" y="334334"/>
                  </a:lnTo>
                  <a:lnTo>
                    <a:pt x="172639" y="334244"/>
                  </a:lnTo>
                  <a:lnTo>
                    <a:pt x="177940" y="333986"/>
                  </a:lnTo>
                  <a:lnTo>
                    <a:pt x="183229" y="333559"/>
                  </a:lnTo>
                  <a:lnTo>
                    <a:pt x="188502" y="332965"/>
                  </a:lnTo>
                  <a:lnTo>
                    <a:pt x="193753" y="332204"/>
                  </a:lnTo>
                  <a:lnTo>
                    <a:pt x="198978" y="331276"/>
                  </a:lnTo>
                  <a:lnTo>
                    <a:pt x="204171" y="330183"/>
                  </a:lnTo>
                  <a:lnTo>
                    <a:pt x="209326" y="328926"/>
                  </a:lnTo>
                  <a:lnTo>
                    <a:pt x="214439" y="327506"/>
                  </a:lnTo>
                  <a:lnTo>
                    <a:pt x="219504" y="325924"/>
                  </a:lnTo>
                  <a:lnTo>
                    <a:pt x="224517" y="324182"/>
                  </a:lnTo>
                  <a:lnTo>
                    <a:pt x="229471" y="322282"/>
                  </a:lnTo>
                  <a:lnTo>
                    <a:pt x="234363" y="320226"/>
                  </a:lnTo>
                  <a:lnTo>
                    <a:pt x="239187" y="318015"/>
                  </a:lnTo>
                  <a:lnTo>
                    <a:pt x="243939" y="315653"/>
                  </a:lnTo>
                  <a:lnTo>
                    <a:pt x="248613" y="313141"/>
                  </a:lnTo>
                  <a:lnTo>
                    <a:pt x="253205" y="310482"/>
                  </a:lnTo>
                  <a:lnTo>
                    <a:pt x="257710" y="307678"/>
                  </a:lnTo>
                  <a:lnTo>
                    <a:pt x="262124" y="304733"/>
                  </a:lnTo>
                  <a:lnTo>
                    <a:pt x="266443" y="301649"/>
                  </a:lnTo>
                  <a:lnTo>
                    <a:pt x="270661" y="298430"/>
                  </a:lnTo>
                  <a:lnTo>
                    <a:pt x="274775" y="295078"/>
                  </a:lnTo>
                  <a:lnTo>
                    <a:pt x="278781" y="291598"/>
                  </a:lnTo>
                  <a:lnTo>
                    <a:pt x="282674" y="287992"/>
                  </a:lnTo>
                  <a:lnTo>
                    <a:pt x="286450" y="284264"/>
                  </a:lnTo>
                  <a:lnTo>
                    <a:pt x="290107" y="280419"/>
                  </a:lnTo>
                  <a:lnTo>
                    <a:pt x="293639" y="276459"/>
                  </a:lnTo>
                  <a:lnTo>
                    <a:pt x="297044" y="272389"/>
                  </a:lnTo>
                  <a:lnTo>
                    <a:pt x="300319" y="268213"/>
                  </a:lnTo>
                  <a:lnTo>
                    <a:pt x="303459" y="263936"/>
                  </a:lnTo>
                  <a:lnTo>
                    <a:pt x="306461" y="259560"/>
                  </a:lnTo>
                  <a:lnTo>
                    <a:pt x="309324" y="255092"/>
                  </a:lnTo>
                  <a:lnTo>
                    <a:pt x="312043" y="250535"/>
                  </a:lnTo>
                  <a:lnTo>
                    <a:pt x="314616" y="245894"/>
                  </a:lnTo>
                  <a:lnTo>
                    <a:pt x="317040" y="241174"/>
                  </a:lnTo>
                  <a:lnTo>
                    <a:pt x="319314" y="236380"/>
                  </a:lnTo>
                  <a:lnTo>
                    <a:pt x="321434" y="231515"/>
                  </a:lnTo>
                  <a:lnTo>
                    <a:pt x="323398" y="226586"/>
                  </a:lnTo>
                  <a:lnTo>
                    <a:pt x="325206" y="221596"/>
                  </a:lnTo>
                  <a:lnTo>
                    <a:pt x="326853" y="216552"/>
                  </a:lnTo>
                  <a:lnTo>
                    <a:pt x="328340" y="211459"/>
                  </a:lnTo>
                  <a:lnTo>
                    <a:pt x="329665" y="206320"/>
                  </a:lnTo>
                  <a:lnTo>
                    <a:pt x="330826" y="201142"/>
                  </a:lnTo>
                  <a:lnTo>
                    <a:pt x="331822" y="195930"/>
                  </a:lnTo>
                  <a:lnTo>
                    <a:pt x="332652" y="190689"/>
                  </a:lnTo>
                  <a:lnTo>
                    <a:pt x="333315" y="185424"/>
                  </a:lnTo>
                  <a:lnTo>
                    <a:pt x="333811" y="180141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238196"/>
              <a:ext cx="166663" cy="12973"/>
            </a:xfrm>
            <a:custGeom>
              <a:avLst/>
              <a:pathLst>
                <a:path w="166663" h="12973">
                  <a:moveTo>
                    <a:pt x="166663" y="129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238196"/>
              <a:ext cx="166850" cy="12973"/>
            </a:xfrm>
            <a:custGeom>
              <a:avLst/>
              <a:pathLst>
                <a:path w="166850" h="12973">
                  <a:moveTo>
                    <a:pt x="166663" y="12973"/>
                  </a:moveTo>
                  <a:lnTo>
                    <a:pt x="166850" y="1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071028"/>
              <a:ext cx="167166" cy="177457"/>
            </a:xfrm>
            <a:custGeom>
              <a:avLst/>
              <a:pathLst>
                <a:path w="167166" h="177457">
                  <a:moveTo>
                    <a:pt x="166850" y="177457"/>
                  </a:moveTo>
                  <a:lnTo>
                    <a:pt x="167097" y="172005"/>
                  </a:lnTo>
                  <a:lnTo>
                    <a:pt x="167166" y="166548"/>
                  </a:lnTo>
                  <a:lnTo>
                    <a:pt x="167057" y="161092"/>
                  </a:lnTo>
                  <a:lnTo>
                    <a:pt x="166769" y="155642"/>
                  </a:lnTo>
                  <a:lnTo>
                    <a:pt x="166304" y="150204"/>
                  </a:lnTo>
                  <a:lnTo>
                    <a:pt x="165662" y="144785"/>
                  </a:lnTo>
                  <a:lnTo>
                    <a:pt x="164843" y="139389"/>
                  </a:lnTo>
                  <a:lnTo>
                    <a:pt x="163848" y="134023"/>
                  </a:lnTo>
                  <a:lnTo>
                    <a:pt x="162679" y="128693"/>
                  </a:lnTo>
                  <a:lnTo>
                    <a:pt x="161337" y="123403"/>
                  </a:lnTo>
                  <a:lnTo>
                    <a:pt x="159822" y="118160"/>
                  </a:lnTo>
                  <a:lnTo>
                    <a:pt x="158137" y="112969"/>
                  </a:lnTo>
                  <a:lnTo>
                    <a:pt x="156284" y="107836"/>
                  </a:lnTo>
                  <a:lnTo>
                    <a:pt x="154264" y="102766"/>
                  </a:lnTo>
                  <a:lnTo>
                    <a:pt x="152079" y="97765"/>
                  </a:lnTo>
                  <a:lnTo>
                    <a:pt x="149733" y="92838"/>
                  </a:lnTo>
                  <a:lnTo>
                    <a:pt x="147227" y="87990"/>
                  </a:lnTo>
                  <a:lnTo>
                    <a:pt x="144564" y="83226"/>
                  </a:lnTo>
                  <a:lnTo>
                    <a:pt x="141747" y="78552"/>
                  </a:lnTo>
                  <a:lnTo>
                    <a:pt x="138779" y="73972"/>
                  </a:lnTo>
                  <a:lnTo>
                    <a:pt x="135663" y="69492"/>
                  </a:lnTo>
                  <a:lnTo>
                    <a:pt x="132402" y="65116"/>
                  </a:lnTo>
                  <a:lnTo>
                    <a:pt x="129001" y="60848"/>
                  </a:lnTo>
                  <a:lnTo>
                    <a:pt x="125461" y="56694"/>
                  </a:lnTo>
                  <a:lnTo>
                    <a:pt x="121788" y="52658"/>
                  </a:lnTo>
                  <a:lnTo>
                    <a:pt x="117986" y="48743"/>
                  </a:lnTo>
                  <a:lnTo>
                    <a:pt x="114057" y="44955"/>
                  </a:lnTo>
                  <a:lnTo>
                    <a:pt x="110007" y="41297"/>
                  </a:lnTo>
                  <a:lnTo>
                    <a:pt x="105840" y="37773"/>
                  </a:lnTo>
                  <a:lnTo>
                    <a:pt x="101560" y="34387"/>
                  </a:lnTo>
                  <a:lnTo>
                    <a:pt x="97172" y="31143"/>
                  </a:lnTo>
                  <a:lnTo>
                    <a:pt x="92680" y="28044"/>
                  </a:lnTo>
                  <a:lnTo>
                    <a:pt x="88089" y="25092"/>
                  </a:lnTo>
                  <a:lnTo>
                    <a:pt x="83405" y="22293"/>
                  </a:lnTo>
                  <a:lnTo>
                    <a:pt x="78631" y="19647"/>
                  </a:lnTo>
                  <a:lnTo>
                    <a:pt x="73774" y="17159"/>
                  </a:lnTo>
                  <a:lnTo>
                    <a:pt x="68838" y="14831"/>
                  </a:lnTo>
                  <a:lnTo>
                    <a:pt x="63829" y="12665"/>
                  </a:lnTo>
                  <a:lnTo>
                    <a:pt x="58751" y="10664"/>
                  </a:lnTo>
                  <a:lnTo>
                    <a:pt x="53612" y="8830"/>
                  </a:lnTo>
                  <a:lnTo>
                    <a:pt x="48415" y="7164"/>
                  </a:lnTo>
                  <a:lnTo>
                    <a:pt x="43166" y="5669"/>
                  </a:lnTo>
                  <a:lnTo>
                    <a:pt x="37871" y="4346"/>
                  </a:lnTo>
                  <a:lnTo>
                    <a:pt x="32536" y="3197"/>
                  </a:lnTo>
                  <a:lnTo>
                    <a:pt x="27167" y="2222"/>
                  </a:lnTo>
                  <a:lnTo>
                    <a:pt x="21768" y="1423"/>
                  </a:lnTo>
                  <a:lnTo>
                    <a:pt x="16346" y="801"/>
                  </a:lnTo>
                  <a:lnTo>
                    <a:pt x="10907" y="356"/>
                  </a:lnTo>
                  <a:lnTo>
                    <a:pt x="545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914261" y="941493"/>
              <a:ext cx="109282" cy="167167"/>
            </a:xfrm>
            <a:custGeom>
              <a:avLst/>
              <a:pathLst>
                <a:path w="109282" h="167167">
                  <a:moveTo>
                    <a:pt x="109282" y="0"/>
                  </a:moveTo>
                  <a:lnTo>
                    <a:pt x="103612" y="96"/>
                  </a:lnTo>
                  <a:lnTo>
                    <a:pt x="97947" y="384"/>
                  </a:lnTo>
                  <a:lnTo>
                    <a:pt x="92296" y="865"/>
                  </a:lnTo>
                  <a:lnTo>
                    <a:pt x="86665" y="1537"/>
                  </a:lnTo>
                  <a:lnTo>
                    <a:pt x="81059" y="2399"/>
                  </a:lnTo>
                  <a:lnTo>
                    <a:pt x="75486" y="3451"/>
                  </a:lnTo>
                  <a:lnTo>
                    <a:pt x="69952" y="4692"/>
                  </a:lnTo>
                  <a:lnTo>
                    <a:pt x="64463" y="6120"/>
                  </a:lnTo>
                  <a:lnTo>
                    <a:pt x="59026" y="7733"/>
                  </a:lnTo>
                  <a:lnTo>
                    <a:pt x="53646" y="9529"/>
                  </a:lnTo>
                  <a:lnTo>
                    <a:pt x="48331" y="11507"/>
                  </a:lnTo>
                  <a:lnTo>
                    <a:pt x="43086" y="13665"/>
                  </a:lnTo>
                  <a:lnTo>
                    <a:pt x="37916" y="15999"/>
                  </a:lnTo>
                  <a:lnTo>
                    <a:pt x="32830" y="18507"/>
                  </a:lnTo>
                  <a:lnTo>
                    <a:pt x="27831" y="21186"/>
                  </a:lnTo>
                  <a:lnTo>
                    <a:pt x="22925" y="24033"/>
                  </a:lnTo>
                  <a:lnTo>
                    <a:pt x="18120" y="27044"/>
                  </a:lnTo>
                  <a:lnTo>
                    <a:pt x="13419" y="30217"/>
                  </a:lnTo>
                  <a:lnTo>
                    <a:pt x="8828" y="33548"/>
                  </a:lnTo>
                  <a:lnTo>
                    <a:pt x="4354" y="37033"/>
                  </a:lnTo>
                  <a:lnTo>
                    <a:pt x="0" y="40667"/>
                  </a:lnTo>
                  <a:lnTo>
                    <a:pt x="10928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14261" y="982160"/>
              <a:ext cx="109282" cy="126499"/>
            </a:xfrm>
            <a:custGeom>
              <a:avLst/>
              <a:pathLst>
                <a:path w="109282" h="126499">
                  <a:moveTo>
                    <a:pt x="0" y="0"/>
                  </a:moveTo>
                  <a:lnTo>
                    <a:pt x="109282" y="1264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856376" y="961039"/>
              <a:ext cx="334334" cy="314770"/>
            </a:xfrm>
            <a:custGeom>
              <a:avLst/>
              <a:pathLst>
                <a:path w="334334" h="314770">
                  <a:moveTo>
                    <a:pt x="57884" y="21121"/>
                  </a:moveTo>
                  <a:lnTo>
                    <a:pt x="53922" y="24656"/>
                  </a:lnTo>
                  <a:lnTo>
                    <a:pt x="50074" y="28314"/>
                  </a:lnTo>
                  <a:lnTo>
                    <a:pt x="46344" y="32093"/>
                  </a:lnTo>
                  <a:lnTo>
                    <a:pt x="42736" y="35989"/>
                  </a:lnTo>
                  <a:lnTo>
                    <a:pt x="39253" y="39997"/>
                  </a:lnTo>
                  <a:lnTo>
                    <a:pt x="35899" y="44114"/>
                  </a:lnTo>
                  <a:lnTo>
                    <a:pt x="32678" y="48335"/>
                  </a:lnTo>
                  <a:lnTo>
                    <a:pt x="29593" y="52656"/>
                  </a:lnTo>
                  <a:lnTo>
                    <a:pt x="26646" y="57073"/>
                  </a:lnTo>
                  <a:lnTo>
                    <a:pt x="23842" y="61581"/>
                  </a:lnTo>
                  <a:lnTo>
                    <a:pt x="21181" y="66177"/>
                  </a:lnTo>
                  <a:lnTo>
                    <a:pt x="18669" y="70854"/>
                  </a:lnTo>
                  <a:lnTo>
                    <a:pt x="16305" y="75609"/>
                  </a:lnTo>
                  <a:lnTo>
                    <a:pt x="14094" y="80436"/>
                  </a:lnTo>
                  <a:lnTo>
                    <a:pt x="12038" y="85332"/>
                  </a:lnTo>
                  <a:lnTo>
                    <a:pt x="10138" y="90290"/>
                  </a:lnTo>
                  <a:lnTo>
                    <a:pt x="8396" y="95306"/>
                  </a:lnTo>
                  <a:lnTo>
                    <a:pt x="6815" y="100375"/>
                  </a:lnTo>
                  <a:lnTo>
                    <a:pt x="5395" y="105491"/>
                  </a:lnTo>
                  <a:lnTo>
                    <a:pt x="4139" y="110650"/>
                  </a:lnTo>
                  <a:lnTo>
                    <a:pt x="3047" y="115846"/>
                  </a:lnTo>
                  <a:lnTo>
                    <a:pt x="2121" y="121074"/>
                  </a:lnTo>
                  <a:lnTo>
                    <a:pt x="1361" y="126330"/>
                  </a:lnTo>
                  <a:lnTo>
                    <a:pt x="768" y="131606"/>
                  </a:lnTo>
                  <a:lnTo>
                    <a:pt x="344" y="136899"/>
                  </a:lnTo>
                  <a:lnTo>
                    <a:pt x="87" y="142202"/>
                  </a:lnTo>
                  <a:lnTo>
                    <a:pt x="0" y="147511"/>
                  </a:lnTo>
                  <a:lnTo>
                    <a:pt x="80" y="152820"/>
                  </a:lnTo>
                  <a:lnTo>
                    <a:pt x="330" y="158124"/>
                  </a:lnTo>
                  <a:lnTo>
                    <a:pt x="747" y="163417"/>
                  </a:lnTo>
                  <a:lnTo>
                    <a:pt x="1333" y="168695"/>
                  </a:lnTo>
                  <a:lnTo>
                    <a:pt x="2086" y="173951"/>
                  </a:lnTo>
                  <a:lnTo>
                    <a:pt x="3005" y="179180"/>
                  </a:lnTo>
                  <a:lnTo>
                    <a:pt x="4091" y="184378"/>
                  </a:lnTo>
                  <a:lnTo>
                    <a:pt x="5340" y="189538"/>
                  </a:lnTo>
                  <a:lnTo>
                    <a:pt x="6753" y="194657"/>
                  </a:lnTo>
                  <a:lnTo>
                    <a:pt x="8328" y="199728"/>
                  </a:lnTo>
                  <a:lnTo>
                    <a:pt x="10063" y="204746"/>
                  </a:lnTo>
                  <a:lnTo>
                    <a:pt x="11956" y="209706"/>
                  </a:lnTo>
                  <a:lnTo>
                    <a:pt x="14006" y="214604"/>
                  </a:lnTo>
                  <a:lnTo>
                    <a:pt x="16211" y="219435"/>
                  </a:lnTo>
                  <a:lnTo>
                    <a:pt x="18568" y="224193"/>
                  </a:lnTo>
                  <a:lnTo>
                    <a:pt x="21074" y="228874"/>
                  </a:lnTo>
                  <a:lnTo>
                    <a:pt x="23729" y="233472"/>
                  </a:lnTo>
                  <a:lnTo>
                    <a:pt x="26527" y="237984"/>
                  </a:lnTo>
                  <a:lnTo>
                    <a:pt x="29468" y="242405"/>
                  </a:lnTo>
                  <a:lnTo>
                    <a:pt x="32548" y="246731"/>
                  </a:lnTo>
                  <a:lnTo>
                    <a:pt x="35763" y="250956"/>
                  </a:lnTo>
                  <a:lnTo>
                    <a:pt x="39112" y="255077"/>
                  </a:lnTo>
                  <a:lnTo>
                    <a:pt x="42589" y="259090"/>
                  </a:lnTo>
                  <a:lnTo>
                    <a:pt x="46192" y="262990"/>
                  </a:lnTo>
                  <a:lnTo>
                    <a:pt x="49917" y="266774"/>
                  </a:lnTo>
                  <a:lnTo>
                    <a:pt x="53760" y="270437"/>
                  </a:lnTo>
                  <a:lnTo>
                    <a:pt x="57718" y="273977"/>
                  </a:lnTo>
                  <a:lnTo>
                    <a:pt x="61786" y="277389"/>
                  </a:lnTo>
                  <a:lnTo>
                    <a:pt x="65960" y="280671"/>
                  </a:lnTo>
                  <a:lnTo>
                    <a:pt x="70237" y="283818"/>
                  </a:lnTo>
                  <a:lnTo>
                    <a:pt x="74611" y="286827"/>
                  </a:lnTo>
                  <a:lnTo>
                    <a:pt x="79079" y="289697"/>
                  </a:lnTo>
                  <a:lnTo>
                    <a:pt x="83635" y="292423"/>
                  </a:lnTo>
                  <a:lnTo>
                    <a:pt x="88276" y="295002"/>
                  </a:lnTo>
                  <a:lnTo>
                    <a:pt x="92997" y="297434"/>
                  </a:lnTo>
                  <a:lnTo>
                    <a:pt x="97792" y="299714"/>
                  </a:lnTo>
                  <a:lnTo>
                    <a:pt x="102657" y="301840"/>
                  </a:lnTo>
                  <a:lnTo>
                    <a:pt x="107588" y="303811"/>
                  </a:lnTo>
                  <a:lnTo>
                    <a:pt x="112578" y="305624"/>
                  </a:lnTo>
                  <a:lnTo>
                    <a:pt x="117624" y="307278"/>
                  </a:lnTo>
                  <a:lnTo>
                    <a:pt x="122719" y="308771"/>
                  </a:lnTo>
                  <a:lnTo>
                    <a:pt x="127859" y="310102"/>
                  </a:lnTo>
                  <a:lnTo>
                    <a:pt x="133040" y="311268"/>
                  </a:lnTo>
                  <a:lnTo>
                    <a:pt x="138254" y="312269"/>
                  </a:lnTo>
                  <a:lnTo>
                    <a:pt x="143498" y="313104"/>
                  </a:lnTo>
                  <a:lnTo>
                    <a:pt x="148765" y="313773"/>
                  </a:lnTo>
                  <a:lnTo>
                    <a:pt x="154051" y="314273"/>
                  </a:lnTo>
                  <a:lnTo>
                    <a:pt x="159350" y="314606"/>
                  </a:lnTo>
                  <a:lnTo>
                    <a:pt x="164658" y="314770"/>
                  </a:lnTo>
                  <a:lnTo>
                    <a:pt x="169967" y="314765"/>
                  </a:lnTo>
                  <a:lnTo>
                    <a:pt x="175274" y="314592"/>
                  </a:lnTo>
                  <a:lnTo>
                    <a:pt x="180573" y="314250"/>
                  </a:lnTo>
                  <a:lnTo>
                    <a:pt x="185858" y="313740"/>
                  </a:lnTo>
                  <a:lnTo>
                    <a:pt x="191124" y="313063"/>
                  </a:lnTo>
                  <a:lnTo>
                    <a:pt x="196366" y="312219"/>
                  </a:lnTo>
                  <a:lnTo>
                    <a:pt x="201579" y="311208"/>
                  </a:lnTo>
                  <a:lnTo>
                    <a:pt x="206757" y="310033"/>
                  </a:lnTo>
                  <a:lnTo>
                    <a:pt x="211895" y="308694"/>
                  </a:lnTo>
                  <a:lnTo>
                    <a:pt x="216988" y="307192"/>
                  </a:lnTo>
                  <a:lnTo>
                    <a:pt x="222031" y="305529"/>
                  </a:lnTo>
                  <a:lnTo>
                    <a:pt x="227018" y="303707"/>
                  </a:lnTo>
                  <a:lnTo>
                    <a:pt x="231945" y="301728"/>
                  </a:lnTo>
                  <a:lnTo>
                    <a:pt x="236806" y="299593"/>
                  </a:lnTo>
                  <a:lnTo>
                    <a:pt x="241598" y="297304"/>
                  </a:lnTo>
                  <a:lnTo>
                    <a:pt x="246314" y="294865"/>
                  </a:lnTo>
                  <a:lnTo>
                    <a:pt x="250950" y="292277"/>
                  </a:lnTo>
                  <a:lnTo>
                    <a:pt x="255502" y="289543"/>
                  </a:lnTo>
                  <a:lnTo>
                    <a:pt x="259965" y="286666"/>
                  </a:lnTo>
                  <a:lnTo>
                    <a:pt x="264334" y="283649"/>
                  </a:lnTo>
                  <a:lnTo>
                    <a:pt x="268605" y="280494"/>
                  </a:lnTo>
                  <a:lnTo>
                    <a:pt x="272774" y="277206"/>
                  </a:lnTo>
                  <a:lnTo>
                    <a:pt x="276836" y="273786"/>
                  </a:lnTo>
                  <a:lnTo>
                    <a:pt x="280787" y="270240"/>
                  </a:lnTo>
                  <a:lnTo>
                    <a:pt x="284624" y="266570"/>
                  </a:lnTo>
                  <a:lnTo>
                    <a:pt x="288343" y="262779"/>
                  </a:lnTo>
                  <a:lnTo>
                    <a:pt x="291939" y="258873"/>
                  </a:lnTo>
                  <a:lnTo>
                    <a:pt x="295409" y="254854"/>
                  </a:lnTo>
                  <a:lnTo>
                    <a:pt x="298750" y="250727"/>
                  </a:lnTo>
                  <a:lnTo>
                    <a:pt x="301958" y="246496"/>
                  </a:lnTo>
                  <a:lnTo>
                    <a:pt x="305030" y="242165"/>
                  </a:lnTo>
                  <a:lnTo>
                    <a:pt x="307963" y="237739"/>
                  </a:lnTo>
                  <a:lnTo>
                    <a:pt x="310754" y="233222"/>
                  </a:lnTo>
                  <a:lnTo>
                    <a:pt x="313401" y="228619"/>
                  </a:lnTo>
                  <a:lnTo>
                    <a:pt x="315899" y="223934"/>
                  </a:lnTo>
                  <a:lnTo>
                    <a:pt x="318248" y="219172"/>
                  </a:lnTo>
                  <a:lnTo>
                    <a:pt x="320444" y="214338"/>
                  </a:lnTo>
                  <a:lnTo>
                    <a:pt x="322485" y="209436"/>
                  </a:lnTo>
                  <a:lnTo>
                    <a:pt x="324370" y="204472"/>
                  </a:lnTo>
                  <a:lnTo>
                    <a:pt x="326097" y="199451"/>
                  </a:lnTo>
                  <a:lnTo>
                    <a:pt x="327662" y="194377"/>
                  </a:lnTo>
                  <a:lnTo>
                    <a:pt x="329066" y="189257"/>
                  </a:lnTo>
                  <a:lnTo>
                    <a:pt x="330307" y="184094"/>
                  </a:lnTo>
                  <a:lnTo>
                    <a:pt x="331383" y="178894"/>
                  </a:lnTo>
                  <a:lnTo>
                    <a:pt x="332293" y="173663"/>
                  </a:lnTo>
                  <a:lnTo>
                    <a:pt x="333037" y="168406"/>
                  </a:lnTo>
                  <a:lnTo>
                    <a:pt x="333614" y="163128"/>
                  </a:lnTo>
                  <a:lnTo>
                    <a:pt x="334022" y="157834"/>
                  </a:lnTo>
                  <a:lnTo>
                    <a:pt x="334262" y="152529"/>
                  </a:lnTo>
                  <a:lnTo>
                    <a:pt x="334334" y="147220"/>
                  </a:lnTo>
                  <a:lnTo>
                    <a:pt x="334237" y="141911"/>
                  </a:lnTo>
                  <a:lnTo>
                    <a:pt x="333971" y="136608"/>
                  </a:lnTo>
                  <a:lnTo>
                    <a:pt x="333537" y="131316"/>
                  </a:lnTo>
                  <a:lnTo>
                    <a:pt x="332936" y="126041"/>
                  </a:lnTo>
                  <a:lnTo>
                    <a:pt x="332167" y="120787"/>
                  </a:lnTo>
                  <a:lnTo>
                    <a:pt x="331231" y="115560"/>
                  </a:lnTo>
                  <a:lnTo>
                    <a:pt x="330130" y="110366"/>
                  </a:lnTo>
                  <a:lnTo>
                    <a:pt x="328865" y="105209"/>
                  </a:lnTo>
                  <a:lnTo>
                    <a:pt x="327436" y="100096"/>
                  </a:lnTo>
                  <a:lnTo>
                    <a:pt x="325846" y="95030"/>
                  </a:lnTo>
                  <a:lnTo>
                    <a:pt x="324096" y="90017"/>
                  </a:lnTo>
                  <a:lnTo>
                    <a:pt x="322187" y="85062"/>
                  </a:lnTo>
                  <a:lnTo>
                    <a:pt x="320122" y="80170"/>
                  </a:lnTo>
                  <a:lnTo>
                    <a:pt x="317903" y="75346"/>
                  </a:lnTo>
                  <a:lnTo>
                    <a:pt x="315531" y="70596"/>
                  </a:lnTo>
                  <a:lnTo>
                    <a:pt x="313010" y="65923"/>
                  </a:lnTo>
                  <a:lnTo>
                    <a:pt x="310342" y="61332"/>
                  </a:lnTo>
                  <a:lnTo>
                    <a:pt x="307529" y="56829"/>
                  </a:lnTo>
                  <a:lnTo>
                    <a:pt x="304575" y="52417"/>
                  </a:lnTo>
                  <a:lnTo>
                    <a:pt x="301482" y="48101"/>
                  </a:lnTo>
                  <a:lnTo>
                    <a:pt x="298254" y="43885"/>
                  </a:lnTo>
                  <a:lnTo>
                    <a:pt x="294893" y="39774"/>
                  </a:lnTo>
                  <a:lnTo>
                    <a:pt x="291404" y="35772"/>
                  </a:lnTo>
                  <a:lnTo>
                    <a:pt x="287789" y="31883"/>
                  </a:lnTo>
                  <a:lnTo>
                    <a:pt x="284052" y="28111"/>
                  </a:lnTo>
                  <a:lnTo>
                    <a:pt x="280198" y="24459"/>
                  </a:lnTo>
                  <a:lnTo>
                    <a:pt x="276229" y="20931"/>
                  </a:lnTo>
                  <a:lnTo>
                    <a:pt x="272151" y="17531"/>
                  </a:lnTo>
                  <a:lnTo>
                    <a:pt x="267966" y="14263"/>
                  </a:lnTo>
                  <a:lnTo>
                    <a:pt x="263680" y="11129"/>
                  </a:lnTo>
                  <a:lnTo>
                    <a:pt x="259297" y="8133"/>
                  </a:lnTo>
                  <a:lnTo>
                    <a:pt x="254820" y="5277"/>
                  </a:lnTo>
                  <a:lnTo>
                    <a:pt x="250255" y="2565"/>
                  </a:lnTo>
                  <a:lnTo>
                    <a:pt x="245607" y="0"/>
                  </a:lnTo>
                  <a:lnTo>
                    <a:pt x="167167" y="1476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023544" y="941493"/>
              <a:ext cx="78439" cy="167167"/>
            </a:xfrm>
            <a:custGeom>
              <a:avLst/>
              <a:pathLst>
                <a:path w="78439" h="167167">
                  <a:moveTo>
                    <a:pt x="78439" y="19545"/>
                  </a:moveTo>
                  <a:lnTo>
                    <a:pt x="73242" y="16899"/>
                  </a:lnTo>
                  <a:lnTo>
                    <a:pt x="67957" y="14436"/>
                  </a:lnTo>
                  <a:lnTo>
                    <a:pt x="62588" y="12158"/>
                  </a:lnTo>
                  <a:lnTo>
                    <a:pt x="57143" y="10070"/>
                  </a:lnTo>
                  <a:lnTo>
                    <a:pt x="51629" y="8172"/>
                  </a:lnTo>
                  <a:lnTo>
                    <a:pt x="46052" y="6468"/>
                  </a:lnTo>
                  <a:lnTo>
                    <a:pt x="40419" y="4960"/>
                  </a:lnTo>
                  <a:lnTo>
                    <a:pt x="34736" y="3648"/>
                  </a:lnTo>
                  <a:lnTo>
                    <a:pt x="29012" y="2536"/>
                  </a:lnTo>
                  <a:lnTo>
                    <a:pt x="23252" y="1625"/>
                  </a:lnTo>
                  <a:lnTo>
                    <a:pt x="17463" y="914"/>
                  </a:lnTo>
                  <a:lnTo>
                    <a:pt x="11654" y="406"/>
                  </a:lnTo>
                  <a:lnTo>
                    <a:pt x="583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378033" y="941493"/>
              <a:ext cx="108182" cy="167167"/>
            </a:xfrm>
            <a:custGeom>
              <a:avLst/>
              <a:pathLst>
                <a:path w="108182" h="167167">
                  <a:moveTo>
                    <a:pt x="108182" y="0"/>
                  </a:moveTo>
                  <a:lnTo>
                    <a:pt x="102580" y="93"/>
                  </a:lnTo>
                  <a:lnTo>
                    <a:pt x="96985" y="375"/>
                  </a:lnTo>
                  <a:lnTo>
                    <a:pt x="91402" y="844"/>
                  </a:lnTo>
                  <a:lnTo>
                    <a:pt x="85838" y="1500"/>
                  </a:lnTo>
                  <a:lnTo>
                    <a:pt x="80299" y="2341"/>
                  </a:lnTo>
                  <a:lnTo>
                    <a:pt x="74791" y="3368"/>
                  </a:lnTo>
                  <a:lnTo>
                    <a:pt x="69321" y="4579"/>
                  </a:lnTo>
                  <a:lnTo>
                    <a:pt x="63895" y="5973"/>
                  </a:lnTo>
                  <a:lnTo>
                    <a:pt x="58518" y="7547"/>
                  </a:lnTo>
                  <a:lnTo>
                    <a:pt x="53197" y="9301"/>
                  </a:lnTo>
                  <a:lnTo>
                    <a:pt x="47938" y="11232"/>
                  </a:lnTo>
                  <a:lnTo>
                    <a:pt x="42746" y="13339"/>
                  </a:lnTo>
                  <a:lnTo>
                    <a:pt x="37628" y="15618"/>
                  </a:lnTo>
                  <a:lnTo>
                    <a:pt x="32589" y="18067"/>
                  </a:lnTo>
                  <a:lnTo>
                    <a:pt x="27635" y="20684"/>
                  </a:lnTo>
                  <a:lnTo>
                    <a:pt x="22772" y="23465"/>
                  </a:lnTo>
                  <a:lnTo>
                    <a:pt x="18005" y="26408"/>
                  </a:lnTo>
                  <a:lnTo>
                    <a:pt x="13338" y="29509"/>
                  </a:lnTo>
                  <a:lnTo>
                    <a:pt x="8779" y="32765"/>
                  </a:lnTo>
                  <a:lnTo>
                    <a:pt x="4331" y="36171"/>
                  </a:lnTo>
                  <a:lnTo>
                    <a:pt x="0" y="39725"/>
                  </a:lnTo>
                  <a:lnTo>
                    <a:pt x="10818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78033" y="981218"/>
              <a:ext cx="108182" cy="127442"/>
            </a:xfrm>
            <a:custGeom>
              <a:avLst/>
              <a:pathLst>
                <a:path w="108182" h="127442">
                  <a:moveTo>
                    <a:pt x="0" y="0"/>
                  </a:moveTo>
                  <a:lnTo>
                    <a:pt x="108182" y="1274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19048" y="981218"/>
              <a:ext cx="167167" cy="282409"/>
            </a:xfrm>
            <a:custGeom>
              <a:avLst/>
              <a:pathLst>
                <a:path w="167167" h="282409">
                  <a:moveTo>
                    <a:pt x="58984" y="0"/>
                  </a:moveTo>
                  <a:lnTo>
                    <a:pt x="54952" y="3535"/>
                  </a:lnTo>
                  <a:lnTo>
                    <a:pt x="51035" y="7199"/>
                  </a:lnTo>
                  <a:lnTo>
                    <a:pt x="47238" y="10986"/>
                  </a:lnTo>
                  <a:lnTo>
                    <a:pt x="43564" y="14893"/>
                  </a:lnTo>
                  <a:lnTo>
                    <a:pt x="40017" y="18916"/>
                  </a:lnTo>
                  <a:lnTo>
                    <a:pt x="36601" y="23050"/>
                  </a:lnTo>
                  <a:lnTo>
                    <a:pt x="33320" y="27292"/>
                  </a:lnTo>
                  <a:lnTo>
                    <a:pt x="30176" y="31637"/>
                  </a:lnTo>
                  <a:lnTo>
                    <a:pt x="27173" y="36081"/>
                  </a:lnTo>
                  <a:lnTo>
                    <a:pt x="24315" y="40619"/>
                  </a:lnTo>
                  <a:lnTo>
                    <a:pt x="21603" y="45246"/>
                  </a:lnTo>
                  <a:lnTo>
                    <a:pt x="19041" y="49957"/>
                  </a:lnTo>
                  <a:lnTo>
                    <a:pt x="16632" y="54749"/>
                  </a:lnTo>
                  <a:lnTo>
                    <a:pt x="14378" y="59615"/>
                  </a:lnTo>
                  <a:lnTo>
                    <a:pt x="12281" y="64551"/>
                  </a:lnTo>
                  <a:lnTo>
                    <a:pt x="10343" y="69552"/>
                  </a:lnTo>
                  <a:lnTo>
                    <a:pt x="8567" y="74612"/>
                  </a:lnTo>
                  <a:lnTo>
                    <a:pt x="6954" y="79727"/>
                  </a:lnTo>
                  <a:lnTo>
                    <a:pt x="5506" y="84891"/>
                  </a:lnTo>
                  <a:lnTo>
                    <a:pt x="4224" y="90098"/>
                  </a:lnTo>
                  <a:lnTo>
                    <a:pt x="3110" y="95344"/>
                  </a:lnTo>
                  <a:lnTo>
                    <a:pt x="2165" y="100624"/>
                  </a:lnTo>
                  <a:lnTo>
                    <a:pt x="1389" y="105930"/>
                  </a:lnTo>
                  <a:lnTo>
                    <a:pt x="785" y="111259"/>
                  </a:lnTo>
                  <a:lnTo>
                    <a:pt x="351" y="116605"/>
                  </a:lnTo>
                  <a:lnTo>
                    <a:pt x="89" y="121961"/>
                  </a:lnTo>
                  <a:lnTo>
                    <a:pt x="0" y="127324"/>
                  </a:lnTo>
                  <a:lnTo>
                    <a:pt x="82" y="132686"/>
                  </a:lnTo>
                  <a:lnTo>
                    <a:pt x="336" y="138043"/>
                  </a:lnTo>
                  <a:lnTo>
                    <a:pt x="762" y="143389"/>
                  </a:lnTo>
                  <a:lnTo>
                    <a:pt x="1359" y="148719"/>
                  </a:lnTo>
                  <a:lnTo>
                    <a:pt x="2127" y="154027"/>
                  </a:lnTo>
                  <a:lnTo>
                    <a:pt x="3065" y="159307"/>
                  </a:lnTo>
                  <a:lnTo>
                    <a:pt x="4171" y="164555"/>
                  </a:lnTo>
                  <a:lnTo>
                    <a:pt x="5446" y="169764"/>
                  </a:lnTo>
                  <a:lnTo>
                    <a:pt x="6887" y="174930"/>
                  </a:lnTo>
                  <a:lnTo>
                    <a:pt x="8492" y="180047"/>
                  </a:lnTo>
                  <a:lnTo>
                    <a:pt x="10261" y="185110"/>
                  </a:lnTo>
                  <a:lnTo>
                    <a:pt x="12192" y="190113"/>
                  </a:lnTo>
                  <a:lnTo>
                    <a:pt x="14282" y="195053"/>
                  </a:lnTo>
                  <a:lnTo>
                    <a:pt x="16530" y="199922"/>
                  </a:lnTo>
                  <a:lnTo>
                    <a:pt x="18932" y="204717"/>
                  </a:lnTo>
                  <a:lnTo>
                    <a:pt x="21487" y="209432"/>
                  </a:lnTo>
                  <a:lnTo>
                    <a:pt x="24192" y="214063"/>
                  </a:lnTo>
                  <a:lnTo>
                    <a:pt x="27045" y="218605"/>
                  </a:lnTo>
                  <a:lnTo>
                    <a:pt x="30041" y="223053"/>
                  </a:lnTo>
                  <a:lnTo>
                    <a:pt x="33179" y="227402"/>
                  </a:lnTo>
                  <a:lnTo>
                    <a:pt x="36454" y="231649"/>
                  </a:lnTo>
                  <a:lnTo>
                    <a:pt x="39864" y="235788"/>
                  </a:lnTo>
                  <a:lnTo>
                    <a:pt x="43405" y="239816"/>
                  </a:lnTo>
                  <a:lnTo>
                    <a:pt x="47073" y="243728"/>
                  </a:lnTo>
                  <a:lnTo>
                    <a:pt x="50865" y="247521"/>
                  </a:lnTo>
                  <a:lnTo>
                    <a:pt x="54777" y="251189"/>
                  </a:lnTo>
                  <a:lnTo>
                    <a:pt x="58805" y="254731"/>
                  </a:lnTo>
                  <a:lnTo>
                    <a:pt x="62943" y="258141"/>
                  </a:lnTo>
                  <a:lnTo>
                    <a:pt x="67190" y="261417"/>
                  </a:lnTo>
                  <a:lnTo>
                    <a:pt x="71539" y="264556"/>
                  </a:lnTo>
                  <a:lnTo>
                    <a:pt x="75986" y="267553"/>
                  </a:lnTo>
                  <a:lnTo>
                    <a:pt x="80528" y="270405"/>
                  </a:lnTo>
                  <a:lnTo>
                    <a:pt x="85158" y="273111"/>
                  </a:lnTo>
                  <a:lnTo>
                    <a:pt x="89873" y="275667"/>
                  </a:lnTo>
                  <a:lnTo>
                    <a:pt x="94668" y="278070"/>
                  </a:lnTo>
                  <a:lnTo>
                    <a:pt x="99537" y="280318"/>
                  </a:lnTo>
                  <a:lnTo>
                    <a:pt x="104476" y="282409"/>
                  </a:lnTo>
                  <a:lnTo>
                    <a:pt x="167167" y="127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423524" y="941493"/>
              <a:ext cx="229841" cy="334334"/>
            </a:xfrm>
            <a:custGeom>
              <a:avLst/>
              <a:pathLst>
                <a:path w="229841" h="334334">
                  <a:moveTo>
                    <a:pt x="0" y="322134"/>
                  </a:moveTo>
                  <a:lnTo>
                    <a:pt x="4953" y="324047"/>
                  </a:lnTo>
                  <a:lnTo>
                    <a:pt x="9965" y="325801"/>
                  </a:lnTo>
                  <a:lnTo>
                    <a:pt x="15030" y="327396"/>
                  </a:lnTo>
                  <a:lnTo>
                    <a:pt x="20143" y="328829"/>
                  </a:lnTo>
                  <a:lnTo>
                    <a:pt x="25299" y="330099"/>
                  </a:lnTo>
                  <a:lnTo>
                    <a:pt x="30492" y="331204"/>
                  </a:lnTo>
                  <a:lnTo>
                    <a:pt x="35718" y="332144"/>
                  </a:lnTo>
                  <a:lnTo>
                    <a:pt x="40972" y="332917"/>
                  </a:lnTo>
                  <a:lnTo>
                    <a:pt x="46247" y="333524"/>
                  </a:lnTo>
                  <a:lnTo>
                    <a:pt x="51539" y="333962"/>
                  </a:lnTo>
                  <a:lnTo>
                    <a:pt x="56842" y="334232"/>
                  </a:lnTo>
                  <a:lnTo>
                    <a:pt x="62151" y="334334"/>
                  </a:lnTo>
                  <a:lnTo>
                    <a:pt x="67461" y="334266"/>
                  </a:lnTo>
                  <a:lnTo>
                    <a:pt x="72765" y="334031"/>
                  </a:lnTo>
                  <a:lnTo>
                    <a:pt x="78060" y="333626"/>
                  </a:lnTo>
                  <a:lnTo>
                    <a:pt x="83339" y="333054"/>
                  </a:lnTo>
                  <a:lnTo>
                    <a:pt x="88597" y="332315"/>
                  </a:lnTo>
                  <a:lnTo>
                    <a:pt x="93829" y="331409"/>
                  </a:lnTo>
                  <a:lnTo>
                    <a:pt x="99030" y="330337"/>
                  </a:lnTo>
                  <a:lnTo>
                    <a:pt x="104194" y="329100"/>
                  </a:lnTo>
                  <a:lnTo>
                    <a:pt x="109316" y="327700"/>
                  </a:lnTo>
                  <a:lnTo>
                    <a:pt x="114391" y="326139"/>
                  </a:lnTo>
                  <a:lnTo>
                    <a:pt x="119414" y="324416"/>
                  </a:lnTo>
                  <a:lnTo>
                    <a:pt x="124380" y="322536"/>
                  </a:lnTo>
                  <a:lnTo>
                    <a:pt x="129284" y="320498"/>
                  </a:lnTo>
                  <a:lnTo>
                    <a:pt x="134120" y="318305"/>
                  </a:lnTo>
                  <a:lnTo>
                    <a:pt x="138884" y="315961"/>
                  </a:lnTo>
                  <a:lnTo>
                    <a:pt x="143571" y="313466"/>
                  </a:lnTo>
                  <a:lnTo>
                    <a:pt x="148177" y="310823"/>
                  </a:lnTo>
                  <a:lnTo>
                    <a:pt x="152697" y="308035"/>
                  </a:lnTo>
                  <a:lnTo>
                    <a:pt x="157125" y="305106"/>
                  </a:lnTo>
                  <a:lnTo>
                    <a:pt x="161459" y="302037"/>
                  </a:lnTo>
                  <a:lnTo>
                    <a:pt x="165692" y="298832"/>
                  </a:lnTo>
                  <a:lnTo>
                    <a:pt x="169822" y="295494"/>
                  </a:lnTo>
                  <a:lnTo>
                    <a:pt x="173844" y="292027"/>
                  </a:lnTo>
                  <a:lnTo>
                    <a:pt x="177753" y="288434"/>
                  </a:lnTo>
                  <a:lnTo>
                    <a:pt x="181547" y="284718"/>
                  </a:lnTo>
                  <a:lnTo>
                    <a:pt x="185220" y="280884"/>
                  </a:lnTo>
                  <a:lnTo>
                    <a:pt x="188770" y="276935"/>
                  </a:lnTo>
                  <a:lnTo>
                    <a:pt x="192193" y="272875"/>
                  </a:lnTo>
                  <a:lnTo>
                    <a:pt x="195485" y="268709"/>
                  </a:lnTo>
                  <a:lnTo>
                    <a:pt x="198643" y="264440"/>
                  </a:lnTo>
                  <a:lnTo>
                    <a:pt x="201664" y="260073"/>
                  </a:lnTo>
                  <a:lnTo>
                    <a:pt x="204544" y="255612"/>
                  </a:lnTo>
                  <a:lnTo>
                    <a:pt x="207282" y="251062"/>
                  </a:lnTo>
                  <a:lnTo>
                    <a:pt x="209873" y="246428"/>
                  </a:lnTo>
                  <a:lnTo>
                    <a:pt x="212317" y="241713"/>
                  </a:lnTo>
                  <a:lnTo>
                    <a:pt x="214609" y="236923"/>
                  </a:lnTo>
                  <a:lnTo>
                    <a:pt x="216748" y="232063"/>
                  </a:lnTo>
                  <a:lnTo>
                    <a:pt x="218731" y="227137"/>
                  </a:lnTo>
                  <a:lnTo>
                    <a:pt x="220557" y="222151"/>
                  </a:lnTo>
                  <a:lnTo>
                    <a:pt x="222224" y="217109"/>
                  </a:lnTo>
                  <a:lnTo>
                    <a:pt x="223729" y="212017"/>
                  </a:lnTo>
                  <a:lnTo>
                    <a:pt x="225073" y="206880"/>
                  </a:lnTo>
                  <a:lnTo>
                    <a:pt x="226252" y="201703"/>
                  </a:lnTo>
                  <a:lnTo>
                    <a:pt x="227266" y="196491"/>
                  </a:lnTo>
                  <a:lnTo>
                    <a:pt x="228115" y="191249"/>
                  </a:lnTo>
                  <a:lnTo>
                    <a:pt x="228796" y="185983"/>
                  </a:lnTo>
                  <a:lnTo>
                    <a:pt x="229310" y="180698"/>
                  </a:lnTo>
                  <a:lnTo>
                    <a:pt x="229655" y="175399"/>
                  </a:lnTo>
                  <a:lnTo>
                    <a:pt x="229833" y="170092"/>
                  </a:lnTo>
                  <a:lnTo>
                    <a:pt x="229841" y="164782"/>
                  </a:lnTo>
                  <a:lnTo>
                    <a:pt x="229681" y="159474"/>
                  </a:lnTo>
                  <a:lnTo>
                    <a:pt x="229353" y="154174"/>
                  </a:lnTo>
                  <a:lnTo>
                    <a:pt x="228856" y="148888"/>
                  </a:lnTo>
                  <a:lnTo>
                    <a:pt x="228191" y="143619"/>
                  </a:lnTo>
                  <a:lnTo>
                    <a:pt x="227360" y="138375"/>
                  </a:lnTo>
                  <a:lnTo>
                    <a:pt x="226363" y="133159"/>
                  </a:lnTo>
                  <a:lnTo>
                    <a:pt x="225200" y="127978"/>
                  </a:lnTo>
                  <a:lnTo>
                    <a:pt x="223873" y="122837"/>
                  </a:lnTo>
                  <a:lnTo>
                    <a:pt x="222384" y="117740"/>
                  </a:lnTo>
                  <a:lnTo>
                    <a:pt x="220734" y="112693"/>
                  </a:lnTo>
                  <a:lnTo>
                    <a:pt x="218924" y="107701"/>
                  </a:lnTo>
                  <a:lnTo>
                    <a:pt x="216956" y="102769"/>
                  </a:lnTo>
                  <a:lnTo>
                    <a:pt x="214833" y="97902"/>
                  </a:lnTo>
                  <a:lnTo>
                    <a:pt x="212556" y="93104"/>
                  </a:lnTo>
                  <a:lnTo>
                    <a:pt x="210129" y="88382"/>
                  </a:lnTo>
                  <a:lnTo>
                    <a:pt x="207552" y="83739"/>
                  </a:lnTo>
                  <a:lnTo>
                    <a:pt x="204829" y="79180"/>
                  </a:lnTo>
                  <a:lnTo>
                    <a:pt x="201963" y="74710"/>
                  </a:lnTo>
                  <a:lnTo>
                    <a:pt x="198956" y="70334"/>
                  </a:lnTo>
                  <a:lnTo>
                    <a:pt x="195812" y="66055"/>
                  </a:lnTo>
                  <a:lnTo>
                    <a:pt x="192533" y="61878"/>
                  </a:lnTo>
                  <a:lnTo>
                    <a:pt x="189124" y="57807"/>
                  </a:lnTo>
                  <a:lnTo>
                    <a:pt x="185587" y="53846"/>
                  </a:lnTo>
                  <a:lnTo>
                    <a:pt x="181926" y="50000"/>
                  </a:lnTo>
                  <a:lnTo>
                    <a:pt x="178144" y="46273"/>
                  </a:lnTo>
                  <a:lnTo>
                    <a:pt x="174246" y="42667"/>
                  </a:lnTo>
                  <a:lnTo>
                    <a:pt x="170236" y="39186"/>
                  </a:lnTo>
                  <a:lnTo>
                    <a:pt x="166117" y="35835"/>
                  </a:lnTo>
                  <a:lnTo>
                    <a:pt x="161894" y="32617"/>
                  </a:lnTo>
                  <a:lnTo>
                    <a:pt x="157570" y="29534"/>
                  </a:lnTo>
                  <a:lnTo>
                    <a:pt x="153151" y="26590"/>
                  </a:lnTo>
                  <a:lnTo>
                    <a:pt x="148640" y="23788"/>
                  </a:lnTo>
                  <a:lnTo>
                    <a:pt x="144043" y="21130"/>
                  </a:lnTo>
                  <a:lnTo>
                    <a:pt x="139364" y="18620"/>
                  </a:lnTo>
                  <a:lnTo>
                    <a:pt x="134607" y="16260"/>
                  </a:lnTo>
                  <a:lnTo>
                    <a:pt x="129778" y="14052"/>
                  </a:lnTo>
                  <a:lnTo>
                    <a:pt x="124881" y="11998"/>
                  </a:lnTo>
                  <a:lnTo>
                    <a:pt x="119922" y="10101"/>
                  </a:lnTo>
                  <a:lnTo>
                    <a:pt x="114904" y="8363"/>
                  </a:lnTo>
                  <a:lnTo>
                    <a:pt x="109834" y="6785"/>
                  </a:lnTo>
                  <a:lnTo>
                    <a:pt x="104717" y="5368"/>
                  </a:lnTo>
                  <a:lnTo>
                    <a:pt x="99557" y="4115"/>
                  </a:lnTo>
                  <a:lnTo>
                    <a:pt x="94360" y="3027"/>
                  </a:lnTo>
                  <a:lnTo>
                    <a:pt x="89130" y="2104"/>
                  </a:lnTo>
                  <a:lnTo>
                    <a:pt x="83875" y="1347"/>
                  </a:lnTo>
                  <a:lnTo>
                    <a:pt x="78597" y="758"/>
                  </a:lnTo>
                  <a:lnTo>
                    <a:pt x="73304" y="337"/>
                  </a:lnTo>
                  <a:lnTo>
                    <a:pt x="68000" y="84"/>
                  </a:lnTo>
                  <a:lnTo>
                    <a:pt x="62691" y="0"/>
                  </a:lnTo>
                  <a:lnTo>
                    <a:pt x="6269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797341" y="1071028"/>
              <a:ext cx="167160" cy="316593"/>
            </a:xfrm>
            <a:custGeom>
              <a:avLst/>
              <a:pathLst>
                <a:path w="167160" h="316593">
                  <a:moveTo>
                    <a:pt x="167160" y="0"/>
                  </a:moveTo>
                  <a:lnTo>
                    <a:pt x="161834" y="84"/>
                  </a:lnTo>
                  <a:lnTo>
                    <a:pt x="156513" y="339"/>
                  </a:lnTo>
                  <a:lnTo>
                    <a:pt x="151203" y="763"/>
                  </a:lnTo>
                  <a:lnTo>
                    <a:pt x="145910" y="1356"/>
                  </a:lnTo>
                  <a:lnTo>
                    <a:pt x="140638" y="2117"/>
                  </a:lnTo>
                  <a:lnTo>
                    <a:pt x="135393" y="3046"/>
                  </a:lnTo>
                  <a:lnTo>
                    <a:pt x="130180" y="4141"/>
                  </a:lnTo>
                  <a:lnTo>
                    <a:pt x="125005" y="5402"/>
                  </a:lnTo>
                  <a:lnTo>
                    <a:pt x="119872" y="6827"/>
                  </a:lnTo>
                  <a:lnTo>
                    <a:pt x="114788" y="8415"/>
                  </a:lnTo>
                  <a:lnTo>
                    <a:pt x="109757" y="10164"/>
                  </a:lnTo>
                  <a:lnTo>
                    <a:pt x="104784" y="12073"/>
                  </a:lnTo>
                  <a:lnTo>
                    <a:pt x="99874" y="14139"/>
                  </a:lnTo>
                  <a:lnTo>
                    <a:pt x="95033" y="16360"/>
                  </a:lnTo>
                  <a:lnTo>
                    <a:pt x="90265" y="18735"/>
                  </a:lnTo>
                  <a:lnTo>
                    <a:pt x="85574" y="21260"/>
                  </a:lnTo>
                  <a:lnTo>
                    <a:pt x="80967" y="23933"/>
                  </a:lnTo>
                  <a:lnTo>
                    <a:pt x="76448" y="26752"/>
                  </a:lnTo>
                  <a:lnTo>
                    <a:pt x="72020" y="29714"/>
                  </a:lnTo>
                  <a:lnTo>
                    <a:pt x="67689" y="32815"/>
                  </a:lnTo>
                  <a:lnTo>
                    <a:pt x="63459" y="36052"/>
                  </a:lnTo>
                  <a:lnTo>
                    <a:pt x="59334" y="39422"/>
                  </a:lnTo>
                  <a:lnTo>
                    <a:pt x="55319" y="42922"/>
                  </a:lnTo>
                  <a:lnTo>
                    <a:pt x="51418" y="46549"/>
                  </a:lnTo>
                  <a:lnTo>
                    <a:pt x="47633" y="50298"/>
                  </a:lnTo>
                  <a:lnTo>
                    <a:pt x="43971" y="54165"/>
                  </a:lnTo>
                  <a:lnTo>
                    <a:pt x="40433" y="58147"/>
                  </a:lnTo>
                  <a:lnTo>
                    <a:pt x="37024" y="62240"/>
                  </a:lnTo>
                  <a:lnTo>
                    <a:pt x="33747" y="66439"/>
                  </a:lnTo>
                  <a:lnTo>
                    <a:pt x="30605" y="70741"/>
                  </a:lnTo>
                  <a:lnTo>
                    <a:pt x="27603" y="75141"/>
                  </a:lnTo>
                  <a:lnTo>
                    <a:pt x="24742" y="79634"/>
                  </a:lnTo>
                  <a:lnTo>
                    <a:pt x="22025" y="84216"/>
                  </a:lnTo>
                  <a:lnTo>
                    <a:pt x="19456" y="88882"/>
                  </a:lnTo>
                  <a:lnTo>
                    <a:pt x="17037" y="93627"/>
                  </a:lnTo>
                  <a:lnTo>
                    <a:pt x="14770" y="98448"/>
                  </a:lnTo>
                  <a:lnTo>
                    <a:pt x="12658" y="103338"/>
                  </a:lnTo>
                  <a:lnTo>
                    <a:pt x="10703" y="108292"/>
                  </a:lnTo>
                  <a:lnTo>
                    <a:pt x="8906" y="113307"/>
                  </a:lnTo>
                  <a:lnTo>
                    <a:pt x="7271" y="118376"/>
                  </a:lnTo>
                  <a:lnTo>
                    <a:pt x="5797" y="123495"/>
                  </a:lnTo>
                  <a:lnTo>
                    <a:pt x="4488" y="128658"/>
                  </a:lnTo>
                  <a:lnTo>
                    <a:pt x="3344" y="133861"/>
                  </a:lnTo>
                  <a:lnTo>
                    <a:pt x="2366" y="139097"/>
                  </a:lnTo>
                  <a:lnTo>
                    <a:pt x="1555" y="144361"/>
                  </a:lnTo>
                  <a:lnTo>
                    <a:pt x="913" y="149649"/>
                  </a:lnTo>
                  <a:lnTo>
                    <a:pt x="439" y="154955"/>
                  </a:lnTo>
                  <a:lnTo>
                    <a:pt x="134" y="160273"/>
                  </a:lnTo>
                  <a:lnTo>
                    <a:pt x="0" y="165597"/>
                  </a:lnTo>
                  <a:lnTo>
                    <a:pt x="34" y="170924"/>
                  </a:lnTo>
                  <a:lnTo>
                    <a:pt x="239" y="176247"/>
                  </a:lnTo>
                  <a:lnTo>
                    <a:pt x="613" y="181560"/>
                  </a:lnTo>
                  <a:lnTo>
                    <a:pt x="1156" y="186859"/>
                  </a:lnTo>
                  <a:lnTo>
                    <a:pt x="1868" y="192138"/>
                  </a:lnTo>
                  <a:lnTo>
                    <a:pt x="2747" y="197392"/>
                  </a:lnTo>
                  <a:lnTo>
                    <a:pt x="3794" y="202614"/>
                  </a:lnTo>
                  <a:lnTo>
                    <a:pt x="5006" y="207801"/>
                  </a:lnTo>
                  <a:lnTo>
                    <a:pt x="6383" y="212947"/>
                  </a:lnTo>
                  <a:lnTo>
                    <a:pt x="7923" y="218046"/>
                  </a:lnTo>
                  <a:lnTo>
                    <a:pt x="9625" y="223093"/>
                  </a:lnTo>
                  <a:lnTo>
                    <a:pt x="11487" y="228084"/>
                  </a:lnTo>
                  <a:lnTo>
                    <a:pt x="13507" y="233013"/>
                  </a:lnTo>
                  <a:lnTo>
                    <a:pt x="15682" y="237875"/>
                  </a:lnTo>
                  <a:lnTo>
                    <a:pt x="18012" y="242665"/>
                  </a:lnTo>
                  <a:lnTo>
                    <a:pt x="20493" y="247379"/>
                  </a:lnTo>
                  <a:lnTo>
                    <a:pt x="23123" y="252011"/>
                  </a:lnTo>
                  <a:lnTo>
                    <a:pt x="25899" y="256557"/>
                  </a:lnTo>
                  <a:lnTo>
                    <a:pt x="28819" y="261012"/>
                  </a:lnTo>
                  <a:lnTo>
                    <a:pt x="31879" y="265372"/>
                  </a:lnTo>
                  <a:lnTo>
                    <a:pt x="35077" y="269632"/>
                  </a:lnTo>
                  <a:lnTo>
                    <a:pt x="38408" y="273788"/>
                  </a:lnTo>
                  <a:lnTo>
                    <a:pt x="41871" y="277836"/>
                  </a:lnTo>
                  <a:lnTo>
                    <a:pt x="45460" y="281771"/>
                  </a:lnTo>
                  <a:lnTo>
                    <a:pt x="49173" y="285591"/>
                  </a:lnTo>
                  <a:lnTo>
                    <a:pt x="53006" y="289290"/>
                  </a:lnTo>
                  <a:lnTo>
                    <a:pt x="56955" y="292864"/>
                  </a:lnTo>
                  <a:lnTo>
                    <a:pt x="61016" y="296312"/>
                  </a:lnTo>
                  <a:lnTo>
                    <a:pt x="65184" y="299628"/>
                  </a:lnTo>
                  <a:lnTo>
                    <a:pt x="69456" y="302810"/>
                  </a:lnTo>
                  <a:lnTo>
                    <a:pt x="73827" y="305854"/>
                  </a:lnTo>
                  <a:lnTo>
                    <a:pt x="78293" y="308757"/>
                  </a:lnTo>
                  <a:lnTo>
                    <a:pt x="82849" y="311516"/>
                  </a:lnTo>
                  <a:lnTo>
                    <a:pt x="87491" y="314129"/>
                  </a:lnTo>
                  <a:lnTo>
                    <a:pt x="92214" y="316593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889555" y="1238196"/>
              <a:ext cx="74945" cy="149425"/>
            </a:xfrm>
            <a:custGeom>
              <a:avLst/>
              <a:pathLst>
                <a:path w="74945" h="149425">
                  <a:moveTo>
                    <a:pt x="0" y="149425"/>
                  </a:moveTo>
                  <a:lnTo>
                    <a:pt x="749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889555" y="1087049"/>
              <a:ext cx="242104" cy="318296"/>
            </a:xfrm>
            <a:custGeom>
              <a:avLst/>
              <a:pathLst>
                <a:path w="242104" h="318296">
                  <a:moveTo>
                    <a:pt x="0" y="300573"/>
                  </a:moveTo>
                  <a:lnTo>
                    <a:pt x="4814" y="302892"/>
                  </a:lnTo>
                  <a:lnTo>
                    <a:pt x="9701" y="305056"/>
                  </a:lnTo>
                  <a:lnTo>
                    <a:pt x="14654" y="307063"/>
                  </a:lnTo>
                  <a:lnTo>
                    <a:pt x="19669" y="308911"/>
                  </a:lnTo>
                  <a:lnTo>
                    <a:pt x="24740" y="310597"/>
                  </a:lnTo>
                  <a:lnTo>
                    <a:pt x="29862" y="312120"/>
                  </a:lnTo>
                  <a:lnTo>
                    <a:pt x="35031" y="313479"/>
                  </a:lnTo>
                  <a:lnTo>
                    <a:pt x="40240" y="314672"/>
                  </a:lnTo>
                  <a:lnTo>
                    <a:pt x="45485" y="315698"/>
                  </a:lnTo>
                  <a:lnTo>
                    <a:pt x="50760" y="316555"/>
                  </a:lnTo>
                  <a:lnTo>
                    <a:pt x="56060" y="317244"/>
                  </a:lnTo>
                  <a:lnTo>
                    <a:pt x="61379" y="317763"/>
                  </a:lnTo>
                  <a:lnTo>
                    <a:pt x="66712" y="318111"/>
                  </a:lnTo>
                  <a:lnTo>
                    <a:pt x="72053" y="318289"/>
                  </a:lnTo>
                  <a:lnTo>
                    <a:pt x="77397" y="318296"/>
                  </a:lnTo>
                  <a:lnTo>
                    <a:pt x="82739" y="318132"/>
                  </a:lnTo>
                  <a:lnTo>
                    <a:pt x="88073" y="317798"/>
                  </a:lnTo>
                  <a:lnTo>
                    <a:pt x="93393" y="317293"/>
                  </a:lnTo>
                  <a:lnTo>
                    <a:pt x="98695" y="316619"/>
                  </a:lnTo>
                  <a:lnTo>
                    <a:pt x="103972" y="315775"/>
                  </a:lnTo>
                  <a:lnTo>
                    <a:pt x="109220" y="314763"/>
                  </a:lnTo>
                  <a:lnTo>
                    <a:pt x="114432" y="313584"/>
                  </a:lnTo>
                  <a:lnTo>
                    <a:pt x="119604" y="312238"/>
                  </a:lnTo>
                  <a:lnTo>
                    <a:pt x="124731" y="310729"/>
                  </a:lnTo>
                  <a:lnTo>
                    <a:pt x="129807" y="309056"/>
                  </a:lnTo>
                  <a:lnTo>
                    <a:pt x="134826" y="307221"/>
                  </a:lnTo>
                  <a:lnTo>
                    <a:pt x="139785" y="305227"/>
                  </a:lnTo>
                  <a:lnTo>
                    <a:pt x="144677" y="303076"/>
                  </a:lnTo>
                  <a:lnTo>
                    <a:pt x="149498" y="300769"/>
                  </a:lnTo>
                  <a:lnTo>
                    <a:pt x="154242" y="298310"/>
                  </a:lnTo>
                  <a:lnTo>
                    <a:pt x="158906" y="295700"/>
                  </a:lnTo>
                  <a:lnTo>
                    <a:pt x="163484" y="292942"/>
                  </a:lnTo>
                  <a:lnTo>
                    <a:pt x="167971" y="290040"/>
                  </a:lnTo>
                  <a:lnTo>
                    <a:pt x="172363" y="286995"/>
                  </a:lnTo>
                  <a:lnTo>
                    <a:pt x="176656" y="283812"/>
                  </a:lnTo>
                  <a:lnTo>
                    <a:pt x="180844" y="280493"/>
                  </a:lnTo>
                  <a:lnTo>
                    <a:pt x="184925" y="277041"/>
                  </a:lnTo>
                  <a:lnTo>
                    <a:pt x="188893" y="273461"/>
                  </a:lnTo>
                  <a:lnTo>
                    <a:pt x="192745" y="269757"/>
                  </a:lnTo>
                  <a:lnTo>
                    <a:pt x="196476" y="265930"/>
                  </a:lnTo>
                  <a:lnTo>
                    <a:pt x="200083" y="261987"/>
                  </a:lnTo>
                  <a:lnTo>
                    <a:pt x="203562" y="257930"/>
                  </a:lnTo>
                  <a:lnTo>
                    <a:pt x="206910" y="253764"/>
                  </a:lnTo>
                  <a:lnTo>
                    <a:pt x="210122" y="249494"/>
                  </a:lnTo>
                  <a:lnTo>
                    <a:pt x="213197" y="245122"/>
                  </a:lnTo>
                  <a:lnTo>
                    <a:pt x="216130" y="240655"/>
                  </a:lnTo>
                  <a:lnTo>
                    <a:pt x="218919" y="236096"/>
                  </a:lnTo>
                  <a:lnTo>
                    <a:pt x="221561" y="231451"/>
                  </a:lnTo>
                  <a:lnTo>
                    <a:pt x="224053" y="226723"/>
                  </a:lnTo>
                  <a:lnTo>
                    <a:pt x="226393" y="221918"/>
                  </a:lnTo>
                  <a:lnTo>
                    <a:pt x="228578" y="217041"/>
                  </a:lnTo>
                  <a:lnTo>
                    <a:pt x="230606" y="212096"/>
                  </a:lnTo>
                  <a:lnTo>
                    <a:pt x="232474" y="207089"/>
                  </a:lnTo>
                  <a:lnTo>
                    <a:pt x="234182" y="202025"/>
                  </a:lnTo>
                  <a:lnTo>
                    <a:pt x="235727" y="196909"/>
                  </a:lnTo>
                  <a:lnTo>
                    <a:pt x="237108" y="191746"/>
                  </a:lnTo>
                  <a:lnTo>
                    <a:pt x="238323" y="186542"/>
                  </a:lnTo>
                  <a:lnTo>
                    <a:pt x="239371" y="181302"/>
                  </a:lnTo>
                  <a:lnTo>
                    <a:pt x="240250" y="176030"/>
                  </a:lnTo>
                  <a:lnTo>
                    <a:pt x="240961" y="170734"/>
                  </a:lnTo>
                  <a:lnTo>
                    <a:pt x="241503" y="165417"/>
                  </a:lnTo>
                  <a:lnTo>
                    <a:pt x="241874" y="160085"/>
                  </a:lnTo>
                  <a:lnTo>
                    <a:pt x="242074" y="154745"/>
                  </a:lnTo>
                  <a:lnTo>
                    <a:pt x="242104" y="149401"/>
                  </a:lnTo>
                  <a:lnTo>
                    <a:pt x="241962" y="144058"/>
                  </a:lnTo>
                  <a:lnTo>
                    <a:pt x="241650" y="138723"/>
                  </a:lnTo>
                  <a:lnTo>
                    <a:pt x="241168" y="133401"/>
                  </a:lnTo>
                  <a:lnTo>
                    <a:pt x="240516" y="128096"/>
                  </a:lnTo>
                  <a:lnTo>
                    <a:pt x="239695" y="122816"/>
                  </a:lnTo>
                  <a:lnTo>
                    <a:pt x="238705" y="117564"/>
                  </a:lnTo>
                  <a:lnTo>
                    <a:pt x="237548" y="112346"/>
                  </a:lnTo>
                  <a:lnTo>
                    <a:pt x="236224" y="107169"/>
                  </a:lnTo>
                  <a:lnTo>
                    <a:pt x="234736" y="102036"/>
                  </a:lnTo>
                  <a:lnTo>
                    <a:pt x="233084" y="96953"/>
                  </a:lnTo>
                  <a:lnTo>
                    <a:pt x="231271" y="91926"/>
                  </a:lnTo>
                  <a:lnTo>
                    <a:pt x="229298" y="86959"/>
                  </a:lnTo>
                  <a:lnTo>
                    <a:pt x="227168" y="82058"/>
                  </a:lnTo>
                  <a:lnTo>
                    <a:pt x="224881" y="77227"/>
                  </a:lnTo>
                  <a:lnTo>
                    <a:pt x="222442" y="72472"/>
                  </a:lnTo>
                  <a:lnTo>
                    <a:pt x="219852" y="67798"/>
                  </a:lnTo>
                  <a:lnTo>
                    <a:pt x="217113" y="63208"/>
                  </a:lnTo>
                  <a:lnTo>
                    <a:pt x="214230" y="58709"/>
                  </a:lnTo>
                  <a:lnTo>
                    <a:pt x="211204" y="54304"/>
                  </a:lnTo>
                  <a:lnTo>
                    <a:pt x="208039" y="49998"/>
                  </a:lnTo>
                  <a:lnTo>
                    <a:pt x="204737" y="45795"/>
                  </a:lnTo>
                  <a:lnTo>
                    <a:pt x="201303" y="41700"/>
                  </a:lnTo>
                  <a:lnTo>
                    <a:pt x="197740" y="37717"/>
                  </a:lnTo>
                  <a:lnTo>
                    <a:pt x="194052" y="33850"/>
                  </a:lnTo>
                  <a:lnTo>
                    <a:pt x="190241" y="30102"/>
                  </a:lnTo>
                  <a:lnTo>
                    <a:pt x="186313" y="26479"/>
                  </a:lnTo>
                  <a:lnTo>
                    <a:pt x="182271" y="22982"/>
                  </a:lnTo>
                  <a:lnTo>
                    <a:pt x="178119" y="19617"/>
                  </a:lnTo>
                  <a:lnTo>
                    <a:pt x="173862" y="16386"/>
                  </a:lnTo>
                  <a:lnTo>
                    <a:pt x="169504" y="13293"/>
                  </a:lnTo>
                  <a:lnTo>
                    <a:pt x="165049" y="10341"/>
                  </a:lnTo>
                  <a:lnTo>
                    <a:pt x="160502" y="7533"/>
                  </a:lnTo>
                  <a:lnTo>
                    <a:pt x="155868" y="4871"/>
                  </a:lnTo>
                  <a:lnTo>
                    <a:pt x="151151" y="2359"/>
                  </a:lnTo>
                  <a:lnTo>
                    <a:pt x="146356" y="0"/>
                  </a:lnTo>
                  <a:lnTo>
                    <a:pt x="74945" y="151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64501" y="1071028"/>
              <a:ext cx="71410" cy="167167"/>
            </a:xfrm>
            <a:custGeom>
              <a:avLst/>
              <a:pathLst>
                <a:path w="71410" h="167167">
                  <a:moveTo>
                    <a:pt x="71410" y="16020"/>
                  </a:moveTo>
                  <a:lnTo>
                    <a:pt x="66238" y="13683"/>
                  </a:lnTo>
                  <a:lnTo>
                    <a:pt x="60990" y="11523"/>
                  </a:lnTo>
                  <a:lnTo>
                    <a:pt x="55671" y="9542"/>
                  </a:lnTo>
                  <a:lnTo>
                    <a:pt x="50289" y="7743"/>
                  </a:lnTo>
                  <a:lnTo>
                    <a:pt x="44848" y="6128"/>
                  </a:lnTo>
                  <a:lnTo>
                    <a:pt x="39356" y="4698"/>
                  </a:lnTo>
                  <a:lnTo>
                    <a:pt x="33818" y="3456"/>
                  </a:lnTo>
                  <a:lnTo>
                    <a:pt x="28241" y="2402"/>
                  </a:lnTo>
                  <a:lnTo>
                    <a:pt x="22632" y="1539"/>
                  </a:lnTo>
                  <a:lnTo>
                    <a:pt x="16997" y="866"/>
                  </a:lnTo>
                  <a:lnTo>
                    <a:pt x="11342" y="385"/>
                  </a:lnTo>
                  <a:lnTo>
                    <a:pt x="567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385264" y="1322571"/>
              <a:ext cx="103456" cy="167167"/>
            </a:xfrm>
            <a:custGeom>
              <a:avLst/>
              <a:pathLst>
                <a:path w="103456" h="167167">
                  <a:moveTo>
                    <a:pt x="103456" y="0"/>
                  </a:moveTo>
                  <a:lnTo>
                    <a:pt x="97880" y="93"/>
                  </a:lnTo>
                  <a:lnTo>
                    <a:pt x="92309" y="372"/>
                  </a:lnTo>
                  <a:lnTo>
                    <a:pt x="86751" y="836"/>
                  </a:lnTo>
                  <a:lnTo>
                    <a:pt x="81212" y="1486"/>
                  </a:lnTo>
                  <a:lnTo>
                    <a:pt x="75697" y="2320"/>
                  </a:lnTo>
                  <a:lnTo>
                    <a:pt x="70213" y="3338"/>
                  </a:lnTo>
                  <a:lnTo>
                    <a:pt x="64766" y="4538"/>
                  </a:lnTo>
                  <a:lnTo>
                    <a:pt x="59363" y="5920"/>
                  </a:lnTo>
                  <a:lnTo>
                    <a:pt x="54008" y="7480"/>
                  </a:lnTo>
                  <a:lnTo>
                    <a:pt x="48709" y="9219"/>
                  </a:lnTo>
                  <a:lnTo>
                    <a:pt x="43470" y="11133"/>
                  </a:lnTo>
                  <a:lnTo>
                    <a:pt x="38298" y="13221"/>
                  </a:lnTo>
                  <a:lnTo>
                    <a:pt x="33199" y="15480"/>
                  </a:lnTo>
                  <a:lnTo>
                    <a:pt x="28178" y="17909"/>
                  </a:lnTo>
                  <a:lnTo>
                    <a:pt x="23240" y="20503"/>
                  </a:lnTo>
                  <a:lnTo>
                    <a:pt x="18392" y="23260"/>
                  </a:lnTo>
                  <a:lnTo>
                    <a:pt x="13639" y="26178"/>
                  </a:lnTo>
                  <a:lnTo>
                    <a:pt x="8986" y="29253"/>
                  </a:lnTo>
                  <a:lnTo>
                    <a:pt x="4437" y="32481"/>
                  </a:lnTo>
                  <a:lnTo>
                    <a:pt x="0" y="35859"/>
                  </a:lnTo>
                  <a:lnTo>
                    <a:pt x="1034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85264" y="1358431"/>
              <a:ext cx="103456" cy="131307"/>
            </a:xfrm>
            <a:custGeom>
              <a:avLst/>
              <a:pathLst>
                <a:path w="103456" h="131307">
                  <a:moveTo>
                    <a:pt x="0" y="0"/>
                  </a:moveTo>
                  <a:lnTo>
                    <a:pt x="103456" y="1313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21568" y="1358431"/>
              <a:ext cx="334314" cy="298472"/>
            </a:xfrm>
            <a:custGeom>
              <a:avLst/>
              <a:pathLst>
                <a:path w="334314" h="298472">
                  <a:moveTo>
                    <a:pt x="63695" y="0"/>
                  </a:moveTo>
                  <a:lnTo>
                    <a:pt x="59574" y="3354"/>
                  </a:lnTo>
                  <a:lnTo>
                    <a:pt x="55561" y="6838"/>
                  </a:lnTo>
                  <a:lnTo>
                    <a:pt x="51662" y="10448"/>
                  </a:lnTo>
                  <a:lnTo>
                    <a:pt x="47878" y="14180"/>
                  </a:lnTo>
                  <a:lnTo>
                    <a:pt x="44216" y="18030"/>
                  </a:lnTo>
                  <a:lnTo>
                    <a:pt x="40678" y="21995"/>
                  </a:lnTo>
                  <a:lnTo>
                    <a:pt x="37267" y="26070"/>
                  </a:lnTo>
                  <a:lnTo>
                    <a:pt x="33988" y="30251"/>
                  </a:lnTo>
                  <a:lnTo>
                    <a:pt x="30843" y="34535"/>
                  </a:lnTo>
                  <a:lnTo>
                    <a:pt x="27836" y="38916"/>
                  </a:lnTo>
                  <a:lnTo>
                    <a:pt x="24970" y="43391"/>
                  </a:lnTo>
                  <a:lnTo>
                    <a:pt x="22247" y="47955"/>
                  </a:lnTo>
                  <a:lnTo>
                    <a:pt x="19671" y="52603"/>
                  </a:lnTo>
                  <a:lnTo>
                    <a:pt x="17244" y="57330"/>
                  </a:lnTo>
                  <a:lnTo>
                    <a:pt x="14969" y="62132"/>
                  </a:lnTo>
                  <a:lnTo>
                    <a:pt x="12847" y="67004"/>
                  </a:lnTo>
                  <a:lnTo>
                    <a:pt x="10881" y="71941"/>
                  </a:lnTo>
                  <a:lnTo>
                    <a:pt x="9073" y="76938"/>
                  </a:lnTo>
                  <a:lnTo>
                    <a:pt x="7425" y="81990"/>
                  </a:lnTo>
                  <a:lnTo>
                    <a:pt x="5938" y="87092"/>
                  </a:lnTo>
                  <a:lnTo>
                    <a:pt x="4614" y="92238"/>
                  </a:lnTo>
                  <a:lnTo>
                    <a:pt x="3454" y="97424"/>
                  </a:lnTo>
                  <a:lnTo>
                    <a:pt x="2460" y="102645"/>
                  </a:lnTo>
                  <a:lnTo>
                    <a:pt x="1632" y="107894"/>
                  </a:lnTo>
                  <a:lnTo>
                    <a:pt x="972" y="113167"/>
                  </a:lnTo>
                  <a:lnTo>
                    <a:pt x="479" y="118458"/>
                  </a:lnTo>
                  <a:lnTo>
                    <a:pt x="155" y="123762"/>
                  </a:lnTo>
                  <a:lnTo>
                    <a:pt x="0" y="129074"/>
                  </a:lnTo>
                  <a:lnTo>
                    <a:pt x="13" y="134388"/>
                  </a:lnTo>
                  <a:lnTo>
                    <a:pt x="195" y="139698"/>
                  </a:lnTo>
                  <a:lnTo>
                    <a:pt x="546" y="145001"/>
                  </a:lnTo>
                  <a:lnTo>
                    <a:pt x="1066" y="150289"/>
                  </a:lnTo>
                  <a:lnTo>
                    <a:pt x="1753" y="155559"/>
                  </a:lnTo>
                  <a:lnTo>
                    <a:pt x="2608" y="160804"/>
                  </a:lnTo>
                  <a:lnTo>
                    <a:pt x="3628" y="166019"/>
                  </a:lnTo>
                  <a:lnTo>
                    <a:pt x="4814" y="171199"/>
                  </a:lnTo>
                  <a:lnTo>
                    <a:pt x="6164" y="176338"/>
                  </a:lnTo>
                  <a:lnTo>
                    <a:pt x="7677" y="181433"/>
                  </a:lnTo>
                  <a:lnTo>
                    <a:pt x="9351" y="186476"/>
                  </a:lnTo>
                  <a:lnTo>
                    <a:pt x="11184" y="191464"/>
                  </a:lnTo>
                  <a:lnTo>
                    <a:pt x="13175" y="196391"/>
                  </a:lnTo>
                  <a:lnTo>
                    <a:pt x="15321" y="201252"/>
                  </a:lnTo>
                  <a:lnTo>
                    <a:pt x="17621" y="206043"/>
                  </a:lnTo>
                  <a:lnTo>
                    <a:pt x="20072" y="210758"/>
                  </a:lnTo>
                  <a:lnTo>
                    <a:pt x="22672" y="215392"/>
                  </a:lnTo>
                  <a:lnTo>
                    <a:pt x="25417" y="219942"/>
                  </a:lnTo>
                  <a:lnTo>
                    <a:pt x="28306" y="224402"/>
                  </a:lnTo>
                  <a:lnTo>
                    <a:pt x="31335" y="228768"/>
                  </a:lnTo>
                  <a:lnTo>
                    <a:pt x="34502" y="233036"/>
                  </a:lnTo>
                  <a:lnTo>
                    <a:pt x="37802" y="237201"/>
                  </a:lnTo>
                  <a:lnTo>
                    <a:pt x="41233" y="241259"/>
                  </a:lnTo>
                  <a:lnTo>
                    <a:pt x="44792" y="245206"/>
                  </a:lnTo>
                  <a:lnTo>
                    <a:pt x="48474" y="249037"/>
                  </a:lnTo>
                  <a:lnTo>
                    <a:pt x="52276" y="252750"/>
                  </a:lnTo>
                  <a:lnTo>
                    <a:pt x="56194" y="256340"/>
                  </a:lnTo>
                  <a:lnTo>
                    <a:pt x="60224" y="259803"/>
                  </a:lnTo>
                  <a:lnTo>
                    <a:pt x="64362" y="263137"/>
                  </a:lnTo>
                  <a:lnTo>
                    <a:pt x="68604" y="266338"/>
                  </a:lnTo>
                  <a:lnTo>
                    <a:pt x="72946" y="269402"/>
                  </a:lnTo>
                  <a:lnTo>
                    <a:pt x="77383" y="272326"/>
                  </a:lnTo>
                  <a:lnTo>
                    <a:pt x="81910" y="275108"/>
                  </a:lnTo>
                  <a:lnTo>
                    <a:pt x="86524" y="277745"/>
                  </a:lnTo>
                  <a:lnTo>
                    <a:pt x="91219" y="280234"/>
                  </a:lnTo>
                  <a:lnTo>
                    <a:pt x="95991" y="282572"/>
                  </a:lnTo>
                  <a:lnTo>
                    <a:pt x="100835" y="284757"/>
                  </a:lnTo>
                  <a:lnTo>
                    <a:pt x="105746" y="286788"/>
                  </a:lnTo>
                  <a:lnTo>
                    <a:pt x="110719" y="288661"/>
                  </a:lnTo>
                  <a:lnTo>
                    <a:pt x="115749" y="290375"/>
                  </a:lnTo>
                  <a:lnTo>
                    <a:pt x="120831" y="291928"/>
                  </a:lnTo>
                  <a:lnTo>
                    <a:pt x="125959" y="293320"/>
                  </a:lnTo>
                  <a:lnTo>
                    <a:pt x="131130" y="294547"/>
                  </a:lnTo>
                  <a:lnTo>
                    <a:pt x="136336" y="295610"/>
                  </a:lnTo>
                  <a:lnTo>
                    <a:pt x="141574" y="296506"/>
                  </a:lnTo>
                  <a:lnTo>
                    <a:pt x="146838" y="297236"/>
                  </a:lnTo>
                  <a:lnTo>
                    <a:pt x="152122" y="297797"/>
                  </a:lnTo>
                  <a:lnTo>
                    <a:pt x="157422" y="298191"/>
                  </a:lnTo>
                  <a:lnTo>
                    <a:pt x="162731" y="298416"/>
                  </a:lnTo>
                  <a:lnTo>
                    <a:pt x="168045" y="298472"/>
                  </a:lnTo>
                  <a:lnTo>
                    <a:pt x="173357" y="298359"/>
                  </a:lnTo>
                  <a:lnTo>
                    <a:pt x="178664" y="298078"/>
                  </a:lnTo>
                  <a:lnTo>
                    <a:pt x="183959" y="297627"/>
                  </a:lnTo>
                  <a:lnTo>
                    <a:pt x="189237" y="297009"/>
                  </a:lnTo>
                  <a:lnTo>
                    <a:pt x="194492" y="296223"/>
                  </a:lnTo>
                  <a:lnTo>
                    <a:pt x="199720" y="295271"/>
                  </a:lnTo>
                  <a:lnTo>
                    <a:pt x="204915" y="294153"/>
                  </a:lnTo>
                  <a:lnTo>
                    <a:pt x="210072" y="292871"/>
                  </a:lnTo>
                  <a:lnTo>
                    <a:pt x="215186" y="291425"/>
                  </a:lnTo>
                  <a:lnTo>
                    <a:pt x="220251" y="289817"/>
                  </a:lnTo>
                  <a:lnTo>
                    <a:pt x="225262" y="288049"/>
                  </a:lnTo>
                  <a:lnTo>
                    <a:pt x="230215" y="286123"/>
                  </a:lnTo>
                  <a:lnTo>
                    <a:pt x="235104" y="284040"/>
                  </a:lnTo>
                  <a:lnTo>
                    <a:pt x="239924" y="281803"/>
                  </a:lnTo>
                  <a:lnTo>
                    <a:pt x="244671" y="279414"/>
                  </a:lnTo>
                  <a:lnTo>
                    <a:pt x="249339" y="276876"/>
                  </a:lnTo>
                  <a:lnTo>
                    <a:pt x="253924" y="274190"/>
                  </a:lnTo>
                  <a:lnTo>
                    <a:pt x="258422" y="271360"/>
                  </a:lnTo>
                  <a:lnTo>
                    <a:pt x="262827" y="268388"/>
                  </a:lnTo>
                  <a:lnTo>
                    <a:pt x="267136" y="265278"/>
                  </a:lnTo>
                  <a:lnTo>
                    <a:pt x="271344" y="262032"/>
                  </a:lnTo>
                  <a:lnTo>
                    <a:pt x="275446" y="258654"/>
                  </a:lnTo>
                  <a:lnTo>
                    <a:pt x="279439" y="255148"/>
                  </a:lnTo>
                  <a:lnTo>
                    <a:pt x="283319" y="251516"/>
                  </a:lnTo>
                  <a:lnTo>
                    <a:pt x="287081" y="247763"/>
                  </a:lnTo>
                  <a:lnTo>
                    <a:pt x="290722" y="243892"/>
                  </a:lnTo>
                  <a:lnTo>
                    <a:pt x="294238" y="239908"/>
                  </a:lnTo>
                  <a:lnTo>
                    <a:pt x="297625" y="235814"/>
                  </a:lnTo>
                  <a:lnTo>
                    <a:pt x="300881" y="231614"/>
                  </a:lnTo>
                  <a:lnTo>
                    <a:pt x="304002" y="227313"/>
                  </a:lnTo>
                  <a:lnTo>
                    <a:pt x="306984" y="222914"/>
                  </a:lnTo>
                  <a:lnTo>
                    <a:pt x="309825" y="218424"/>
                  </a:lnTo>
                  <a:lnTo>
                    <a:pt x="312522" y="213845"/>
                  </a:lnTo>
                  <a:lnTo>
                    <a:pt x="315072" y="209183"/>
                  </a:lnTo>
                  <a:lnTo>
                    <a:pt x="317473" y="204442"/>
                  </a:lnTo>
                  <a:lnTo>
                    <a:pt x="319721" y="199627"/>
                  </a:lnTo>
                  <a:lnTo>
                    <a:pt x="321816" y="194743"/>
                  </a:lnTo>
                  <a:lnTo>
                    <a:pt x="323754" y="189795"/>
                  </a:lnTo>
                  <a:lnTo>
                    <a:pt x="325534" y="184788"/>
                  </a:lnTo>
                  <a:lnTo>
                    <a:pt x="327153" y="179727"/>
                  </a:lnTo>
                  <a:lnTo>
                    <a:pt x="328612" y="174617"/>
                  </a:lnTo>
                  <a:lnTo>
                    <a:pt x="329907" y="169463"/>
                  </a:lnTo>
                  <a:lnTo>
                    <a:pt x="331037" y="164271"/>
                  </a:lnTo>
                  <a:lnTo>
                    <a:pt x="332002" y="159045"/>
                  </a:lnTo>
                  <a:lnTo>
                    <a:pt x="332800" y="153791"/>
                  </a:lnTo>
                  <a:lnTo>
                    <a:pt x="333431" y="148515"/>
                  </a:lnTo>
                  <a:lnTo>
                    <a:pt x="333894" y="143221"/>
                  </a:lnTo>
                  <a:lnTo>
                    <a:pt x="334189" y="137915"/>
                  </a:lnTo>
                  <a:lnTo>
                    <a:pt x="334314" y="132603"/>
                  </a:lnTo>
                  <a:lnTo>
                    <a:pt x="334271" y="127289"/>
                  </a:lnTo>
                  <a:lnTo>
                    <a:pt x="334059" y="121979"/>
                  </a:lnTo>
                  <a:lnTo>
                    <a:pt x="333678" y="116679"/>
                  </a:lnTo>
                  <a:lnTo>
                    <a:pt x="333129" y="111393"/>
                  </a:lnTo>
                  <a:lnTo>
                    <a:pt x="332412" y="106128"/>
                  </a:lnTo>
                  <a:lnTo>
                    <a:pt x="331528" y="100888"/>
                  </a:lnTo>
                  <a:lnTo>
                    <a:pt x="330479" y="95678"/>
                  </a:lnTo>
                  <a:lnTo>
                    <a:pt x="329264" y="90505"/>
                  </a:lnTo>
                  <a:lnTo>
                    <a:pt x="327885" y="85373"/>
                  </a:lnTo>
                  <a:lnTo>
                    <a:pt x="326344" y="80287"/>
                  </a:lnTo>
                  <a:lnTo>
                    <a:pt x="324642" y="75253"/>
                  </a:lnTo>
                  <a:lnTo>
                    <a:pt x="322780" y="70276"/>
                  </a:lnTo>
                  <a:lnTo>
                    <a:pt x="320762" y="65360"/>
                  </a:lnTo>
                  <a:lnTo>
                    <a:pt x="318588" y="60511"/>
                  </a:lnTo>
                  <a:lnTo>
                    <a:pt x="316261" y="55734"/>
                  </a:lnTo>
                  <a:lnTo>
                    <a:pt x="313784" y="51032"/>
                  </a:lnTo>
                  <a:lnTo>
                    <a:pt x="311158" y="46412"/>
                  </a:lnTo>
                  <a:lnTo>
                    <a:pt x="167152" y="1313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488720" y="1322571"/>
              <a:ext cx="144006" cy="167167"/>
            </a:xfrm>
            <a:custGeom>
              <a:avLst/>
              <a:pathLst>
                <a:path w="144006" h="167167">
                  <a:moveTo>
                    <a:pt x="144006" y="82272"/>
                  </a:moveTo>
                  <a:lnTo>
                    <a:pt x="141177" y="77646"/>
                  </a:lnTo>
                  <a:lnTo>
                    <a:pt x="138199" y="73114"/>
                  </a:lnTo>
                  <a:lnTo>
                    <a:pt x="135075" y="68681"/>
                  </a:lnTo>
                  <a:lnTo>
                    <a:pt x="131810" y="64351"/>
                  </a:lnTo>
                  <a:lnTo>
                    <a:pt x="128405" y="60130"/>
                  </a:lnTo>
                  <a:lnTo>
                    <a:pt x="124866" y="56022"/>
                  </a:lnTo>
                  <a:lnTo>
                    <a:pt x="121195" y="52030"/>
                  </a:lnTo>
                  <a:lnTo>
                    <a:pt x="117397" y="48160"/>
                  </a:lnTo>
                  <a:lnTo>
                    <a:pt x="113475" y="44414"/>
                  </a:lnTo>
                  <a:lnTo>
                    <a:pt x="109434" y="40798"/>
                  </a:lnTo>
                  <a:lnTo>
                    <a:pt x="105278" y="37315"/>
                  </a:lnTo>
                  <a:lnTo>
                    <a:pt x="101010" y="33969"/>
                  </a:lnTo>
                  <a:lnTo>
                    <a:pt x="96637" y="30763"/>
                  </a:lnTo>
                  <a:lnTo>
                    <a:pt x="92162" y="27700"/>
                  </a:lnTo>
                  <a:lnTo>
                    <a:pt x="87590" y="24784"/>
                  </a:lnTo>
                  <a:lnTo>
                    <a:pt x="82925" y="22018"/>
                  </a:lnTo>
                  <a:lnTo>
                    <a:pt x="78174" y="19404"/>
                  </a:lnTo>
                  <a:lnTo>
                    <a:pt x="73340" y="16947"/>
                  </a:lnTo>
                  <a:lnTo>
                    <a:pt x="68429" y="14647"/>
                  </a:lnTo>
                  <a:lnTo>
                    <a:pt x="63446" y="12507"/>
                  </a:lnTo>
                  <a:lnTo>
                    <a:pt x="58396" y="10531"/>
                  </a:lnTo>
                  <a:lnTo>
                    <a:pt x="53284" y="8719"/>
                  </a:lnTo>
                  <a:lnTo>
                    <a:pt x="48117" y="7074"/>
                  </a:lnTo>
                  <a:lnTo>
                    <a:pt x="42899" y="5598"/>
                  </a:lnTo>
                  <a:lnTo>
                    <a:pt x="37636" y="4291"/>
                  </a:lnTo>
                  <a:lnTo>
                    <a:pt x="32333" y="3156"/>
                  </a:lnTo>
                  <a:lnTo>
                    <a:pt x="26996" y="2194"/>
                  </a:lnTo>
                  <a:lnTo>
                    <a:pt x="21631" y="1405"/>
                  </a:lnTo>
                  <a:lnTo>
                    <a:pt x="16243" y="791"/>
                  </a:lnTo>
                  <a:lnTo>
                    <a:pt x="10838" y="351"/>
                  </a:lnTo>
                  <a:lnTo>
                    <a:pt x="542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25757" y="1681503"/>
              <a:ext cx="60767" cy="167167"/>
            </a:xfrm>
            <a:custGeom>
              <a:avLst/>
              <a:pathLst>
                <a:path w="60767" h="167167">
                  <a:moveTo>
                    <a:pt x="60767" y="0"/>
                  </a:moveTo>
                  <a:lnTo>
                    <a:pt x="54550" y="115"/>
                  </a:lnTo>
                  <a:lnTo>
                    <a:pt x="48340" y="462"/>
                  </a:lnTo>
                  <a:lnTo>
                    <a:pt x="42148" y="1040"/>
                  </a:lnTo>
                  <a:lnTo>
                    <a:pt x="35982" y="1847"/>
                  </a:lnTo>
                  <a:lnTo>
                    <a:pt x="29850" y="2883"/>
                  </a:lnTo>
                  <a:lnTo>
                    <a:pt x="23761" y="4147"/>
                  </a:lnTo>
                  <a:lnTo>
                    <a:pt x="17723" y="5636"/>
                  </a:lnTo>
                  <a:lnTo>
                    <a:pt x="11745" y="7349"/>
                  </a:lnTo>
                  <a:lnTo>
                    <a:pt x="5834" y="9283"/>
                  </a:lnTo>
                  <a:lnTo>
                    <a:pt x="0" y="11436"/>
                  </a:lnTo>
                  <a:lnTo>
                    <a:pt x="6076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919358" y="1681503"/>
              <a:ext cx="334326" cy="334322"/>
            </a:xfrm>
            <a:custGeom>
              <a:avLst/>
              <a:pathLst>
                <a:path w="334326" h="334322">
                  <a:moveTo>
                    <a:pt x="106398" y="11436"/>
                  </a:moveTo>
                  <a:lnTo>
                    <a:pt x="101507" y="13434"/>
                  </a:lnTo>
                  <a:lnTo>
                    <a:pt x="96681" y="15586"/>
                  </a:lnTo>
                  <a:lnTo>
                    <a:pt x="91925" y="17890"/>
                  </a:lnTo>
                  <a:lnTo>
                    <a:pt x="87245" y="20342"/>
                  </a:lnTo>
                  <a:lnTo>
                    <a:pt x="82645" y="22941"/>
                  </a:lnTo>
                  <a:lnTo>
                    <a:pt x="78129" y="25685"/>
                  </a:lnTo>
                  <a:lnTo>
                    <a:pt x="73701" y="28569"/>
                  </a:lnTo>
                  <a:lnTo>
                    <a:pt x="69368" y="31593"/>
                  </a:lnTo>
                  <a:lnTo>
                    <a:pt x="65132" y="34751"/>
                  </a:lnTo>
                  <a:lnTo>
                    <a:pt x="60998" y="38042"/>
                  </a:lnTo>
                  <a:lnTo>
                    <a:pt x="56970" y="41462"/>
                  </a:lnTo>
                  <a:lnTo>
                    <a:pt x="53052" y="45008"/>
                  </a:lnTo>
                  <a:lnTo>
                    <a:pt x="49248" y="48676"/>
                  </a:lnTo>
                  <a:lnTo>
                    <a:pt x="45562" y="52462"/>
                  </a:lnTo>
                  <a:lnTo>
                    <a:pt x="41998" y="56362"/>
                  </a:lnTo>
                  <a:lnTo>
                    <a:pt x="38558" y="60374"/>
                  </a:lnTo>
                  <a:lnTo>
                    <a:pt x="35247" y="64492"/>
                  </a:lnTo>
                  <a:lnTo>
                    <a:pt x="32068" y="68712"/>
                  </a:lnTo>
                  <a:lnTo>
                    <a:pt x="29024" y="73031"/>
                  </a:lnTo>
                  <a:lnTo>
                    <a:pt x="26118" y="77444"/>
                  </a:lnTo>
                  <a:lnTo>
                    <a:pt x="23352" y="81947"/>
                  </a:lnTo>
                  <a:lnTo>
                    <a:pt x="20731" y="86535"/>
                  </a:lnTo>
                  <a:lnTo>
                    <a:pt x="18256" y="91203"/>
                  </a:lnTo>
                  <a:lnTo>
                    <a:pt x="15929" y="95947"/>
                  </a:lnTo>
                  <a:lnTo>
                    <a:pt x="13754" y="100763"/>
                  </a:lnTo>
                  <a:lnTo>
                    <a:pt x="11732" y="105645"/>
                  </a:lnTo>
                  <a:lnTo>
                    <a:pt x="9865" y="110588"/>
                  </a:lnTo>
                  <a:lnTo>
                    <a:pt x="8155" y="115588"/>
                  </a:lnTo>
                  <a:lnTo>
                    <a:pt x="6605" y="120639"/>
                  </a:lnTo>
                  <a:lnTo>
                    <a:pt x="5214" y="125737"/>
                  </a:lnTo>
                  <a:lnTo>
                    <a:pt x="3986" y="130876"/>
                  </a:lnTo>
                  <a:lnTo>
                    <a:pt x="2920" y="136052"/>
                  </a:lnTo>
                  <a:lnTo>
                    <a:pt x="2019" y="141258"/>
                  </a:lnTo>
                  <a:lnTo>
                    <a:pt x="1283" y="146491"/>
                  </a:lnTo>
                  <a:lnTo>
                    <a:pt x="712" y="151744"/>
                  </a:lnTo>
                  <a:lnTo>
                    <a:pt x="308" y="157012"/>
                  </a:lnTo>
                  <a:lnTo>
                    <a:pt x="70" y="162291"/>
                  </a:lnTo>
                  <a:lnTo>
                    <a:pt x="0" y="167575"/>
                  </a:lnTo>
                  <a:lnTo>
                    <a:pt x="96" y="172858"/>
                  </a:lnTo>
                  <a:lnTo>
                    <a:pt x="359" y="178135"/>
                  </a:lnTo>
                  <a:lnTo>
                    <a:pt x="789" y="183402"/>
                  </a:lnTo>
                  <a:lnTo>
                    <a:pt x="1385" y="188652"/>
                  </a:lnTo>
                  <a:lnTo>
                    <a:pt x="2147" y="193881"/>
                  </a:lnTo>
                  <a:lnTo>
                    <a:pt x="3074" y="199083"/>
                  </a:lnTo>
                  <a:lnTo>
                    <a:pt x="4165" y="204253"/>
                  </a:lnTo>
                  <a:lnTo>
                    <a:pt x="5418" y="209386"/>
                  </a:lnTo>
                  <a:lnTo>
                    <a:pt x="6833" y="214477"/>
                  </a:lnTo>
                  <a:lnTo>
                    <a:pt x="8409" y="219521"/>
                  </a:lnTo>
                  <a:lnTo>
                    <a:pt x="10143" y="224512"/>
                  </a:lnTo>
                  <a:lnTo>
                    <a:pt x="12034" y="229446"/>
                  </a:lnTo>
                  <a:lnTo>
                    <a:pt x="14079" y="234318"/>
                  </a:lnTo>
                  <a:lnTo>
                    <a:pt x="16278" y="239123"/>
                  </a:lnTo>
                  <a:lnTo>
                    <a:pt x="18628" y="243856"/>
                  </a:lnTo>
                  <a:lnTo>
                    <a:pt x="21126" y="248512"/>
                  </a:lnTo>
                  <a:lnTo>
                    <a:pt x="23770" y="253087"/>
                  </a:lnTo>
                  <a:lnTo>
                    <a:pt x="26557" y="257576"/>
                  </a:lnTo>
                  <a:lnTo>
                    <a:pt x="29484" y="261975"/>
                  </a:lnTo>
                  <a:lnTo>
                    <a:pt x="32550" y="266279"/>
                  </a:lnTo>
                  <a:lnTo>
                    <a:pt x="35749" y="270484"/>
                  </a:lnTo>
                  <a:lnTo>
                    <a:pt x="39080" y="274586"/>
                  </a:lnTo>
                  <a:lnTo>
                    <a:pt x="42539" y="278581"/>
                  </a:lnTo>
                  <a:lnTo>
                    <a:pt x="46123" y="282464"/>
                  </a:lnTo>
                  <a:lnTo>
                    <a:pt x="49827" y="286232"/>
                  </a:lnTo>
                  <a:lnTo>
                    <a:pt x="53649" y="289881"/>
                  </a:lnTo>
                  <a:lnTo>
                    <a:pt x="57584" y="293407"/>
                  </a:lnTo>
                  <a:lnTo>
                    <a:pt x="61629" y="296808"/>
                  </a:lnTo>
                  <a:lnTo>
                    <a:pt x="65779" y="300078"/>
                  </a:lnTo>
                  <a:lnTo>
                    <a:pt x="70030" y="303216"/>
                  </a:lnTo>
                  <a:lnTo>
                    <a:pt x="74378" y="306218"/>
                  </a:lnTo>
                  <a:lnTo>
                    <a:pt x="78820" y="309082"/>
                  </a:lnTo>
                  <a:lnTo>
                    <a:pt x="83349" y="311803"/>
                  </a:lnTo>
                  <a:lnTo>
                    <a:pt x="87962" y="314380"/>
                  </a:lnTo>
                  <a:lnTo>
                    <a:pt x="92654" y="316809"/>
                  </a:lnTo>
                  <a:lnTo>
                    <a:pt x="97421" y="319090"/>
                  </a:lnTo>
                  <a:lnTo>
                    <a:pt x="102257" y="321218"/>
                  </a:lnTo>
                  <a:lnTo>
                    <a:pt x="107159" y="323193"/>
                  </a:lnTo>
                  <a:lnTo>
                    <a:pt x="112120" y="325011"/>
                  </a:lnTo>
                  <a:lnTo>
                    <a:pt x="117136" y="326672"/>
                  </a:lnTo>
                  <a:lnTo>
                    <a:pt x="122202" y="328174"/>
                  </a:lnTo>
                  <a:lnTo>
                    <a:pt x="127313" y="329514"/>
                  </a:lnTo>
                  <a:lnTo>
                    <a:pt x="132464" y="330693"/>
                  </a:lnTo>
                  <a:lnTo>
                    <a:pt x="137650" y="331708"/>
                  </a:lnTo>
                  <a:lnTo>
                    <a:pt x="142865" y="332559"/>
                  </a:lnTo>
                  <a:lnTo>
                    <a:pt x="148104" y="333244"/>
                  </a:lnTo>
                  <a:lnTo>
                    <a:pt x="153363" y="333763"/>
                  </a:lnTo>
                  <a:lnTo>
                    <a:pt x="158635" y="334117"/>
                  </a:lnTo>
                  <a:lnTo>
                    <a:pt x="163916" y="334303"/>
                  </a:lnTo>
                  <a:lnTo>
                    <a:pt x="169200" y="334322"/>
                  </a:lnTo>
                  <a:lnTo>
                    <a:pt x="174481" y="334174"/>
                  </a:lnTo>
                  <a:lnTo>
                    <a:pt x="179756" y="333860"/>
                  </a:lnTo>
                  <a:lnTo>
                    <a:pt x="185018" y="333378"/>
                  </a:lnTo>
                  <a:lnTo>
                    <a:pt x="190262" y="332731"/>
                  </a:lnTo>
                  <a:lnTo>
                    <a:pt x="195484" y="331919"/>
                  </a:lnTo>
                  <a:lnTo>
                    <a:pt x="200676" y="330941"/>
                  </a:lnTo>
                  <a:lnTo>
                    <a:pt x="205836" y="329800"/>
                  </a:lnTo>
                  <a:lnTo>
                    <a:pt x="210956" y="328497"/>
                  </a:lnTo>
                  <a:lnTo>
                    <a:pt x="216033" y="327032"/>
                  </a:lnTo>
                  <a:lnTo>
                    <a:pt x="221062" y="325408"/>
                  </a:lnTo>
                  <a:lnTo>
                    <a:pt x="226036" y="323626"/>
                  </a:lnTo>
                  <a:lnTo>
                    <a:pt x="230951" y="321687"/>
                  </a:lnTo>
                  <a:lnTo>
                    <a:pt x="235803" y="319594"/>
                  </a:lnTo>
                  <a:lnTo>
                    <a:pt x="240586" y="317348"/>
                  </a:lnTo>
                  <a:lnTo>
                    <a:pt x="245296" y="314953"/>
                  </a:lnTo>
                  <a:lnTo>
                    <a:pt x="249928" y="312410"/>
                  </a:lnTo>
                  <a:lnTo>
                    <a:pt x="254477" y="309722"/>
                  </a:lnTo>
                  <a:lnTo>
                    <a:pt x="258939" y="306891"/>
                  </a:lnTo>
                  <a:lnTo>
                    <a:pt x="263309" y="303921"/>
                  </a:lnTo>
                  <a:lnTo>
                    <a:pt x="267583" y="300814"/>
                  </a:lnTo>
                  <a:lnTo>
                    <a:pt x="271757" y="297573"/>
                  </a:lnTo>
                  <a:lnTo>
                    <a:pt x="275826" y="294202"/>
                  </a:lnTo>
                  <a:lnTo>
                    <a:pt x="279787" y="290705"/>
                  </a:lnTo>
                  <a:lnTo>
                    <a:pt x="283635" y="287084"/>
                  </a:lnTo>
                  <a:lnTo>
                    <a:pt x="287367" y="283343"/>
                  </a:lnTo>
                  <a:lnTo>
                    <a:pt x="290979" y="279486"/>
                  </a:lnTo>
                  <a:lnTo>
                    <a:pt x="294467" y="275517"/>
                  </a:lnTo>
                  <a:lnTo>
                    <a:pt x="297827" y="271439"/>
                  </a:lnTo>
                  <a:lnTo>
                    <a:pt x="301058" y="267257"/>
                  </a:lnTo>
                  <a:lnTo>
                    <a:pt x="304154" y="262976"/>
                  </a:lnTo>
                  <a:lnTo>
                    <a:pt x="307114" y="258598"/>
                  </a:lnTo>
                  <a:lnTo>
                    <a:pt x="309933" y="254130"/>
                  </a:lnTo>
                  <a:lnTo>
                    <a:pt x="312611" y="249574"/>
                  </a:lnTo>
                  <a:lnTo>
                    <a:pt x="315142" y="244936"/>
                  </a:lnTo>
                  <a:lnTo>
                    <a:pt x="317526" y="240220"/>
                  </a:lnTo>
                  <a:lnTo>
                    <a:pt x="319760" y="235432"/>
                  </a:lnTo>
                  <a:lnTo>
                    <a:pt x="321841" y="230575"/>
                  </a:lnTo>
                  <a:lnTo>
                    <a:pt x="323768" y="225655"/>
                  </a:lnTo>
                  <a:lnTo>
                    <a:pt x="325539" y="220676"/>
                  </a:lnTo>
                  <a:lnTo>
                    <a:pt x="327151" y="215644"/>
                  </a:lnTo>
                  <a:lnTo>
                    <a:pt x="328603" y="210564"/>
                  </a:lnTo>
                  <a:lnTo>
                    <a:pt x="329894" y="205440"/>
                  </a:lnTo>
                  <a:lnTo>
                    <a:pt x="331022" y="200277"/>
                  </a:lnTo>
                  <a:lnTo>
                    <a:pt x="331987" y="195082"/>
                  </a:lnTo>
                  <a:lnTo>
                    <a:pt x="332787" y="189859"/>
                  </a:lnTo>
                  <a:lnTo>
                    <a:pt x="333421" y="184613"/>
                  </a:lnTo>
                  <a:lnTo>
                    <a:pt x="333889" y="179350"/>
                  </a:lnTo>
                  <a:lnTo>
                    <a:pt x="334191" y="174075"/>
                  </a:lnTo>
                  <a:lnTo>
                    <a:pt x="334326" y="168792"/>
                  </a:lnTo>
                  <a:lnTo>
                    <a:pt x="334294" y="163509"/>
                  </a:lnTo>
                  <a:lnTo>
                    <a:pt x="334095" y="158228"/>
                  </a:lnTo>
                  <a:lnTo>
                    <a:pt x="333729" y="152957"/>
                  </a:lnTo>
                  <a:lnTo>
                    <a:pt x="333197" y="147700"/>
                  </a:lnTo>
                  <a:lnTo>
                    <a:pt x="332498" y="142462"/>
                  </a:lnTo>
                  <a:lnTo>
                    <a:pt x="331635" y="137249"/>
                  </a:lnTo>
                  <a:lnTo>
                    <a:pt x="330607" y="132066"/>
                  </a:lnTo>
                  <a:lnTo>
                    <a:pt x="329416" y="126918"/>
                  </a:lnTo>
                  <a:lnTo>
                    <a:pt x="328063" y="121810"/>
                  </a:lnTo>
                  <a:lnTo>
                    <a:pt x="326549" y="116748"/>
                  </a:lnTo>
                  <a:lnTo>
                    <a:pt x="324876" y="111736"/>
                  </a:lnTo>
                  <a:lnTo>
                    <a:pt x="323045" y="106779"/>
                  </a:lnTo>
                  <a:lnTo>
                    <a:pt x="321059" y="101882"/>
                  </a:lnTo>
                  <a:lnTo>
                    <a:pt x="318919" y="97051"/>
                  </a:lnTo>
                  <a:lnTo>
                    <a:pt x="316627" y="92290"/>
                  </a:lnTo>
                  <a:lnTo>
                    <a:pt x="314186" y="87604"/>
                  </a:lnTo>
                  <a:lnTo>
                    <a:pt x="311598" y="82997"/>
                  </a:lnTo>
                  <a:lnTo>
                    <a:pt x="308865" y="78474"/>
                  </a:lnTo>
                  <a:lnTo>
                    <a:pt x="305991" y="74040"/>
                  </a:lnTo>
                  <a:lnTo>
                    <a:pt x="302979" y="69699"/>
                  </a:lnTo>
                  <a:lnTo>
                    <a:pt x="299830" y="65455"/>
                  </a:lnTo>
                  <a:lnTo>
                    <a:pt x="296550" y="61313"/>
                  </a:lnTo>
                  <a:lnTo>
                    <a:pt x="293139" y="57277"/>
                  </a:lnTo>
                  <a:lnTo>
                    <a:pt x="289603" y="53351"/>
                  </a:lnTo>
                  <a:lnTo>
                    <a:pt x="285945" y="49538"/>
                  </a:lnTo>
                  <a:lnTo>
                    <a:pt x="282168" y="45843"/>
                  </a:lnTo>
                  <a:lnTo>
                    <a:pt x="278276" y="42269"/>
                  </a:lnTo>
                  <a:lnTo>
                    <a:pt x="274273" y="38819"/>
                  </a:lnTo>
                  <a:lnTo>
                    <a:pt x="270163" y="35498"/>
                  </a:lnTo>
                  <a:lnTo>
                    <a:pt x="265950" y="32309"/>
                  </a:lnTo>
                  <a:lnTo>
                    <a:pt x="261639" y="29254"/>
                  </a:lnTo>
                  <a:lnTo>
                    <a:pt x="257233" y="26337"/>
                  </a:lnTo>
                  <a:lnTo>
                    <a:pt x="252737" y="23561"/>
                  </a:lnTo>
                  <a:lnTo>
                    <a:pt x="248155" y="20928"/>
                  </a:lnTo>
                  <a:lnTo>
                    <a:pt x="243493" y="18442"/>
                  </a:lnTo>
                  <a:lnTo>
                    <a:pt x="238754" y="16104"/>
                  </a:lnTo>
                  <a:lnTo>
                    <a:pt x="233944" y="13917"/>
                  </a:lnTo>
                  <a:lnTo>
                    <a:pt x="229067" y="11883"/>
                  </a:lnTo>
                  <a:lnTo>
                    <a:pt x="224129" y="10004"/>
                  </a:lnTo>
                  <a:lnTo>
                    <a:pt x="219133" y="8282"/>
                  </a:lnTo>
                  <a:lnTo>
                    <a:pt x="214086" y="6719"/>
                  </a:lnTo>
                  <a:lnTo>
                    <a:pt x="208991" y="5316"/>
                  </a:lnTo>
                  <a:lnTo>
                    <a:pt x="203855" y="4075"/>
                  </a:lnTo>
                  <a:lnTo>
                    <a:pt x="198682" y="2997"/>
                  </a:lnTo>
                  <a:lnTo>
                    <a:pt x="193478" y="2083"/>
                  </a:lnTo>
                  <a:lnTo>
                    <a:pt x="188247" y="1334"/>
                  </a:lnTo>
                  <a:lnTo>
                    <a:pt x="182995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88290" y="2126963"/>
              <a:ext cx="92996" cy="167167"/>
            </a:xfrm>
            <a:custGeom>
              <a:avLst/>
              <a:pathLst>
                <a:path w="92996" h="167167">
                  <a:moveTo>
                    <a:pt x="92996" y="0"/>
                  </a:moveTo>
                  <a:lnTo>
                    <a:pt x="87196" y="100"/>
                  </a:lnTo>
                  <a:lnTo>
                    <a:pt x="81404" y="402"/>
                  </a:lnTo>
                  <a:lnTo>
                    <a:pt x="75625" y="905"/>
                  </a:lnTo>
                  <a:lnTo>
                    <a:pt x="69866" y="1607"/>
                  </a:lnTo>
                  <a:lnTo>
                    <a:pt x="64136" y="2510"/>
                  </a:lnTo>
                  <a:lnTo>
                    <a:pt x="58441" y="3610"/>
                  </a:lnTo>
                  <a:lnTo>
                    <a:pt x="52787" y="4907"/>
                  </a:lnTo>
                  <a:lnTo>
                    <a:pt x="47182" y="6400"/>
                  </a:lnTo>
                  <a:lnTo>
                    <a:pt x="41631" y="8087"/>
                  </a:lnTo>
                  <a:lnTo>
                    <a:pt x="36143" y="9964"/>
                  </a:lnTo>
                  <a:lnTo>
                    <a:pt x="30723" y="12032"/>
                  </a:lnTo>
                  <a:lnTo>
                    <a:pt x="25378" y="14286"/>
                  </a:lnTo>
                  <a:lnTo>
                    <a:pt x="20114" y="16724"/>
                  </a:lnTo>
                  <a:lnTo>
                    <a:pt x="14939" y="19343"/>
                  </a:lnTo>
                  <a:lnTo>
                    <a:pt x="9857" y="22140"/>
                  </a:lnTo>
                  <a:lnTo>
                    <a:pt x="4875" y="25112"/>
                  </a:lnTo>
                  <a:lnTo>
                    <a:pt x="0" y="28255"/>
                  </a:lnTo>
                  <a:lnTo>
                    <a:pt x="9299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14120" y="2127645"/>
              <a:ext cx="334330" cy="333639"/>
            </a:xfrm>
            <a:custGeom>
              <a:avLst/>
              <a:pathLst>
                <a:path w="334330" h="333639">
                  <a:moveTo>
                    <a:pt x="74170" y="27573"/>
                  </a:moveTo>
                  <a:lnTo>
                    <a:pt x="69820" y="30586"/>
                  </a:lnTo>
                  <a:lnTo>
                    <a:pt x="65568" y="33735"/>
                  </a:lnTo>
                  <a:lnTo>
                    <a:pt x="61417" y="37017"/>
                  </a:lnTo>
                  <a:lnTo>
                    <a:pt x="57373" y="40428"/>
                  </a:lnTo>
                  <a:lnTo>
                    <a:pt x="53438" y="43967"/>
                  </a:lnTo>
                  <a:lnTo>
                    <a:pt x="49617" y="47627"/>
                  </a:lnTo>
                  <a:lnTo>
                    <a:pt x="45915" y="51407"/>
                  </a:lnTo>
                  <a:lnTo>
                    <a:pt x="42333" y="55302"/>
                  </a:lnTo>
                  <a:lnTo>
                    <a:pt x="38877" y="59309"/>
                  </a:lnTo>
                  <a:lnTo>
                    <a:pt x="35549" y="63423"/>
                  </a:lnTo>
                  <a:lnTo>
                    <a:pt x="32353" y="67640"/>
                  </a:lnTo>
                  <a:lnTo>
                    <a:pt x="29292" y="71957"/>
                  </a:lnTo>
                  <a:lnTo>
                    <a:pt x="26370" y="76368"/>
                  </a:lnTo>
                  <a:lnTo>
                    <a:pt x="23588" y="80869"/>
                  </a:lnTo>
                  <a:lnTo>
                    <a:pt x="20950" y="85456"/>
                  </a:lnTo>
                  <a:lnTo>
                    <a:pt x="18459" y="90124"/>
                  </a:lnTo>
                  <a:lnTo>
                    <a:pt x="16117" y="94869"/>
                  </a:lnTo>
                  <a:lnTo>
                    <a:pt x="13926" y="99685"/>
                  </a:lnTo>
                  <a:lnTo>
                    <a:pt x="11888" y="104569"/>
                  </a:lnTo>
                  <a:lnTo>
                    <a:pt x="10007" y="109514"/>
                  </a:lnTo>
                  <a:lnTo>
                    <a:pt x="8282" y="114517"/>
                  </a:lnTo>
                  <a:lnTo>
                    <a:pt x="6717" y="119572"/>
                  </a:lnTo>
                  <a:lnTo>
                    <a:pt x="5313" y="124673"/>
                  </a:lnTo>
                  <a:lnTo>
                    <a:pt x="4071" y="129817"/>
                  </a:lnTo>
                  <a:lnTo>
                    <a:pt x="2992" y="134997"/>
                  </a:lnTo>
                  <a:lnTo>
                    <a:pt x="2077" y="140209"/>
                  </a:lnTo>
                  <a:lnTo>
                    <a:pt x="1329" y="145447"/>
                  </a:lnTo>
                  <a:lnTo>
                    <a:pt x="746" y="150706"/>
                  </a:lnTo>
                  <a:lnTo>
                    <a:pt x="330" y="155981"/>
                  </a:lnTo>
                  <a:lnTo>
                    <a:pt x="81" y="161267"/>
                  </a:lnTo>
                  <a:lnTo>
                    <a:pt x="0" y="166557"/>
                  </a:lnTo>
                  <a:lnTo>
                    <a:pt x="86" y="171848"/>
                  </a:lnTo>
                  <a:lnTo>
                    <a:pt x="339" y="177133"/>
                  </a:lnTo>
                  <a:lnTo>
                    <a:pt x="760" y="182408"/>
                  </a:lnTo>
                  <a:lnTo>
                    <a:pt x="1347" y="187667"/>
                  </a:lnTo>
                  <a:lnTo>
                    <a:pt x="2100" y="192904"/>
                  </a:lnTo>
                  <a:lnTo>
                    <a:pt x="3019" y="198115"/>
                  </a:lnTo>
                  <a:lnTo>
                    <a:pt x="4103" y="203295"/>
                  </a:lnTo>
                  <a:lnTo>
                    <a:pt x="5349" y="208437"/>
                  </a:lnTo>
                  <a:lnTo>
                    <a:pt x="6758" y="213537"/>
                  </a:lnTo>
                  <a:lnTo>
                    <a:pt x="8328" y="218591"/>
                  </a:lnTo>
                  <a:lnTo>
                    <a:pt x="10056" y="223592"/>
                  </a:lnTo>
                  <a:lnTo>
                    <a:pt x="11942" y="228536"/>
                  </a:lnTo>
                  <a:lnTo>
                    <a:pt x="13984" y="233417"/>
                  </a:lnTo>
                  <a:lnTo>
                    <a:pt x="16179" y="238232"/>
                  </a:lnTo>
                  <a:lnTo>
                    <a:pt x="18526" y="242975"/>
                  </a:lnTo>
                  <a:lnTo>
                    <a:pt x="21021" y="247641"/>
                  </a:lnTo>
                  <a:lnTo>
                    <a:pt x="23663" y="252225"/>
                  </a:lnTo>
                  <a:lnTo>
                    <a:pt x="26448" y="256724"/>
                  </a:lnTo>
                  <a:lnTo>
                    <a:pt x="29375" y="261133"/>
                  </a:lnTo>
                  <a:lnTo>
                    <a:pt x="32439" y="265446"/>
                  </a:lnTo>
                  <a:lnTo>
                    <a:pt x="35639" y="269661"/>
                  </a:lnTo>
                  <a:lnTo>
                    <a:pt x="38970" y="273772"/>
                  </a:lnTo>
                  <a:lnTo>
                    <a:pt x="42430" y="277776"/>
                  </a:lnTo>
                  <a:lnTo>
                    <a:pt x="46015" y="281668"/>
                  </a:lnTo>
                  <a:lnTo>
                    <a:pt x="49721" y="285444"/>
                  </a:lnTo>
                  <a:lnTo>
                    <a:pt x="53545" y="289102"/>
                  </a:lnTo>
                  <a:lnTo>
                    <a:pt x="57482" y="292636"/>
                  </a:lnTo>
                  <a:lnTo>
                    <a:pt x="61530" y="296045"/>
                  </a:lnTo>
                  <a:lnTo>
                    <a:pt x="65683" y="299323"/>
                  </a:lnTo>
                  <a:lnTo>
                    <a:pt x="69939" y="302468"/>
                  </a:lnTo>
                  <a:lnTo>
                    <a:pt x="74291" y="305478"/>
                  </a:lnTo>
                  <a:lnTo>
                    <a:pt x="78737" y="308347"/>
                  </a:lnTo>
                  <a:lnTo>
                    <a:pt x="83271" y="311075"/>
                  </a:lnTo>
                  <a:lnTo>
                    <a:pt x="87889" y="313658"/>
                  </a:lnTo>
                  <a:lnTo>
                    <a:pt x="92587" y="316093"/>
                  </a:lnTo>
                  <a:lnTo>
                    <a:pt x="97359" y="318379"/>
                  </a:lnTo>
                  <a:lnTo>
                    <a:pt x="102201" y="320512"/>
                  </a:lnTo>
                  <a:lnTo>
                    <a:pt x="107109" y="322491"/>
                  </a:lnTo>
                  <a:lnTo>
                    <a:pt x="112076" y="324314"/>
                  </a:lnTo>
                  <a:lnTo>
                    <a:pt x="117099" y="325978"/>
                  </a:lnTo>
                  <a:lnTo>
                    <a:pt x="122172" y="327483"/>
                  </a:lnTo>
                  <a:lnTo>
                    <a:pt x="127290" y="328826"/>
                  </a:lnTo>
                  <a:lnTo>
                    <a:pt x="132448" y="330007"/>
                  </a:lnTo>
                  <a:lnTo>
                    <a:pt x="137641" y="331024"/>
                  </a:lnTo>
                  <a:lnTo>
                    <a:pt x="142863" y="331876"/>
                  </a:lnTo>
                  <a:lnTo>
                    <a:pt x="148110" y="332562"/>
                  </a:lnTo>
                  <a:lnTo>
                    <a:pt x="153376" y="333082"/>
                  </a:lnTo>
                  <a:lnTo>
                    <a:pt x="158655" y="333435"/>
                  </a:lnTo>
                  <a:lnTo>
                    <a:pt x="163943" y="333621"/>
                  </a:lnTo>
                  <a:lnTo>
                    <a:pt x="169235" y="333639"/>
                  </a:lnTo>
                  <a:lnTo>
                    <a:pt x="174524" y="333490"/>
                  </a:lnTo>
                  <a:lnTo>
                    <a:pt x="179806" y="333174"/>
                  </a:lnTo>
                  <a:lnTo>
                    <a:pt x="185075" y="332690"/>
                  </a:lnTo>
                  <a:lnTo>
                    <a:pt x="190327" y="332040"/>
                  </a:lnTo>
                  <a:lnTo>
                    <a:pt x="195555" y="331224"/>
                  </a:lnTo>
                  <a:lnTo>
                    <a:pt x="200754" y="330243"/>
                  </a:lnTo>
                  <a:lnTo>
                    <a:pt x="205920" y="329098"/>
                  </a:lnTo>
                  <a:lnTo>
                    <a:pt x="211048" y="327790"/>
                  </a:lnTo>
                  <a:lnTo>
                    <a:pt x="216131" y="326320"/>
                  </a:lnTo>
                  <a:lnTo>
                    <a:pt x="221165" y="324691"/>
                  </a:lnTo>
                  <a:lnTo>
                    <a:pt x="226145" y="322902"/>
                  </a:lnTo>
                  <a:lnTo>
                    <a:pt x="231066" y="320958"/>
                  </a:lnTo>
                  <a:lnTo>
                    <a:pt x="235923" y="318858"/>
                  </a:lnTo>
                  <a:lnTo>
                    <a:pt x="240711" y="316605"/>
                  </a:lnTo>
                  <a:lnTo>
                    <a:pt x="245425" y="314203"/>
                  </a:lnTo>
                  <a:lnTo>
                    <a:pt x="250061" y="311652"/>
                  </a:lnTo>
                  <a:lnTo>
                    <a:pt x="254614" y="308955"/>
                  </a:lnTo>
                  <a:lnTo>
                    <a:pt x="259080" y="306116"/>
                  </a:lnTo>
                  <a:lnTo>
                    <a:pt x="263453" y="303137"/>
                  </a:lnTo>
                  <a:lnTo>
                    <a:pt x="267730" y="300022"/>
                  </a:lnTo>
                  <a:lnTo>
                    <a:pt x="271905" y="296772"/>
                  </a:lnTo>
                  <a:lnTo>
                    <a:pt x="275977" y="293392"/>
                  </a:lnTo>
                  <a:lnTo>
                    <a:pt x="279939" y="289884"/>
                  </a:lnTo>
                  <a:lnTo>
                    <a:pt x="283788" y="286254"/>
                  </a:lnTo>
                  <a:lnTo>
                    <a:pt x="287520" y="282503"/>
                  </a:lnTo>
                  <a:lnTo>
                    <a:pt x="291131" y="278635"/>
                  </a:lnTo>
                  <a:lnTo>
                    <a:pt x="294619" y="274656"/>
                  </a:lnTo>
                  <a:lnTo>
                    <a:pt x="297978" y="270568"/>
                  </a:lnTo>
                  <a:lnTo>
                    <a:pt x="301207" y="266376"/>
                  </a:lnTo>
                  <a:lnTo>
                    <a:pt x="304301" y="262083"/>
                  </a:lnTo>
                  <a:lnTo>
                    <a:pt x="307258" y="257695"/>
                  </a:lnTo>
                  <a:lnTo>
                    <a:pt x="310075" y="253216"/>
                  </a:lnTo>
                  <a:lnTo>
                    <a:pt x="312748" y="248649"/>
                  </a:lnTo>
                  <a:lnTo>
                    <a:pt x="315276" y="244001"/>
                  </a:lnTo>
                  <a:lnTo>
                    <a:pt x="317655" y="239274"/>
                  </a:lnTo>
                  <a:lnTo>
                    <a:pt x="319883" y="234475"/>
                  </a:lnTo>
                  <a:lnTo>
                    <a:pt x="321959" y="229607"/>
                  </a:lnTo>
                  <a:lnTo>
                    <a:pt x="323879" y="224677"/>
                  </a:lnTo>
                  <a:lnTo>
                    <a:pt x="325642" y="219688"/>
                  </a:lnTo>
                  <a:lnTo>
                    <a:pt x="327247" y="214645"/>
                  </a:lnTo>
                  <a:lnTo>
                    <a:pt x="328691" y="209555"/>
                  </a:lnTo>
                  <a:lnTo>
                    <a:pt x="329973" y="204421"/>
                  </a:lnTo>
                  <a:lnTo>
                    <a:pt x="331092" y="199250"/>
                  </a:lnTo>
                  <a:lnTo>
                    <a:pt x="332047" y="194045"/>
                  </a:lnTo>
                  <a:lnTo>
                    <a:pt x="332836" y="188813"/>
                  </a:lnTo>
                  <a:lnTo>
                    <a:pt x="333460" y="183558"/>
                  </a:lnTo>
                  <a:lnTo>
                    <a:pt x="333917" y="178287"/>
                  </a:lnTo>
                  <a:lnTo>
                    <a:pt x="334207" y="173003"/>
                  </a:lnTo>
                  <a:lnTo>
                    <a:pt x="334330" y="167713"/>
                  </a:lnTo>
                  <a:lnTo>
                    <a:pt x="334285" y="162422"/>
                  </a:lnTo>
                  <a:lnTo>
                    <a:pt x="334073" y="157135"/>
                  </a:lnTo>
                  <a:lnTo>
                    <a:pt x="333693" y="151857"/>
                  </a:lnTo>
                  <a:lnTo>
                    <a:pt x="333147" y="146594"/>
                  </a:lnTo>
                  <a:lnTo>
                    <a:pt x="332434" y="141351"/>
                  </a:lnTo>
                  <a:lnTo>
                    <a:pt x="331556" y="136133"/>
                  </a:lnTo>
                  <a:lnTo>
                    <a:pt x="330513" y="130945"/>
                  </a:lnTo>
                  <a:lnTo>
                    <a:pt x="329306" y="125793"/>
                  </a:lnTo>
                  <a:lnTo>
                    <a:pt x="327937" y="120682"/>
                  </a:lnTo>
                  <a:lnTo>
                    <a:pt x="326407" y="115617"/>
                  </a:lnTo>
                  <a:lnTo>
                    <a:pt x="324717" y="110602"/>
                  </a:lnTo>
                  <a:lnTo>
                    <a:pt x="322870" y="105644"/>
                  </a:lnTo>
                  <a:lnTo>
                    <a:pt x="320866" y="100747"/>
                  </a:lnTo>
                  <a:lnTo>
                    <a:pt x="318709" y="95915"/>
                  </a:lnTo>
                  <a:lnTo>
                    <a:pt x="316399" y="91154"/>
                  </a:lnTo>
                  <a:lnTo>
                    <a:pt x="313940" y="86469"/>
                  </a:lnTo>
                  <a:lnTo>
                    <a:pt x="311334" y="81864"/>
                  </a:lnTo>
                  <a:lnTo>
                    <a:pt x="308584" y="77343"/>
                  </a:lnTo>
                  <a:lnTo>
                    <a:pt x="305692" y="72912"/>
                  </a:lnTo>
                  <a:lnTo>
                    <a:pt x="302661" y="68575"/>
                  </a:lnTo>
                  <a:lnTo>
                    <a:pt x="299494" y="64336"/>
                  </a:lnTo>
                  <a:lnTo>
                    <a:pt x="296195" y="60199"/>
                  </a:lnTo>
                  <a:lnTo>
                    <a:pt x="292766" y="56168"/>
                  </a:lnTo>
                  <a:lnTo>
                    <a:pt x="289212" y="52248"/>
                  </a:lnTo>
                  <a:lnTo>
                    <a:pt x="285535" y="48443"/>
                  </a:lnTo>
                  <a:lnTo>
                    <a:pt x="281740" y="44756"/>
                  </a:lnTo>
                  <a:lnTo>
                    <a:pt x="277830" y="41191"/>
                  </a:lnTo>
                  <a:lnTo>
                    <a:pt x="273809" y="37751"/>
                  </a:lnTo>
                  <a:lnTo>
                    <a:pt x="269681" y="34440"/>
                  </a:lnTo>
                  <a:lnTo>
                    <a:pt x="265451" y="31262"/>
                  </a:lnTo>
                  <a:lnTo>
                    <a:pt x="261122" y="28219"/>
                  </a:lnTo>
                  <a:lnTo>
                    <a:pt x="256699" y="25315"/>
                  </a:lnTo>
                  <a:lnTo>
                    <a:pt x="252186" y="22552"/>
                  </a:lnTo>
                  <a:lnTo>
                    <a:pt x="247588" y="19933"/>
                  </a:lnTo>
                  <a:lnTo>
                    <a:pt x="242910" y="17461"/>
                  </a:lnTo>
                  <a:lnTo>
                    <a:pt x="238155" y="15139"/>
                  </a:lnTo>
                  <a:lnTo>
                    <a:pt x="233330" y="12968"/>
                  </a:lnTo>
                  <a:lnTo>
                    <a:pt x="228438" y="10951"/>
                  </a:lnTo>
                  <a:lnTo>
                    <a:pt x="223485" y="9089"/>
                  </a:lnTo>
                  <a:lnTo>
                    <a:pt x="218475" y="7386"/>
                  </a:lnTo>
                  <a:lnTo>
                    <a:pt x="213414" y="5842"/>
                  </a:lnTo>
                  <a:lnTo>
                    <a:pt x="208306" y="4458"/>
                  </a:lnTo>
                  <a:lnTo>
                    <a:pt x="203158" y="3238"/>
                  </a:lnTo>
                  <a:lnTo>
                    <a:pt x="197973" y="2180"/>
                  </a:lnTo>
                  <a:lnTo>
                    <a:pt x="192758" y="1288"/>
                  </a:lnTo>
                  <a:lnTo>
                    <a:pt x="187516" y="560"/>
                  </a:lnTo>
                  <a:lnTo>
                    <a:pt x="182255" y="0"/>
                  </a:lnTo>
                  <a:lnTo>
                    <a:pt x="167167" y="1664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2126963"/>
              <a:ext cx="15087" cy="167167"/>
            </a:xfrm>
            <a:custGeom>
              <a:avLst/>
              <a:pathLst>
                <a:path w="15087" h="167167">
                  <a:moveTo>
                    <a:pt x="15087" y="68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423600" y="2633064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2" y="756"/>
                  </a:lnTo>
                  <a:lnTo>
                    <a:pt x="145992" y="1344"/>
                  </a:lnTo>
                  <a:lnTo>
                    <a:pt x="140743" y="2098"/>
                  </a:lnTo>
                  <a:lnTo>
                    <a:pt x="135520" y="3019"/>
                  </a:lnTo>
                  <a:lnTo>
                    <a:pt x="130330" y="4104"/>
                  </a:lnTo>
                  <a:lnTo>
                    <a:pt x="125176" y="5354"/>
                  </a:lnTo>
                  <a:lnTo>
                    <a:pt x="120065" y="6767"/>
                  </a:lnTo>
                  <a:lnTo>
                    <a:pt x="115001" y="8341"/>
                  </a:lnTo>
                  <a:lnTo>
                    <a:pt x="109990" y="10075"/>
                  </a:lnTo>
                  <a:lnTo>
                    <a:pt x="105036" y="11967"/>
                  </a:lnTo>
                  <a:lnTo>
                    <a:pt x="100144" y="14015"/>
                  </a:lnTo>
                  <a:lnTo>
                    <a:pt x="95320" y="16217"/>
                  </a:lnTo>
                  <a:lnTo>
                    <a:pt x="90569" y="18571"/>
                  </a:lnTo>
                  <a:lnTo>
                    <a:pt x="85894" y="21075"/>
                  </a:lnTo>
                  <a:lnTo>
                    <a:pt x="81301" y="23726"/>
                  </a:lnTo>
                  <a:lnTo>
                    <a:pt x="76795" y="26521"/>
                  </a:lnTo>
                  <a:lnTo>
                    <a:pt x="72379" y="29457"/>
                  </a:lnTo>
                  <a:lnTo>
                    <a:pt x="68059" y="32532"/>
                  </a:lnTo>
                  <a:lnTo>
                    <a:pt x="63838" y="35743"/>
                  </a:lnTo>
                  <a:lnTo>
                    <a:pt x="59722" y="39086"/>
                  </a:lnTo>
                  <a:lnTo>
                    <a:pt x="55713" y="42558"/>
                  </a:lnTo>
                  <a:lnTo>
                    <a:pt x="51817" y="46155"/>
                  </a:lnTo>
                  <a:lnTo>
                    <a:pt x="48037" y="49874"/>
                  </a:lnTo>
                  <a:lnTo>
                    <a:pt x="44376" y="53711"/>
                  </a:lnTo>
                  <a:lnTo>
                    <a:pt x="40840" y="57662"/>
                  </a:lnTo>
                  <a:lnTo>
                    <a:pt x="37430" y="61723"/>
                  </a:lnTo>
                  <a:lnTo>
                    <a:pt x="34151" y="65891"/>
                  </a:lnTo>
                  <a:lnTo>
                    <a:pt x="31005" y="70160"/>
                  </a:lnTo>
                  <a:lnTo>
                    <a:pt x="27997" y="74527"/>
                  </a:lnTo>
                  <a:lnTo>
                    <a:pt x="25128" y="78987"/>
                  </a:lnTo>
                  <a:lnTo>
                    <a:pt x="22403" y="83536"/>
                  </a:lnTo>
                  <a:lnTo>
                    <a:pt x="19823" y="88169"/>
                  </a:lnTo>
                  <a:lnTo>
                    <a:pt x="17392" y="92882"/>
                  </a:lnTo>
                  <a:lnTo>
                    <a:pt x="15111" y="97669"/>
                  </a:lnTo>
                  <a:lnTo>
                    <a:pt x="12983" y="102527"/>
                  </a:lnTo>
                  <a:lnTo>
                    <a:pt x="11010" y="107449"/>
                  </a:lnTo>
                  <a:lnTo>
                    <a:pt x="9195" y="112431"/>
                  </a:lnTo>
                  <a:lnTo>
                    <a:pt x="7538" y="117469"/>
                  </a:lnTo>
                  <a:lnTo>
                    <a:pt x="6042" y="122556"/>
                  </a:lnTo>
                  <a:lnTo>
                    <a:pt x="4708" y="127689"/>
                  </a:lnTo>
                  <a:lnTo>
                    <a:pt x="3538" y="132861"/>
                  </a:lnTo>
                  <a:lnTo>
                    <a:pt x="2532" y="138067"/>
                  </a:lnTo>
                  <a:lnTo>
                    <a:pt x="1692" y="143303"/>
                  </a:lnTo>
                  <a:lnTo>
                    <a:pt x="1018" y="148563"/>
                  </a:lnTo>
                  <a:lnTo>
                    <a:pt x="512" y="153842"/>
                  </a:lnTo>
                  <a:lnTo>
                    <a:pt x="173" y="159134"/>
                  </a:lnTo>
                  <a:lnTo>
                    <a:pt x="2" y="164434"/>
                  </a:lnTo>
                  <a:lnTo>
                    <a:pt x="0" y="169737"/>
                  </a:lnTo>
                  <a:lnTo>
                    <a:pt x="165" y="175037"/>
                  </a:lnTo>
                  <a:lnTo>
                    <a:pt x="499" y="180330"/>
                  </a:lnTo>
                  <a:lnTo>
                    <a:pt x="1000" y="185609"/>
                  </a:lnTo>
                  <a:lnTo>
                    <a:pt x="1669" y="190870"/>
                  </a:lnTo>
                  <a:lnTo>
                    <a:pt x="2504" y="196106"/>
                  </a:lnTo>
                  <a:lnTo>
                    <a:pt x="3504" y="201314"/>
                  </a:lnTo>
                  <a:lnTo>
                    <a:pt x="4670" y="206487"/>
                  </a:lnTo>
                  <a:lnTo>
                    <a:pt x="5999" y="211621"/>
                  </a:lnTo>
                  <a:lnTo>
                    <a:pt x="7490" y="216710"/>
                  </a:lnTo>
                  <a:lnTo>
                    <a:pt x="9142" y="221749"/>
                  </a:lnTo>
                  <a:lnTo>
                    <a:pt x="10952" y="226733"/>
                  </a:lnTo>
                  <a:lnTo>
                    <a:pt x="12920" y="231657"/>
                  </a:lnTo>
                  <a:lnTo>
                    <a:pt x="15043" y="236517"/>
                  </a:lnTo>
                  <a:lnTo>
                    <a:pt x="17320" y="241306"/>
                  </a:lnTo>
                  <a:lnTo>
                    <a:pt x="19746" y="246021"/>
                  </a:lnTo>
                  <a:lnTo>
                    <a:pt x="22322" y="250657"/>
                  </a:lnTo>
                  <a:lnTo>
                    <a:pt x="25043" y="255208"/>
                  </a:lnTo>
                  <a:lnTo>
                    <a:pt x="27907" y="259671"/>
                  </a:lnTo>
                  <a:lnTo>
                    <a:pt x="30911" y="264041"/>
                  </a:lnTo>
                  <a:lnTo>
                    <a:pt x="34052" y="268314"/>
                  </a:lnTo>
                  <a:lnTo>
                    <a:pt x="37327" y="272484"/>
                  </a:lnTo>
                  <a:lnTo>
                    <a:pt x="40733" y="276549"/>
                  </a:lnTo>
                  <a:lnTo>
                    <a:pt x="44266" y="280504"/>
                  </a:lnTo>
                  <a:lnTo>
                    <a:pt x="47923" y="284344"/>
                  </a:lnTo>
                  <a:lnTo>
                    <a:pt x="51699" y="288067"/>
                  </a:lnTo>
                  <a:lnTo>
                    <a:pt x="55592" y="291668"/>
                  </a:lnTo>
                  <a:lnTo>
                    <a:pt x="59597" y="295143"/>
                  </a:lnTo>
                  <a:lnTo>
                    <a:pt x="63710" y="298490"/>
                  </a:lnTo>
                  <a:lnTo>
                    <a:pt x="67928" y="301705"/>
                  </a:lnTo>
                  <a:lnTo>
                    <a:pt x="72245" y="304784"/>
                  </a:lnTo>
                  <a:lnTo>
                    <a:pt x="76658" y="307725"/>
                  </a:lnTo>
                  <a:lnTo>
                    <a:pt x="81162" y="310525"/>
                  </a:lnTo>
                  <a:lnTo>
                    <a:pt x="85752" y="313180"/>
                  </a:lnTo>
                  <a:lnTo>
                    <a:pt x="90424" y="315688"/>
                  </a:lnTo>
                  <a:lnTo>
                    <a:pt x="95173" y="318047"/>
                  </a:lnTo>
                  <a:lnTo>
                    <a:pt x="99995" y="320254"/>
                  </a:lnTo>
                  <a:lnTo>
                    <a:pt x="104885" y="322307"/>
                  </a:lnTo>
                  <a:lnTo>
                    <a:pt x="109837" y="324203"/>
                  </a:lnTo>
                  <a:lnTo>
                    <a:pt x="114846" y="325942"/>
                  </a:lnTo>
                  <a:lnTo>
                    <a:pt x="119909" y="327521"/>
                  </a:lnTo>
                  <a:lnTo>
                    <a:pt x="125019" y="328939"/>
                  </a:lnTo>
                  <a:lnTo>
                    <a:pt x="130171" y="330194"/>
                  </a:lnTo>
                  <a:lnTo>
                    <a:pt x="135361" y="331284"/>
                  </a:lnTo>
                  <a:lnTo>
                    <a:pt x="140582" y="332210"/>
                  </a:lnTo>
                  <a:lnTo>
                    <a:pt x="145830" y="332970"/>
                  </a:lnTo>
                  <a:lnTo>
                    <a:pt x="151100" y="333562"/>
                  </a:lnTo>
                  <a:lnTo>
                    <a:pt x="156386" y="333988"/>
                  </a:lnTo>
                  <a:lnTo>
                    <a:pt x="161682" y="334245"/>
                  </a:lnTo>
                  <a:lnTo>
                    <a:pt x="166985" y="334334"/>
                  </a:lnTo>
                  <a:lnTo>
                    <a:pt x="172287" y="334255"/>
                  </a:lnTo>
                  <a:lnTo>
                    <a:pt x="177584" y="334008"/>
                  </a:lnTo>
                  <a:lnTo>
                    <a:pt x="182871" y="333593"/>
                  </a:lnTo>
                  <a:lnTo>
                    <a:pt x="188141" y="333011"/>
                  </a:lnTo>
                  <a:lnTo>
                    <a:pt x="193391" y="332261"/>
                  </a:lnTo>
                  <a:lnTo>
                    <a:pt x="198614" y="331346"/>
                  </a:lnTo>
                  <a:lnTo>
                    <a:pt x="203806" y="330265"/>
                  </a:lnTo>
                  <a:lnTo>
                    <a:pt x="208961" y="329021"/>
                  </a:lnTo>
                  <a:lnTo>
                    <a:pt x="214073" y="327613"/>
                  </a:lnTo>
                  <a:lnTo>
                    <a:pt x="219139" y="326044"/>
                  </a:lnTo>
                  <a:lnTo>
                    <a:pt x="224152" y="324315"/>
                  </a:lnTo>
                  <a:lnTo>
                    <a:pt x="229108" y="322428"/>
                  </a:lnTo>
                  <a:lnTo>
                    <a:pt x="234001" y="320384"/>
                  </a:lnTo>
                  <a:lnTo>
                    <a:pt x="238827" y="318187"/>
                  </a:lnTo>
                  <a:lnTo>
                    <a:pt x="243581" y="315837"/>
                  </a:lnTo>
                  <a:lnTo>
                    <a:pt x="248258" y="313338"/>
                  </a:lnTo>
                  <a:lnTo>
                    <a:pt x="252854" y="310692"/>
                  </a:lnTo>
                  <a:lnTo>
                    <a:pt x="257363" y="307901"/>
                  </a:lnTo>
                  <a:lnTo>
                    <a:pt x="261781" y="304969"/>
                  </a:lnTo>
                  <a:lnTo>
                    <a:pt x="266105" y="301898"/>
                  </a:lnTo>
                  <a:lnTo>
                    <a:pt x="270328" y="298691"/>
                  </a:lnTo>
                  <a:lnTo>
                    <a:pt x="274448" y="295352"/>
                  </a:lnTo>
                  <a:lnTo>
                    <a:pt x="278460" y="291884"/>
                  </a:lnTo>
                  <a:lnTo>
                    <a:pt x="282360" y="288291"/>
                  </a:lnTo>
                  <a:lnTo>
                    <a:pt x="286143" y="284576"/>
                  </a:lnTo>
                  <a:lnTo>
                    <a:pt x="289808" y="280742"/>
                  </a:lnTo>
                  <a:lnTo>
                    <a:pt x="293348" y="276795"/>
                  </a:lnTo>
                  <a:lnTo>
                    <a:pt x="296762" y="272737"/>
                  </a:lnTo>
                  <a:lnTo>
                    <a:pt x="300045" y="268572"/>
                  </a:lnTo>
                  <a:lnTo>
                    <a:pt x="303195" y="264306"/>
                  </a:lnTo>
                  <a:lnTo>
                    <a:pt x="306207" y="259942"/>
                  </a:lnTo>
                  <a:lnTo>
                    <a:pt x="309080" y="255485"/>
                  </a:lnTo>
                  <a:lnTo>
                    <a:pt x="311810" y="250938"/>
                  </a:lnTo>
                  <a:lnTo>
                    <a:pt x="314394" y="246308"/>
                  </a:lnTo>
                  <a:lnTo>
                    <a:pt x="316830" y="241598"/>
                  </a:lnTo>
                  <a:lnTo>
                    <a:pt x="319116" y="236812"/>
                  </a:lnTo>
                  <a:lnTo>
                    <a:pt x="321248" y="231957"/>
                  </a:lnTo>
                  <a:lnTo>
                    <a:pt x="323226" y="227037"/>
                  </a:lnTo>
                  <a:lnTo>
                    <a:pt x="325046" y="222056"/>
                  </a:lnTo>
                  <a:lnTo>
                    <a:pt x="326708" y="217020"/>
                  </a:lnTo>
                  <a:lnTo>
                    <a:pt x="328209" y="211934"/>
                  </a:lnTo>
                  <a:lnTo>
                    <a:pt x="329548" y="206803"/>
                  </a:lnTo>
                  <a:lnTo>
                    <a:pt x="330723" y="201632"/>
                  </a:lnTo>
                  <a:lnTo>
                    <a:pt x="331734" y="196427"/>
                  </a:lnTo>
                  <a:lnTo>
                    <a:pt x="332579" y="191191"/>
                  </a:lnTo>
                  <a:lnTo>
                    <a:pt x="333258" y="185932"/>
                  </a:lnTo>
                  <a:lnTo>
                    <a:pt x="333770" y="180654"/>
                  </a:lnTo>
                  <a:lnTo>
                    <a:pt x="334114" y="175362"/>
                  </a:lnTo>
                  <a:lnTo>
                    <a:pt x="334290" y="170062"/>
                  </a:lnTo>
                  <a:lnTo>
                    <a:pt x="334297" y="164759"/>
                  </a:lnTo>
                  <a:lnTo>
                    <a:pt x="334137" y="159459"/>
                  </a:lnTo>
                  <a:lnTo>
                    <a:pt x="333808" y="154166"/>
                  </a:lnTo>
                  <a:lnTo>
                    <a:pt x="333312" y="148887"/>
                  </a:lnTo>
                  <a:lnTo>
                    <a:pt x="332649" y="143625"/>
                  </a:lnTo>
                  <a:lnTo>
                    <a:pt x="331819" y="138388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71452"/>
              <a:ext cx="164671" cy="28779"/>
            </a:xfrm>
            <a:custGeom>
              <a:avLst/>
              <a:pathLst>
                <a:path w="164671" h="28779">
                  <a:moveTo>
                    <a:pt x="164671" y="0"/>
                  </a:moveTo>
                  <a:lnTo>
                    <a:pt x="0" y="287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638709"/>
              <a:ext cx="164671" cy="161522"/>
            </a:xfrm>
            <a:custGeom>
              <a:avLst/>
              <a:pathLst>
                <a:path w="164671" h="161522">
                  <a:moveTo>
                    <a:pt x="164671" y="132743"/>
                  </a:moveTo>
                  <a:lnTo>
                    <a:pt x="163649" y="127409"/>
                  </a:lnTo>
                  <a:lnTo>
                    <a:pt x="162455" y="122111"/>
                  </a:lnTo>
                  <a:lnTo>
                    <a:pt x="161089" y="116854"/>
                  </a:lnTo>
                  <a:lnTo>
                    <a:pt x="159553" y="111645"/>
                  </a:lnTo>
                  <a:lnTo>
                    <a:pt x="157848" y="106488"/>
                  </a:lnTo>
                  <a:lnTo>
                    <a:pt x="155977" y="101389"/>
                  </a:lnTo>
                  <a:lnTo>
                    <a:pt x="153941" y="96354"/>
                  </a:lnTo>
                  <a:lnTo>
                    <a:pt x="151743" y="91388"/>
                  </a:lnTo>
                  <a:lnTo>
                    <a:pt x="149385" y="86496"/>
                  </a:lnTo>
                  <a:lnTo>
                    <a:pt x="146869" y="81683"/>
                  </a:lnTo>
                  <a:lnTo>
                    <a:pt x="144198" y="76954"/>
                  </a:lnTo>
                  <a:lnTo>
                    <a:pt x="141374" y="72314"/>
                  </a:lnTo>
                  <a:lnTo>
                    <a:pt x="138402" y="67769"/>
                  </a:lnTo>
                  <a:lnTo>
                    <a:pt x="135283" y="63322"/>
                  </a:lnTo>
                  <a:lnTo>
                    <a:pt x="132022" y="58979"/>
                  </a:lnTo>
                  <a:lnTo>
                    <a:pt x="128621" y="54745"/>
                  </a:lnTo>
                  <a:lnTo>
                    <a:pt x="125085" y="50623"/>
                  </a:lnTo>
                  <a:lnTo>
                    <a:pt x="121416" y="46618"/>
                  </a:lnTo>
                  <a:lnTo>
                    <a:pt x="117619" y="42734"/>
                  </a:lnTo>
                  <a:lnTo>
                    <a:pt x="113699" y="38976"/>
                  </a:lnTo>
                  <a:lnTo>
                    <a:pt x="109658" y="35348"/>
                  </a:lnTo>
                  <a:lnTo>
                    <a:pt x="105501" y="31852"/>
                  </a:lnTo>
                  <a:lnTo>
                    <a:pt x="101233" y="28493"/>
                  </a:lnTo>
                  <a:lnTo>
                    <a:pt x="96858" y="25275"/>
                  </a:lnTo>
                  <a:lnTo>
                    <a:pt x="92381" y="22200"/>
                  </a:lnTo>
                  <a:lnTo>
                    <a:pt x="87807" y="19273"/>
                  </a:lnTo>
                  <a:lnTo>
                    <a:pt x="83139" y="16496"/>
                  </a:lnTo>
                  <a:lnTo>
                    <a:pt x="78384" y="13871"/>
                  </a:lnTo>
                  <a:lnTo>
                    <a:pt x="73547" y="11403"/>
                  </a:lnTo>
                  <a:lnTo>
                    <a:pt x="68631" y="9093"/>
                  </a:lnTo>
                  <a:lnTo>
                    <a:pt x="63643" y="6944"/>
                  </a:lnTo>
                  <a:lnTo>
                    <a:pt x="58588" y="4958"/>
                  </a:lnTo>
                  <a:lnTo>
                    <a:pt x="53472" y="3137"/>
                  </a:lnTo>
                  <a:lnTo>
                    <a:pt x="48298" y="1484"/>
                  </a:lnTo>
                  <a:lnTo>
                    <a:pt x="43074" y="0"/>
                  </a:lnTo>
                  <a:lnTo>
                    <a:pt x="0" y="161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633064"/>
              <a:ext cx="43074" cy="167167"/>
            </a:xfrm>
            <a:custGeom>
              <a:avLst/>
              <a:pathLst>
                <a:path w="43074" h="167167">
                  <a:moveTo>
                    <a:pt x="43074" y="5644"/>
                  </a:moveTo>
                  <a:lnTo>
                    <a:pt x="37032" y="4153"/>
                  </a:lnTo>
                  <a:lnTo>
                    <a:pt x="30939" y="2888"/>
                  </a:lnTo>
                  <a:lnTo>
                    <a:pt x="24802" y="1850"/>
                  </a:lnTo>
                  <a:lnTo>
                    <a:pt x="18632" y="1041"/>
                  </a:lnTo>
                  <a:lnTo>
                    <a:pt x="12435" y="463"/>
                  </a:lnTo>
                  <a:lnTo>
                    <a:pt x="6222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358834" y="3170392"/>
              <a:ext cx="334293" cy="334334"/>
            </a:xfrm>
            <a:custGeom>
              <a:avLst/>
              <a:pathLst>
                <a:path w="334293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6"/>
                  </a:lnTo>
                  <a:lnTo>
                    <a:pt x="145983" y="1344"/>
                  </a:lnTo>
                  <a:lnTo>
                    <a:pt x="140733" y="2099"/>
                  </a:lnTo>
                  <a:lnTo>
                    <a:pt x="135509" y="3021"/>
                  </a:lnTo>
                  <a:lnTo>
                    <a:pt x="130317" y="4107"/>
                  </a:lnTo>
                  <a:lnTo>
                    <a:pt x="125162" y="5358"/>
                  </a:lnTo>
                  <a:lnTo>
                    <a:pt x="120049" y="6771"/>
                  </a:lnTo>
                  <a:lnTo>
                    <a:pt x="114983" y="8346"/>
                  </a:lnTo>
                  <a:lnTo>
                    <a:pt x="109970" y="10081"/>
                  </a:lnTo>
                  <a:lnTo>
                    <a:pt x="105015" y="11974"/>
                  </a:lnTo>
                  <a:lnTo>
                    <a:pt x="100122" y="14024"/>
                  </a:lnTo>
                  <a:lnTo>
                    <a:pt x="95297" y="16228"/>
                  </a:lnTo>
                  <a:lnTo>
                    <a:pt x="90544" y="18583"/>
                  </a:lnTo>
                  <a:lnTo>
                    <a:pt x="85869" y="21088"/>
                  </a:lnTo>
                  <a:lnTo>
                    <a:pt x="81275" y="23741"/>
                  </a:lnTo>
                  <a:lnTo>
                    <a:pt x="76767" y="26538"/>
                  </a:lnTo>
                  <a:lnTo>
                    <a:pt x="72351" y="29476"/>
                  </a:lnTo>
                  <a:lnTo>
                    <a:pt x="68030" y="32553"/>
                  </a:lnTo>
                  <a:lnTo>
                    <a:pt x="63809" y="35766"/>
                  </a:lnTo>
                  <a:lnTo>
                    <a:pt x="59691" y="39110"/>
                  </a:lnTo>
                  <a:lnTo>
                    <a:pt x="55682" y="42584"/>
                  </a:lnTo>
                  <a:lnTo>
                    <a:pt x="51786" y="46184"/>
                  </a:lnTo>
                  <a:lnTo>
                    <a:pt x="48005" y="49905"/>
                  </a:lnTo>
                  <a:lnTo>
                    <a:pt x="44345" y="53744"/>
                  </a:lnTo>
                  <a:lnTo>
                    <a:pt x="40808" y="57697"/>
                  </a:lnTo>
                  <a:lnTo>
                    <a:pt x="37398" y="61761"/>
                  </a:lnTo>
                  <a:lnTo>
                    <a:pt x="34119" y="65931"/>
                  </a:lnTo>
                  <a:lnTo>
                    <a:pt x="30974" y="70202"/>
                  </a:lnTo>
                  <a:lnTo>
                    <a:pt x="27966" y="74572"/>
                  </a:lnTo>
                  <a:lnTo>
                    <a:pt x="25098" y="79034"/>
                  </a:lnTo>
                  <a:lnTo>
                    <a:pt x="22373" y="83586"/>
                  </a:lnTo>
                  <a:lnTo>
                    <a:pt x="19794" y="88221"/>
                  </a:lnTo>
                  <a:lnTo>
                    <a:pt x="17364" y="92936"/>
                  </a:lnTo>
                  <a:lnTo>
                    <a:pt x="15084" y="97726"/>
                  </a:lnTo>
                  <a:lnTo>
                    <a:pt x="12957" y="102585"/>
                  </a:lnTo>
                  <a:lnTo>
                    <a:pt x="10986" y="107510"/>
                  </a:lnTo>
                  <a:lnTo>
                    <a:pt x="9172" y="112495"/>
                  </a:lnTo>
                  <a:lnTo>
                    <a:pt x="7516" y="117535"/>
                  </a:lnTo>
                  <a:lnTo>
                    <a:pt x="6022" y="122625"/>
                  </a:lnTo>
                  <a:lnTo>
                    <a:pt x="4690" y="127759"/>
                  </a:lnTo>
                  <a:lnTo>
                    <a:pt x="3521" y="132933"/>
                  </a:lnTo>
                  <a:lnTo>
                    <a:pt x="2518" y="138142"/>
                  </a:lnTo>
                  <a:lnTo>
                    <a:pt x="1680" y="143380"/>
                  </a:lnTo>
                  <a:lnTo>
                    <a:pt x="1008" y="148642"/>
                  </a:lnTo>
                  <a:lnTo>
                    <a:pt x="504" y="153923"/>
                  </a:lnTo>
                  <a:lnTo>
                    <a:pt x="168" y="159217"/>
                  </a:lnTo>
                  <a:lnTo>
                    <a:pt x="0" y="164519"/>
                  </a:lnTo>
                  <a:lnTo>
                    <a:pt x="0" y="169823"/>
                  </a:lnTo>
                  <a:lnTo>
                    <a:pt x="168" y="175125"/>
                  </a:lnTo>
                  <a:lnTo>
                    <a:pt x="505" y="180419"/>
                  </a:lnTo>
                  <a:lnTo>
                    <a:pt x="1009" y="185700"/>
                  </a:lnTo>
                  <a:lnTo>
                    <a:pt x="1681" y="190962"/>
                  </a:lnTo>
                  <a:lnTo>
                    <a:pt x="2519" y="196200"/>
                  </a:lnTo>
                  <a:lnTo>
                    <a:pt x="3523" y="201409"/>
                  </a:lnTo>
                  <a:lnTo>
                    <a:pt x="4692" y="206583"/>
                  </a:lnTo>
                  <a:lnTo>
                    <a:pt x="6024" y="211717"/>
                  </a:lnTo>
                  <a:lnTo>
                    <a:pt x="7519" y="216807"/>
                  </a:lnTo>
                  <a:lnTo>
                    <a:pt x="9174" y="221847"/>
                  </a:lnTo>
                  <a:lnTo>
                    <a:pt x="10989" y="226832"/>
                  </a:lnTo>
                  <a:lnTo>
                    <a:pt x="12960" y="231756"/>
                  </a:lnTo>
                  <a:lnTo>
                    <a:pt x="15087" y="236616"/>
                  </a:lnTo>
                  <a:lnTo>
                    <a:pt x="17367" y="241405"/>
                  </a:lnTo>
                  <a:lnTo>
                    <a:pt x="19798" y="246120"/>
                  </a:lnTo>
                  <a:lnTo>
                    <a:pt x="22377" y="250755"/>
                  </a:lnTo>
                  <a:lnTo>
                    <a:pt x="25103" y="255307"/>
                  </a:lnTo>
                  <a:lnTo>
                    <a:pt x="27971" y="259769"/>
                  </a:lnTo>
                  <a:lnTo>
                    <a:pt x="30979" y="264138"/>
                  </a:lnTo>
                  <a:lnTo>
                    <a:pt x="34124" y="268410"/>
                  </a:lnTo>
                  <a:lnTo>
                    <a:pt x="37403" y="272579"/>
                  </a:lnTo>
                  <a:lnTo>
                    <a:pt x="40813" y="276643"/>
                  </a:lnTo>
                  <a:lnTo>
                    <a:pt x="44350" y="280596"/>
                  </a:lnTo>
                  <a:lnTo>
                    <a:pt x="48011" y="284435"/>
                  </a:lnTo>
                  <a:lnTo>
                    <a:pt x="51792" y="288156"/>
                  </a:lnTo>
                  <a:lnTo>
                    <a:pt x="55689" y="291755"/>
                  </a:lnTo>
                  <a:lnTo>
                    <a:pt x="59698" y="295229"/>
                  </a:lnTo>
                  <a:lnTo>
                    <a:pt x="63815" y="298573"/>
                  </a:lnTo>
                  <a:lnTo>
                    <a:pt x="68036" y="301786"/>
                  </a:lnTo>
                  <a:lnTo>
                    <a:pt x="72358" y="304863"/>
                  </a:lnTo>
                  <a:lnTo>
                    <a:pt x="76774" y="307801"/>
                  </a:lnTo>
                  <a:lnTo>
                    <a:pt x="81282" y="310597"/>
                  </a:lnTo>
                  <a:lnTo>
                    <a:pt x="85876" y="313250"/>
                  </a:lnTo>
                  <a:lnTo>
                    <a:pt x="90552" y="315755"/>
                  </a:lnTo>
                  <a:lnTo>
                    <a:pt x="95305" y="318110"/>
                  </a:lnTo>
                  <a:lnTo>
                    <a:pt x="100130" y="320313"/>
                  </a:lnTo>
                  <a:lnTo>
                    <a:pt x="105023" y="322363"/>
                  </a:lnTo>
                  <a:lnTo>
                    <a:pt x="109978" y="324255"/>
                  </a:lnTo>
                  <a:lnTo>
                    <a:pt x="114991" y="325990"/>
                  </a:lnTo>
                  <a:lnTo>
                    <a:pt x="120057" y="327565"/>
                  </a:lnTo>
                  <a:lnTo>
                    <a:pt x="125170" y="328978"/>
                  </a:lnTo>
                  <a:lnTo>
                    <a:pt x="130325" y="330229"/>
                  </a:lnTo>
                  <a:lnTo>
                    <a:pt x="135517" y="331315"/>
                  </a:lnTo>
                  <a:lnTo>
                    <a:pt x="140741" y="332236"/>
                  </a:lnTo>
                  <a:lnTo>
                    <a:pt x="145992" y="332991"/>
                  </a:lnTo>
                  <a:lnTo>
                    <a:pt x="151264" y="333578"/>
                  </a:lnTo>
                  <a:lnTo>
                    <a:pt x="156552" y="333998"/>
                  </a:lnTo>
                  <a:lnTo>
                    <a:pt x="161850" y="334250"/>
                  </a:lnTo>
                  <a:lnTo>
                    <a:pt x="167154" y="334334"/>
                  </a:lnTo>
                  <a:lnTo>
                    <a:pt x="172458" y="334250"/>
                  </a:lnTo>
                  <a:lnTo>
                    <a:pt x="177757" y="333997"/>
                  </a:lnTo>
                  <a:lnTo>
                    <a:pt x="183045" y="333577"/>
                  </a:lnTo>
                  <a:lnTo>
                    <a:pt x="188317" y="332988"/>
                  </a:lnTo>
                  <a:lnTo>
                    <a:pt x="193567" y="332233"/>
                  </a:lnTo>
                  <a:lnTo>
                    <a:pt x="198791" y="331312"/>
                  </a:lnTo>
                  <a:lnTo>
                    <a:pt x="203983" y="330225"/>
                  </a:lnTo>
                  <a:lnTo>
                    <a:pt x="209138" y="328974"/>
                  </a:lnTo>
                  <a:lnTo>
                    <a:pt x="214251" y="327560"/>
                  </a:lnTo>
                  <a:lnTo>
                    <a:pt x="219317" y="325985"/>
                  </a:lnTo>
                  <a:lnTo>
                    <a:pt x="224329" y="324250"/>
                  </a:lnTo>
                  <a:lnTo>
                    <a:pt x="229285" y="322356"/>
                  </a:lnTo>
                  <a:lnTo>
                    <a:pt x="234177" y="320307"/>
                  </a:lnTo>
                  <a:lnTo>
                    <a:pt x="239002" y="318103"/>
                  </a:lnTo>
                  <a:lnTo>
                    <a:pt x="243755" y="315747"/>
                  </a:lnTo>
                  <a:lnTo>
                    <a:pt x="248431" y="313241"/>
                  </a:lnTo>
                  <a:lnTo>
                    <a:pt x="253024" y="310589"/>
                  </a:lnTo>
                  <a:lnTo>
                    <a:pt x="257532" y="307792"/>
                  </a:lnTo>
                  <a:lnTo>
                    <a:pt x="261948" y="304853"/>
                  </a:lnTo>
                  <a:lnTo>
                    <a:pt x="266269" y="301776"/>
                  </a:lnTo>
                  <a:lnTo>
                    <a:pt x="270490" y="298563"/>
                  </a:lnTo>
                  <a:lnTo>
                    <a:pt x="274607" y="295218"/>
                  </a:lnTo>
                  <a:lnTo>
                    <a:pt x="278616" y="291744"/>
                  </a:lnTo>
                  <a:lnTo>
                    <a:pt x="282512" y="288145"/>
                  </a:lnTo>
                  <a:lnTo>
                    <a:pt x="286293" y="284423"/>
                  </a:lnTo>
                  <a:lnTo>
                    <a:pt x="289953" y="280584"/>
                  </a:lnTo>
                  <a:lnTo>
                    <a:pt x="293490" y="276630"/>
                  </a:lnTo>
                  <a:lnTo>
                    <a:pt x="296899" y="272567"/>
                  </a:lnTo>
                  <a:lnTo>
                    <a:pt x="300178" y="268397"/>
                  </a:lnTo>
                  <a:lnTo>
                    <a:pt x="303323" y="264125"/>
                  </a:lnTo>
                  <a:lnTo>
                    <a:pt x="306331" y="259755"/>
                  </a:lnTo>
                  <a:lnTo>
                    <a:pt x="309198" y="255292"/>
                  </a:lnTo>
                  <a:lnTo>
                    <a:pt x="311923" y="250741"/>
                  </a:lnTo>
                  <a:lnTo>
                    <a:pt x="314502" y="246105"/>
                  </a:lnTo>
                  <a:lnTo>
                    <a:pt x="316932" y="241390"/>
                  </a:lnTo>
                  <a:lnTo>
                    <a:pt x="319212" y="236600"/>
                  </a:lnTo>
                  <a:lnTo>
                    <a:pt x="321338" y="231741"/>
                  </a:lnTo>
                  <a:lnTo>
                    <a:pt x="323309" y="226816"/>
                  </a:lnTo>
                  <a:lnTo>
                    <a:pt x="325123" y="221831"/>
                  </a:lnTo>
                  <a:lnTo>
                    <a:pt x="326778" y="216791"/>
                  </a:lnTo>
                  <a:lnTo>
                    <a:pt x="328272" y="211701"/>
                  </a:lnTo>
                  <a:lnTo>
                    <a:pt x="329604" y="206567"/>
                  </a:lnTo>
                  <a:lnTo>
                    <a:pt x="330772" y="201392"/>
                  </a:lnTo>
                  <a:lnTo>
                    <a:pt x="331776" y="196183"/>
                  </a:lnTo>
                  <a:lnTo>
                    <a:pt x="332614" y="190945"/>
                  </a:lnTo>
                  <a:lnTo>
                    <a:pt x="333285" y="185683"/>
                  </a:lnTo>
                  <a:lnTo>
                    <a:pt x="333789" y="180403"/>
                  </a:lnTo>
                  <a:lnTo>
                    <a:pt x="334125" y="175109"/>
                  </a:lnTo>
                  <a:lnTo>
                    <a:pt x="334293" y="169807"/>
                  </a:lnTo>
                  <a:lnTo>
                    <a:pt x="334292" y="164502"/>
                  </a:lnTo>
                  <a:lnTo>
                    <a:pt x="334123" y="159200"/>
                  </a:lnTo>
                  <a:lnTo>
                    <a:pt x="333787" y="153906"/>
                  </a:lnTo>
                  <a:lnTo>
                    <a:pt x="333282" y="148626"/>
                  </a:lnTo>
                  <a:lnTo>
                    <a:pt x="332610" y="143364"/>
                  </a:lnTo>
                  <a:lnTo>
                    <a:pt x="331772" y="138126"/>
                  </a:lnTo>
                  <a:lnTo>
                    <a:pt x="330767" y="132917"/>
                  </a:lnTo>
                  <a:lnTo>
                    <a:pt x="329598" y="127743"/>
                  </a:lnTo>
                  <a:lnTo>
                    <a:pt x="328265" y="122608"/>
                  </a:lnTo>
                  <a:lnTo>
                    <a:pt x="326771" y="117519"/>
                  </a:lnTo>
                  <a:lnTo>
                    <a:pt x="325115" y="112479"/>
                  </a:lnTo>
                  <a:lnTo>
                    <a:pt x="323300" y="107495"/>
                  </a:lnTo>
                  <a:lnTo>
                    <a:pt x="321328" y="102570"/>
                  </a:lnTo>
                  <a:lnTo>
                    <a:pt x="319201" y="97711"/>
                  </a:lnTo>
                  <a:lnTo>
                    <a:pt x="316921" y="92921"/>
                  </a:lnTo>
                  <a:lnTo>
                    <a:pt x="314490" y="88206"/>
                  </a:lnTo>
                  <a:lnTo>
                    <a:pt x="311910" y="83571"/>
                  </a:lnTo>
                  <a:lnTo>
                    <a:pt x="309185" y="79020"/>
                  </a:lnTo>
                  <a:lnTo>
                    <a:pt x="306317" y="74558"/>
                  </a:lnTo>
                  <a:lnTo>
                    <a:pt x="303308" y="70189"/>
                  </a:lnTo>
                  <a:lnTo>
                    <a:pt x="300163" y="65917"/>
                  </a:lnTo>
                  <a:lnTo>
                    <a:pt x="296883" y="61748"/>
                  </a:lnTo>
                  <a:lnTo>
                    <a:pt x="293473" y="57685"/>
                  </a:lnTo>
                  <a:lnTo>
                    <a:pt x="289936" y="53732"/>
                  </a:lnTo>
                  <a:lnTo>
                    <a:pt x="286275" y="49893"/>
                  </a:lnTo>
                  <a:lnTo>
                    <a:pt x="282494" y="46172"/>
                  </a:lnTo>
                  <a:lnTo>
                    <a:pt x="278597" y="42573"/>
                  </a:lnTo>
                  <a:lnTo>
                    <a:pt x="274588" y="39100"/>
                  </a:lnTo>
                  <a:lnTo>
                    <a:pt x="270470" y="35755"/>
                  </a:lnTo>
                  <a:lnTo>
                    <a:pt x="266249" y="32543"/>
                  </a:lnTo>
                  <a:lnTo>
                    <a:pt x="261927" y="29466"/>
                  </a:lnTo>
                  <a:lnTo>
                    <a:pt x="257511" y="26529"/>
                  </a:lnTo>
                  <a:lnTo>
                    <a:pt x="253003" y="23732"/>
                  </a:lnTo>
                  <a:lnTo>
                    <a:pt x="248409" y="21080"/>
                  </a:lnTo>
                  <a:lnTo>
                    <a:pt x="243733" y="18576"/>
                  </a:lnTo>
                  <a:lnTo>
                    <a:pt x="238980" y="16220"/>
                  </a:lnTo>
                  <a:lnTo>
                    <a:pt x="234154" y="14017"/>
                  </a:lnTo>
                  <a:lnTo>
                    <a:pt x="229261" y="11968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2361"/>
              <a:ext cx="62115" cy="155198"/>
            </a:xfrm>
            <a:custGeom>
              <a:avLst/>
              <a:pathLst>
                <a:path w="62115" h="155198">
                  <a:moveTo>
                    <a:pt x="62115" y="0"/>
                  </a:moveTo>
                  <a:lnTo>
                    <a:pt x="0" y="1551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76893"/>
              <a:ext cx="62115" cy="160666"/>
            </a:xfrm>
            <a:custGeom>
              <a:avLst/>
              <a:pathLst>
                <a:path w="62115" h="160666">
                  <a:moveTo>
                    <a:pt x="62115" y="5467"/>
                  </a:moveTo>
                  <a:lnTo>
                    <a:pt x="54209" y="2532"/>
                  </a:lnTo>
                  <a:lnTo>
                    <a:pt x="46166" y="0"/>
                  </a:lnTo>
                  <a:lnTo>
                    <a:pt x="0" y="1606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70392"/>
              <a:ext cx="46166" cy="167167"/>
            </a:xfrm>
            <a:custGeom>
              <a:avLst/>
              <a:pathLst>
                <a:path w="46166" h="167167">
                  <a:moveTo>
                    <a:pt x="46166" y="6501"/>
                  </a:moveTo>
                  <a:lnTo>
                    <a:pt x="39708" y="4784"/>
                  </a:lnTo>
                  <a:lnTo>
                    <a:pt x="33187" y="3327"/>
                  </a:lnTo>
                  <a:lnTo>
                    <a:pt x="26614" y="2132"/>
                  </a:lnTo>
                  <a:lnTo>
                    <a:pt x="19997" y="1200"/>
                  </a:lnTo>
                  <a:lnTo>
                    <a:pt x="13349" y="533"/>
                  </a:lnTo>
                  <a:lnTo>
                    <a:pt x="6680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423599" y="3707720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4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4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4" y="6762"/>
                  </a:lnTo>
                  <a:lnTo>
                    <a:pt x="115022" y="8335"/>
                  </a:lnTo>
                  <a:lnTo>
                    <a:pt x="110012" y="10067"/>
                  </a:lnTo>
                  <a:lnTo>
                    <a:pt x="105060" y="11958"/>
                  </a:lnTo>
                  <a:lnTo>
                    <a:pt x="100170" y="14004"/>
                  </a:lnTo>
                  <a:lnTo>
                    <a:pt x="95347" y="16205"/>
                  </a:lnTo>
                  <a:lnTo>
                    <a:pt x="90597" y="18557"/>
                  </a:lnTo>
                  <a:lnTo>
                    <a:pt x="85924" y="21059"/>
                  </a:lnTo>
                  <a:lnTo>
                    <a:pt x="81332" y="23708"/>
                  </a:lnTo>
                  <a:lnTo>
                    <a:pt x="76827" y="26501"/>
                  </a:lnTo>
                  <a:lnTo>
                    <a:pt x="72412" y="29436"/>
                  </a:lnTo>
                  <a:lnTo>
                    <a:pt x="68093" y="32509"/>
                  </a:lnTo>
                  <a:lnTo>
                    <a:pt x="63873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4" y="46122"/>
                  </a:lnTo>
                  <a:lnTo>
                    <a:pt x="48074" y="49838"/>
                  </a:lnTo>
                  <a:lnTo>
                    <a:pt x="44413" y="53672"/>
                  </a:lnTo>
                  <a:lnTo>
                    <a:pt x="40877" y="57621"/>
                  </a:lnTo>
                  <a:lnTo>
                    <a:pt x="37467" y="61680"/>
                  </a:lnTo>
                  <a:lnTo>
                    <a:pt x="34188" y="65844"/>
                  </a:lnTo>
                  <a:lnTo>
                    <a:pt x="31042" y="70111"/>
                  </a:lnTo>
                  <a:lnTo>
                    <a:pt x="28033" y="74475"/>
                  </a:lnTo>
                  <a:lnTo>
                    <a:pt x="25164" y="78933"/>
                  </a:lnTo>
                  <a:lnTo>
                    <a:pt x="22438" y="83479"/>
                  </a:lnTo>
                  <a:lnTo>
                    <a:pt x="19857" y="88109"/>
                  </a:lnTo>
                  <a:lnTo>
                    <a:pt x="17425" y="92819"/>
                  </a:lnTo>
                  <a:lnTo>
                    <a:pt x="15143" y="97603"/>
                  </a:lnTo>
                  <a:lnTo>
                    <a:pt x="13013" y="102458"/>
                  </a:lnTo>
                  <a:lnTo>
                    <a:pt x="11039" y="107377"/>
                  </a:lnTo>
                  <a:lnTo>
                    <a:pt x="9222" y="112357"/>
                  </a:lnTo>
                  <a:lnTo>
                    <a:pt x="7564" y="117392"/>
                  </a:lnTo>
                  <a:lnTo>
                    <a:pt x="6066" y="122477"/>
                  </a:lnTo>
                  <a:lnTo>
                    <a:pt x="4730" y="127606"/>
                  </a:lnTo>
                  <a:lnTo>
                    <a:pt x="3557" y="132776"/>
                  </a:lnTo>
                  <a:lnTo>
                    <a:pt x="2549" y="137980"/>
                  </a:lnTo>
                  <a:lnTo>
                    <a:pt x="1706" y="143214"/>
                  </a:lnTo>
                  <a:lnTo>
                    <a:pt x="1030" y="148471"/>
                  </a:lnTo>
                  <a:lnTo>
                    <a:pt x="521" y="153748"/>
                  </a:lnTo>
                  <a:lnTo>
                    <a:pt x="179" y="159037"/>
                  </a:lnTo>
                  <a:lnTo>
                    <a:pt x="5" y="164335"/>
                  </a:lnTo>
                  <a:lnTo>
                    <a:pt x="0" y="169636"/>
                  </a:lnTo>
                  <a:lnTo>
                    <a:pt x="162" y="174935"/>
                  </a:lnTo>
                  <a:lnTo>
                    <a:pt x="492" y="180225"/>
                  </a:lnTo>
                  <a:lnTo>
                    <a:pt x="990" y="185503"/>
                  </a:lnTo>
                  <a:lnTo>
                    <a:pt x="1655" y="190762"/>
                  </a:lnTo>
                  <a:lnTo>
                    <a:pt x="2486" y="195997"/>
                  </a:lnTo>
                  <a:lnTo>
                    <a:pt x="3483" y="201203"/>
                  </a:lnTo>
                  <a:lnTo>
                    <a:pt x="4644" y="206375"/>
                  </a:lnTo>
                  <a:lnTo>
                    <a:pt x="5969" y="211508"/>
                  </a:lnTo>
                  <a:lnTo>
                    <a:pt x="7456" y="216596"/>
                  </a:lnTo>
                  <a:lnTo>
                    <a:pt x="9104" y="221635"/>
                  </a:lnTo>
                  <a:lnTo>
                    <a:pt x="10910" y="226618"/>
                  </a:lnTo>
                  <a:lnTo>
                    <a:pt x="12874" y="231542"/>
                  </a:lnTo>
                  <a:lnTo>
                    <a:pt x="14992" y="236401"/>
                  </a:lnTo>
                  <a:lnTo>
                    <a:pt x="17264" y="241191"/>
                  </a:lnTo>
                  <a:lnTo>
                    <a:pt x="19686" y="245906"/>
                  </a:lnTo>
                  <a:lnTo>
                    <a:pt x="22257" y="250541"/>
                  </a:lnTo>
                  <a:lnTo>
                    <a:pt x="24973" y="255093"/>
                  </a:lnTo>
                  <a:lnTo>
                    <a:pt x="27832" y="259557"/>
                  </a:lnTo>
                  <a:lnTo>
                    <a:pt x="30832" y="263928"/>
                  </a:lnTo>
                  <a:lnTo>
                    <a:pt x="33968" y="268201"/>
                  </a:lnTo>
                  <a:lnTo>
                    <a:pt x="37239" y="272373"/>
                  </a:lnTo>
                  <a:lnTo>
                    <a:pt x="40640" y="276439"/>
                  </a:lnTo>
                  <a:lnTo>
                    <a:pt x="44168" y="280395"/>
                  </a:lnTo>
                  <a:lnTo>
                    <a:pt x="47820" y="284238"/>
                  </a:lnTo>
                  <a:lnTo>
                    <a:pt x="51592" y="287962"/>
                  </a:lnTo>
                  <a:lnTo>
                    <a:pt x="55480" y="291565"/>
                  </a:lnTo>
                  <a:lnTo>
                    <a:pt x="59480" y="295043"/>
                  </a:lnTo>
                  <a:lnTo>
                    <a:pt x="63588" y="298393"/>
                  </a:lnTo>
                  <a:lnTo>
                    <a:pt x="67801" y="301610"/>
                  </a:lnTo>
                  <a:lnTo>
                    <a:pt x="72114" y="304693"/>
                  </a:lnTo>
                  <a:lnTo>
                    <a:pt x="76522" y="307637"/>
                  </a:lnTo>
                  <a:lnTo>
                    <a:pt x="81021" y="310440"/>
                  </a:lnTo>
                  <a:lnTo>
                    <a:pt x="85607" y="313098"/>
                  </a:lnTo>
                  <a:lnTo>
                    <a:pt x="90275" y="315610"/>
                  </a:lnTo>
                  <a:lnTo>
                    <a:pt x="95020" y="317973"/>
                  </a:lnTo>
                  <a:lnTo>
                    <a:pt x="99838" y="320184"/>
                  </a:lnTo>
                  <a:lnTo>
                    <a:pt x="104723" y="322241"/>
                  </a:lnTo>
                  <a:lnTo>
                    <a:pt x="109672" y="324143"/>
                  </a:lnTo>
                  <a:lnTo>
                    <a:pt x="114678" y="325886"/>
                  </a:lnTo>
                  <a:lnTo>
                    <a:pt x="119736" y="327470"/>
                  </a:lnTo>
                  <a:lnTo>
                    <a:pt x="124843" y="328893"/>
                  </a:lnTo>
                  <a:lnTo>
                    <a:pt x="129992" y="330153"/>
                  </a:lnTo>
                  <a:lnTo>
                    <a:pt x="135178" y="331249"/>
                  </a:lnTo>
                  <a:lnTo>
                    <a:pt x="140396" y="332180"/>
                  </a:lnTo>
                  <a:lnTo>
                    <a:pt x="145642" y="332945"/>
                  </a:lnTo>
                  <a:lnTo>
                    <a:pt x="150909" y="333544"/>
                  </a:lnTo>
                  <a:lnTo>
                    <a:pt x="156192" y="333975"/>
                  </a:lnTo>
                  <a:lnTo>
                    <a:pt x="161486" y="334238"/>
                  </a:lnTo>
                  <a:lnTo>
                    <a:pt x="166787" y="334334"/>
                  </a:lnTo>
                  <a:lnTo>
                    <a:pt x="172087" y="334261"/>
                  </a:lnTo>
                  <a:lnTo>
                    <a:pt x="177382" y="334021"/>
                  </a:lnTo>
                  <a:lnTo>
                    <a:pt x="182667" y="333612"/>
                  </a:lnTo>
                  <a:lnTo>
                    <a:pt x="187937" y="333037"/>
                  </a:lnTo>
                  <a:lnTo>
                    <a:pt x="193186" y="332294"/>
                  </a:lnTo>
                  <a:lnTo>
                    <a:pt x="198408" y="331386"/>
                  </a:lnTo>
                  <a:lnTo>
                    <a:pt x="203599" y="330312"/>
                  </a:lnTo>
                  <a:lnTo>
                    <a:pt x="208753" y="329074"/>
                  </a:lnTo>
                  <a:lnTo>
                    <a:pt x="213866" y="327674"/>
                  </a:lnTo>
                  <a:lnTo>
                    <a:pt x="218932" y="326112"/>
                  </a:lnTo>
                  <a:lnTo>
                    <a:pt x="223945" y="324390"/>
                  </a:lnTo>
                  <a:lnTo>
                    <a:pt x="228901" y="322510"/>
                  </a:lnTo>
                  <a:lnTo>
                    <a:pt x="233796" y="320474"/>
                  </a:lnTo>
                  <a:lnTo>
                    <a:pt x="238623" y="318284"/>
                  </a:lnTo>
                  <a:lnTo>
                    <a:pt x="243378" y="315942"/>
                  </a:lnTo>
                  <a:lnTo>
                    <a:pt x="248057" y="313450"/>
                  </a:lnTo>
                  <a:lnTo>
                    <a:pt x="252654" y="310811"/>
                  </a:lnTo>
                  <a:lnTo>
                    <a:pt x="257166" y="308028"/>
                  </a:lnTo>
                  <a:lnTo>
                    <a:pt x="261587" y="305103"/>
                  </a:lnTo>
                  <a:lnTo>
                    <a:pt x="265913" y="302040"/>
                  </a:lnTo>
                  <a:lnTo>
                    <a:pt x="270139" y="298840"/>
                  </a:lnTo>
                  <a:lnTo>
                    <a:pt x="274262" y="295509"/>
                  </a:lnTo>
                  <a:lnTo>
                    <a:pt x="278278" y="292048"/>
                  </a:lnTo>
                  <a:lnTo>
                    <a:pt x="282181" y="288462"/>
                  </a:lnTo>
                  <a:lnTo>
                    <a:pt x="285969" y="284754"/>
                  </a:lnTo>
                  <a:lnTo>
                    <a:pt x="289638" y="280927"/>
                  </a:lnTo>
                  <a:lnTo>
                    <a:pt x="293183" y="276986"/>
                  </a:lnTo>
                  <a:lnTo>
                    <a:pt x="296602" y="272935"/>
                  </a:lnTo>
                  <a:lnTo>
                    <a:pt x="299890" y="268777"/>
                  </a:lnTo>
                  <a:lnTo>
                    <a:pt x="303045" y="264518"/>
                  </a:lnTo>
                  <a:lnTo>
                    <a:pt x="306063" y="260160"/>
                  </a:lnTo>
                  <a:lnTo>
                    <a:pt x="308942" y="255709"/>
                  </a:lnTo>
                  <a:lnTo>
                    <a:pt x="311678" y="251169"/>
                  </a:lnTo>
                  <a:lnTo>
                    <a:pt x="314269" y="246544"/>
                  </a:lnTo>
                  <a:lnTo>
                    <a:pt x="316711" y="241839"/>
                  </a:lnTo>
                  <a:lnTo>
                    <a:pt x="319004" y="237060"/>
                  </a:lnTo>
                  <a:lnTo>
                    <a:pt x="321143" y="232210"/>
                  </a:lnTo>
                  <a:lnTo>
                    <a:pt x="323128" y="227295"/>
                  </a:lnTo>
                  <a:lnTo>
                    <a:pt x="324956" y="222319"/>
                  </a:lnTo>
                  <a:lnTo>
                    <a:pt x="326626" y="217288"/>
                  </a:lnTo>
                  <a:lnTo>
                    <a:pt x="328134" y="212206"/>
                  </a:lnTo>
                  <a:lnTo>
                    <a:pt x="329482" y="207079"/>
                  </a:lnTo>
                  <a:lnTo>
                    <a:pt x="330665" y="201912"/>
                  </a:lnTo>
                  <a:lnTo>
                    <a:pt x="331685" y="196710"/>
                  </a:lnTo>
                  <a:lnTo>
                    <a:pt x="332539" y="191479"/>
                  </a:lnTo>
                  <a:lnTo>
                    <a:pt x="333227" y="186223"/>
                  </a:lnTo>
                  <a:lnTo>
                    <a:pt x="333747" y="180947"/>
                  </a:lnTo>
                  <a:lnTo>
                    <a:pt x="334100" y="175658"/>
                  </a:lnTo>
                  <a:lnTo>
                    <a:pt x="334286" y="170361"/>
                  </a:lnTo>
                  <a:lnTo>
                    <a:pt x="334303" y="165060"/>
                  </a:lnTo>
                  <a:lnTo>
                    <a:pt x="334152" y="159761"/>
                  </a:lnTo>
                  <a:lnTo>
                    <a:pt x="333833" y="154470"/>
                  </a:lnTo>
                  <a:lnTo>
                    <a:pt x="333347" y="149191"/>
                  </a:lnTo>
                  <a:lnTo>
                    <a:pt x="332693" y="143931"/>
                  </a:lnTo>
                  <a:lnTo>
                    <a:pt x="331873" y="138694"/>
                  </a:lnTo>
                  <a:lnTo>
                    <a:pt x="330888" y="133485"/>
                  </a:lnTo>
                  <a:lnTo>
                    <a:pt x="329738" y="128311"/>
                  </a:lnTo>
                  <a:lnTo>
                    <a:pt x="328424" y="123175"/>
                  </a:lnTo>
                  <a:lnTo>
                    <a:pt x="326948" y="118084"/>
                  </a:lnTo>
                  <a:lnTo>
                    <a:pt x="325311" y="113042"/>
                  </a:lnTo>
                  <a:lnTo>
                    <a:pt x="323516" y="108054"/>
                  </a:lnTo>
                  <a:lnTo>
                    <a:pt x="321563" y="103126"/>
                  </a:lnTo>
                  <a:lnTo>
                    <a:pt x="319455" y="98263"/>
                  </a:lnTo>
                  <a:lnTo>
                    <a:pt x="317194" y="93468"/>
                  </a:lnTo>
                  <a:lnTo>
                    <a:pt x="314781" y="88748"/>
                  </a:lnTo>
                  <a:lnTo>
                    <a:pt x="312221" y="84107"/>
                  </a:lnTo>
                  <a:lnTo>
                    <a:pt x="309514" y="79549"/>
                  </a:lnTo>
                  <a:lnTo>
                    <a:pt x="306665" y="75079"/>
                  </a:lnTo>
                  <a:lnTo>
                    <a:pt x="303675" y="70702"/>
                  </a:lnTo>
                  <a:lnTo>
                    <a:pt x="300548" y="66421"/>
                  </a:lnTo>
                  <a:lnTo>
                    <a:pt x="297286" y="62243"/>
                  </a:lnTo>
                  <a:lnTo>
                    <a:pt x="293894" y="58169"/>
                  </a:lnTo>
                  <a:lnTo>
                    <a:pt x="290375" y="54205"/>
                  </a:lnTo>
                  <a:lnTo>
                    <a:pt x="286731" y="50355"/>
                  </a:lnTo>
                  <a:lnTo>
                    <a:pt x="282967" y="46622"/>
                  </a:lnTo>
                  <a:lnTo>
                    <a:pt x="279087" y="43011"/>
                  </a:lnTo>
                  <a:lnTo>
                    <a:pt x="275094" y="39524"/>
                  </a:lnTo>
                  <a:lnTo>
                    <a:pt x="270993" y="36166"/>
                  </a:lnTo>
                  <a:lnTo>
                    <a:pt x="266787" y="32939"/>
                  </a:lnTo>
                  <a:lnTo>
                    <a:pt x="262481" y="29847"/>
                  </a:lnTo>
                  <a:lnTo>
                    <a:pt x="258080" y="26894"/>
                  </a:lnTo>
                  <a:lnTo>
                    <a:pt x="253586" y="24081"/>
                  </a:lnTo>
                  <a:lnTo>
                    <a:pt x="249006" y="21413"/>
                  </a:lnTo>
                  <a:lnTo>
                    <a:pt x="244344" y="18891"/>
                  </a:lnTo>
                  <a:lnTo>
                    <a:pt x="239604" y="16518"/>
                  </a:lnTo>
                  <a:lnTo>
                    <a:pt x="234791" y="14296"/>
                  </a:lnTo>
                  <a:lnTo>
                    <a:pt x="229910" y="12228"/>
                  </a:lnTo>
                  <a:lnTo>
                    <a:pt x="224966" y="10316"/>
                  </a:lnTo>
                  <a:lnTo>
                    <a:pt x="219964" y="8562"/>
                  </a:lnTo>
                  <a:lnTo>
                    <a:pt x="214908" y="6967"/>
                  </a:lnTo>
                  <a:lnTo>
                    <a:pt x="209805" y="5533"/>
                  </a:lnTo>
                  <a:lnTo>
                    <a:pt x="204659" y="4262"/>
                  </a:lnTo>
                  <a:lnTo>
                    <a:pt x="199475" y="3155"/>
                  </a:lnTo>
                  <a:lnTo>
                    <a:pt x="194258" y="2212"/>
                  </a:lnTo>
                  <a:lnTo>
                    <a:pt x="189015" y="1436"/>
                  </a:lnTo>
                  <a:lnTo>
                    <a:pt x="183749" y="826"/>
                  </a:lnTo>
                  <a:lnTo>
                    <a:pt x="178467" y="383"/>
                  </a:lnTo>
                  <a:lnTo>
                    <a:pt x="173173" y="108"/>
                  </a:lnTo>
                  <a:lnTo>
                    <a:pt x="167873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22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20"/>
              <a:ext cx="724" cy="167167"/>
            </a:xfrm>
            <a:custGeom>
              <a:avLst/>
              <a:pathLst>
                <a:path w="724" h="167167">
                  <a:moveTo>
                    <a:pt x="724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14138" y="4213821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4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4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4" y="6762"/>
                  </a:lnTo>
                  <a:lnTo>
                    <a:pt x="115022" y="8335"/>
                  </a:lnTo>
                  <a:lnTo>
                    <a:pt x="110012" y="10067"/>
                  </a:lnTo>
                  <a:lnTo>
                    <a:pt x="105060" y="11958"/>
                  </a:lnTo>
                  <a:lnTo>
                    <a:pt x="100170" y="14004"/>
                  </a:lnTo>
                  <a:lnTo>
                    <a:pt x="95347" y="16205"/>
                  </a:lnTo>
                  <a:lnTo>
                    <a:pt x="90597" y="18557"/>
                  </a:lnTo>
                  <a:lnTo>
                    <a:pt x="85924" y="21059"/>
                  </a:lnTo>
                  <a:lnTo>
                    <a:pt x="81332" y="23708"/>
                  </a:lnTo>
                  <a:lnTo>
                    <a:pt x="76827" y="26501"/>
                  </a:lnTo>
                  <a:lnTo>
                    <a:pt x="72412" y="29436"/>
                  </a:lnTo>
                  <a:lnTo>
                    <a:pt x="68093" y="32509"/>
                  </a:lnTo>
                  <a:lnTo>
                    <a:pt x="63873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4" y="46122"/>
                  </a:lnTo>
                  <a:lnTo>
                    <a:pt x="48074" y="49838"/>
                  </a:lnTo>
                  <a:lnTo>
                    <a:pt x="44413" y="53672"/>
                  </a:lnTo>
                  <a:lnTo>
                    <a:pt x="40877" y="57621"/>
                  </a:lnTo>
                  <a:lnTo>
                    <a:pt x="37467" y="61680"/>
                  </a:lnTo>
                  <a:lnTo>
                    <a:pt x="34188" y="65844"/>
                  </a:lnTo>
                  <a:lnTo>
                    <a:pt x="31042" y="70111"/>
                  </a:lnTo>
                  <a:lnTo>
                    <a:pt x="28033" y="74475"/>
                  </a:lnTo>
                  <a:lnTo>
                    <a:pt x="25164" y="78933"/>
                  </a:lnTo>
                  <a:lnTo>
                    <a:pt x="22438" y="83479"/>
                  </a:lnTo>
                  <a:lnTo>
                    <a:pt x="19857" y="88109"/>
                  </a:lnTo>
                  <a:lnTo>
                    <a:pt x="17425" y="92819"/>
                  </a:lnTo>
                  <a:lnTo>
                    <a:pt x="15143" y="97603"/>
                  </a:lnTo>
                  <a:lnTo>
                    <a:pt x="13013" y="102458"/>
                  </a:lnTo>
                  <a:lnTo>
                    <a:pt x="11039" y="107377"/>
                  </a:lnTo>
                  <a:lnTo>
                    <a:pt x="9222" y="112357"/>
                  </a:lnTo>
                  <a:lnTo>
                    <a:pt x="7564" y="117392"/>
                  </a:lnTo>
                  <a:lnTo>
                    <a:pt x="6066" y="122477"/>
                  </a:lnTo>
                  <a:lnTo>
                    <a:pt x="4730" y="127606"/>
                  </a:lnTo>
                  <a:lnTo>
                    <a:pt x="3557" y="132776"/>
                  </a:lnTo>
                  <a:lnTo>
                    <a:pt x="2549" y="137980"/>
                  </a:lnTo>
                  <a:lnTo>
                    <a:pt x="1706" y="143214"/>
                  </a:lnTo>
                  <a:lnTo>
                    <a:pt x="1030" y="148471"/>
                  </a:lnTo>
                  <a:lnTo>
                    <a:pt x="521" y="153748"/>
                  </a:lnTo>
                  <a:lnTo>
                    <a:pt x="179" y="159037"/>
                  </a:lnTo>
                  <a:lnTo>
                    <a:pt x="5" y="164335"/>
                  </a:lnTo>
                  <a:lnTo>
                    <a:pt x="0" y="169636"/>
                  </a:lnTo>
                  <a:lnTo>
                    <a:pt x="162" y="174935"/>
                  </a:lnTo>
                  <a:lnTo>
                    <a:pt x="492" y="180225"/>
                  </a:lnTo>
                  <a:lnTo>
                    <a:pt x="990" y="185503"/>
                  </a:lnTo>
                  <a:lnTo>
                    <a:pt x="1655" y="190762"/>
                  </a:lnTo>
                  <a:lnTo>
                    <a:pt x="2486" y="195997"/>
                  </a:lnTo>
                  <a:lnTo>
                    <a:pt x="3483" y="201203"/>
                  </a:lnTo>
                  <a:lnTo>
                    <a:pt x="4644" y="206375"/>
                  </a:lnTo>
                  <a:lnTo>
                    <a:pt x="5969" y="211508"/>
                  </a:lnTo>
                  <a:lnTo>
                    <a:pt x="7456" y="216596"/>
                  </a:lnTo>
                  <a:lnTo>
                    <a:pt x="9104" y="221635"/>
                  </a:lnTo>
                  <a:lnTo>
                    <a:pt x="10910" y="226618"/>
                  </a:lnTo>
                  <a:lnTo>
                    <a:pt x="12874" y="231542"/>
                  </a:lnTo>
                  <a:lnTo>
                    <a:pt x="14992" y="236401"/>
                  </a:lnTo>
                  <a:lnTo>
                    <a:pt x="17264" y="241191"/>
                  </a:lnTo>
                  <a:lnTo>
                    <a:pt x="19686" y="245906"/>
                  </a:lnTo>
                  <a:lnTo>
                    <a:pt x="22257" y="250541"/>
                  </a:lnTo>
                  <a:lnTo>
                    <a:pt x="24973" y="255093"/>
                  </a:lnTo>
                  <a:lnTo>
                    <a:pt x="27832" y="259557"/>
                  </a:lnTo>
                  <a:lnTo>
                    <a:pt x="30832" y="263928"/>
                  </a:lnTo>
                  <a:lnTo>
                    <a:pt x="33968" y="268201"/>
                  </a:lnTo>
                  <a:lnTo>
                    <a:pt x="37239" y="272373"/>
                  </a:lnTo>
                  <a:lnTo>
                    <a:pt x="40640" y="276439"/>
                  </a:lnTo>
                  <a:lnTo>
                    <a:pt x="44168" y="280395"/>
                  </a:lnTo>
                  <a:lnTo>
                    <a:pt x="47820" y="284238"/>
                  </a:lnTo>
                  <a:lnTo>
                    <a:pt x="51592" y="287962"/>
                  </a:lnTo>
                  <a:lnTo>
                    <a:pt x="55480" y="291565"/>
                  </a:lnTo>
                  <a:lnTo>
                    <a:pt x="59480" y="295043"/>
                  </a:lnTo>
                  <a:lnTo>
                    <a:pt x="63588" y="298393"/>
                  </a:lnTo>
                  <a:lnTo>
                    <a:pt x="67801" y="301610"/>
                  </a:lnTo>
                  <a:lnTo>
                    <a:pt x="72114" y="304693"/>
                  </a:lnTo>
                  <a:lnTo>
                    <a:pt x="76522" y="307637"/>
                  </a:lnTo>
                  <a:lnTo>
                    <a:pt x="81021" y="310440"/>
                  </a:lnTo>
                  <a:lnTo>
                    <a:pt x="85607" y="313098"/>
                  </a:lnTo>
                  <a:lnTo>
                    <a:pt x="90275" y="315610"/>
                  </a:lnTo>
                  <a:lnTo>
                    <a:pt x="95020" y="317973"/>
                  </a:lnTo>
                  <a:lnTo>
                    <a:pt x="99838" y="320184"/>
                  </a:lnTo>
                  <a:lnTo>
                    <a:pt x="104723" y="322241"/>
                  </a:lnTo>
                  <a:lnTo>
                    <a:pt x="109672" y="324143"/>
                  </a:lnTo>
                  <a:lnTo>
                    <a:pt x="114678" y="325886"/>
                  </a:lnTo>
                  <a:lnTo>
                    <a:pt x="119736" y="327470"/>
                  </a:lnTo>
                  <a:lnTo>
                    <a:pt x="124843" y="328893"/>
                  </a:lnTo>
                  <a:lnTo>
                    <a:pt x="129992" y="330153"/>
                  </a:lnTo>
                  <a:lnTo>
                    <a:pt x="135178" y="331249"/>
                  </a:lnTo>
                  <a:lnTo>
                    <a:pt x="140396" y="332180"/>
                  </a:lnTo>
                  <a:lnTo>
                    <a:pt x="145642" y="332945"/>
                  </a:lnTo>
                  <a:lnTo>
                    <a:pt x="150909" y="333544"/>
                  </a:lnTo>
                  <a:lnTo>
                    <a:pt x="156192" y="333975"/>
                  </a:lnTo>
                  <a:lnTo>
                    <a:pt x="161486" y="334238"/>
                  </a:lnTo>
                  <a:lnTo>
                    <a:pt x="166787" y="334334"/>
                  </a:lnTo>
                  <a:lnTo>
                    <a:pt x="172087" y="334261"/>
                  </a:lnTo>
                  <a:lnTo>
                    <a:pt x="177382" y="334021"/>
                  </a:lnTo>
                  <a:lnTo>
                    <a:pt x="182667" y="333612"/>
                  </a:lnTo>
                  <a:lnTo>
                    <a:pt x="187937" y="333037"/>
                  </a:lnTo>
                  <a:lnTo>
                    <a:pt x="193186" y="332294"/>
                  </a:lnTo>
                  <a:lnTo>
                    <a:pt x="198408" y="331386"/>
                  </a:lnTo>
                  <a:lnTo>
                    <a:pt x="203599" y="330312"/>
                  </a:lnTo>
                  <a:lnTo>
                    <a:pt x="208753" y="329074"/>
                  </a:lnTo>
                  <a:lnTo>
                    <a:pt x="213866" y="327674"/>
                  </a:lnTo>
                  <a:lnTo>
                    <a:pt x="218932" y="326112"/>
                  </a:lnTo>
                  <a:lnTo>
                    <a:pt x="223945" y="324390"/>
                  </a:lnTo>
                  <a:lnTo>
                    <a:pt x="228901" y="322510"/>
                  </a:lnTo>
                  <a:lnTo>
                    <a:pt x="233796" y="320474"/>
                  </a:lnTo>
                  <a:lnTo>
                    <a:pt x="238623" y="318284"/>
                  </a:lnTo>
                  <a:lnTo>
                    <a:pt x="243378" y="315942"/>
                  </a:lnTo>
                  <a:lnTo>
                    <a:pt x="248057" y="313450"/>
                  </a:lnTo>
                  <a:lnTo>
                    <a:pt x="252654" y="310811"/>
                  </a:lnTo>
                  <a:lnTo>
                    <a:pt x="257166" y="308028"/>
                  </a:lnTo>
                  <a:lnTo>
                    <a:pt x="261587" y="305103"/>
                  </a:lnTo>
                  <a:lnTo>
                    <a:pt x="265913" y="302040"/>
                  </a:lnTo>
                  <a:lnTo>
                    <a:pt x="270139" y="298840"/>
                  </a:lnTo>
                  <a:lnTo>
                    <a:pt x="274262" y="295509"/>
                  </a:lnTo>
                  <a:lnTo>
                    <a:pt x="278278" y="292048"/>
                  </a:lnTo>
                  <a:lnTo>
                    <a:pt x="282181" y="288462"/>
                  </a:lnTo>
                  <a:lnTo>
                    <a:pt x="285969" y="284754"/>
                  </a:lnTo>
                  <a:lnTo>
                    <a:pt x="289638" y="280927"/>
                  </a:lnTo>
                  <a:lnTo>
                    <a:pt x="293183" y="276986"/>
                  </a:lnTo>
                  <a:lnTo>
                    <a:pt x="296602" y="272935"/>
                  </a:lnTo>
                  <a:lnTo>
                    <a:pt x="299890" y="268777"/>
                  </a:lnTo>
                  <a:lnTo>
                    <a:pt x="303045" y="264518"/>
                  </a:lnTo>
                  <a:lnTo>
                    <a:pt x="306063" y="260160"/>
                  </a:lnTo>
                  <a:lnTo>
                    <a:pt x="308942" y="255709"/>
                  </a:lnTo>
                  <a:lnTo>
                    <a:pt x="311678" y="251169"/>
                  </a:lnTo>
                  <a:lnTo>
                    <a:pt x="314269" y="246544"/>
                  </a:lnTo>
                  <a:lnTo>
                    <a:pt x="316711" y="241839"/>
                  </a:lnTo>
                  <a:lnTo>
                    <a:pt x="319004" y="237060"/>
                  </a:lnTo>
                  <a:lnTo>
                    <a:pt x="321143" y="232210"/>
                  </a:lnTo>
                  <a:lnTo>
                    <a:pt x="323128" y="227295"/>
                  </a:lnTo>
                  <a:lnTo>
                    <a:pt x="324956" y="222319"/>
                  </a:lnTo>
                  <a:lnTo>
                    <a:pt x="326626" y="217288"/>
                  </a:lnTo>
                  <a:lnTo>
                    <a:pt x="328134" y="212206"/>
                  </a:lnTo>
                  <a:lnTo>
                    <a:pt x="329482" y="207079"/>
                  </a:lnTo>
                  <a:lnTo>
                    <a:pt x="330665" y="201912"/>
                  </a:lnTo>
                  <a:lnTo>
                    <a:pt x="331685" y="196710"/>
                  </a:lnTo>
                  <a:lnTo>
                    <a:pt x="332539" y="191479"/>
                  </a:lnTo>
                  <a:lnTo>
                    <a:pt x="333227" y="186223"/>
                  </a:lnTo>
                  <a:lnTo>
                    <a:pt x="333747" y="180947"/>
                  </a:lnTo>
                  <a:lnTo>
                    <a:pt x="334100" y="175658"/>
                  </a:lnTo>
                  <a:lnTo>
                    <a:pt x="334286" y="170361"/>
                  </a:lnTo>
                  <a:lnTo>
                    <a:pt x="334303" y="165060"/>
                  </a:lnTo>
                  <a:lnTo>
                    <a:pt x="334152" y="159761"/>
                  </a:lnTo>
                  <a:lnTo>
                    <a:pt x="333833" y="154470"/>
                  </a:lnTo>
                  <a:lnTo>
                    <a:pt x="333347" y="149191"/>
                  </a:lnTo>
                  <a:lnTo>
                    <a:pt x="332693" y="143931"/>
                  </a:lnTo>
                  <a:lnTo>
                    <a:pt x="331873" y="138694"/>
                  </a:lnTo>
                  <a:lnTo>
                    <a:pt x="330888" y="133485"/>
                  </a:lnTo>
                  <a:lnTo>
                    <a:pt x="329738" y="128311"/>
                  </a:lnTo>
                  <a:lnTo>
                    <a:pt x="328424" y="123175"/>
                  </a:lnTo>
                  <a:lnTo>
                    <a:pt x="326948" y="118084"/>
                  </a:lnTo>
                  <a:lnTo>
                    <a:pt x="325311" y="113042"/>
                  </a:lnTo>
                  <a:lnTo>
                    <a:pt x="323516" y="108054"/>
                  </a:lnTo>
                  <a:lnTo>
                    <a:pt x="321563" y="103126"/>
                  </a:lnTo>
                  <a:lnTo>
                    <a:pt x="319455" y="98263"/>
                  </a:lnTo>
                  <a:lnTo>
                    <a:pt x="317194" y="93468"/>
                  </a:lnTo>
                  <a:lnTo>
                    <a:pt x="314781" y="88748"/>
                  </a:lnTo>
                  <a:lnTo>
                    <a:pt x="312221" y="84107"/>
                  </a:lnTo>
                  <a:lnTo>
                    <a:pt x="309514" y="79549"/>
                  </a:lnTo>
                  <a:lnTo>
                    <a:pt x="306665" y="75079"/>
                  </a:lnTo>
                  <a:lnTo>
                    <a:pt x="303675" y="70702"/>
                  </a:lnTo>
                  <a:lnTo>
                    <a:pt x="300548" y="66421"/>
                  </a:lnTo>
                  <a:lnTo>
                    <a:pt x="297286" y="62243"/>
                  </a:lnTo>
                  <a:lnTo>
                    <a:pt x="293894" y="58169"/>
                  </a:lnTo>
                  <a:lnTo>
                    <a:pt x="290375" y="54205"/>
                  </a:lnTo>
                  <a:lnTo>
                    <a:pt x="286731" y="50355"/>
                  </a:lnTo>
                  <a:lnTo>
                    <a:pt x="282967" y="46622"/>
                  </a:lnTo>
                  <a:lnTo>
                    <a:pt x="279087" y="43011"/>
                  </a:lnTo>
                  <a:lnTo>
                    <a:pt x="275094" y="39524"/>
                  </a:lnTo>
                  <a:lnTo>
                    <a:pt x="270993" y="36166"/>
                  </a:lnTo>
                  <a:lnTo>
                    <a:pt x="266787" y="32939"/>
                  </a:lnTo>
                  <a:lnTo>
                    <a:pt x="262481" y="29847"/>
                  </a:lnTo>
                  <a:lnTo>
                    <a:pt x="258080" y="26894"/>
                  </a:lnTo>
                  <a:lnTo>
                    <a:pt x="253586" y="24081"/>
                  </a:lnTo>
                  <a:lnTo>
                    <a:pt x="249006" y="21413"/>
                  </a:lnTo>
                  <a:lnTo>
                    <a:pt x="244344" y="18891"/>
                  </a:lnTo>
                  <a:lnTo>
                    <a:pt x="239604" y="16518"/>
                  </a:lnTo>
                  <a:lnTo>
                    <a:pt x="234791" y="14296"/>
                  </a:lnTo>
                  <a:lnTo>
                    <a:pt x="229910" y="12228"/>
                  </a:lnTo>
                  <a:lnTo>
                    <a:pt x="224966" y="10316"/>
                  </a:lnTo>
                  <a:lnTo>
                    <a:pt x="219964" y="8562"/>
                  </a:lnTo>
                  <a:lnTo>
                    <a:pt x="214908" y="6967"/>
                  </a:lnTo>
                  <a:lnTo>
                    <a:pt x="209805" y="5533"/>
                  </a:lnTo>
                  <a:lnTo>
                    <a:pt x="204659" y="4262"/>
                  </a:lnTo>
                  <a:lnTo>
                    <a:pt x="199475" y="3155"/>
                  </a:lnTo>
                  <a:lnTo>
                    <a:pt x="194258" y="2212"/>
                  </a:lnTo>
                  <a:lnTo>
                    <a:pt x="189015" y="1436"/>
                  </a:lnTo>
                  <a:lnTo>
                    <a:pt x="183749" y="826"/>
                  </a:lnTo>
                  <a:lnTo>
                    <a:pt x="178467" y="383"/>
                  </a:lnTo>
                  <a:lnTo>
                    <a:pt x="173173" y="108"/>
                  </a:lnTo>
                  <a:lnTo>
                    <a:pt x="167873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3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3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23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3823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23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23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23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823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23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23"/>
              <a:ext cx="724" cy="167165"/>
            </a:xfrm>
            <a:custGeom>
              <a:avLst/>
              <a:pathLst>
                <a:path w="724" h="167165">
                  <a:moveTo>
                    <a:pt x="724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21"/>
              <a:ext cx="724" cy="167167"/>
            </a:xfrm>
            <a:custGeom>
              <a:avLst/>
              <a:pathLst>
                <a:path w="724" h="167167">
                  <a:moveTo>
                    <a:pt x="724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924342" y="4659281"/>
              <a:ext cx="162182" cy="167167"/>
            </a:xfrm>
            <a:custGeom>
              <a:avLst/>
              <a:pathLst>
                <a:path w="162182" h="167167">
                  <a:moveTo>
                    <a:pt x="162182" y="0"/>
                  </a:moveTo>
                  <a:lnTo>
                    <a:pt x="156776" y="87"/>
                  </a:lnTo>
                  <a:lnTo>
                    <a:pt x="151377" y="349"/>
                  </a:lnTo>
                  <a:lnTo>
                    <a:pt x="145988" y="786"/>
                  </a:lnTo>
                  <a:lnTo>
                    <a:pt x="140617" y="1396"/>
                  </a:lnTo>
                  <a:lnTo>
                    <a:pt x="135268" y="2180"/>
                  </a:lnTo>
                  <a:lnTo>
                    <a:pt x="129947" y="3137"/>
                  </a:lnTo>
                  <a:lnTo>
                    <a:pt x="124660" y="4265"/>
                  </a:lnTo>
                  <a:lnTo>
                    <a:pt x="119412" y="5563"/>
                  </a:lnTo>
                  <a:lnTo>
                    <a:pt x="114209" y="7031"/>
                  </a:lnTo>
                  <a:lnTo>
                    <a:pt x="109056" y="8666"/>
                  </a:lnTo>
                  <a:lnTo>
                    <a:pt x="103959" y="10466"/>
                  </a:lnTo>
                  <a:lnTo>
                    <a:pt x="98922" y="12431"/>
                  </a:lnTo>
                  <a:lnTo>
                    <a:pt x="93952" y="14557"/>
                  </a:lnTo>
                  <a:lnTo>
                    <a:pt x="89053" y="16843"/>
                  </a:lnTo>
                  <a:lnTo>
                    <a:pt x="84231" y="19287"/>
                  </a:lnTo>
                  <a:lnTo>
                    <a:pt x="79490" y="21885"/>
                  </a:lnTo>
                  <a:lnTo>
                    <a:pt x="74835" y="24634"/>
                  </a:lnTo>
                  <a:lnTo>
                    <a:pt x="70272" y="27533"/>
                  </a:lnTo>
                  <a:lnTo>
                    <a:pt x="65805" y="30578"/>
                  </a:lnTo>
                  <a:lnTo>
                    <a:pt x="61439" y="33766"/>
                  </a:lnTo>
                  <a:lnTo>
                    <a:pt x="57178" y="37093"/>
                  </a:lnTo>
                  <a:lnTo>
                    <a:pt x="53027" y="40557"/>
                  </a:lnTo>
                  <a:lnTo>
                    <a:pt x="48990" y="44152"/>
                  </a:lnTo>
                  <a:lnTo>
                    <a:pt x="45072" y="47877"/>
                  </a:lnTo>
                  <a:lnTo>
                    <a:pt x="41276" y="51726"/>
                  </a:lnTo>
                  <a:lnTo>
                    <a:pt x="37606" y="55696"/>
                  </a:lnTo>
                  <a:lnTo>
                    <a:pt x="34067" y="59782"/>
                  </a:lnTo>
                  <a:lnTo>
                    <a:pt x="30661" y="63981"/>
                  </a:lnTo>
                  <a:lnTo>
                    <a:pt x="27394" y="68288"/>
                  </a:lnTo>
                  <a:lnTo>
                    <a:pt x="24267" y="72698"/>
                  </a:lnTo>
                  <a:lnTo>
                    <a:pt x="21284" y="77207"/>
                  </a:lnTo>
                  <a:lnTo>
                    <a:pt x="18449" y="81810"/>
                  </a:lnTo>
                  <a:lnTo>
                    <a:pt x="15764" y="86502"/>
                  </a:lnTo>
                  <a:lnTo>
                    <a:pt x="13233" y="91278"/>
                  </a:lnTo>
                  <a:lnTo>
                    <a:pt x="10857" y="96134"/>
                  </a:lnTo>
                  <a:lnTo>
                    <a:pt x="8639" y="101065"/>
                  </a:lnTo>
                  <a:lnTo>
                    <a:pt x="6582" y="106064"/>
                  </a:lnTo>
                  <a:lnTo>
                    <a:pt x="4687" y="111127"/>
                  </a:lnTo>
                  <a:lnTo>
                    <a:pt x="2958" y="116249"/>
                  </a:lnTo>
                  <a:lnTo>
                    <a:pt x="1395" y="121424"/>
                  </a:lnTo>
                  <a:lnTo>
                    <a:pt x="0" y="126647"/>
                  </a:lnTo>
                  <a:lnTo>
                    <a:pt x="16218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924342" y="4785929"/>
              <a:ext cx="162182" cy="40519"/>
            </a:xfrm>
            <a:custGeom>
              <a:avLst/>
              <a:pathLst>
                <a:path w="162182" h="40519">
                  <a:moveTo>
                    <a:pt x="0" y="0"/>
                  </a:moveTo>
                  <a:lnTo>
                    <a:pt x="162182" y="405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924342" y="4785929"/>
              <a:ext cx="162182" cy="40519"/>
            </a:xfrm>
            <a:custGeom>
              <a:avLst/>
              <a:pathLst>
                <a:path w="162182" h="40519">
                  <a:moveTo>
                    <a:pt x="0" y="0"/>
                  </a:moveTo>
                  <a:lnTo>
                    <a:pt x="162182" y="405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24342" y="4785929"/>
              <a:ext cx="162182" cy="40519"/>
            </a:xfrm>
            <a:custGeom>
              <a:avLst/>
              <a:pathLst>
                <a:path w="162182" h="40519">
                  <a:moveTo>
                    <a:pt x="0" y="0"/>
                  </a:moveTo>
                  <a:lnTo>
                    <a:pt x="162182" y="405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24342" y="4785929"/>
              <a:ext cx="162182" cy="40519"/>
            </a:xfrm>
            <a:custGeom>
              <a:avLst/>
              <a:pathLst>
                <a:path w="162182" h="40519">
                  <a:moveTo>
                    <a:pt x="0" y="0"/>
                  </a:moveTo>
                  <a:lnTo>
                    <a:pt x="162182" y="40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4342" y="4785929"/>
              <a:ext cx="162182" cy="40519"/>
            </a:xfrm>
            <a:custGeom>
              <a:avLst/>
              <a:pathLst>
                <a:path w="162182" h="40519">
                  <a:moveTo>
                    <a:pt x="0" y="0"/>
                  </a:moveTo>
                  <a:lnTo>
                    <a:pt x="162182" y="40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4342" y="4785929"/>
              <a:ext cx="162182" cy="40519"/>
            </a:xfrm>
            <a:custGeom>
              <a:avLst/>
              <a:pathLst>
                <a:path w="162182" h="40519">
                  <a:moveTo>
                    <a:pt x="0" y="0"/>
                  </a:moveTo>
                  <a:lnTo>
                    <a:pt x="162182" y="40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4342" y="4785929"/>
              <a:ext cx="162182" cy="40519"/>
            </a:xfrm>
            <a:custGeom>
              <a:avLst/>
              <a:pathLst>
                <a:path w="162182" h="40519">
                  <a:moveTo>
                    <a:pt x="0" y="0"/>
                  </a:moveTo>
                  <a:lnTo>
                    <a:pt x="162182" y="40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4342" y="4785929"/>
              <a:ext cx="162182" cy="40519"/>
            </a:xfrm>
            <a:custGeom>
              <a:avLst/>
              <a:pathLst>
                <a:path w="162182" h="40519">
                  <a:moveTo>
                    <a:pt x="0" y="0"/>
                  </a:moveTo>
                  <a:lnTo>
                    <a:pt x="162182" y="405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4342" y="4785929"/>
              <a:ext cx="162182" cy="40519"/>
            </a:xfrm>
            <a:custGeom>
              <a:avLst/>
              <a:pathLst>
                <a:path w="162182" h="40519">
                  <a:moveTo>
                    <a:pt x="0" y="0"/>
                  </a:moveTo>
                  <a:lnTo>
                    <a:pt x="162182" y="405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0518" y="4785929"/>
              <a:ext cx="166006" cy="40519"/>
            </a:xfrm>
            <a:custGeom>
              <a:avLst/>
              <a:pathLst>
                <a:path w="166006" h="40519">
                  <a:moveTo>
                    <a:pt x="3824" y="0"/>
                  </a:moveTo>
                  <a:lnTo>
                    <a:pt x="2255" y="6894"/>
                  </a:lnTo>
                  <a:lnTo>
                    <a:pt x="980" y="13849"/>
                  </a:lnTo>
                  <a:lnTo>
                    <a:pt x="0" y="20851"/>
                  </a:lnTo>
                  <a:lnTo>
                    <a:pt x="166006" y="405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19364" y="4659281"/>
              <a:ext cx="334312" cy="334333"/>
            </a:xfrm>
            <a:custGeom>
              <a:avLst/>
              <a:pathLst>
                <a:path w="334312" h="334333">
                  <a:moveTo>
                    <a:pt x="1153" y="147499"/>
                  </a:moveTo>
                  <a:lnTo>
                    <a:pt x="612" y="152784"/>
                  </a:lnTo>
                  <a:lnTo>
                    <a:pt x="239" y="158083"/>
                  </a:lnTo>
                  <a:lnTo>
                    <a:pt x="35" y="163391"/>
                  </a:lnTo>
                  <a:lnTo>
                    <a:pt x="0" y="168703"/>
                  </a:lnTo>
                  <a:lnTo>
                    <a:pt x="133" y="174013"/>
                  </a:lnTo>
                  <a:lnTo>
                    <a:pt x="435" y="179317"/>
                  </a:lnTo>
                  <a:lnTo>
                    <a:pt x="905" y="184608"/>
                  </a:lnTo>
                  <a:lnTo>
                    <a:pt x="1543" y="189882"/>
                  </a:lnTo>
                  <a:lnTo>
                    <a:pt x="2348" y="195132"/>
                  </a:lnTo>
                  <a:lnTo>
                    <a:pt x="3320" y="200355"/>
                  </a:lnTo>
                  <a:lnTo>
                    <a:pt x="4457" y="205544"/>
                  </a:lnTo>
                  <a:lnTo>
                    <a:pt x="5759" y="210694"/>
                  </a:lnTo>
                  <a:lnTo>
                    <a:pt x="7223" y="215800"/>
                  </a:lnTo>
                  <a:lnTo>
                    <a:pt x="8849" y="220857"/>
                  </a:lnTo>
                  <a:lnTo>
                    <a:pt x="10635" y="225860"/>
                  </a:lnTo>
                  <a:lnTo>
                    <a:pt x="12579" y="230804"/>
                  </a:lnTo>
                  <a:lnTo>
                    <a:pt x="14679" y="235683"/>
                  </a:lnTo>
                  <a:lnTo>
                    <a:pt x="16933" y="240493"/>
                  </a:lnTo>
                  <a:lnTo>
                    <a:pt x="19338" y="245229"/>
                  </a:lnTo>
                  <a:lnTo>
                    <a:pt x="21893" y="249887"/>
                  </a:lnTo>
                  <a:lnTo>
                    <a:pt x="24595" y="254461"/>
                  </a:lnTo>
                  <a:lnTo>
                    <a:pt x="27440" y="258946"/>
                  </a:lnTo>
                  <a:lnTo>
                    <a:pt x="30427" y="263339"/>
                  </a:lnTo>
                  <a:lnTo>
                    <a:pt x="33552" y="267635"/>
                  </a:lnTo>
                  <a:lnTo>
                    <a:pt x="36811" y="271829"/>
                  </a:lnTo>
                  <a:lnTo>
                    <a:pt x="40203" y="275918"/>
                  </a:lnTo>
                  <a:lnTo>
                    <a:pt x="43722" y="279897"/>
                  </a:lnTo>
                  <a:lnTo>
                    <a:pt x="47366" y="283762"/>
                  </a:lnTo>
                  <a:lnTo>
                    <a:pt x="51131" y="287510"/>
                  </a:lnTo>
                  <a:lnTo>
                    <a:pt x="55014" y="291135"/>
                  </a:lnTo>
                  <a:lnTo>
                    <a:pt x="59009" y="294636"/>
                  </a:lnTo>
                  <a:lnTo>
                    <a:pt x="63114" y="298008"/>
                  </a:lnTo>
                  <a:lnTo>
                    <a:pt x="67324" y="301248"/>
                  </a:lnTo>
                  <a:lnTo>
                    <a:pt x="71634" y="304352"/>
                  </a:lnTo>
                  <a:lnTo>
                    <a:pt x="76041" y="307318"/>
                  </a:lnTo>
                  <a:lnTo>
                    <a:pt x="80540" y="310142"/>
                  </a:lnTo>
                  <a:lnTo>
                    <a:pt x="85127" y="312822"/>
                  </a:lnTo>
                  <a:lnTo>
                    <a:pt x="89796" y="315355"/>
                  </a:lnTo>
                  <a:lnTo>
                    <a:pt x="94543" y="317739"/>
                  </a:lnTo>
                  <a:lnTo>
                    <a:pt x="99364" y="319970"/>
                  </a:lnTo>
                  <a:lnTo>
                    <a:pt x="104253" y="322047"/>
                  </a:lnTo>
                  <a:lnTo>
                    <a:pt x="109206" y="323967"/>
                  </a:lnTo>
                  <a:lnTo>
                    <a:pt x="114217" y="325729"/>
                  </a:lnTo>
                  <a:lnTo>
                    <a:pt x="119282" y="327331"/>
                  </a:lnTo>
                  <a:lnTo>
                    <a:pt x="124395" y="328772"/>
                  </a:lnTo>
                  <a:lnTo>
                    <a:pt x="129552" y="330049"/>
                  </a:lnTo>
                  <a:lnTo>
                    <a:pt x="134746" y="331162"/>
                  </a:lnTo>
                  <a:lnTo>
                    <a:pt x="139973" y="332109"/>
                  </a:lnTo>
                  <a:lnTo>
                    <a:pt x="145227" y="332889"/>
                  </a:lnTo>
                  <a:lnTo>
                    <a:pt x="150504" y="333503"/>
                  </a:lnTo>
                  <a:lnTo>
                    <a:pt x="155797" y="333948"/>
                  </a:lnTo>
                  <a:lnTo>
                    <a:pt x="161102" y="334225"/>
                  </a:lnTo>
                  <a:lnTo>
                    <a:pt x="166413" y="334333"/>
                  </a:lnTo>
                  <a:lnTo>
                    <a:pt x="171725" y="334272"/>
                  </a:lnTo>
                  <a:lnTo>
                    <a:pt x="177032" y="334043"/>
                  </a:lnTo>
                  <a:lnTo>
                    <a:pt x="182329" y="333645"/>
                  </a:lnTo>
                  <a:lnTo>
                    <a:pt x="187611" y="333079"/>
                  </a:lnTo>
                  <a:lnTo>
                    <a:pt x="192872" y="332345"/>
                  </a:lnTo>
                  <a:lnTo>
                    <a:pt x="198107" y="331445"/>
                  </a:lnTo>
                  <a:lnTo>
                    <a:pt x="203311" y="330379"/>
                  </a:lnTo>
                  <a:lnTo>
                    <a:pt x="208479" y="329147"/>
                  </a:lnTo>
                  <a:lnTo>
                    <a:pt x="213605" y="327753"/>
                  </a:lnTo>
                  <a:lnTo>
                    <a:pt x="218683" y="326196"/>
                  </a:lnTo>
                  <a:lnTo>
                    <a:pt x="223710" y="324479"/>
                  </a:lnTo>
                  <a:lnTo>
                    <a:pt x="228680" y="322603"/>
                  </a:lnTo>
                  <a:lnTo>
                    <a:pt x="233588" y="320569"/>
                  </a:lnTo>
                  <a:lnTo>
                    <a:pt x="238428" y="318381"/>
                  </a:lnTo>
                  <a:lnTo>
                    <a:pt x="243197" y="316041"/>
                  </a:lnTo>
                  <a:lnTo>
                    <a:pt x="247888" y="313550"/>
                  </a:lnTo>
                  <a:lnTo>
                    <a:pt x="252499" y="310911"/>
                  </a:lnTo>
                  <a:lnTo>
                    <a:pt x="257023" y="308127"/>
                  </a:lnTo>
                  <a:lnTo>
                    <a:pt x="261456" y="305200"/>
                  </a:lnTo>
                  <a:lnTo>
                    <a:pt x="265794" y="302134"/>
                  </a:lnTo>
                  <a:lnTo>
                    <a:pt x="270033" y="298932"/>
                  </a:lnTo>
                  <a:lnTo>
                    <a:pt x="274167" y="295597"/>
                  </a:lnTo>
                  <a:lnTo>
                    <a:pt x="278194" y="292132"/>
                  </a:lnTo>
                  <a:lnTo>
                    <a:pt x="282108" y="288541"/>
                  </a:lnTo>
                  <a:lnTo>
                    <a:pt x="285907" y="284828"/>
                  </a:lnTo>
                  <a:lnTo>
                    <a:pt x="289585" y="280996"/>
                  </a:lnTo>
                  <a:lnTo>
                    <a:pt x="293140" y="277048"/>
                  </a:lnTo>
                  <a:lnTo>
                    <a:pt x="296568" y="272990"/>
                  </a:lnTo>
                  <a:lnTo>
                    <a:pt x="299865" y="268825"/>
                  </a:lnTo>
                  <a:lnTo>
                    <a:pt x="303028" y="264557"/>
                  </a:lnTo>
                  <a:lnTo>
                    <a:pt x="306054" y="260191"/>
                  </a:lnTo>
                  <a:lnTo>
                    <a:pt x="308939" y="255731"/>
                  </a:lnTo>
                  <a:lnTo>
                    <a:pt x="311682" y="251181"/>
                  </a:lnTo>
                  <a:lnTo>
                    <a:pt x="314278" y="246547"/>
                  </a:lnTo>
                  <a:lnTo>
                    <a:pt x="316726" y="241833"/>
                  </a:lnTo>
                  <a:lnTo>
                    <a:pt x="319023" y="237043"/>
                  </a:lnTo>
                  <a:lnTo>
                    <a:pt x="321166" y="232182"/>
                  </a:lnTo>
                  <a:lnTo>
                    <a:pt x="323154" y="227256"/>
                  </a:lnTo>
                  <a:lnTo>
                    <a:pt x="324985" y="222270"/>
                  </a:lnTo>
                  <a:lnTo>
                    <a:pt x="326656" y="217227"/>
                  </a:lnTo>
                  <a:lnTo>
                    <a:pt x="328166" y="212134"/>
                  </a:lnTo>
                  <a:lnTo>
                    <a:pt x="329513" y="206996"/>
                  </a:lnTo>
                  <a:lnTo>
                    <a:pt x="330697" y="201817"/>
                  </a:lnTo>
                  <a:lnTo>
                    <a:pt x="331715" y="196604"/>
                  </a:lnTo>
                  <a:lnTo>
                    <a:pt x="332567" y="191361"/>
                  </a:lnTo>
                  <a:lnTo>
                    <a:pt x="333253" y="186093"/>
                  </a:lnTo>
                  <a:lnTo>
                    <a:pt x="333770" y="180806"/>
                  </a:lnTo>
                  <a:lnTo>
                    <a:pt x="334119" y="175505"/>
                  </a:lnTo>
                  <a:lnTo>
                    <a:pt x="334300" y="170196"/>
                  </a:lnTo>
                  <a:lnTo>
                    <a:pt x="334312" y="164884"/>
                  </a:lnTo>
                  <a:lnTo>
                    <a:pt x="334155" y="159575"/>
                  </a:lnTo>
                  <a:lnTo>
                    <a:pt x="333829" y="154272"/>
                  </a:lnTo>
                  <a:lnTo>
                    <a:pt x="333335" y="148983"/>
                  </a:lnTo>
                  <a:lnTo>
                    <a:pt x="332674" y="143713"/>
                  </a:lnTo>
                  <a:lnTo>
                    <a:pt x="331845" y="138466"/>
                  </a:lnTo>
                  <a:lnTo>
                    <a:pt x="330850" y="133248"/>
                  </a:lnTo>
                  <a:lnTo>
                    <a:pt x="329690" y="128064"/>
                  </a:lnTo>
                  <a:lnTo>
                    <a:pt x="328365" y="122919"/>
                  </a:lnTo>
                  <a:lnTo>
                    <a:pt x="326878" y="117820"/>
                  </a:lnTo>
                  <a:lnTo>
                    <a:pt x="325229" y="112770"/>
                  </a:lnTo>
                  <a:lnTo>
                    <a:pt x="323421" y="107775"/>
                  </a:lnTo>
                  <a:lnTo>
                    <a:pt x="321455" y="102840"/>
                  </a:lnTo>
                  <a:lnTo>
                    <a:pt x="319333" y="97970"/>
                  </a:lnTo>
                  <a:lnTo>
                    <a:pt x="317058" y="93170"/>
                  </a:lnTo>
                  <a:lnTo>
                    <a:pt x="314631" y="88445"/>
                  </a:lnTo>
                  <a:lnTo>
                    <a:pt x="312055" y="83799"/>
                  </a:lnTo>
                  <a:lnTo>
                    <a:pt x="309333" y="79237"/>
                  </a:lnTo>
                  <a:lnTo>
                    <a:pt x="306468" y="74764"/>
                  </a:lnTo>
                  <a:lnTo>
                    <a:pt x="303462" y="70385"/>
                  </a:lnTo>
                  <a:lnTo>
                    <a:pt x="300318" y="66103"/>
                  </a:lnTo>
                  <a:lnTo>
                    <a:pt x="297039" y="61923"/>
                  </a:lnTo>
                  <a:lnTo>
                    <a:pt x="293630" y="57850"/>
                  </a:lnTo>
                  <a:lnTo>
                    <a:pt x="290093" y="53886"/>
                  </a:lnTo>
                  <a:lnTo>
                    <a:pt x="286431" y="50038"/>
                  </a:lnTo>
                  <a:lnTo>
                    <a:pt x="282650" y="46307"/>
                  </a:lnTo>
                  <a:lnTo>
                    <a:pt x="278751" y="42699"/>
                  </a:lnTo>
                  <a:lnTo>
                    <a:pt x="274740" y="39216"/>
                  </a:lnTo>
                  <a:lnTo>
                    <a:pt x="270620" y="35862"/>
                  </a:lnTo>
                  <a:lnTo>
                    <a:pt x="266396" y="32641"/>
                  </a:lnTo>
                  <a:lnTo>
                    <a:pt x="262072" y="29556"/>
                  </a:lnTo>
                  <a:lnTo>
                    <a:pt x="257652" y="26610"/>
                  </a:lnTo>
                  <a:lnTo>
                    <a:pt x="253140" y="23806"/>
                  </a:lnTo>
                  <a:lnTo>
                    <a:pt x="248542" y="21146"/>
                  </a:lnTo>
                  <a:lnTo>
                    <a:pt x="243861" y="18634"/>
                  </a:lnTo>
                  <a:lnTo>
                    <a:pt x="239103" y="16272"/>
                  </a:lnTo>
                  <a:lnTo>
                    <a:pt x="234272" y="14063"/>
                  </a:lnTo>
                  <a:lnTo>
                    <a:pt x="229374" y="12008"/>
                  </a:lnTo>
                  <a:lnTo>
                    <a:pt x="224412" y="10109"/>
                  </a:lnTo>
                  <a:lnTo>
                    <a:pt x="219393" y="8370"/>
                  </a:lnTo>
                  <a:lnTo>
                    <a:pt x="214322" y="6790"/>
                  </a:lnTo>
                  <a:lnTo>
                    <a:pt x="209202" y="5373"/>
                  </a:lnTo>
                  <a:lnTo>
                    <a:pt x="204040" y="4118"/>
                  </a:lnTo>
                  <a:lnTo>
                    <a:pt x="198841" y="3029"/>
                  </a:lnTo>
                  <a:lnTo>
                    <a:pt x="193610" y="2105"/>
                  </a:lnTo>
                  <a:lnTo>
                    <a:pt x="188352" y="1348"/>
                  </a:lnTo>
                  <a:lnTo>
                    <a:pt x="183073" y="759"/>
                  </a:lnTo>
                  <a:lnTo>
                    <a:pt x="177777" y="337"/>
                  </a:lnTo>
                  <a:lnTo>
                    <a:pt x="172471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6858" y="5018213"/>
              <a:ext cx="1862" cy="167167"/>
            </a:xfrm>
            <a:custGeom>
              <a:avLst/>
              <a:pathLst>
                <a:path w="1862" h="167167">
                  <a:moveTo>
                    <a:pt x="1862" y="0"/>
                  </a:moveTo>
                  <a:lnTo>
                    <a:pt x="0" y="10"/>
                  </a:lnTo>
                  <a:lnTo>
                    <a:pt x="186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321563" y="5018223"/>
              <a:ext cx="334319" cy="334324"/>
            </a:xfrm>
            <a:custGeom>
              <a:avLst/>
              <a:pathLst>
                <a:path w="334319" h="334324">
                  <a:moveTo>
                    <a:pt x="165294" y="0"/>
                  </a:moveTo>
                  <a:lnTo>
                    <a:pt x="160013" y="142"/>
                  </a:lnTo>
                  <a:lnTo>
                    <a:pt x="154739" y="451"/>
                  </a:lnTo>
                  <a:lnTo>
                    <a:pt x="149477" y="927"/>
                  </a:lnTo>
                  <a:lnTo>
                    <a:pt x="144233" y="1568"/>
                  </a:lnTo>
                  <a:lnTo>
                    <a:pt x="139012" y="2375"/>
                  </a:lnTo>
                  <a:lnTo>
                    <a:pt x="133819" y="3347"/>
                  </a:lnTo>
                  <a:lnTo>
                    <a:pt x="128659" y="4482"/>
                  </a:lnTo>
                  <a:lnTo>
                    <a:pt x="123538" y="5780"/>
                  </a:lnTo>
                  <a:lnTo>
                    <a:pt x="118460" y="7239"/>
                  </a:lnTo>
                  <a:lnTo>
                    <a:pt x="113431" y="8858"/>
                  </a:lnTo>
                  <a:lnTo>
                    <a:pt x="108456" y="10634"/>
                  </a:lnTo>
                  <a:lnTo>
                    <a:pt x="103539" y="12568"/>
                  </a:lnTo>
                  <a:lnTo>
                    <a:pt x="98686" y="14655"/>
                  </a:lnTo>
                  <a:lnTo>
                    <a:pt x="93901" y="16895"/>
                  </a:lnTo>
                  <a:lnTo>
                    <a:pt x="89190" y="19285"/>
                  </a:lnTo>
                  <a:lnTo>
                    <a:pt x="84556" y="21822"/>
                  </a:lnTo>
                  <a:lnTo>
                    <a:pt x="80005" y="24505"/>
                  </a:lnTo>
                  <a:lnTo>
                    <a:pt x="75540" y="27330"/>
                  </a:lnTo>
                  <a:lnTo>
                    <a:pt x="71168" y="30295"/>
                  </a:lnTo>
                  <a:lnTo>
                    <a:pt x="66891" y="33397"/>
                  </a:lnTo>
                  <a:lnTo>
                    <a:pt x="62714" y="36632"/>
                  </a:lnTo>
                  <a:lnTo>
                    <a:pt x="58642" y="39998"/>
                  </a:lnTo>
                  <a:lnTo>
                    <a:pt x="54678" y="43490"/>
                  </a:lnTo>
                  <a:lnTo>
                    <a:pt x="50826" y="47106"/>
                  </a:lnTo>
                  <a:lnTo>
                    <a:pt x="47090" y="50842"/>
                  </a:lnTo>
                  <a:lnTo>
                    <a:pt x="43475" y="54694"/>
                  </a:lnTo>
                  <a:lnTo>
                    <a:pt x="39983" y="58659"/>
                  </a:lnTo>
                  <a:lnTo>
                    <a:pt x="36618" y="62732"/>
                  </a:lnTo>
                  <a:lnTo>
                    <a:pt x="33383" y="66909"/>
                  </a:lnTo>
                  <a:lnTo>
                    <a:pt x="30282" y="71186"/>
                  </a:lnTo>
                  <a:lnTo>
                    <a:pt x="27318" y="75559"/>
                  </a:lnTo>
                  <a:lnTo>
                    <a:pt x="24493" y="80024"/>
                  </a:lnTo>
                  <a:lnTo>
                    <a:pt x="21811" y="84576"/>
                  </a:lnTo>
                  <a:lnTo>
                    <a:pt x="19274" y="89210"/>
                  </a:lnTo>
                  <a:lnTo>
                    <a:pt x="16885" y="93922"/>
                  </a:lnTo>
                  <a:lnTo>
                    <a:pt x="14646" y="98707"/>
                  </a:lnTo>
                  <a:lnTo>
                    <a:pt x="12559" y="103560"/>
                  </a:lnTo>
                  <a:lnTo>
                    <a:pt x="10627" y="108477"/>
                  </a:lnTo>
                  <a:lnTo>
                    <a:pt x="8851" y="113453"/>
                  </a:lnTo>
                  <a:lnTo>
                    <a:pt x="7233" y="118482"/>
                  </a:lnTo>
                  <a:lnTo>
                    <a:pt x="5774" y="123560"/>
                  </a:lnTo>
                  <a:lnTo>
                    <a:pt x="4477" y="128682"/>
                  </a:lnTo>
                  <a:lnTo>
                    <a:pt x="3343" y="133841"/>
                  </a:lnTo>
                  <a:lnTo>
                    <a:pt x="2372" y="139035"/>
                  </a:lnTo>
                  <a:lnTo>
                    <a:pt x="1565" y="144256"/>
                  </a:lnTo>
                  <a:lnTo>
                    <a:pt x="924" y="149500"/>
                  </a:lnTo>
                  <a:lnTo>
                    <a:pt x="450" y="154762"/>
                  </a:lnTo>
                  <a:lnTo>
                    <a:pt x="141" y="160036"/>
                  </a:lnTo>
                  <a:lnTo>
                    <a:pt x="0" y="165317"/>
                  </a:lnTo>
                  <a:lnTo>
                    <a:pt x="25" y="170600"/>
                  </a:lnTo>
                  <a:lnTo>
                    <a:pt x="217" y="175880"/>
                  </a:lnTo>
                  <a:lnTo>
                    <a:pt x="576" y="181151"/>
                  </a:lnTo>
                  <a:lnTo>
                    <a:pt x="1102" y="186407"/>
                  </a:lnTo>
                  <a:lnTo>
                    <a:pt x="1793" y="191645"/>
                  </a:lnTo>
                  <a:lnTo>
                    <a:pt x="2649" y="196858"/>
                  </a:lnTo>
                  <a:lnTo>
                    <a:pt x="3670" y="202042"/>
                  </a:lnTo>
                  <a:lnTo>
                    <a:pt x="4854" y="207191"/>
                  </a:lnTo>
                  <a:lnTo>
                    <a:pt x="6200" y="212299"/>
                  </a:lnTo>
                  <a:lnTo>
                    <a:pt x="7707" y="217363"/>
                  </a:lnTo>
                  <a:lnTo>
                    <a:pt x="9373" y="222377"/>
                  </a:lnTo>
                  <a:lnTo>
                    <a:pt x="11197" y="227335"/>
                  </a:lnTo>
                  <a:lnTo>
                    <a:pt x="13176" y="232233"/>
                  </a:lnTo>
                  <a:lnTo>
                    <a:pt x="15310" y="237066"/>
                  </a:lnTo>
                  <a:lnTo>
                    <a:pt x="17595" y="241830"/>
                  </a:lnTo>
                  <a:lnTo>
                    <a:pt x="20029" y="246519"/>
                  </a:lnTo>
                  <a:lnTo>
                    <a:pt x="22610" y="251128"/>
                  </a:lnTo>
                  <a:lnTo>
                    <a:pt x="25336" y="255654"/>
                  </a:lnTo>
                  <a:lnTo>
                    <a:pt x="28203" y="260091"/>
                  </a:lnTo>
                  <a:lnTo>
                    <a:pt x="31209" y="264436"/>
                  </a:lnTo>
                  <a:lnTo>
                    <a:pt x="34351" y="268683"/>
                  </a:lnTo>
                  <a:lnTo>
                    <a:pt x="37626" y="272829"/>
                  </a:lnTo>
                  <a:lnTo>
                    <a:pt x="41030" y="276869"/>
                  </a:lnTo>
                  <a:lnTo>
                    <a:pt x="44560" y="280800"/>
                  </a:lnTo>
                  <a:lnTo>
                    <a:pt x="48212" y="284618"/>
                  </a:lnTo>
                  <a:lnTo>
                    <a:pt x="51983" y="288318"/>
                  </a:lnTo>
                  <a:lnTo>
                    <a:pt x="55869" y="291897"/>
                  </a:lnTo>
                  <a:lnTo>
                    <a:pt x="59867" y="295351"/>
                  </a:lnTo>
                  <a:lnTo>
                    <a:pt x="63971" y="298677"/>
                  </a:lnTo>
                  <a:lnTo>
                    <a:pt x="68179" y="301872"/>
                  </a:lnTo>
                  <a:lnTo>
                    <a:pt x="72485" y="304933"/>
                  </a:lnTo>
                  <a:lnTo>
                    <a:pt x="76886" y="307855"/>
                  </a:lnTo>
                  <a:lnTo>
                    <a:pt x="81377" y="310638"/>
                  </a:lnTo>
                  <a:lnTo>
                    <a:pt x="85954" y="313277"/>
                  </a:lnTo>
                  <a:lnTo>
                    <a:pt x="90612" y="315770"/>
                  </a:lnTo>
                  <a:lnTo>
                    <a:pt x="95346" y="318114"/>
                  </a:lnTo>
                  <a:lnTo>
                    <a:pt x="100152" y="320308"/>
                  </a:lnTo>
                  <a:lnTo>
                    <a:pt x="105026" y="322349"/>
                  </a:lnTo>
                  <a:lnTo>
                    <a:pt x="109961" y="324235"/>
                  </a:lnTo>
                  <a:lnTo>
                    <a:pt x="114953" y="325964"/>
                  </a:lnTo>
                  <a:lnTo>
                    <a:pt x="119997" y="327534"/>
                  </a:lnTo>
                  <a:lnTo>
                    <a:pt x="125089" y="328944"/>
                  </a:lnTo>
                  <a:lnTo>
                    <a:pt x="130222" y="330193"/>
                  </a:lnTo>
                  <a:lnTo>
                    <a:pt x="135392" y="331278"/>
                  </a:lnTo>
                  <a:lnTo>
                    <a:pt x="140594" y="332200"/>
                  </a:lnTo>
                  <a:lnTo>
                    <a:pt x="145823" y="332957"/>
                  </a:lnTo>
                  <a:lnTo>
                    <a:pt x="151073" y="333548"/>
                  </a:lnTo>
                  <a:lnTo>
                    <a:pt x="156339" y="333974"/>
                  </a:lnTo>
                  <a:lnTo>
                    <a:pt x="161616" y="334232"/>
                  </a:lnTo>
                  <a:lnTo>
                    <a:pt x="166898" y="334324"/>
                  </a:lnTo>
                  <a:lnTo>
                    <a:pt x="172181" y="334248"/>
                  </a:lnTo>
                  <a:lnTo>
                    <a:pt x="177458" y="334006"/>
                  </a:lnTo>
                  <a:lnTo>
                    <a:pt x="182726" y="333597"/>
                  </a:lnTo>
                  <a:lnTo>
                    <a:pt x="187977" y="333022"/>
                  </a:lnTo>
                  <a:lnTo>
                    <a:pt x="193208" y="332282"/>
                  </a:lnTo>
                  <a:lnTo>
                    <a:pt x="198413" y="331376"/>
                  </a:lnTo>
                  <a:lnTo>
                    <a:pt x="203587" y="330306"/>
                  </a:lnTo>
                  <a:lnTo>
                    <a:pt x="208724" y="329074"/>
                  </a:lnTo>
                  <a:lnTo>
                    <a:pt x="213820" y="327679"/>
                  </a:lnTo>
                  <a:lnTo>
                    <a:pt x="218869" y="326124"/>
                  </a:lnTo>
                  <a:lnTo>
                    <a:pt x="223867" y="324411"/>
                  </a:lnTo>
                  <a:lnTo>
                    <a:pt x="228807" y="322540"/>
                  </a:lnTo>
                  <a:lnTo>
                    <a:pt x="233687" y="320515"/>
                  </a:lnTo>
                  <a:lnTo>
                    <a:pt x="238500" y="318336"/>
                  </a:lnTo>
                  <a:lnTo>
                    <a:pt x="243241" y="316006"/>
                  </a:lnTo>
                  <a:lnTo>
                    <a:pt x="247907" y="313527"/>
                  </a:lnTo>
                  <a:lnTo>
                    <a:pt x="252492" y="310902"/>
                  </a:lnTo>
                  <a:lnTo>
                    <a:pt x="256992" y="308134"/>
                  </a:lnTo>
                  <a:lnTo>
                    <a:pt x="261402" y="305225"/>
                  </a:lnTo>
                  <a:lnTo>
                    <a:pt x="265717" y="302178"/>
                  </a:lnTo>
                  <a:lnTo>
                    <a:pt x="269935" y="298996"/>
                  </a:lnTo>
                  <a:lnTo>
                    <a:pt x="274050" y="295682"/>
                  </a:lnTo>
                  <a:lnTo>
                    <a:pt x="278058" y="292240"/>
                  </a:lnTo>
                  <a:lnTo>
                    <a:pt x="281955" y="288673"/>
                  </a:lnTo>
                  <a:lnTo>
                    <a:pt x="285737" y="284985"/>
                  </a:lnTo>
                  <a:lnTo>
                    <a:pt x="289402" y="281179"/>
                  </a:lnTo>
                  <a:lnTo>
                    <a:pt x="292944" y="277259"/>
                  </a:lnTo>
                  <a:lnTo>
                    <a:pt x="296360" y="273230"/>
                  </a:lnTo>
                  <a:lnTo>
                    <a:pt x="299647" y="269094"/>
                  </a:lnTo>
                  <a:lnTo>
                    <a:pt x="302802" y="264856"/>
                  </a:lnTo>
                  <a:lnTo>
                    <a:pt x="305822" y="260521"/>
                  </a:lnTo>
                  <a:lnTo>
                    <a:pt x="308703" y="256093"/>
                  </a:lnTo>
                  <a:lnTo>
                    <a:pt x="311443" y="251575"/>
                  </a:lnTo>
                  <a:lnTo>
                    <a:pt x="314038" y="246974"/>
                  </a:lnTo>
                  <a:lnTo>
                    <a:pt x="316487" y="242292"/>
                  </a:lnTo>
                  <a:lnTo>
                    <a:pt x="318787" y="237536"/>
                  </a:lnTo>
                  <a:lnTo>
                    <a:pt x="320935" y="232710"/>
                  </a:lnTo>
                  <a:lnTo>
                    <a:pt x="322930" y="227817"/>
                  </a:lnTo>
                  <a:lnTo>
                    <a:pt x="324769" y="222865"/>
                  </a:lnTo>
                  <a:lnTo>
                    <a:pt x="326451" y="217856"/>
                  </a:lnTo>
                  <a:lnTo>
                    <a:pt x="327973" y="212797"/>
                  </a:lnTo>
                  <a:lnTo>
                    <a:pt x="329335" y="207693"/>
                  </a:lnTo>
                  <a:lnTo>
                    <a:pt x="330535" y="202548"/>
                  </a:lnTo>
                  <a:lnTo>
                    <a:pt x="331572" y="197367"/>
                  </a:lnTo>
                  <a:lnTo>
                    <a:pt x="332444" y="192157"/>
                  </a:lnTo>
                  <a:lnTo>
                    <a:pt x="333152" y="186921"/>
                  </a:lnTo>
                  <a:lnTo>
                    <a:pt x="333693" y="181666"/>
                  </a:lnTo>
                  <a:lnTo>
                    <a:pt x="334069" y="176396"/>
                  </a:lnTo>
                  <a:lnTo>
                    <a:pt x="334277" y="171117"/>
                  </a:lnTo>
                  <a:lnTo>
                    <a:pt x="334319" y="165834"/>
                  </a:lnTo>
                  <a:lnTo>
                    <a:pt x="334194" y="160553"/>
                  </a:lnTo>
                  <a:lnTo>
                    <a:pt x="333902" y="155278"/>
                  </a:lnTo>
                  <a:lnTo>
                    <a:pt x="333443" y="150014"/>
                  </a:lnTo>
                  <a:lnTo>
                    <a:pt x="332818" y="144768"/>
                  </a:lnTo>
                  <a:lnTo>
                    <a:pt x="332028" y="139545"/>
                  </a:lnTo>
                  <a:lnTo>
                    <a:pt x="331073" y="134349"/>
                  </a:lnTo>
                  <a:lnTo>
                    <a:pt x="329955" y="129185"/>
                  </a:lnTo>
                  <a:lnTo>
                    <a:pt x="328673" y="124060"/>
                  </a:lnTo>
                  <a:lnTo>
                    <a:pt x="327231" y="118977"/>
                  </a:lnTo>
                  <a:lnTo>
                    <a:pt x="325629" y="113943"/>
                  </a:lnTo>
                  <a:lnTo>
                    <a:pt x="323868" y="108962"/>
                  </a:lnTo>
                  <a:lnTo>
                    <a:pt x="321951" y="104039"/>
                  </a:lnTo>
                  <a:lnTo>
                    <a:pt x="319879" y="99179"/>
                  </a:lnTo>
                  <a:lnTo>
                    <a:pt x="317655" y="94387"/>
                  </a:lnTo>
                  <a:lnTo>
                    <a:pt x="315280" y="89668"/>
                  </a:lnTo>
                  <a:lnTo>
                    <a:pt x="312757" y="85026"/>
                  </a:lnTo>
                  <a:lnTo>
                    <a:pt x="310089" y="80466"/>
                  </a:lnTo>
                  <a:lnTo>
                    <a:pt x="307278" y="75993"/>
                  </a:lnTo>
                  <a:lnTo>
                    <a:pt x="304328" y="71610"/>
                  </a:lnTo>
                  <a:lnTo>
                    <a:pt x="301240" y="67323"/>
                  </a:lnTo>
                  <a:lnTo>
                    <a:pt x="298018" y="63136"/>
                  </a:lnTo>
                  <a:lnTo>
                    <a:pt x="294666" y="59053"/>
                  </a:lnTo>
                  <a:lnTo>
                    <a:pt x="291186" y="55078"/>
                  </a:lnTo>
                  <a:lnTo>
                    <a:pt x="287583" y="51214"/>
                  </a:lnTo>
                  <a:lnTo>
                    <a:pt x="283859" y="47467"/>
                  </a:lnTo>
                  <a:lnTo>
                    <a:pt x="280018" y="43839"/>
                  </a:lnTo>
                  <a:lnTo>
                    <a:pt x="276065" y="40334"/>
                  </a:lnTo>
                  <a:lnTo>
                    <a:pt x="272003" y="36956"/>
                  </a:lnTo>
                  <a:lnTo>
                    <a:pt x="267836" y="33708"/>
                  </a:lnTo>
                  <a:lnTo>
                    <a:pt x="263569" y="30593"/>
                  </a:lnTo>
                  <a:lnTo>
                    <a:pt x="259206" y="27615"/>
                  </a:lnTo>
                  <a:lnTo>
                    <a:pt x="254750" y="24776"/>
                  </a:lnTo>
                  <a:lnTo>
                    <a:pt x="250207" y="22079"/>
                  </a:lnTo>
                  <a:lnTo>
                    <a:pt x="245581" y="19527"/>
                  </a:lnTo>
                  <a:lnTo>
                    <a:pt x="240877" y="17122"/>
                  </a:lnTo>
                  <a:lnTo>
                    <a:pt x="236099" y="14868"/>
                  </a:lnTo>
                  <a:lnTo>
                    <a:pt x="231252" y="12765"/>
                  </a:lnTo>
                  <a:lnTo>
                    <a:pt x="226342" y="10817"/>
                  </a:lnTo>
                  <a:lnTo>
                    <a:pt x="221372" y="9025"/>
                  </a:lnTo>
                  <a:lnTo>
                    <a:pt x="216348" y="7391"/>
                  </a:lnTo>
                  <a:lnTo>
                    <a:pt x="211275" y="5916"/>
                  </a:lnTo>
                  <a:lnTo>
                    <a:pt x="206158" y="4602"/>
                  </a:lnTo>
                  <a:lnTo>
                    <a:pt x="201001" y="3451"/>
                  </a:lnTo>
                  <a:lnTo>
                    <a:pt x="195811" y="2463"/>
                  </a:lnTo>
                  <a:lnTo>
                    <a:pt x="190593" y="1640"/>
                  </a:lnTo>
                  <a:lnTo>
                    <a:pt x="185351" y="982"/>
                  </a:lnTo>
                  <a:lnTo>
                    <a:pt x="180091" y="490"/>
                  </a:lnTo>
                  <a:lnTo>
                    <a:pt x="174818" y="165"/>
                  </a:lnTo>
                  <a:lnTo>
                    <a:pt x="169537" y="6"/>
                  </a:lnTo>
                  <a:lnTo>
                    <a:pt x="167157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8720" y="5018213"/>
              <a:ext cx="2380" cy="167167"/>
            </a:xfrm>
            <a:custGeom>
              <a:avLst/>
              <a:pathLst>
                <a:path w="2380" h="167167">
                  <a:moveTo>
                    <a:pt x="2380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799724" y="5269756"/>
              <a:ext cx="164777" cy="167167"/>
            </a:xfrm>
            <a:custGeom>
              <a:avLst/>
              <a:pathLst>
                <a:path w="164777" h="167167">
                  <a:moveTo>
                    <a:pt x="164777" y="0"/>
                  </a:moveTo>
                  <a:lnTo>
                    <a:pt x="159329" y="88"/>
                  </a:lnTo>
                  <a:lnTo>
                    <a:pt x="153888" y="355"/>
                  </a:lnTo>
                  <a:lnTo>
                    <a:pt x="148457" y="798"/>
                  </a:lnTo>
                  <a:lnTo>
                    <a:pt x="143045" y="1418"/>
                  </a:lnTo>
                  <a:lnTo>
                    <a:pt x="137655" y="2214"/>
                  </a:lnTo>
                  <a:lnTo>
                    <a:pt x="132294" y="3186"/>
                  </a:lnTo>
                  <a:lnTo>
                    <a:pt x="126968" y="4331"/>
                  </a:lnTo>
                  <a:lnTo>
                    <a:pt x="121681" y="5650"/>
                  </a:lnTo>
                  <a:lnTo>
                    <a:pt x="116441" y="7140"/>
                  </a:lnTo>
                  <a:lnTo>
                    <a:pt x="111252" y="8800"/>
                  </a:lnTo>
                  <a:lnTo>
                    <a:pt x="106119" y="10629"/>
                  </a:lnTo>
                  <a:lnTo>
                    <a:pt x="101050" y="12623"/>
                  </a:lnTo>
                  <a:lnTo>
                    <a:pt x="96047" y="14782"/>
                  </a:lnTo>
                  <a:lnTo>
                    <a:pt x="91118" y="17103"/>
                  </a:lnTo>
                  <a:lnTo>
                    <a:pt x="86267" y="19583"/>
                  </a:lnTo>
                  <a:lnTo>
                    <a:pt x="81499" y="22219"/>
                  </a:lnTo>
                  <a:lnTo>
                    <a:pt x="76820" y="25010"/>
                  </a:lnTo>
                  <a:lnTo>
                    <a:pt x="72234" y="27952"/>
                  </a:lnTo>
                  <a:lnTo>
                    <a:pt x="67747" y="31041"/>
                  </a:lnTo>
                  <a:lnTo>
                    <a:pt x="63362" y="34276"/>
                  </a:lnTo>
                  <a:lnTo>
                    <a:pt x="59086" y="37651"/>
                  </a:lnTo>
                  <a:lnTo>
                    <a:pt x="54921" y="41164"/>
                  </a:lnTo>
                  <a:lnTo>
                    <a:pt x="50874" y="44811"/>
                  </a:lnTo>
                  <a:lnTo>
                    <a:pt x="46947" y="48588"/>
                  </a:lnTo>
                  <a:lnTo>
                    <a:pt x="43145" y="52490"/>
                  </a:lnTo>
                  <a:lnTo>
                    <a:pt x="39473" y="56515"/>
                  </a:lnTo>
                  <a:lnTo>
                    <a:pt x="35934" y="60657"/>
                  </a:lnTo>
                  <a:lnTo>
                    <a:pt x="32531" y="64912"/>
                  </a:lnTo>
                  <a:lnTo>
                    <a:pt x="29269" y="69276"/>
                  </a:lnTo>
                  <a:lnTo>
                    <a:pt x="26151" y="73744"/>
                  </a:lnTo>
                  <a:lnTo>
                    <a:pt x="23181" y="78311"/>
                  </a:lnTo>
                  <a:lnTo>
                    <a:pt x="20360" y="82972"/>
                  </a:lnTo>
                  <a:lnTo>
                    <a:pt x="17693" y="87723"/>
                  </a:lnTo>
                  <a:lnTo>
                    <a:pt x="15182" y="92558"/>
                  </a:lnTo>
                  <a:lnTo>
                    <a:pt x="12831" y="97472"/>
                  </a:lnTo>
                  <a:lnTo>
                    <a:pt x="10640" y="102461"/>
                  </a:lnTo>
                  <a:lnTo>
                    <a:pt x="8613" y="107518"/>
                  </a:lnTo>
                  <a:lnTo>
                    <a:pt x="6753" y="112639"/>
                  </a:lnTo>
                  <a:lnTo>
                    <a:pt x="5060" y="117817"/>
                  </a:lnTo>
                  <a:lnTo>
                    <a:pt x="3536" y="123048"/>
                  </a:lnTo>
                  <a:lnTo>
                    <a:pt x="2184" y="128326"/>
                  </a:lnTo>
                  <a:lnTo>
                    <a:pt x="1005" y="133645"/>
                  </a:lnTo>
                  <a:lnTo>
                    <a:pt x="0" y="139000"/>
                  </a:lnTo>
                  <a:lnTo>
                    <a:pt x="16477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797343" y="5269756"/>
              <a:ext cx="334308" cy="334333"/>
            </a:xfrm>
            <a:custGeom>
              <a:avLst/>
              <a:pathLst>
                <a:path w="334308" h="334333">
                  <a:moveTo>
                    <a:pt x="2380" y="139000"/>
                  </a:moveTo>
                  <a:lnTo>
                    <a:pt x="1570" y="144236"/>
                  </a:lnTo>
                  <a:lnTo>
                    <a:pt x="926" y="149496"/>
                  </a:lnTo>
                  <a:lnTo>
                    <a:pt x="450" y="154773"/>
                  </a:lnTo>
                  <a:lnTo>
                    <a:pt x="141" y="160063"/>
                  </a:lnTo>
                  <a:lnTo>
                    <a:pt x="0" y="165360"/>
                  </a:lnTo>
                  <a:lnTo>
                    <a:pt x="26" y="170659"/>
                  </a:lnTo>
                  <a:lnTo>
                    <a:pt x="221" y="175954"/>
                  </a:lnTo>
                  <a:lnTo>
                    <a:pt x="583" y="181241"/>
                  </a:lnTo>
                  <a:lnTo>
                    <a:pt x="1113" y="186513"/>
                  </a:lnTo>
                  <a:lnTo>
                    <a:pt x="1810" y="191766"/>
                  </a:lnTo>
                  <a:lnTo>
                    <a:pt x="2672" y="196994"/>
                  </a:lnTo>
                  <a:lnTo>
                    <a:pt x="3700" y="202192"/>
                  </a:lnTo>
                  <a:lnTo>
                    <a:pt x="4892" y="207355"/>
                  </a:lnTo>
                  <a:lnTo>
                    <a:pt x="6248" y="212478"/>
                  </a:lnTo>
                  <a:lnTo>
                    <a:pt x="7765" y="217555"/>
                  </a:lnTo>
                  <a:lnTo>
                    <a:pt x="9442" y="222581"/>
                  </a:lnTo>
                  <a:lnTo>
                    <a:pt x="11277" y="227552"/>
                  </a:lnTo>
                  <a:lnTo>
                    <a:pt x="13269" y="232462"/>
                  </a:lnTo>
                  <a:lnTo>
                    <a:pt x="15416" y="237307"/>
                  </a:lnTo>
                  <a:lnTo>
                    <a:pt x="17715" y="242081"/>
                  </a:lnTo>
                  <a:lnTo>
                    <a:pt x="20165" y="246780"/>
                  </a:lnTo>
                  <a:lnTo>
                    <a:pt x="22762" y="251398"/>
                  </a:lnTo>
                  <a:lnTo>
                    <a:pt x="25504" y="255933"/>
                  </a:lnTo>
                  <a:lnTo>
                    <a:pt x="28389" y="260378"/>
                  </a:lnTo>
                  <a:lnTo>
                    <a:pt x="31412" y="264729"/>
                  </a:lnTo>
                  <a:lnTo>
                    <a:pt x="34573" y="268982"/>
                  </a:lnTo>
                  <a:lnTo>
                    <a:pt x="37866" y="273133"/>
                  </a:lnTo>
                  <a:lnTo>
                    <a:pt x="41290" y="277178"/>
                  </a:lnTo>
                  <a:lnTo>
                    <a:pt x="44840" y="281112"/>
                  </a:lnTo>
                  <a:lnTo>
                    <a:pt x="48513" y="284931"/>
                  </a:lnTo>
                  <a:lnTo>
                    <a:pt x="52305" y="288632"/>
                  </a:lnTo>
                  <a:lnTo>
                    <a:pt x="56212" y="292211"/>
                  </a:lnTo>
                  <a:lnTo>
                    <a:pt x="60231" y="295665"/>
                  </a:lnTo>
                  <a:lnTo>
                    <a:pt x="64357" y="298989"/>
                  </a:lnTo>
                  <a:lnTo>
                    <a:pt x="68587" y="302181"/>
                  </a:lnTo>
                  <a:lnTo>
                    <a:pt x="72916" y="305237"/>
                  </a:lnTo>
                  <a:lnTo>
                    <a:pt x="77339" y="308155"/>
                  </a:lnTo>
                  <a:lnTo>
                    <a:pt x="81852" y="310931"/>
                  </a:lnTo>
                  <a:lnTo>
                    <a:pt x="86452" y="313562"/>
                  </a:lnTo>
                  <a:lnTo>
                    <a:pt x="91132" y="316047"/>
                  </a:lnTo>
                  <a:lnTo>
                    <a:pt x="95889" y="318381"/>
                  </a:lnTo>
                  <a:lnTo>
                    <a:pt x="100717" y="320564"/>
                  </a:lnTo>
                  <a:lnTo>
                    <a:pt x="105612" y="322593"/>
                  </a:lnTo>
                  <a:lnTo>
                    <a:pt x="110569" y="324465"/>
                  </a:lnTo>
                  <a:lnTo>
                    <a:pt x="115583" y="326180"/>
                  </a:lnTo>
                  <a:lnTo>
                    <a:pt x="120649" y="327735"/>
                  </a:lnTo>
                  <a:lnTo>
                    <a:pt x="125761" y="329128"/>
                  </a:lnTo>
                  <a:lnTo>
                    <a:pt x="130915" y="330359"/>
                  </a:lnTo>
                  <a:lnTo>
                    <a:pt x="136106" y="331425"/>
                  </a:lnTo>
                  <a:lnTo>
                    <a:pt x="141327" y="332327"/>
                  </a:lnTo>
                  <a:lnTo>
                    <a:pt x="146575" y="333062"/>
                  </a:lnTo>
                  <a:lnTo>
                    <a:pt x="151843" y="333631"/>
                  </a:lnTo>
                  <a:lnTo>
                    <a:pt x="157127" y="334033"/>
                  </a:lnTo>
                  <a:lnTo>
                    <a:pt x="162420" y="334267"/>
                  </a:lnTo>
                  <a:lnTo>
                    <a:pt x="167719" y="334333"/>
                  </a:lnTo>
                  <a:lnTo>
                    <a:pt x="173017" y="334232"/>
                  </a:lnTo>
                  <a:lnTo>
                    <a:pt x="178309" y="333962"/>
                  </a:lnTo>
                  <a:lnTo>
                    <a:pt x="183590" y="333525"/>
                  </a:lnTo>
                  <a:lnTo>
                    <a:pt x="188854" y="332920"/>
                  </a:lnTo>
                  <a:lnTo>
                    <a:pt x="194096" y="332149"/>
                  </a:lnTo>
                  <a:lnTo>
                    <a:pt x="199312" y="331213"/>
                  </a:lnTo>
                  <a:lnTo>
                    <a:pt x="204495" y="330111"/>
                  </a:lnTo>
                  <a:lnTo>
                    <a:pt x="209641" y="328846"/>
                  </a:lnTo>
                  <a:lnTo>
                    <a:pt x="214743" y="327418"/>
                  </a:lnTo>
                  <a:lnTo>
                    <a:pt x="219799" y="325830"/>
                  </a:lnTo>
                  <a:lnTo>
                    <a:pt x="224801" y="324081"/>
                  </a:lnTo>
                  <a:lnTo>
                    <a:pt x="229745" y="322176"/>
                  </a:lnTo>
                  <a:lnTo>
                    <a:pt x="234626" y="320114"/>
                  </a:lnTo>
                  <a:lnTo>
                    <a:pt x="239440" y="317899"/>
                  </a:lnTo>
                  <a:lnTo>
                    <a:pt x="244181" y="315532"/>
                  </a:lnTo>
                  <a:lnTo>
                    <a:pt x="248845" y="313017"/>
                  </a:lnTo>
                  <a:lnTo>
                    <a:pt x="253426" y="310354"/>
                  </a:lnTo>
                  <a:lnTo>
                    <a:pt x="257921" y="307548"/>
                  </a:lnTo>
                  <a:lnTo>
                    <a:pt x="262325" y="304601"/>
                  </a:lnTo>
                  <a:lnTo>
                    <a:pt x="266633" y="301516"/>
                  </a:lnTo>
                  <a:lnTo>
                    <a:pt x="270841" y="298295"/>
                  </a:lnTo>
                  <a:lnTo>
                    <a:pt x="274945" y="294943"/>
                  </a:lnTo>
                  <a:lnTo>
                    <a:pt x="278940" y="291463"/>
                  </a:lnTo>
                  <a:lnTo>
                    <a:pt x="282824" y="287858"/>
                  </a:lnTo>
                  <a:lnTo>
                    <a:pt x="286591" y="284131"/>
                  </a:lnTo>
                  <a:lnTo>
                    <a:pt x="290238" y="280287"/>
                  </a:lnTo>
                  <a:lnTo>
                    <a:pt x="293761" y="276329"/>
                  </a:lnTo>
                  <a:lnTo>
                    <a:pt x="297157" y="272262"/>
                  </a:lnTo>
                  <a:lnTo>
                    <a:pt x="300423" y="268089"/>
                  </a:lnTo>
                  <a:lnTo>
                    <a:pt x="303554" y="263814"/>
                  </a:lnTo>
                  <a:lnTo>
                    <a:pt x="306549" y="259443"/>
                  </a:lnTo>
                  <a:lnTo>
                    <a:pt x="309404" y="254979"/>
                  </a:lnTo>
                  <a:lnTo>
                    <a:pt x="312115" y="250426"/>
                  </a:lnTo>
                  <a:lnTo>
                    <a:pt x="314681" y="245790"/>
                  </a:lnTo>
                  <a:lnTo>
                    <a:pt x="317099" y="241075"/>
                  </a:lnTo>
                  <a:lnTo>
                    <a:pt x="319366" y="236285"/>
                  </a:lnTo>
                  <a:lnTo>
                    <a:pt x="321480" y="231427"/>
                  </a:lnTo>
                  <a:lnTo>
                    <a:pt x="323439" y="226503"/>
                  </a:lnTo>
                  <a:lnTo>
                    <a:pt x="325242" y="221520"/>
                  </a:lnTo>
                  <a:lnTo>
                    <a:pt x="326885" y="216483"/>
                  </a:lnTo>
                  <a:lnTo>
                    <a:pt x="328368" y="211395"/>
                  </a:lnTo>
                  <a:lnTo>
                    <a:pt x="329688" y="206264"/>
                  </a:lnTo>
                  <a:lnTo>
                    <a:pt x="330846" y="201093"/>
                  </a:lnTo>
                  <a:lnTo>
                    <a:pt x="331839" y="195888"/>
                  </a:lnTo>
                  <a:lnTo>
                    <a:pt x="332666" y="190654"/>
                  </a:lnTo>
                  <a:lnTo>
                    <a:pt x="333328" y="185397"/>
                  </a:lnTo>
                  <a:lnTo>
                    <a:pt x="333822" y="180121"/>
                  </a:lnTo>
                  <a:lnTo>
                    <a:pt x="334149" y="174832"/>
                  </a:lnTo>
                  <a:lnTo>
                    <a:pt x="334308" y="169536"/>
                  </a:lnTo>
                  <a:lnTo>
                    <a:pt x="334299" y="164237"/>
                  </a:lnTo>
                  <a:lnTo>
                    <a:pt x="334122" y="158941"/>
                  </a:lnTo>
                  <a:lnTo>
                    <a:pt x="333777" y="153653"/>
                  </a:lnTo>
                  <a:lnTo>
                    <a:pt x="333265" y="148379"/>
                  </a:lnTo>
                  <a:lnTo>
                    <a:pt x="332587" y="143124"/>
                  </a:lnTo>
                  <a:lnTo>
                    <a:pt x="331741" y="137893"/>
                  </a:lnTo>
                  <a:lnTo>
                    <a:pt x="330731" y="132691"/>
                  </a:lnTo>
                  <a:lnTo>
                    <a:pt x="329556" y="127524"/>
                  </a:lnTo>
                  <a:lnTo>
                    <a:pt x="328218" y="122397"/>
                  </a:lnTo>
                  <a:lnTo>
                    <a:pt x="326718" y="117315"/>
                  </a:lnTo>
                  <a:lnTo>
                    <a:pt x="325058" y="112283"/>
                  </a:lnTo>
                  <a:lnTo>
                    <a:pt x="323239" y="107306"/>
                  </a:lnTo>
                  <a:lnTo>
                    <a:pt x="321264" y="102389"/>
                  </a:lnTo>
                  <a:lnTo>
                    <a:pt x="319133" y="97537"/>
                  </a:lnTo>
                  <a:lnTo>
                    <a:pt x="316850" y="92756"/>
                  </a:lnTo>
                  <a:lnTo>
                    <a:pt x="314416" y="88049"/>
                  </a:lnTo>
                  <a:lnTo>
                    <a:pt x="311835" y="83421"/>
                  </a:lnTo>
                  <a:lnTo>
                    <a:pt x="309108" y="78878"/>
                  </a:lnTo>
                  <a:lnTo>
                    <a:pt x="306238" y="74423"/>
                  </a:lnTo>
                  <a:lnTo>
                    <a:pt x="303229" y="70062"/>
                  </a:lnTo>
                  <a:lnTo>
                    <a:pt x="300083" y="65798"/>
                  </a:lnTo>
                  <a:lnTo>
                    <a:pt x="296803" y="61636"/>
                  </a:lnTo>
                  <a:lnTo>
                    <a:pt x="293394" y="57580"/>
                  </a:lnTo>
                  <a:lnTo>
                    <a:pt x="289857" y="53634"/>
                  </a:lnTo>
                  <a:lnTo>
                    <a:pt x="286197" y="49802"/>
                  </a:lnTo>
                  <a:lnTo>
                    <a:pt x="282417" y="46088"/>
                  </a:lnTo>
                  <a:lnTo>
                    <a:pt x="278522" y="42496"/>
                  </a:lnTo>
                  <a:lnTo>
                    <a:pt x="274515" y="39029"/>
                  </a:lnTo>
                  <a:lnTo>
                    <a:pt x="270400" y="35691"/>
                  </a:lnTo>
                  <a:lnTo>
                    <a:pt x="266181" y="32485"/>
                  </a:lnTo>
                  <a:lnTo>
                    <a:pt x="261862" y="29414"/>
                  </a:lnTo>
                  <a:lnTo>
                    <a:pt x="257449" y="26482"/>
                  </a:lnTo>
                  <a:lnTo>
                    <a:pt x="252945" y="23691"/>
                  </a:lnTo>
                  <a:lnTo>
                    <a:pt x="248354" y="21044"/>
                  </a:lnTo>
                  <a:lnTo>
                    <a:pt x="243682" y="18544"/>
                  </a:lnTo>
                  <a:lnTo>
                    <a:pt x="238933" y="16193"/>
                  </a:lnTo>
                  <a:lnTo>
                    <a:pt x="234112" y="13994"/>
                  </a:lnTo>
                  <a:lnTo>
                    <a:pt x="229224" y="11949"/>
                  </a:lnTo>
                  <a:lnTo>
                    <a:pt x="224273" y="10060"/>
                  </a:lnTo>
                  <a:lnTo>
                    <a:pt x="219265" y="8328"/>
                  </a:lnTo>
                  <a:lnTo>
                    <a:pt x="214205" y="6757"/>
                  </a:lnTo>
                  <a:lnTo>
                    <a:pt x="209097" y="5346"/>
                  </a:lnTo>
                  <a:lnTo>
                    <a:pt x="203947" y="4098"/>
                  </a:lnTo>
                  <a:lnTo>
                    <a:pt x="198760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60755" y="5399291"/>
              <a:ext cx="25460" cy="167167"/>
            </a:xfrm>
            <a:custGeom>
              <a:avLst/>
              <a:pathLst>
                <a:path w="25460" h="167167">
                  <a:moveTo>
                    <a:pt x="25460" y="0"/>
                  </a:moveTo>
                  <a:lnTo>
                    <a:pt x="16944" y="217"/>
                  </a:lnTo>
                  <a:lnTo>
                    <a:pt x="8450" y="867"/>
                  </a:lnTo>
                  <a:lnTo>
                    <a:pt x="0" y="1950"/>
                  </a:lnTo>
                  <a:lnTo>
                    <a:pt x="2546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60755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60755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60755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0755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0755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0755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319053" y="5401242"/>
              <a:ext cx="334328" cy="332376"/>
            </a:xfrm>
            <a:custGeom>
              <a:avLst/>
              <a:pathLst>
                <a:path w="334328" h="332376">
                  <a:moveTo>
                    <a:pt x="141701" y="0"/>
                  </a:moveTo>
                  <a:lnTo>
                    <a:pt x="136479" y="889"/>
                  </a:lnTo>
                  <a:lnTo>
                    <a:pt x="131288" y="1944"/>
                  </a:lnTo>
                  <a:lnTo>
                    <a:pt x="126133" y="3162"/>
                  </a:lnTo>
                  <a:lnTo>
                    <a:pt x="121019" y="4544"/>
                  </a:lnTo>
                  <a:lnTo>
                    <a:pt x="115951" y="6086"/>
                  </a:lnTo>
                  <a:lnTo>
                    <a:pt x="110935" y="7789"/>
                  </a:lnTo>
                  <a:lnTo>
                    <a:pt x="105975" y="9649"/>
                  </a:lnTo>
                  <a:lnTo>
                    <a:pt x="101077" y="11666"/>
                  </a:lnTo>
                  <a:lnTo>
                    <a:pt x="96245" y="13837"/>
                  </a:lnTo>
                  <a:lnTo>
                    <a:pt x="91484" y="16160"/>
                  </a:lnTo>
                  <a:lnTo>
                    <a:pt x="86800" y="18632"/>
                  </a:lnTo>
                  <a:lnTo>
                    <a:pt x="82196" y="21252"/>
                  </a:lnTo>
                  <a:lnTo>
                    <a:pt x="77677" y="24017"/>
                  </a:lnTo>
                  <a:lnTo>
                    <a:pt x="73248" y="26923"/>
                  </a:lnTo>
                  <a:lnTo>
                    <a:pt x="68914" y="29968"/>
                  </a:lnTo>
                  <a:lnTo>
                    <a:pt x="64678" y="33148"/>
                  </a:lnTo>
                  <a:lnTo>
                    <a:pt x="60545" y="36462"/>
                  </a:lnTo>
                  <a:lnTo>
                    <a:pt x="56519" y="39904"/>
                  </a:lnTo>
                  <a:lnTo>
                    <a:pt x="52604" y="43473"/>
                  </a:lnTo>
                  <a:lnTo>
                    <a:pt x="48804" y="47164"/>
                  </a:lnTo>
                  <a:lnTo>
                    <a:pt x="45123" y="50973"/>
                  </a:lnTo>
                  <a:lnTo>
                    <a:pt x="41565" y="54897"/>
                  </a:lnTo>
                  <a:lnTo>
                    <a:pt x="38132" y="58932"/>
                  </a:lnTo>
                  <a:lnTo>
                    <a:pt x="34830" y="63073"/>
                  </a:lnTo>
                  <a:lnTo>
                    <a:pt x="31660" y="67317"/>
                  </a:lnTo>
                  <a:lnTo>
                    <a:pt x="28626" y="71660"/>
                  </a:lnTo>
                  <a:lnTo>
                    <a:pt x="25731" y="76096"/>
                  </a:lnTo>
                  <a:lnTo>
                    <a:pt x="22979" y="80622"/>
                  </a:lnTo>
                  <a:lnTo>
                    <a:pt x="20371" y="85233"/>
                  </a:lnTo>
                  <a:lnTo>
                    <a:pt x="17910" y="89924"/>
                  </a:lnTo>
                  <a:lnTo>
                    <a:pt x="15600" y="94690"/>
                  </a:lnTo>
                  <a:lnTo>
                    <a:pt x="13441" y="99528"/>
                  </a:lnTo>
                  <a:lnTo>
                    <a:pt x="11437" y="104431"/>
                  </a:lnTo>
                  <a:lnTo>
                    <a:pt x="9589" y="109396"/>
                  </a:lnTo>
                  <a:lnTo>
                    <a:pt x="7900" y="114416"/>
                  </a:lnTo>
                  <a:lnTo>
                    <a:pt x="6370" y="119488"/>
                  </a:lnTo>
                  <a:lnTo>
                    <a:pt x="5002" y="124605"/>
                  </a:lnTo>
                  <a:lnTo>
                    <a:pt x="3797" y="129763"/>
                  </a:lnTo>
                  <a:lnTo>
                    <a:pt x="2755" y="134957"/>
                  </a:lnTo>
                  <a:lnTo>
                    <a:pt x="1879" y="140182"/>
                  </a:lnTo>
                  <a:lnTo>
                    <a:pt x="1169" y="145431"/>
                  </a:lnTo>
                  <a:lnTo>
                    <a:pt x="625" y="150700"/>
                  </a:lnTo>
                  <a:lnTo>
                    <a:pt x="249" y="155984"/>
                  </a:lnTo>
                  <a:lnTo>
                    <a:pt x="40" y="161277"/>
                  </a:lnTo>
                  <a:lnTo>
                    <a:pt x="0" y="166574"/>
                  </a:lnTo>
                  <a:lnTo>
                    <a:pt x="126" y="171870"/>
                  </a:lnTo>
                  <a:lnTo>
                    <a:pt x="421" y="177159"/>
                  </a:lnTo>
                  <a:lnTo>
                    <a:pt x="883" y="182436"/>
                  </a:lnTo>
                  <a:lnTo>
                    <a:pt x="1512" y="187695"/>
                  </a:lnTo>
                  <a:lnTo>
                    <a:pt x="2308" y="192932"/>
                  </a:lnTo>
                  <a:lnTo>
                    <a:pt x="3269" y="198142"/>
                  </a:lnTo>
                  <a:lnTo>
                    <a:pt x="4394" y="203318"/>
                  </a:lnTo>
                  <a:lnTo>
                    <a:pt x="5683" y="208456"/>
                  </a:lnTo>
                  <a:lnTo>
                    <a:pt x="7134" y="213551"/>
                  </a:lnTo>
                  <a:lnTo>
                    <a:pt x="8746" y="218597"/>
                  </a:lnTo>
                  <a:lnTo>
                    <a:pt x="10517" y="223589"/>
                  </a:lnTo>
                  <a:lnTo>
                    <a:pt x="12445" y="228523"/>
                  </a:lnTo>
                  <a:lnTo>
                    <a:pt x="14528" y="233393"/>
                  </a:lnTo>
                  <a:lnTo>
                    <a:pt x="16765" y="238195"/>
                  </a:lnTo>
                  <a:lnTo>
                    <a:pt x="19153" y="242923"/>
                  </a:lnTo>
                  <a:lnTo>
                    <a:pt x="21689" y="247574"/>
                  </a:lnTo>
                  <a:lnTo>
                    <a:pt x="24371" y="252142"/>
                  </a:lnTo>
                  <a:lnTo>
                    <a:pt x="27197" y="256622"/>
                  </a:lnTo>
                  <a:lnTo>
                    <a:pt x="30164" y="261011"/>
                  </a:lnTo>
                  <a:lnTo>
                    <a:pt x="33267" y="265303"/>
                  </a:lnTo>
                  <a:lnTo>
                    <a:pt x="36506" y="269495"/>
                  </a:lnTo>
                  <a:lnTo>
                    <a:pt x="39875" y="273583"/>
                  </a:lnTo>
                  <a:lnTo>
                    <a:pt x="43373" y="277561"/>
                  </a:lnTo>
                  <a:lnTo>
                    <a:pt x="46994" y="281427"/>
                  </a:lnTo>
                  <a:lnTo>
                    <a:pt x="50737" y="285176"/>
                  </a:lnTo>
                  <a:lnTo>
                    <a:pt x="54596" y="288805"/>
                  </a:lnTo>
                  <a:lnTo>
                    <a:pt x="58568" y="292309"/>
                  </a:lnTo>
                  <a:lnTo>
                    <a:pt x="62650" y="295686"/>
                  </a:lnTo>
                  <a:lnTo>
                    <a:pt x="66836" y="298932"/>
                  </a:lnTo>
                  <a:lnTo>
                    <a:pt x="71123" y="302043"/>
                  </a:lnTo>
                  <a:lnTo>
                    <a:pt x="75506" y="305018"/>
                  </a:lnTo>
                  <a:lnTo>
                    <a:pt x="79982" y="307851"/>
                  </a:lnTo>
                  <a:lnTo>
                    <a:pt x="84545" y="310542"/>
                  </a:lnTo>
                  <a:lnTo>
                    <a:pt x="89191" y="313087"/>
                  </a:lnTo>
                  <a:lnTo>
                    <a:pt x="93915" y="315483"/>
                  </a:lnTo>
                  <a:lnTo>
                    <a:pt x="98713" y="317728"/>
                  </a:lnTo>
                  <a:lnTo>
                    <a:pt x="103579" y="319820"/>
                  </a:lnTo>
                  <a:lnTo>
                    <a:pt x="108510" y="321757"/>
                  </a:lnTo>
                  <a:lnTo>
                    <a:pt x="113499" y="323537"/>
                  </a:lnTo>
                  <a:lnTo>
                    <a:pt x="118542" y="325158"/>
                  </a:lnTo>
                  <a:lnTo>
                    <a:pt x="123634" y="326618"/>
                  </a:lnTo>
                  <a:lnTo>
                    <a:pt x="128770" y="327916"/>
                  </a:lnTo>
                  <a:lnTo>
                    <a:pt x="133944" y="329051"/>
                  </a:lnTo>
                  <a:lnTo>
                    <a:pt x="139151" y="330021"/>
                  </a:lnTo>
                  <a:lnTo>
                    <a:pt x="144387" y="330825"/>
                  </a:lnTo>
                  <a:lnTo>
                    <a:pt x="149646" y="331464"/>
                  </a:lnTo>
                  <a:lnTo>
                    <a:pt x="154922" y="331935"/>
                  </a:lnTo>
                  <a:lnTo>
                    <a:pt x="160210" y="332240"/>
                  </a:lnTo>
                  <a:lnTo>
                    <a:pt x="165506" y="332376"/>
                  </a:lnTo>
                  <a:lnTo>
                    <a:pt x="170803" y="332344"/>
                  </a:lnTo>
                  <a:lnTo>
                    <a:pt x="176096" y="332145"/>
                  </a:lnTo>
                  <a:lnTo>
                    <a:pt x="181381" y="331778"/>
                  </a:lnTo>
                  <a:lnTo>
                    <a:pt x="186651" y="331244"/>
                  </a:lnTo>
                  <a:lnTo>
                    <a:pt x="191902" y="330543"/>
                  </a:lnTo>
                  <a:lnTo>
                    <a:pt x="197127" y="329676"/>
                  </a:lnTo>
                  <a:lnTo>
                    <a:pt x="202323" y="328644"/>
                  </a:lnTo>
                  <a:lnTo>
                    <a:pt x="207483" y="327448"/>
                  </a:lnTo>
                  <a:lnTo>
                    <a:pt x="212603" y="326089"/>
                  </a:lnTo>
                  <a:lnTo>
                    <a:pt x="217678" y="324569"/>
                  </a:lnTo>
                  <a:lnTo>
                    <a:pt x="222701" y="322888"/>
                  </a:lnTo>
                  <a:lnTo>
                    <a:pt x="227669" y="321049"/>
                  </a:lnTo>
                  <a:lnTo>
                    <a:pt x="232576" y="319054"/>
                  </a:lnTo>
                  <a:lnTo>
                    <a:pt x="237417" y="316904"/>
                  </a:lnTo>
                  <a:lnTo>
                    <a:pt x="242188" y="314602"/>
                  </a:lnTo>
                  <a:lnTo>
                    <a:pt x="246883" y="312150"/>
                  </a:lnTo>
                  <a:lnTo>
                    <a:pt x="251499" y="309550"/>
                  </a:lnTo>
                  <a:lnTo>
                    <a:pt x="256029" y="306806"/>
                  </a:lnTo>
                  <a:lnTo>
                    <a:pt x="260471" y="303919"/>
                  </a:lnTo>
                  <a:lnTo>
                    <a:pt x="264819" y="300893"/>
                  </a:lnTo>
                  <a:lnTo>
                    <a:pt x="269068" y="297730"/>
                  </a:lnTo>
                  <a:lnTo>
                    <a:pt x="273216" y="294435"/>
                  </a:lnTo>
                  <a:lnTo>
                    <a:pt x="277257" y="291010"/>
                  </a:lnTo>
                  <a:lnTo>
                    <a:pt x="281187" y="287459"/>
                  </a:lnTo>
                  <a:lnTo>
                    <a:pt x="285003" y="283784"/>
                  </a:lnTo>
                  <a:lnTo>
                    <a:pt x="288700" y="279991"/>
                  </a:lnTo>
                  <a:lnTo>
                    <a:pt x="292276" y="276083"/>
                  </a:lnTo>
                  <a:lnTo>
                    <a:pt x="295726" y="272063"/>
                  </a:lnTo>
                  <a:lnTo>
                    <a:pt x="299047" y="267936"/>
                  </a:lnTo>
                  <a:lnTo>
                    <a:pt x="302235" y="263706"/>
                  </a:lnTo>
                  <a:lnTo>
                    <a:pt x="305288" y="259377"/>
                  </a:lnTo>
                  <a:lnTo>
                    <a:pt x="308202" y="254953"/>
                  </a:lnTo>
                  <a:lnTo>
                    <a:pt x="310974" y="250439"/>
                  </a:lnTo>
                  <a:lnTo>
                    <a:pt x="313602" y="245840"/>
                  </a:lnTo>
                  <a:lnTo>
                    <a:pt x="316083" y="241160"/>
                  </a:lnTo>
                  <a:lnTo>
                    <a:pt x="318414" y="236403"/>
                  </a:lnTo>
                  <a:lnTo>
                    <a:pt x="320594" y="231575"/>
                  </a:lnTo>
                  <a:lnTo>
                    <a:pt x="322619" y="226680"/>
                  </a:lnTo>
                  <a:lnTo>
                    <a:pt x="324489" y="221724"/>
                  </a:lnTo>
                  <a:lnTo>
                    <a:pt x="326200" y="216711"/>
                  </a:lnTo>
                  <a:lnTo>
                    <a:pt x="327752" y="211646"/>
                  </a:lnTo>
                  <a:lnTo>
                    <a:pt x="329142" y="206535"/>
                  </a:lnTo>
                  <a:lnTo>
                    <a:pt x="330370" y="201382"/>
                  </a:lnTo>
                  <a:lnTo>
                    <a:pt x="331434" y="196192"/>
                  </a:lnTo>
                  <a:lnTo>
                    <a:pt x="332333" y="190972"/>
                  </a:lnTo>
                  <a:lnTo>
                    <a:pt x="333066" y="185726"/>
                  </a:lnTo>
                  <a:lnTo>
                    <a:pt x="333633" y="180459"/>
                  </a:lnTo>
                  <a:lnTo>
                    <a:pt x="334032" y="175177"/>
                  </a:lnTo>
                  <a:lnTo>
                    <a:pt x="334264" y="169885"/>
                  </a:lnTo>
                  <a:lnTo>
                    <a:pt x="334328" y="164588"/>
                  </a:lnTo>
                  <a:lnTo>
                    <a:pt x="334224" y="159292"/>
                  </a:lnTo>
                  <a:lnTo>
                    <a:pt x="333952" y="154002"/>
                  </a:lnTo>
                  <a:lnTo>
                    <a:pt x="333513" y="148723"/>
                  </a:lnTo>
                  <a:lnTo>
                    <a:pt x="332907" y="143460"/>
                  </a:lnTo>
                  <a:lnTo>
                    <a:pt x="332135" y="138220"/>
                  </a:lnTo>
                  <a:lnTo>
                    <a:pt x="331196" y="133006"/>
                  </a:lnTo>
                  <a:lnTo>
                    <a:pt x="330093" y="127825"/>
                  </a:lnTo>
                  <a:lnTo>
                    <a:pt x="328827" y="122682"/>
                  </a:lnTo>
                  <a:lnTo>
                    <a:pt x="327398" y="117581"/>
                  </a:lnTo>
                  <a:lnTo>
                    <a:pt x="325808" y="112528"/>
                  </a:lnTo>
                  <a:lnTo>
                    <a:pt x="324059" y="107528"/>
                  </a:lnTo>
                  <a:lnTo>
                    <a:pt x="322153" y="102586"/>
                  </a:lnTo>
                  <a:lnTo>
                    <a:pt x="320091" y="97706"/>
                  </a:lnTo>
                  <a:lnTo>
                    <a:pt x="317875" y="92895"/>
                  </a:lnTo>
                  <a:lnTo>
                    <a:pt x="315508" y="88156"/>
                  </a:lnTo>
                  <a:lnTo>
                    <a:pt x="312992" y="83494"/>
                  </a:lnTo>
                  <a:lnTo>
                    <a:pt x="310329" y="78915"/>
                  </a:lnTo>
                  <a:lnTo>
                    <a:pt x="307523" y="74422"/>
                  </a:lnTo>
                  <a:lnTo>
                    <a:pt x="304576" y="70021"/>
                  </a:lnTo>
                  <a:lnTo>
                    <a:pt x="301490" y="65715"/>
                  </a:lnTo>
                  <a:lnTo>
                    <a:pt x="298270" y="61508"/>
                  </a:lnTo>
                  <a:lnTo>
                    <a:pt x="294919" y="57406"/>
                  </a:lnTo>
                  <a:lnTo>
                    <a:pt x="291439" y="53413"/>
                  </a:lnTo>
                  <a:lnTo>
                    <a:pt x="287834" y="49531"/>
                  </a:lnTo>
                  <a:lnTo>
                    <a:pt x="284108" y="45766"/>
                  </a:lnTo>
                  <a:lnTo>
                    <a:pt x="280265" y="42121"/>
                  </a:lnTo>
                  <a:lnTo>
                    <a:pt x="276308" y="38599"/>
                  </a:lnTo>
                  <a:lnTo>
                    <a:pt x="272241" y="35204"/>
                  </a:lnTo>
                  <a:lnTo>
                    <a:pt x="268069" y="31940"/>
                  </a:lnTo>
                  <a:lnTo>
                    <a:pt x="263796" y="28810"/>
                  </a:lnTo>
                  <a:lnTo>
                    <a:pt x="259425" y="25817"/>
                  </a:lnTo>
                  <a:lnTo>
                    <a:pt x="254962" y="22963"/>
                  </a:lnTo>
                  <a:lnTo>
                    <a:pt x="250411" y="20253"/>
                  </a:lnTo>
                  <a:lnTo>
                    <a:pt x="245776" y="17688"/>
                  </a:lnTo>
                  <a:lnTo>
                    <a:pt x="241062" y="15271"/>
                  </a:lnTo>
                  <a:lnTo>
                    <a:pt x="236274" y="13005"/>
                  </a:lnTo>
                  <a:lnTo>
                    <a:pt x="231417" y="10892"/>
                  </a:lnTo>
                  <a:lnTo>
                    <a:pt x="226495" y="8933"/>
                  </a:lnTo>
                  <a:lnTo>
                    <a:pt x="221514" y="7132"/>
                  </a:lnTo>
                  <a:lnTo>
                    <a:pt x="216478" y="5489"/>
                  </a:lnTo>
                  <a:lnTo>
                    <a:pt x="211392" y="4007"/>
                  </a:lnTo>
                  <a:lnTo>
                    <a:pt x="206262" y="2686"/>
                  </a:lnTo>
                  <a:lnTo>
                    <a:pt x="201093" y="1529"/>
                  </a:lnTo>
                  <a:lnTo>
                    <a:pt x="195890" y="536"/>
                  </a:lnTo>
                  <a:lnTo>
                    <a:pt x="167161" y="1652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86215" y="5399291"/>
              <a:ext cx="28728" cy="167167"/>
            </a:xfrm>
            <a:custGeom>
              <a:avLst/>
              <a:pathLst>
                <a:path w="28728" h="167167">
                  <a:moveTo>
                    <a:pt x="28728" y="2487"/>
                  </a:moveTo>
                  <a:lnTo>
                    <a:pt x="21593" y="1400"/>
                  </a:lnTo>
                  <a:lnTo>
                    <a:pt x="14417" y="622"/>
                  </a:lnTo>
                  <a:lnTo>
                    <a:pt x="7215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856383" y="5399291"/>
              <a:ext cx="167160" cy="292441"/>
            </a:xfrm>
            <a:custGeom>
              <a:avLst/>
              <a:pathLst>
                <a:path w="167160" h="292441">
                  <a:moveTo>
                    <a:pt x="167160" y="0"/>
                  </a:moveTo>
                  <a:lnTo>
                    <a:pt x="161772" y="86"/>
                  </a:lnTo>
                  <a:lnTo>
                    <a:pt x="156389" y="347"/>
                  </a:lnTo>
                  <a:lnTo>
                    <a:pt x="151017" y="781"/>
                  </a:lnTo>
                  <a:lnTo>
                    <a:pt x="145663" y="1388"/>
                  </a:lnTo>
                  <a:lnTo>
                    <a:pt x="140330" y="2167"/>
                  </a:lnTo>
                  <a:lnTo>
                    <a:pt x="135025" y="3117"/>
                  </a:lnTo>
                  <a:lnTo>
                    <a:pt x="129754" y="4238"/>
                  </a:lnTo>
                  <a:lnTo>
                    <a:pt x="124522" y="5529"/>
                  </a:lnTo>
                  <a:lnTo>
                    <a:pt x="119334" y="6987"/>
                  </a:lnTo>
                  <a:lnTo>
                    <a:pt x="114196" y="8612"/>
                  </a:lnTo>
                  <a:lnTo>
                    <a:pt x="109112" y="10402"/>
                  </a:lnTo>
                  <a:lnTo>
                    <a:pt x="104089" y="12354"/>
                  </a:lnTo>
                  <a:lnTo>
                    <a:pt x="99132" y="14468"/>
                  </a:lnTo>
                  <a:lnTo>
                    <a:pt x="94245" y="16740"/>
                  </a:lnTo>
                  <a:lnTo>
                    <a:pt x="89434" y="19168"/>
                  </a:lnTo>
                  <a:lnTo>
                    <a:pt x="84704" y="21751"/>
                  </a:lnTo>
                  <a:lnTo>
                    <a:pt x="80060" y="24484"/>
                  </a:lnTo>
                  <a:lnTo>
                    <a:pt x="75506" y="27366"/>
                  </a:lnTo>
                  <a:lnTo>
                    <a:pt x="71047" y="30393"/>
                  </a:lnTo>
                  <a:lnTo>
                    <a:pt x="66688" y="33562"/>
                  </a:lnTo>
                  <a:lnTo>
                    <a:pt x="62434" y="36870"/>
                  </a:lnTo>
                  <a:lnTo>
                    <a:pt x="58288" y="40313"/>
                  </a:lnTo>
                  <a:lnTo>
                    <a:pt x="54256" y="43889"/>
                  </a:lnTo>
                  <a:lnTo>
                    <a:pt x="50341" y="47592"/>
                  </a:lnTo>
                  <a:lnTo>
                    <a:pt x="46547" y="51420"/>
                  </a:lnTo>
                  <a:lnTo>
                    <a:pt x="42879" y="55368"/>
                  </a:lnTo>
                  <a:lnTo>
                    <a:pt x="39340" y="59432"/>
                  </a:lnTo>
                  <a:lnTo>
                    <a:pt x="35934" y="63608"/>
                  </a:lnTo>
                  <a:lnTo>
                    <a:pt x="32664" y="67891"/>
                  </a:lnTo>
                  <a:lnTo>
                    <a:pt x="29534" y="72278"/>
                  </a:lnTo>
                  <a:lnTo>
                    <a:pt x="26546" y="76764"/>
                  </a:lnTo>
                  <a:lnTo>
                    <a:pt x="23706" y="81343"/>
                  </a:lnTo>
                  <a:lnTo>
                    <a:pt x="21014" y="86012"/>
                  </a:lnTo>
                  <a:lnTo>
                    <a:pt x="18474" y="90765"/>
                  </a:lnTo>
                  <a:lnTo>
                    <a:pt x="16088" y="95597"/>
                  </a:lnTo>
                  <a:lnTo>
                    <a:pt x="13860" y="100504"/>
                  </a:lnTo>
                  <a:lnTo>
                    <a:pt x="11791" y="105480"/>
                  </a:lnTo>
                  <a:lnTo>
                    <a:pt x="9883" y="110521"/>
                  </a:lnTo>
                  <a:lnTo>
                    <a:pt x="8139" y="115620"/>
                  </a:lnTo>
                  <a:lnTo>
                    <a:pt x="6560" y="120772"/>
                  </a:lnTo>
                  <a:lnTo>
                    <a:pt x="5148" y="125973"/>
                  </a:lnTo>
                  <a:lnTo>
                    <a:pt x="3904" y="131217"/>
                  </a:lnTo>
                  <a:lnTo>
                    <a:pt x="2830" y="136498"/>
                  </a:lnTo>
                  <a:lnTo>
                    <a:pt x="1927" y="141811"/>
                  </a:lnTo>
                  <a:lnTo>
                    <a:pt x="1196" y="147150"/>
                  </a:lnTo>
                  <a:lnTo>
                    <a:pt x="637" y="152510"/>
                  </a:lnTo>
                  <a:lnTo>
                    <a:pt x="251" y="157885"/>
                  </a:lnTo>
                  <a:lnTo>
                    <a:pt x="38" y="163270"/>
                  </a:lnTo>
                  <a:lnTo>
                    <a:pt x="0" y="168659"/>
                  </a:lnTo>
                  <a:lnTo>
                    <a:pt x="134" y="174047"/>
                  </a:lnTo>
                  <a:lnTo>
                    <a:pt x="443" y="179427"/>
                  </a:lnTo>
                  <a:lnTo>
                    <a:pt x="925" y="184794"/>
                  </a:lnTo>
                  <a:lnTo>
                    <a:pt x="1579" y="190144"/>
                  </a:lnTo>
                  <a:lnTo>
                    <a:pt x="2406" y="195469"/>
                  </a:lnTo>
                  <a:lnTo>
                    <a:pt x="3404" y="200765"/>
                  </a:lnTo>
                  <a:lnTo>
                    <a:pt x="4572" y="206026"/>
                  </a:lnTo>
                  <a:lnTo>
                    <a:pt x="5909" y="211246"/>
                  </a:lnTo>
                  <a:lnTo>
                    <a:pt x="7414" y="216421"/>
                  </a:lnTo>
                  <a:lnTo>
                    <a:pt x="9084" y="221545"/>
                  </a:lnTo>
                  <a:lnTo>
                    <a:pt x="10919" y="226612"/>
                  </a:lnTo>
                  <a:lnTo>
                    <a:pt x="12917" y="231617"/>
                  </a:lnTo>
                  <a:lnTo>
                    <a:pt x="15074" y="236556"/>
                  </a:lnTo>
                  <a:lnTo>
                    <a:pt x="17390" y="241422"/>
                  </a:lnTo>
                  <a:lnTo>
                    <a:pt x="19861" y="246211"/>
                  </a:lnTo>
                  <a:lnTo>
                    <a:pt x="22486" y="250918"/>
                  </a:lnTo>
                  <a:lnTo>
                    <a:pt x="25260" y="255538"/>
                  </a:lnTo>
                  <a:lnTo>
                    <a:pt x="28183" y="260066"/>
                  </a:lnTo>
                  <a:lnTo>
                    <a:pt x="31249" y="264497"/>
                  </a:lnTo>
                  <a:lnTo>
                    <a:pt x="34457" y="268828"/>
                  </a:lnTo>
                  <a:lnTo>
                    <a:pt x="37803" y="273052"/>
                  </a:lnTo>
                  <a:lnTo>
                    <a:pt x="41284" y="277167"/>
                  </a:lnTo>
                  <a:lnTo>
                    <a:pt x="44895" y="281167"/>
                  </a:lnTo>
                  <a:lnTo>
                    <a:pt x="48633" y="285049"/>
                  </a:lnTo>
                  <a:lnTo>
                    <a:pt x="52494" y="288808"/>
                  </a:lnTo>
                  <a:lnTo>
                    <a:pt x="56475" y="29244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912858" y="5566459"/>
              <a:ext cx="110685" cy="125274"/>
            </a:xfrm>
            <a:custGeom>
              <a:avLst/>
              <a:pathLst>
                <a:path w="110685" h="125274">
                  <a:moveTo>
                    <a:pt x="0" y="125274"/>
                  </a:moveTo>
                  <a:lnTo>
                    <a:pt x="1106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912858" y="5566459"/>
              <a:ext cx="110685" cy="125274"/>
            </a:xfrm>
            <a:custGeom>
              <a:avLst/>
              <a:pathLst>
                <a:path w="110685" h="125274">
                  <a:moveTo>
                    <a:pt x="0" y="125274"/>
                  </a:moveTo>
                  <a:lnTo>
                    <a:pt x="1106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912858" y="5566459"/>
              <a:ext cx="110685" cy="125274"/>
            </a:xfrm>
            <a:custGeom>
              <a:avLst/>
              <a:pathLst>
                <a:path w="110685" h="125274">
                  <a:moveTo>
                    <a:pt x="0" y="125274"/>
                  </a:moveTo>
                  <a:lnTo>
                    <a:pt x="1106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912858" y="5566459"/>
              <a:ext cx="110685" cy="125274"/>
            </a:xfrm>
            <a:custGeom>
              <a:avLst/>
              <a:pathLst>
                <a:path w="110685" h="125274">
                  <a:moveTo>
                    <a:pt x="0" y="125274"/>
                  </a:moveTo>
                  <a:lnTo>
                    <a:pt x="1106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12858" y="5566459"/>
              <a:ext cx="110685" cy="125274"/>
            </a:xfrm>
            <a:custGeom>
              <a:avLst/>
              <a:pathLst>
                <a:path w="110685" h="125274">
                  <a:moveTo>
                    <a:pt x="0" y="125274"/>
                  </a:moveTo>
                  <a:lnTo>
                    <a:pt x="1106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12858" y="5566459"/>
              <a:ext cx="113789" cy="167148"/>
            </a:xfrm>
            <a:custGeom>
              <a:avLst/>
              <a:pathLst>
                <a:path w="113789" h="167148">
                  <a:moveTo>
                    <a:pt x="0" y="125274"/>
                  </a:moveTo>
                  <a:lnTo>
                    <a:pt x="4288" y="128936"/>
                  </a:lnTo>
                  <a:lnTo>
                    <a:pt x="8698" y="132452"/>
                  </a:lnTo>
                  <a:lnTo>
                    <a:pt x="13224" y="135816"/>
                  </a:lnTo>
                  <a:lnTo>
                    <a:pt x="17860" y="139026"/>
                  </a:lnTo>
                  <a:lnTo>
                    <a:pt x="22603" y="142078"/>
                  </a:lnTo>
                  <a:lnTo>
                    <a:pt x="27445" y="144969"/>
                  </a:lnTo>
                  <a:lnTo>
                    <a:pt x="32382" y="147694"/>
                  </a:lnTo>
                  <a:lnTo>
                    <a:pt x="37409" y="150251"/>
                  </a:lnTo>
                  <a:lnTo>
                    <a:pt x="42519" y="152637"/>
                  </a:lnTo>
                  <a:lnTo>
                    <a:pt x="47706" y="154850"/>
                  </a:lnTo>
                  <a:lnTo>
                    <a:pt x="52965" y="156886"/>
                  </a:lnTo>
                  <a:lnTo>
                    <a:pt x="58290" y="158744"/>
                  </a:lnTo>
                  <a:lnTo>
                    <a:pt x="63674" y="160421"/>
                  </a:lnTo>
                  <a:lnTo>
                    <a:pt x="69112" y="161915"/>
                  </a:lnTo>
                  <a:lnTo>
                    <a:pt x="74597" y="163225"/>
                  </a:lnTo>
                  <a:lnTo>
                    <a:pt x="80124" y="164350"/>
                  </a:lnTo>
                  <a:lnTo>
                    <a:pt x="85685" y="165287"/>
                  </a:lnTo>
                  <a:lnTo>
                    <a:pt x="91274" y="166036"/>
                  </a:lnTo>
                  <a:lnTo>
                    <a:pt x="96886" y="166596"/>
                  </a:lnTo>
                  <a:lnTo>
                    <a:pt x="102513" y="166967"/>
                  </a:lnTo>
                  <a:lnTo>
                    <a:pt x="108150" y="167148"/>
                  </a:lnTo>
                  <a:lnTo>
                    <a:pt x="113789" y="167138"/>
                  </a:lnTo>
                  <a:lnTo>
                    <a:pt x="11068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023544" y="5399291"/>
              <a:ext cx="167160" cy="334306"/>
            </a:xfrm>
            <a:custGeom>
              <a:avLst/>
              <a:pathLst>
                <a:path w="167160" h="334306">
                  <a:moveTo>
                    <a:pt x="3104" y="334306"/>
                  </a:moveTo>
                  <a:lnTo>
                    <a:pt x="8428" y="334122"/>
                  </a:lnTo>
                  <a:lnTo>
                    <a:pt x="13743" y="333768"/>
                  </a:lnTo>
                  <a:lnTo>
                    <a:pt x="19044" y="333246"/>
                  </a:lnTo>
                  <a:lnTo>
                    <a:pt x="24326" y="332555"/>
                  </a:lnTo>
                  <a:lnTo>
                    <a:pt x="29583" y="331696"/>
                  </a:lnTo>
                  <a:lnTo>
                    <a:pt x="34811" y="330670"/>
                  </a:lnTo>
                  <a:lnTo>
                    <a:pt x="40003" y="329477"/>
                  </a:lnTo>
                  <a:lnTo>
                    <a:pt x="45154" y="328120"/>
                  </a:lnTo>
                  <a:lnTo>
                    <a:pt x="50259" y="326600"/>
                  </a:lnTo>
                  <a:lnTo>
                    <a:pt x="55314" y="324918"/>
                  </a:lnTo>
                  <a:lnTo>
                    <a:pt x="60312" y="323075"/>
                  </a:lnTo>
                  <a:lnTo>
                    <a:pt x="65249" y="321074"/>
                  </a:lnTo>
                  <a:lnTo>
                    <a:pt x="70119" y="318917"/>
                  </a:lnTo>
                  <a:lnTo>
                    <a:pt x="74919" y="316606"/>
                  </a:lnTo>
                  <a:lnTo>
                    <a:pt x="79642" y="314143"/>
                  </a:lnTo>
                  <a:lnTo>
                    <a:pt x="84285" y="311531"/>
                  </a:lnTo>
                  <a:lnTo>
                    <a:pt x="88842" y="308772"/>
                  </a:lnTo>
                  <a:lnTo>
                    <a:pt x="93309" y="305869"/>
                  </a:lnTo>
                  <a:lnTo>
                    <a:pt x="97681" y="302826"/>
                  </a:lnTo>
                  <a:lnTo>
                    <a:pt x="101953" y="299645"/>
                  </a:lnTo>
                  <a:lnTo>
                    <a:pt x="106123" y="296329"/>
                  </a:lnTo>
                  <a:lnTo>
                    <a:pt x="110184" y="292882"/>
                  </a:lnTo>
                  <a:lnTo>
                    <a:pt x="114134" y="289308"/>
                  </a:lnTo>
                  <a:lnTo>
                    <a:pt x="117967" y="285609"/>
                  </a:lnTo>
                  <a:lnTo>
                    <a:pt x="121681" y="281790"/>
                  </a:lnTo>
                  <a:lnTo>
                    <a:pt x="125272" y="277855"/>
                  </a:lnTo>
                  <a:lnTo>
                    <a:pt x="128735" y="273807"/>
                  </a:lnTo>
                  <a:lnTo>
                    <a:pt x="132067" y="269651"/>
                  </a:lnTo>
                  <a:lnTo>
                    <a:pt x="135266" y="265391"/>
                  </a:lnTo>
                  <a:lnTo>
                    <a:pt x="138327" y="261032"/>
                  </a:lnTo>
                  <a:lnTo>
                    <a:pt x="141247" y="256577"/>
                  </a:lnTo>
                  <a:lnTo>
                    <a:pt x="144024" y="252031"/>
                  </a:lnTo>
                  <a:lnTo>
                    <a:pt x="146655" y="247399"/>
                  </a:lnTo>
                  <a:lnTo>
                    <a:pt x="149137" y="242685"/>
                  </a:lnTo>
                  <a:lnTo>
                    <a:pt x="151467" y="237895"/>
                  </a:lnTo>
                  <a:lnTo>
                    <a:pt x="153644" y="233033"/>
                  </a:lnTo>
                  <a:lnTo>
                    <a:pt x="155665" y="228104"/>
                  </a:lnTo>
                  <a:lnTo>
                    <a:pt x="157527" y="223113"/>
                  </a:lnTo>
                  <a:lnTo>
                    <a:pt x="159230" y="218066"/>
                  </a:lnTo>
                  <a:lnTo>
                    <a:pt x="160771" y="212966"/>
                  </a:lnTo>
                  <a:lnTo>
                    <a:pt x="162148" y="207821"/>
                  </a:lnTo>
                  <a:lnTo>
                    <a:pt x="163361" y="202634"/>
                  </a:lnTo>
                  <a:lnTo>
                    <a:pt x="164408" y="197411"/>
                  </a:lnTo>
                  <a:lnTo>
                    <a:pt x="165289" y="192157"/>
                  </a:lnTo>
                  <a:lnTo>
                    <a:pt x="166001" y="186878"/>
                  </a:lnTo>
                  <a:lnTo>
                    <a:pt x="166545" y="181578"/>
                  </a:lnTo>
                  <a:lnTo>
                    <a:pt x="166919" y="176265"/>
                  </a:lnTo>
                  <a:lnTo>
                    <a:pt x="167124" y="170942"/>
                  </a:lnTo>
                  <a:lnTo>
                    <a:pt x="167160" y="165615"/>
                  </a:lnTo>
                  <a:lnTo>
                    <a:pt x="167025" y="160289"/>
                  </a:lnTo>
                  <a:lnTo>
                    <a:pt x="166721" y="154971"/>
                  </a:lnTo>
                  <a:lnTo>
                    <a:pt x="166248" y="149665"/>
                  </a:lnTo>
                  <a:lnTo>
                    <a:pt x="165606" y="144377"/>
                  </a:lnTo>
                  <a:lnTo>
                    <a:pt x="164796" y="139112"/>
                  </a:lnTo>
                  <a:lnTo>
                    <a:pt x="163818" y="133875"/>
                  </a:lnTo>
                  <a:lnTo>
                    <a:pt x="162674" y="128673"/>
                  </a:lnTo>
                  <a:lnTo>
                    <a:pt x="161365" y="123509"/>
                  </a:lnTo>
                  <a:lnTo>
                    <a:pt x="159892" y="118390"/>
                  </a:lnTo>
                  <a:lnTo>
                    <a:pt x="158257" y="113320"/>
                  </a:lnTo>
                  <a:lnTo>
                    <a:pt x="156461" y="108305"/>
                  </a:lnTo>
                  <a:lnTo>
                    <a:pt x="154506" y="103350"/>
                  </a:lnTo>
                  <a:lnTo>
                    <a:pt x="152394" y="98459"/>
                  </a:lnTo>
                  <a:lnTo>
                    <a:pt x="150128" y="93638"/>
                  </a:lnTo>
                  <a:lnTo>
                    <a:pt x="147709" y="88892"/>
                  </a:lnTo>
                  <a:lnTo>
                    <a:pt x="145140" y="84226"/>
                  </a:lnTo>
                  <a:lnTo>
                    <a:pt x="142423" y="79643"/>
                  </a:lnTo>
                  <a:lnTo>
                    <a:pt x="139562" y="75150"/>
                  </a:lnTo>
                  <a:lnTo>
                    <a:pt x="136560" y="70750"/>
                  </a:lnTo>
                  <a:lnTo>
                    <a:pt x="133418" y="66448"/>
                  </a:lnTo>
                  <a:lnTo>
                    <a:pt x="130141" y="62248"/>
                  </a:lnTo>
                  <a:lnTo>
                    <a:pt x="126732" y="58154"/>
                  </a:lnTo>
                  <a:lnTo>
                    <a:pt x="123195" y="54172"/>
                  </a:lnTo>
                  <a:lnTo>
                    <a:pt x="119532" y="50304"/>
                  </a:lnTo>
                  <a:lnTo>
                    <a:pt x="115748" y="46555"/>
                  </a:lnTo>
                  <a:lnTo>
                    <a:pt x="111846" y="42928"/>
                  </a:lnTo>
                  <a:lnTo>
                    <a:pt x="107831" y="39427"/>
                  </a:lnTo>
                  <a:lnTo>
                    <a:pt x="103706" y="36056"/>
                  </a:lnTo>
                  <a:lnTo>
                    <a:pt x="99476" y="32819"/>
                  </a:lnTo>
                  <a:lnTo>
                    <a:pt x="95145" y="29717"/>
                  </a:lnTo>
                  <a:lnTo>
                    <a:pt x="90717" y="26756"/>
                  </a:lnTo>
                  <a:lnTo>
                    <a:pt x="86197" y="23936"/>
                  </a:lnTo>
                  <a:lnTo>
                    <a:pt x="81589" y="21263"/>
                  </a:lnTo>
                  <a:lnTo>
                    <a:pt x="76899" y="18737"/>
                  </a:lnTo>
                  <a:lnTo>
                    <a:pt x="72131" y="16362"/>
                  </a:lnTo>
                  <a:lnTo>
                    <a:pt x="67289" y="14141"/>
                  </a:lnTo>
                  <a:lnTo>
                    <a:pt x="62379" y="12074"/>
                  </a:lnTo>
                  <a:lnTo>
                    <a:pt x="57406" y="10166"/>
                  </a:lnTo>
                  <a:lnTo>
                    <a:pt x="52375" y="8416"/>
                  </a:lnTo>
                  <a:lnTo>
                    <a:pt x="47290" y="6828"/>
                  </a:lnTo>
                  <a:lnTo>
                    <a:pt x="42157" y="5403"/>
                  </a:lnTo>
                  <a:lnTo>
                    <a:pt x="36982" y="4142"/>
                  </a:lnTo>
                  <a:lnTo>
                    <a:pt x="31768" y="3046"/>
                  </a:lnTo>
                  <a:lnTo>
                    <a:pt x="26523" y="2117"/>
                  </a:lnTo>
                  <a:lnTo>
                    <a:pt x="21251" y="1356"/>
                  </a:lnTo>
                  <a:lnTo>
                    <a:pt x="15957" y="763"/>
                  </a:lnTo>
                  <a:lnTo>
                    <a:pt x="10647" y="339"/>
                  </a:lnTo>
                  <a:lnTo>
                    <a:pt x="532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424860" y="5269756"/>
              <a:ext cx="120397" cy="167167"/>
            </a:xfrm>
            <a:custGeom>
              <a:avLst/>
              <a:pathLst>
                <a:path w="120397" h="167167">
                  <a:moveTo>
                    <a:pt x="120397" y="0"/>
                  </a:moveTo>
                  <a:lnTo>
                    <a:pt x="114797" y="93"/>
                  </a:lnTo>
                  <a:lnTo>
                    <a:pt x="109204" y="375"/>
                  </a:lnTo>
                  <a:lnTo>
                    <a:pt x="103623" y="843"/>
                  </a:lnTo>
                  <a:lnTo>
                    <a:pt x="98060" y="1499"/>
                  </a:lnTo>
                  <a:lnTo>
                    <a:pt x="92523" y="2340"/>
                  </a:lnTo>
                  <a:lnTo>
                    <a:pt x="87017" y="3366"/>
                  </a:lnTo>
                  <a:lnTo>
                    <a:pt x="81549" y="4576"/>
                  </a:lnTo>
                  <a:lnTo>
                    <a:pt x="76124" y="5969"/>
                  </a:lnTo>
                  <a:lnTo>
                    <a:pt x="70749" y="7542"/>
                  </a:lnTo>
                  <a:lnTo>
                    <a:pt x="65430" y="9295"/>
                  </a:lnTo>
                  <a:lnTo>
                    <a:pt x="60172" y="11225"/>
                  </a:lnTo>
                  <a:lnTo>
                    <a:pt x="54982" y="13330"/>
                  </a:lnTo>
                  <a:lnTo>
                    <a:pt x="49865" y="15608"/>
                  </a:lnTo>
                  <a:lnTo>
                    <a:pt x="44828" y="18056"/>
                  </a:lnTo>
                  <a:lnTo>
                    <a:pt x="39875" y="20671"/>
                  </a:lnTo>
                  <a:lnTo>
                    <a:pt x="35013" y="23450"/>
                  </a:lnTo>
                  <a:lnTo>
                    <a:pt x="30246" y="26391"/>
                  </a:lnTo>
                  <a:lnTo>
                    <a:pt x="25581" y="29490"/>
                  </a:lnTo>
                  <a:lnTo>
                    <a:pt x="21022" y="32744"/>
                  </a:lnTo>
                  <a:lnTo>
                    <a:pt x="16575" y="36148"/>
                  </a:lnTo>
                  <a:lnTo>
                    <a:pt x="12244" y="39700"/>
                  </a:lnTo>
                  <a:lnTo>
                    <a:pt x="8035" y="43394"/>
                  </a:lnTo>
                  <a:lnTo>
                    <a:pt x="3952" y="47228"/>
                  </a:lnTo>
                  <a:lnTo>
                    <a:pt x="0" y="51196"/>
                  </a:lnTo>
                  <a:lnTo>
                    <a:pt x="1203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424860" y="5320952"/>
              <a:ext cx="120397" cy="115971"/>
            </a:xfrm>
            <a:custGeom>
              <a:avLst/>
              <a:pathLst>
                <a:path w="120397" h="115971">
                  <a:moveTo>
                    <a:pt x="0" y="0"/>
                  </a:moveTo>
                  <a:lnTo>
                    <a:pt x="120397" y="115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424860" y="5320952"/>
              <a:ext cx="120397" cy="115971"/>
            </a:xfrm>
            <a:custGeom>
              <a:avLst/>
              <a:pathLst>
                <a:path w="120397" h="115971">
                  <a:moveTo>
                    <a:pt x="0" y="0"/>
                  </a:moveTo>
                  <a:lnTo>
                    <a:pt x="120397" y="115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424860" y="5320952"/>
              <a:ext cx="120397" cy="115971"/>
            </a:xfrm>
            <a:custGeom>
              <a:avLst/>
              <a:pathLst>
                <a:path w="120397" h="115971">
                  <a:moveTo>
                    <a:pt x="0" y="0"/>
                  </a:moveTo>
                  <a:lnTo>
                    <a:pt x="120397" y="115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24860" y="5320952"/>
              <a:ext cx="120397" cy="115971"/>
            </a:xfrm>
            <a:custGeom>
              <a:avLst/>
              <a:pathLst>
                <a:path w="120397" h="115971">
                  <a:moveTo>
                    <a:pt x="0" y="0"/>
                  </a:moveTo>
                  <a:lnTo>
                    <a:pt x="120397" y="115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91788" y="5320952"/>
              <a:ext cx="153470" cy="115971"/>
            </a:xfrm>
            <a:custGeom>
              <a:avLst/>
              <a:pathLst>
                <a:path w="153470" h="115971">
                  <a:moveTo>
                    <a:pt x="33072" y="0"/>
                  </a:moveTo>
                  <a:lnTo>
                    <a:pt x="28986" y="4396"/>
                  </a:lnTo>
                  <a:lnTo>
                    <a:pt x="25061" y="8936"/>
                  </a:lnTo>
                  <a:lnTo>
                    <a:pt x="21302" y="13615"/>
                  </a:lnTo>
                  <a:lnTo>
                    <a:pt x="17713" y="18425"/>
                  </a:lnTo>
                  <a:lnTo>
                    <a:pt x="14299" y="23361"/>
                  </a:lnTo>
                  <a:lnTo>
                    <a:pt x="11064" y="28416"/>
                  </a:lnTo>
                  <a:lnTo>
                    <a:pt x="8013" y="33585"/>
                  </a:lnTo>
                  <a:lnTo>
                    <a:pt x="5150" y="38859"/>
                  </a:lnTo>
                  <a:lnTo>
                    <a:pt x="2477" y="44233"/>
                  </a:lnTo>
                  <a:lnTo>
                    <a:pt x="0" y="49699"/>
                  </a:lnTo>
                  <a:lnTo>
                    <a:pt x="153470" y="115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78093" y="5269756"/>
              <a:ext cx="334318" cy="334331"/>
            </a:xfrm>
            <a:custGeom>
              <a:avLst/>
              <a:pathLst>
                <a:path w="334318" h="334331">
                  <a:moveTo>
                    <a:pt x="13694" y="100895"/>
                  </a:moveTo>
                  <a:lnTo>
                    <a:pt x="11665" y="105809"/>
                  </a:lnTo>
                  <a:lnTo>
                    <a:pt x="9792" y="110784"/>
                  </a:lnTo>
                  <a:lnTo>
                    <a:pt x="8079" y="115816"/>
                  </a:lnTo>
                  <a:lnTo>
                    <a:pt x="6527" y="120901"/>
                  </a:lnTo>
                  <a:lnTo>
                    <a:pt x="5137" y="126032"/>
                  </a:lnTo>
                  <a:lnTo>
                    <a:pt x="3911" y="131204"/>
                  </a:lnTo>
                  <a:lnTo>
                    <a:pt x="2850" y="136413"/>
                  </a:lnTo>
                  <a:lnTo>
                    <a:pt x="1955" y="141653"/>
                  </a:lnTo>
                  <a:lnTo>
                    <a:pt x="1227" y="146919"/>
                  </a:lnTo>
                  <a:lnTo>
                    <a:pt x="668" y="152206"/>
                  </a:lnTo>
                  <a:lnTo>
                    <a:pt x="276" y="157507"/>
                  </a:lnTo>
                  <a:lnTo>
                    <a:pt x="53" y="162818"/>
                  </a:lnTo>
                  <a:lnTo>
                    <a:pt x="0" y="168134"/>
                  </a:lnTo>
                  <a:lnTo>
                    <a:pt x="115" y="173449"/>
                  </a:lnTo>
                  <a:lnTo>
                    <a:pt x="399" y="178757"/>
                  </a:lnTo>
                  <a:lnTo>
                    <a:pt x="852" y="184054"/>
                  </a:lnTo>
                  <a:lnTo>
                    <a:pt x="1473" y="189333"/>
                  </a:lnTo>
                  <a:lnTo>
                    <a:pt x="2261" y="194590"/>
                  </a:lnTo>
                  <a:lnTo>
                    <a:pt x="3217" y="199820"/>
                  </a:lnTo>
                  <a:lnTo>
                    <a:pt x="4338" y="205016"/>
                  </a:lnTo>
                  <a:lnTo>
                    <a:pt x="5624" y="210174"/>
                  </a:lnTo>
                  <a:lnTo>
                    <a:pt x="7073" y="215289"/>
                  </a:lnTo>
                  <a:lnTo>
                    <a:pt x="8684" y="220355"/>
                  </a:lnTo>
                  <a:lnTo>
                    <a:pt x="10455" y="225367"/>
                  </a:lnTo>
                  <a:lnTo>
                    <a:pt x="12385" y="230320"/>
                  </a:lnTo>
                  <a:lnTo>
                    <a:pt x="14471" y="235209"/>
                  </a:lnTo>
                  <a:lnTo>
                    <a:pt x="16712" y="240030"/>
                  </a:lnTo>
                  <a:lnTo>
                    <a:pt x="19105" y="244777"/>
                  </a:lnTo>
                  <a:lnTo>
                    <a:pt x="21647" y="249446"/>
                  </a:lnTo>
                  <a:lnTo>
                    <a:pt x="24337" y="254031"/>
                  </a:lnTo>
                  <a:lnTo>
                    <a:pt x="27171" y="258528"/>
                  </a:lnTo>
                  <a:lnTo>
                    <a:pt x="30147" y="262933"/>
                  </a:lnTo>
                  <a:lnTo>
                    <a:pt x="33261" y="267241"/>
                  </a:lnTo>
                  <a:lnTo>
                    <a:pt x="36511" y="271448"/>
                  </a:lnTo>
                  <a:lnTo>
                    <a:pt x="39892" y="275550"/>
                  </a:lnTo>
                  <a:lnTo>
                    <a:pt x="43403" y="279542"/>
                  </a:lnTo>
                  <a:lnTo>
                    <a:pt x="47039" y="283420"/>
                  </a:lnTo>
                  <a:lnTo>
                    <a:pt x="50796" y="287181"/>
                  </a:lnTo>
                  <a:lnTo>
                    <a:pt x="54671" y="290820"/>
                  </a:lnTo>
                  <a:lnTo>
                    <a:pt x="58659" y="294335"/>
                  </a:lnTo>
                  <a:lnTo>
                    <a:pt x="62757" y="297720"/>
                  </a:lnTo>
                  <a:lnTo>
                    <a:pt x="66961" y="300974"/>
                  </a:lnTo>
                  <a:lnTo>
                    <a:pt x="71266" y="304092"/>
                  </a:lnTo>
                  <a:lnTo>
                    <a:pt x="75669" y="307072"/>
                  </a:lnTo>
                  <a:lnTo>
                    <a:pt x="80163" y="309911"/>
                  </a:lnTo>
                  <a:lnTo>
                    <a:pt x="84746" y="312605"/>
                  </a:lnTo>
                  <a:lnTo>
                    <a:pt x="89412" y="315152"/>
                  </a:lnTo>
                  <a:lnTo>
                    <a:pt x="94157" y="317549"/>
                  </a:lnTo>
                  <a:lnTo>
                    <a:pt x="98975" y="319795"/>
                  </a:lnTo>
                  <a:lnTo>
                    <a:pt x="103863" y="321886"/>
                  </a:lnTo>
                  <a:lnTo>
                    <a:pt x="108814" y="323820"/>
                  </a:lnTo>
                  <a:lnTo>
                    <a:pt x="113824" y="325596"/>
                  </a:lnTo>
                  <a:lnTo>
                    <a:pt x="118889" y="327212"/>
                  </a:lnTo>
                  <a:lnTo>
                    <a:pt x="124002" y="328666"/>
                  </a:lnTo>
                  <a:lnTo>
                    <a:pt x="129159" y="329957"/>
                  </a:lnTo>
                  <a:lnTo>
                    <a:pt x="134354" y="331083"/>
                  </a:lnTo>
                  <a:lnTo>
                    <a:pt x="139583" y="332043"/>
                  </a:lnTo>
                  <a:lnTo>
                    <a:pt x="144839" y="332837"/>
                  </a:lnTo>
                  <a:lnTo>
                    <a:pt x="150118" y="333463"/>
                  </a:lnTo>
                  <a:lnTo>
                    <a:pt x="155414" y="333921"/>
                  </a:lnTo>
                  <a:lnTo>
                    <a:pt x="160722" y="334210"/>
                  </a:lnTo>
                  <a:lnTo>
                    <a:pt x="166037" y="334331"/>
                  </a:lnTo>
                  <a:lnTo>
                    <a:pt x="171352" y="334282"/>
                  </a:lnTo>
                  <a:lnTo>
                    <a:pt x="176664" y="334064"/>
                  </a:lnTo>
                  <a:lnTo>
                    <a:pt x="181966" y="333678"/>
                  </a:lnTo>
                  <a:lnTo>
                    <a:pt x="187253" y="333123"/>
                  </a:lnTo>
                  <a:lnTo>
                    <a:pt x="192519" y="332400"/>
                  </a:lnTo>
                  <a:lnTo>
                    <a:pt x="197760" y="331511"/>
                  </a:lnTo>
                  <a:lnTo>
                    <a:pt x="202970" y="330455"/>
                  </a:lnTo>
                  <a:lnTo>
                    <a:pt x="208144" y="329234"/>
                  </a:lnTo>
                  <a:lnTo>
                    <a:pt x="213276" y="327849"/>
                  </a:lnTo>
                  <a:lnTo>
                    <a:pt x="218362" y="326301"/>
                  </a:lnTo>
                  <a:lnTo>
                    <a:pt x="223396" y="324593"/>
                  </a:lnTo>
                  <a:lnTo>
                    <a:pt x="228373" y="322725"/>
                  </a:lnTo>
                  <a:lnTo>
                    <a:pt x="233288" y="320700"/>
                  </a:lnTo>
                  <a:lnTo>
                    <a:pt x="238137" y="318520"/>
                  </a:lnTo>
                  <a:lnTo>
                    <a:pt x="242913" y="316187"/>
                  </a:lnTo>
                  <a:lnTo>
                    <a:pt x="247613" y="313703"/>
                  </a:lnTo>
                  <a:lnTo>
                    <a:pt x="252232" y="311071"/>
                  </a:lnTo>
                  <a:lnTo>
                    <a:pt x="256764" y="308294"/>
                  </a:lnTo>
                  <a:lnTo>
                    <a:pt x="261206" y="305373"/>
                  </a:lnTo>
                  <a:lnTo>
                    <a:pt x="265553" y="302313"/>
                  </a:lnTo>
                  <a:lnTo>
                    <a:pt x="269801" y="299117"/>
                  </a:lnTo>
                  <a:lnTo>
                    <a:pt x="273944" y="295786"/>
                  </a:lnTo>
                  <a:lnTo>
                    <a:pt x="277980" y="292326"/>
                  </a:lnTo>
                  <a:lnTo>
                    <a:pt x="281903" y="288740"/>
                  </a:lnTo>
                  <a:lnTo>
                    <a:pt x="285711" y="285030"/>
                  </a:lnTo>
                  <a:lnTo>
                    <a:pt x="289398" y="281201"/>
                  </a:lnTo>
                  <a:lnTo>
                    <a:pt x="292962" y="277257"/>
                  </a:lnTo>
                  <a:lnTo>
                    <a:pt x="296399" y="273201"/>
                  </a:lnTo>
                  <a:lnTo>
                    <a:pt x="299705" y="269038"/>
                  </a:lnTo>
                  <a:lnTo>
                    <a:pt x="302877" y="264773"/>
                  </a:lnTo>
                  <a:lnTo>
                    <a:pt x="305912" y="260408"/>
                  </a:lnTo>
                  <a:lnTo>
                    <a:pt x="308807" y="255949"/>
                  </a:lnTo>
                  <a:lnTo>
                    <a:pt x="311558" y="251401"/>
                  </a:lnTo>
                  <a:lnTo>
                    <a:pt x="314163" y="246767"/>
                  </a:lnTo>
                  <a:lnTo>
                    <a:pt x="316620" y="242053"/>
                  </a:lnTo>
                  <a:lnTo>
                    <a:pt x="318926" y="237263"/>
                  </a:lnTo>
                  <a:lnTo>
                    <a:pt x="321078" y="232402"/>
                  </a:lnTo>
                  <a:lnTo>
                    <a:pt x="323074" y="227475"/>
                  </a:lnTo>
                  <a:lnTo>
                    <a:pt x="324913" y="222487"/>
                  </a:lnTo>
                  <a:lnTo>
                    <a:pt x="326592" y="217444"/>
                  </a:lnTo>
                  <a:lnTo>
                    <a:pt x="328110" y="212349"/>
                  </a:lnTo>
                  <a:lnTo>
                    <a:pt x="329465" y="207209"/>
                  </a:lnTo>
                  <a:lnTo>
                    <a:pt x="330656" y="202028"/>
                  </a:lnTo>
                  <a:lnTo>
                    <a:pt x="331682" y="196812"/>
                  </a:lnTo>
                  <a:lnTo>
                    <a:pt x="332541" y="191566"/>
                  </a:lnTo>
                  <a:lnTo>
                    <a:pt x="333234" y="186295"/>
                  </a:lnTo>
                  <a:lnTo>
                    <a:pt x="333758" y="181005"/>
                  </a:lnTo>
                  <a:lnTo>
                    <a:pt x="334114" y="175701"/>
                  </a:lnTo>
                  <a:lnTo>
                    <a:pt x="334301" y="170389"/>
                  </a:lnTo>
                  <a:lnTo>
                    <a:pt x="334318" y="165073"/>
                  </a:lnTo>
                  <a:lnTo>
                    <a:pt x="334167" y="159759"/>
                  </a:lnTo>
                  <a:lnTo>
                    <a:pt x="333847" y="154453"/>
                  </a:lnTo>
                  <a:lnTo>
                    <a:pt x="333359" y="149159"/>
                  </a:lnTo>
                  <a:lnTo>
                    <a:pt x="332702" y="143884"/>
                  </a:lnTo>
                  <a:lnTo>
                    <a:pt x="331878" y="138632"/>
                  </a:lnTo>
                  <a:lnTo>
                    <a:pt x="330888" y="133409"/>
                  </a:lnTo>
                  <a:lnTo>
                    <a:pt x="329731" y="128221"/>
                  </a:lnTo>
                  <a:lnTo>
                    <a:pt x="328411" y="123071"/>
                  </a:lnTo>
                  <a:lnTo>
                    <a:pt x="326927" y="117967"/>
                  </a:lnTo>
                  <a:lnTo>
                    <a:pt x="325282" y="112912"/>
                  </a:lnTo>
                  <a:lnTo>
                    <a:pt x="323477" y="107912"/>
                  </a:lnTo>
                  <a:lnTo>
                    <a:pt x="321514" y="102971"/>
                  </a:lnTo>
                  <a:lnTo>
                    <a:pt x="319395" y="98096"/>
                  </a:lnTo>
                  <a:lnTo>
                    <a:pt x="317122" y="93291"/>
                  </a:lnTo>
                  <a:lnTo>
                    <a:pt x="314697" y="88560"/>
                  </a:lnTo>
                  <a:lnTo>
                    <a:pt x="312123" y="83909"/>
                  </a:lnTo>
                  <a:lnTo>
                    <a:pt x="309402" y="79342"/>
                  </a:lnTo>
                  <a:lnTo>
                    <a:pt x="306538" y="74864"/>
                  </a:lnTo>
                  <a:lnTo>
                    <a:pt x="303533" y="70479"/>
                  </a:lnTo>
                  <a:lnTo>
                    <a:pt x="300389" y="66192"/>
                  </a:lnTo>
                  <a:lnTo>
                    <a:pt x="297111" y="62007"/>
                  </a:lnTo>
                  <a:lnTo>
                    <a:pt x="293702" y="57928"/>
                  </a:lnTo>
                  <a:lnTo>
                    <a:pt x="290165" y="53960"/>
                  </a:lnTo>
                  <a:lnTo>
                    <a:pt x="286503" y="50106"/>
                  </a:lnTo>
                  <a:lnTo>
                    <a:pt x="282721" y="46371"/>
                  </a:lnTo>
                  <a:lnTo>
                    <a:pt x="278821" y="42758"/>
                  </a:lnTo>
                  <a:lnTo>
                    <a:pt x="274809" y="39270"/>
                  </a:lnTo>
                  <a:lnTo>
                    <a:pt x="270688" y="35912"/>
                  </a:lnTo>
                  <a:lnTo>
                    <a:pt x="266462" y="32687"/>
                  </a:lnTo>
                  <a:lnTo>
                    <a:pt x="262136" y="29598"/>
                  </a:lnTo>
                  <a:lnTo>
                    <a:pt x="257714" y="26648"/>
                  </a:lnTo>
                  <a:lnTo>
                    <a:pt x="253200" y="23840"/>
                  </a:lnTo>
                  <a:lnTo>
                    <a:pt x="248600" y="21176"/>
                  </a:lnTo>
                  <a:lnTo>
                    <a:pt x="243916" y="18661"/>
                  </a:lnTo>
                  <a:lnTo>
                    <a:pt x="239156" y="16296"/>
                  </a:lnTo>
                  <a:lnTo>
                    <a:pt x="234322" y="14083"/>
                  </a:lnTo>
                  <a:lnTo>
                    <a:pt x="229421" y="12025"/>
                  </a:lnTo>
                  <a:lnTo>
                    <a:pt x="224456" y="10124"/>
                  </a:lnTo>
                  <a:lnTo>
                    <a:pt x="219434" y="8382"/>
                  </a:lnTo>
                  <a:lnTo>
                    <a:pt x="214359" y="6800"/>
                  </a:lnTo>
                  <a:lnTo>
                    <a:pt x="209236" y="5380"/>
                  </a:lnTo>
                  <a:lnTo>
                    <a:pt x="204071" y="4124"/>
                  </a:lnTo>
                  <a:lnTo>
                    <a:pt x="198868" y="3033"/>
                  </a:lnTo>
                  <a:lnTo>
                    <a:pt x="193633" y="2108"/>
                  </a:lnTo>
                  <a:lnTo>
                    <a:pt x="188371" y="1350"/>
                  </a:lnTo>
                  <a:lnTo>
                    <a:pt x="183088" y="760"/>
                  </a:lnTo>
                  <a:lnTo>
                    <a:pt x="177789" y="338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861364" y="5018213"/>
              <a:ext cx="159674" cy="167167"/>
            </a:xfrm>
            <a:custGeom>
              <a:avLst/>
              <a:pathLst>
                <a:path w="159674" h="167167">
                  <a:moveTo>
                    <a:pt x="159674" y="0"/>
                  </a:moveTo>
                  <a:lnTo>
                    <a:pt x="154230" y="88"/>
                  </a:lnTo>
                  <a:lnTo>
                    <a:pt x="148792" y="354"/>
                  </a:lnTo>
                  <a:lnTo>
                    <a:pt x="143366" y="797"/>
                  </a:lnTo>
                  <a:lnTo>
                    <a:pt x="137956" y="1416"/>
                  </a:lnTo>
                  <a:lnTo>
                    <a:pt x="132570" y="2211"/>
                  </a:lnTo>
                  <a:lnTo>
                    <a:pt x="127213" y="3181"/>
                  </a:lnTo>
                  <a:lnTo>
                    <a:pt x="121890" y="4326"/>
                  </a:lnTo>
                  <a:lnTo>
                    <a:pt x="116607" y="5642"/>
                  </a:lnTo>
                  <a:lnTo>
                    <a:pt x="111370" y="7130"/>
                  </a:lnTo>
                  <a:lnTo>
                    <a:pt x="106184" y="8788"/>
                  </a:lnTo>
                  <a:lnTo>
                    <a:pt x="101055" y="10614"/>
                  </a:lnTo>
                  <a:lnTo>
                    <a:pt x="95988" y="12606"/>
                  </a:lnTo>
                  <a:lnTo>
                    <a:pt x="90988" y="14762"/>
                  </a:lnTo>
                  <a:lnTo>
                    <a:pt x="86062" y="17080"/>
                  </a:lnTo>
                  <a:lnTo>
                    <a:pt x="81213" y="19556"/>
                  </a:lnTo>
                  <a:lnTo>
                    <a:pt x="76448" y="22190"/>
                  </a:lnTo>
                  <a:lnTo>
                    <a:pt x="71771" y="24977"/>
                  </a:lnTo>
                  <a:lnTo>
                    <a:pt x="67187" y="27915"/>
                  </a:lnTo>
                  <a:lnTo>
                    <a:pt x="62701" y="31001"/>
                  </a:lnTo>
                  <a:lnTo>
                    <a:pt x="58318" y="34231"/>
                  </a:lnTo>
                  <a:lnTo>
                    <a:pt x="54043" y="37602"/>
                  </a:lnTo>
                  <a:lnTo>
                    <a:pt x="49880" y="41110"/>
                  </a:lnTo>
                  <a:lnTo>
                    <a:pt x="45833" y="44753"/>
                  </a:lnTo>
                  <a:lnTo>
                    <a:pt x="41907" y="48525"/>
                  </a:lnTo>
                  <a:lnTo>
                    <a:pt x="38106" y="52423"/>
                  </a:lnTo>
                  <a:lnTo>
                    <a:pt x="34434" y="56443"/>
                  </a:lnTo>
                  <a:lnTo>
                    <a:pt x="30895" y="60580"/>
                  </a:lnTo>
                  <a:lnTo>
                    <a:pt x="27492" y="64830"/>
                  </a:lnTo>
                  <a:lnTo>
                    <a:pt x="24229" y="69189"/>
                  </a:lnTo>
                  <a:lnTo>
                    <a:pt x="21111" y="73651"/>
                  </a:lnTo>
                  <a:lnTo>
                    <a:pt x="18139" y="78213"/>
                  </a:lnTo>
                  <a:lnTo>
                    <a:pt x="15317" y="82870"/>
                  </a:lnTo>
                  <a:lnTo>
                    <a:pt x="12648" y="87615"/>
                  </a:lnTo>
                  <a:lnTo>
                    <a:pt x="10136" y="92445"/>
                  </a:lnTo>
                  <a:lnTo>
                    <a:pt x="7782" y="97355"/>
                  </a:lnTo>
                  <a:lnTo>
                    <a:pt x="5589" y="102338"/>
                  </a:lnTo>
                  <a:lnTo>
                    <a:pt x="3560" y="107390"/>
                  </a:lnTo>
                  <a:lnTo>
                    <a:pt x="1696" y="112506"/>
                  </a:lnTo>
                  <a:lnTo>
                    <a:pt x="0" y="117679"/>
                  </a:lnTo>
                  <a:lnTo>
                    <a:pt x="1596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861364" y="5135893"/>
              <a:ext cx="159674" cy="49487"/>
            </a:xfrm>
            <a:custGeom>
              <a:avLst/>
              <a:pathLst>
                <a:path w="159674" h="49487">
                  <a:moveTo>
                    <a:pt x="0" y="0"/>
                  </a:moveTo>
                  <a:lnTo>
                    <a:pt x="159674" y="494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861364" y="5135893"/>
              <a:ext cx="159674" cy="49487"/>
            </a:xfrm>
            <a:custGeom>
              <a:avLst/>
              <a:pathLst>
                <a:path w="159674" h="49487">
                  <a:moveTo>
                    <a:pt x="0" y="0"/>
                  </a:moveTo>
                  <a:lnTo>
                    <a:pt x="159674" y="494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861364" y="5135893"/>
              <a:ext cx="159674" cy="49487"/>
            </a:xfrm>
            <a:custGeom>
              <a:avLst/>
              <a:pathLst>
                <a:path w="159674" h="49487">
                  <a:moveTo>
                    <a:pt x="0" y="0"/>
                  </a:moveTo>
                  <a:lnTo>
                    <a:pt x="159674" y="494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53872" y="5135893"/>
              <a:ext cx="167166" cy="55229"/>
            </a:xfrm>
            <a:custGeom>
              <a:avLst/>
              <a:pathLst>
                <a:path w="167166" h="55229">
                  <a:moveTo>
                    <a:pt x="7492" y="0"/>
                  </a:moveTo>
                  <a:lnTo>
                    <a:pt x="5761" y="5974"/>
                  </a:lnTo>
                  <a:lnTo>
                    <a:pt x="4254" y="12009"/>
                  </a:lnTo>
                  <a:lnTo>
                    <a:pt x="2973" y="18095"/>
                  </a:lnTo>
                  <a:lnTo>
                    <a:pt x="1919" y="24225"/>
                  </a:lnTo>
                  <a:lnTo>
                    <a:pt x="1093" y="30391"/>
                  </a:lnTo>
                  <a:lnTo>
                    <a:pt x="498" y="36582"/>
                  </a:lnTo>
                  <a:lnTo>
                    <a:pt x="133" y="42791"/>
                  </a:lnTo>
                  <a:lnTo>
                    <a:pt x="0" y="49010"/>
                  </a:lnTo>
                  <a:lnTo>
                    <a:pt x="97" y="55229"/>
                  </a:lnTo>
                  <a:lnTo>
                    <a:pt x="167166" y="494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53970" y="5018213"/>
              <a:ext cx="334225" cy="334328"/>
            </a:xfrm>
            <a:custGeom>
              <a:avLst/>
              <a:pathLst>
                <a:path w="334225" h="334328">
                  <a:moveTo>
                    <a:pt x="0" y="172909"/>
                  </a:moveTo>
                  <a:lnTo>
                    <a:pt x="267" y="178222"/>
                  </a:lnTo>
                  <a:lnTo>
                    <a:pt x="703" y="183524"/>
                  </a:lnTo>
                  <a:lnTo>
                    <a:pt x="1308" y="188809"/>
                  </a:lnTo>
                  <a:lnTo>
                    <a:pt x="2080" y="194072"/>
                  </a:lnTo>
                  <a:lnTo>
                    <a:pt x="3020" y="199308"/>
                  </a:lnTo>
                  <a:lnTo>
                    <a:pt x="4126" y="204511"/>
                  </a:lnTo>
                  <a:lnTo>
                    <a:pt x="5396" y="209677"/>
                  </a:lnTo>
                  <a:lnTo>
                    <a:pt x="6831" y="214800"/>
                  </a:lnTo>
                  <a:lnTo>
                    <a:pt x="8427" y="219874"/>
                  </a:lnTo>
                  <a:lnTo>
                    <a:pt x="10185" y="224895"/>
                  </a:lnTo>
                  <a:lnTo>
                    <a:pt x="12101" y="229857"/>
                  </a:lnTo>
                  <a:lnTo>
                    <a:pt x="14174" y="234756"/>
                  </a:lnTo>
                  <a:lnTo>
                    <a:pt x="16402" y="239587"/>
                  </a:lnTo>
                  <a:lnTo>
                    <a:pt x="18783" y="244344"/>
                  </a:lnTo>
                  <a:lnTo>
                    <a:pt x="21313" y="249023"/>
                  </a:lnTo>
                  <a:lnTo>
                    <a:pt x="23992" y="253619"/>
                  </a:lnTo>
                  <a:lnTo>
                    <a:pt x="26815" y="258128"/>
                  </a:lnTo>
                  <a:lnTo>
                    <a:pt x="29780" y="262544"/>
                  </a:lnTo>
                  <a:lnTo>
                    <a:pt x="32884" y="266864"/>
                  </a:lnTo>
                  <a:lnTo>
                    <a:pt x="36124" y="271083"/>
                  </a:lnTo>
                  <a:lnTo>
                    <a:pt x="39497" y="275197"/>
                  </a:lnTo>
                  <a:lnTo>
                    <a:pt x="42999" y="279202"/>
                  </a:lnTo>
                  <a:lnTo>
                    <a:pt x="46626" y="283092"/>
                  </a:lnTo>
                  <a:lnTo>
                    <a:pt x="50376" y="286866"/>
                  </a:lnTo>
                  <a:lnTo>
                    <a:pt x="54244" y="290518"/>
                  </a:lnTo>
                  <a:lnTo>
                    <a:pt x="58226" y="294046"/>
                  </a:lnTo>
                  <a:lnTo>
                    <a:pt x="62318" y="297445"/>
                  </a:lnTo>
                  <a:lnTo>
                    <a:pt x="66516" y="300712"/>
                  </a:lnTo>
                  <a:lnTo>
                    <a:pt x="70816" y="303843"/>
                  </a:lnTo>
                  <a:lnTo>
                    <a:pt x="75213" y="306837"/>
                  </a:lnTo>
                  <a:lnTo>
                    <a:pt x="79704" y="309689"/>
                  </a:lnTo>
                  <a:lnTo>
                    <a:pt x="84283" y="312396"/>
                  </a:lnTo>
                  <a:lnTo>
                    <a:pt x="88946" y="314957"/>
                  </a:lnTo>
                  <a:lnTo>
                    <a:pt x="93688" y="317368"/>
                  </a:lnTo>
                  <a:lnTo>
                    <a:pt x="98504" y="319626"/>
                  </a:lnTo>
                  <a:lnTo>
                    <a:pt x="103390" y="321731"/>
                  </a:lnTo>
                  <a:lnTo>
                    <a:pt x="108340" y="323679"/>
                  </a:lnTo>
                  <a:lnTo>
                    <a:pt x="113349" y="325468"/>
                  </a:lnTo>
                  <a:lnTo>
                    <a:pt x="118413" y="327097"/>
                  </a:lnTo>
                  <a:lnTo>
                    <a:pt x="123527" y="328564"/>
                  </a:lnTo>
                  <a:lnTo>
                    <a:pt x="128684" y="329868"/>
                  </a:lnTo>
                  <a:lnTo>
                    <a:pt x="133880" y="331007"/>
                  </a:lnTo>
                  <a:lnTo>
                    <a:pt x="139110" y="331980"/>
                  </a:lnTo>
                  <a:lnTo>
                    <a:pt x="144368" y="332786"/>
                  </a:lnTo>
                  <a:lnTo>
                    <a:pt x="149649" y="333424"/>
                  </a:lnTo>
                  <a:lnTo>
                    <a:pt x="154948" y="333894"/>
                  </a:lnTo>
                  <a:lnTo>
                    <a:pt x="160259" y="334196"/>
                  </a:lnTo>
                  <a:lnTo>
                    <a:pt x="165577" y="334328"/>
                  </a:lnTo>
                  <a:lnTo>
                    <a:pt x="170897" y="334291"/>
                  </a:lnTo>
                  <a:lnTo>
                    <a:pt x="176212" y="334084"/>
                  </a:lnTo>
                  <a:lnTo>
                    <a:pt x="181519" y="333709"/>
                  </a:lnTo>
                  <a:lnTo>
                    <a:pt x="186810" y="333165"/>
                  </a:lnTo>
                  <a:lnTo>
                    <a:pt x="192082" y="332452"/>
                  </a:lnTo>
                  <a:lnTo>
                    <a:pt x="197329" y="331573"/>
                  </a:lnTo>
                  <a:lnTo>
                    <a:pt x="202544" y="330527"/>
                  </a:lnTo>
                  <a:lnTo>
                    <a:pt x="207724" y="329315"/>
                  </a:lnTo>
                  <a:lnTo>
                    <a:pt x="212863" y="327940"/>
                  </a:lnTo>
                  <a:lnTo>
                    <a:pt x="217955" y="326401"/>
                  </a:lnTo>
                  <a:lnTo>
                    <a:pt x="222996" y="324701"/>
                  </a:lnTo>
                  <a:lnTo>
                    <a:pt x="227980" y="322842"/>
                  </a:lnTo>
                  <a:lnTo>
                    <a:pt x="232902" y="320825"/>
                  </a:lnTo>
                  <a:lnTo>
                    <a:pt x="237758" y="318653"/>
                  </a:lnTo>
                  <a:lnTo>
                    <a:pt x="242542" y="316327"/>
                  </a:lnTo>
                  <a:lnTo>
                    <a:pt x="247250" y="313850"/>
                  </a:lnTo>
                  <a:lnTo>
                    <a:pt x="251877" y="311224"/>
                  </a:lnTo>
                  <a:lnTo>
                    <a:pt x="256417" y="308453"/>
                  </a:lnTo>
                  <a:lnTo>
                    <a:pt x="260867" y="305538"/>
                  </a:lnTo>
                  <a:lnTo>
                    <a:pt x="265223" y="302484"/>
                  </a:lnTo>
                  <a:lnTo>
                    <a:pt x="269478" y="299292"/>
                  </a:lnTo>
                  <a:lnTo>
                    <a:pt x="273631" y="295967"/>
                  </a:lnTo>
                  <a:lnTo>
                    <a:pt x="277675" y="292511"/>
                  </a:lnTo>
                  <a:lnTo>
                    <a:pt x="281607" y="288928"/>
                  </a:lnTo>
                  <a:lnTo>
                    <a:pt x="285423" y="285222"/>
                  </a:lnTo>
                  <a:lnTo>
                    <a:pt x="289119" y="281397"/>
                  </a:lnTo>
                  <a:lnTo>
                    <a:pt x="292692" y="277456"/>
                  </a:lnTo>
                  <a:lnTo>
                    <a:pt x="296138" y="273403"/>
                  </a:lnTo>
                  <a:lnTo>
                    <a:pt x="299453" y="269242"/>
                  </a:lnTo>
                  <a:lnTo>
                    <a:pt x="302633" y="264978"/>
                  </a:lnTo>
                  <a:lnTo>
                    <a:pt x="305677" y="260615"/>
                  </a:lnTo>
                  <a:lnTo>
                    <a:pt x="308580" y="256158"/>
                  </a:lnTo>
                  <a:lnTo>
                    <a:pt x="311340" y="251610"/>
                  </a:lnTo>
                  <a:lnTo>
                    <a:pt x="313954" y="246977"/>
                  </a:lnTo>
                  <a:lnTo>
                    <a:pt x="316419" y="242263"/>
                  </a:lnTo>
                  <a:lnTo>
                    <a:pt x="318733" y="237473"/>
                  </a:lnTo>
                  <a:lnTo>
                    <a:pt x="320893" y="232612"/>
                  </a:lnTo>
                  <a:lnTo>
                    <a:pt x="322897" y="227684"/>
                  </a:lnTo>
                  <a:lnTo>
                    <a:pt x="324744" y="222695"/>
                  </a:lnTo>
                  <a:lnTo>
                    <a:pt x="326431" y="217650"/>
                  </a:lnTo>
                  <a:lnTo>
                    <a:pt x="327956" y="212554"/>
                  </a:lnTo>
                  <a:lnTo>
                    <a:pt x="329319" y="207412"/>
                  </a:lnTo>
                  <a:lnTo>
                    <a:pt x="330517" y="202229"/>
                  </a:lnTo>
                  <a:lnTo>
                    <a:pt x="331550" y="197011"/>
                  </a:lnTo>
                  <a:lnTo>
                    <a:pt x="332417" y="191762"/>
                  </a:lnTo>
                  <a:lnTo>
                    <a:pt x="333115" y="186489"/>
                  </a:lnTo>
                  <a:lnTo>
                    <a:pt x="333646" y="181195"/>
                  </a:lnTo>
                  <a:lnTo>
                    <a:pt x="334008" y="175888"/>
                  </a:lnTo>
                  <a:lnTo>
                    <a:pt x="334201" y="170572"/>
                  </a:lnTo>
                  <a:lnTo>
                    <a:pt x="334225" y="165253"/>
                  </a:lnTo>
                  <a:lnTo>
                    <a:pt x="334079" y="159935"/>
                  </a:lnTo>
                  <a:lnTo>
                    <a:pt x="333765" y="154625"/>
                  </a:lnTo>
                  <a:lnTo>
                    <a:pt x="333281" y="149327"/>
                  </a:lnTo>
                  <a:lnTo>
                    <a:pt x="332629" y="144048"/>
                  </a:lnTo>
                  <a:lnTo>
                    <a:pt x="331810" y="138791"/>
                  </a:lnTo>
                  <a:lnTo>
                    <a:pt x="330824" y="133564"/>
                  </a:lnTo>
                  <a:lnTo>
                    <a:pt x="329672" y="128371"/>
                  </a:lnTo>
                  <a:lnTo>
                    <a:pt x="328355" y="123217"/>
                  </a:lnTo>
                  <a:lnTo>
                    <a:pt x="326875" y="118107"/>
                  </a:lnTo>
                  <a:lnTo>
                    <a:pt x="325233" y="113047"/>
                  </a:lnTo>
                  <a:lnTo>
                    <a:pt x="323431" y="108042"/>
                  </a:lnTo>
                  <a:lnTo>
                    <a:pt x="321470" y="103097"/>
                  </a:lnTo>
                  <a:lnTo>
                    <a:pt x="319354" y="98217"/>
                  </a:lnTo>
                  <a:lnTo>
                    <a:pt x="317083" y="93406"/>
                  </a:lnTo>
                  <a:lnTo>
                    <a:pt x="314660" y="88670"/>
                  </a:lnTo>
                  <a:lnTo>
                    <a:pt x="312087" y="84014"/>
                  </a:lnTo>
                  <a:lnTo>
                    <a:pt x="309368" y="79442"/>
                  </a:lnTo>
                  <a:lnTo>
                    <a:pt x="306505" y="74959"/>
                  </a:lnTo>
                  <a:lnTo>
                    <a:pt x="303500" y="70569"/>
                  </a:lnTo>
                  <a:lnTo>
                    <a:pt x="300358" y="66277"/>
                  </a:lnTo>
                  <a:lnTo>
                    <a:pt x="297080" y="62087"/>
                  </a:lnTo>
                  <a:lnTo>
                    <a:pt x="293671" y="58003"/>
                  </a:lnTo>
                  <a:lnTo>
                    <a:pt x="290133" y="54030"/>
                  </a:lnTo>
                  <a:lnTo>
                    <a:pt x="286471" y="50172"/>
                  </a:lnTo>
                  <a:lnTo>
                    <a:pt x="282688" y="46432"/>
                  </a:lnTo>
                  <a:lnTo>
                    <a:pt x="278788" y="42814"/>
                  </a:lnTo>
                  <a:lnTo>
                    <a:pt x="274775" y="39322"/>
                  </a:lnTo>
                  <a:lnTo>
                    <a:pt x="270653" y="35960"/>
                  </a:lnTo>
                  <a:lnTo>
                    <a:pt x="266426" y="32731"/>
                  </a:lnTo>
                  <a:lnTo>
                    <a:pt x="262098" y="29638"/>
                  </a:lnTo>
                  <a:lnTo>
                    <a:pt x="257674" y="26683"/>
                  </a:lnTo>
                  <a:lnTo>
                    <a:pt x="253158" y="23872"/>
                  </a:lnTo>
                  <a:lnTo>
                    <a:pt x="248555" y="21205"/>
                  </a:lnTo>
                  <a:lnTo>
                    <a:pt x="243870" y="18686"/>
                  </a:lnTo>
                  <a:lnTo>
                    <a:pt x="239106" y="16318"/>
                  </a:lnTo>
                  <a:lnTo>
                    <a:pt x="234270" y="14102"/>
                  </a:lnTo>
                  <a:lnTo>
                    <a:pt x="229366" y="12041"/>
                  </a:lnTo>
                  <a:lnTo>
                    <a:pt x="224399" y="10138"/>
                  </a:lnTo>
                  <a:lnTo>
                    <a:pt x="219373" y="8393"/>
                  </a:lnTo>
                  <a:lnTo>
                    <a:pt x="214295" y="6809"/>
                  </a:lnTo>
                  <a:lnTo>
                    <a:pt x="209169" y="5388"/>
                  </a:lnTo>
                  <a:lnTo>
                    <a:pt x="204000" y="4130"/>
                  </a:lnTo>
                  <a:lnTo>
                    <a:pt x="198794" y="3038"/>
                  </a:lnTo>
                  <a:lnTo>
                    <a:pt x="193555" y="2111"/>
                  </a:lnTo>
                  <a:lnTo>
                    <a:pt x="188290" y="1352"/>
                  </a:lnTo>
                  <a:lnTo>
                    <a:pt x="183004" y="761"/>
                  </a:lnTo>
                  <a:lnTo>
                    <a:pt x="177701" y="338"/>
                  </a:lnTo>
                  <a:lnTo>
                    <a:pt x="172387" y="84"/>
                  </a:lnTo>
                  <a:lnTo>
                    <a:pt x="167068" y="0"/>
                  </a:lnTo>
                  <a:lnTo>
                    <a:pt x="1670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256087" y="4659281"/>
              <a:ext cx="326699" cy="334334"/>
            </a:xfrm>
            <a:custGeom>
              <a:avLst/>
              <a:pathLst>
                <a:path w="326699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9" y="336"/>
                  </a:lnTo>
                  <a:lnTo>
                    <a:pt x="151263" y="756"/>
                  </a:lnTo>
                  <a:lnTo>
                    <a:pt x="145993" y="1343"/>
                  </a:lnTo>
                  <a:lnTo>
                    <a:pt x="140744" y="2098"/>
                  </a:lnTo>
                  <a:lnTo>
                    <a:pt x="135522" y="3018"/>
                  </a:lnTo>
                  <a:lnTo>
                    <a:pt x="130331" y="4104"/>
                  </a:lnTo>
                  <a:lnTo>
                    <a:pt x="125178" y="5354"/>
                  </a:lnTo>
                  <a:lnTo>
                    <a:pt x="120067" y="6766"/>
                  </a:lnTo>
                  <a:lnTo>
                    <a:pt x="115003" y="8340"/>
                  </a:lnTo>
                  <a:lnTo>
                    <a:pt x="109992" y="10074"/>
                  </a:lnTo>
                  <a:lnTo>
                    <a:pt x="105038" y="11966"/>
                  </a:lnTo>
                  <a:lnTo>
                    <a:pt x="100147" y="14014"/>
                  </a:lnTo>
                  <a:lnTo>
                    <a:pt x="95323" y="16216"/>
                  </a:lnTo>
                  <a:lnTo>
                    <a:pt x="90572" y="18570"/>
                  </a:lnTo>
                  <a:lnTo>
                    <a:pt x="85897" y="21073"/>
                  </a:lnTo>
                  <a:lnTo>
                    <a:pt x="81304" y="23724"/>
                  </a:lnTo>
                  <a:lnTo>
                    <a:pt x="76798" y="26519"/>
                  </a:lnTo>
                  <a:lnTo>
                    <a:pt x="72383" y="29455"/>
                  </a:lnTo>
                  <a:lnTo>
                    <a:pt x="68062" y="32530"/>
                  </a:lnTo>
                  <a:lnTo>
                    <a:pt x="63842" y="35740"/>
                  </a:lnTo>
                  <a:lnTo>
                    <a:pt x="59726" y="39083"/>
                  </a:lnTo>
                  <a:lnTo>
                    <a:pt x="55717" y="42554"/>
                  </a:lnTo>
                  <a:lnTo>
                    <a:pt x="51821" y="46151"/>
                  </a:lnTo>
                  <a:lnTo>
                    <a:pt x="48041" y="49870"/>
                  </a:lnTo>
                  <a:lnTo>
                    <a:pt x="44380" y="53707"/>
                  </a:lnTo>
                  <a:lnTo>
                    <a:pt x="40844" y="57657"/>
                  </a:lnTo>
                  <a:lnTo>
                    <a:pt x="37434" y="61719"/>
                  </a:lnTo>
                  <a:lnTo>
                    <a:pt x="34155" y="65886"/>
                  </a:lnTo>
                  <a:lnTo>
                    <a:pt x="31009" y="70155"/>
                  </a:lnTo>
                  <a:lnTo>
                    <a:pt x="28001" y="74521"/>
                  </a:lnTo>
                  <a:lnTo>
                    <a:pt x="25132" y="78981"/>
                  </a:lnTo>
                  <a:lnTo>
                    <a:pt x="22407" y="83530"/>
                  </a:lnTo>
                  <a:lnTo>
                    <a:pt x="19827" y="88163"/>
                  </a:lnTo>
                  <a:lnTo>
                    <a:pt x="17395" y="92875"/>
                  </a:lnTo>
                  <a:lnTo>
                    <a:pt x="15114" y="97662"/>
                  </a:lnTo>
                  <a:lnTo>
                    <a:pt x="12986" y="102519"/>
                  </a:lnTo>
                  <a:lnTo>
                    <a:pt x="11014" y="107441"/>
                  </a:lnTo>
                  <a:lnTo>
                    <a:pt x="9198" y="112423"/>
                  </a:lnTo>
                  <a:lnTo>
                    <a:pt x="7541" y="117460"/>
                  </a:lnTo>
                  <a:lnTo>
                    <a:pt x="6045" y="122548"/>
                  </a:lnTo>
                  <a:lnTo>
                    <a:pt x="4711" y="127680"/>
                  </a:lnTo>
                  <a:lnTo>
                    <a:pt x="3540" y="132851"/>
                  </a:lnTo>
                  <a:lnTo>
                    <a:pt x="2534" y="138058"/>
                  </a:lnTo>
                  <a:lnTo>
                    <a:pt x="1693" y="143293"/>
                  </a:lnTo>
                  <a:lnTo>
                    <a:pt x="1019" y="148553"/>
                  </a:lnTo>
                  <a:lnTo>
                    <a:pt x="513" y="153832"/>
                  </a:lnTo>
                  <a:lnTo>
                    <a:pt x="174" y="159123"/>
                  </a:lnTo>
                  <a:lnTo>
                    <a:pt x="2" y="164423"/>
                  </a:lnTo>
                  <a:lnTo>
                    <a:pt x="0" y="169726"/>
                  </a:lnTo>
                  <a:lnTo>
                    <a:pt x="165" y="175026"/>
                  </a:lnTo>
                  <a:lnTo>
                    <a:pt x="498" y="180318"/>
                  </a:lnTo>
                  <a:lnTo>
                    <a:pt x="999" y="185597"/>
                  </a:lnTo>
                  <a:lnTo>
                    <a:pt x="1667" y="190858"/>
                  </a:lnTo>
                  <a:lnTo>
                    <a:pt x="2502" y="196094"/>
                  </a:lnTo>
                  <a:lnTo>
                    <a:pt x="3502" y="201302"/>
                  </a:lnTo>
                  <a:lnTo>
                    <a:pt x="4667" y="206475"/>
                  </a:lnTo>
                  <a:lnTo>
                    <a:pt x="5996" y="211608"/>
                  </a:lnTo>
                  <a:lnTo>
                    <a:pt x="7486" y="216697"/>
                  </a:lnTo>
                  <a:lnTo>
                    <a:pt x="9137" y="221736"/>
                  </a:lnTo>
                  <a:lnTo>
                    <a:pt x="10948" y="226720"/>
                  </a:lnTo>
                  <a:lnTo>
                    <a:pt x="12915" y="231645"/>
                  </a:lnTo>
                  <a:lnTo>
                    <a:pt x="15038" y="236504"/>
                  </a:lnTo>
                  <a:lnTo>
                    <a:pt x="17313" y="241293"/>
                  </a:lnTo>
                  <a:lnTo>
                    <a:pt x="19740" y="246008"/>
                  </a:lnTo>
                  <a:lnTo>
                    <a:pt x="22315" y="250644"/>
                  </a:lnTo>
                  <a:lnTo>
                    <a:pt x="25035" y="255196"/>
                  </a:lnTo>
                  <a:lnTo>
                    <a:pt x="27899" y="259659"/>
                  </a:lnTo>
                  <a:lnTo>
                    <a:pt x="30902" y="264029"/>
                  </a:lnTo>
                  <a:lnTo>
                    <a:pt x="34043" y="268301"/>
                  </a:lnTo>
                  <a:lnTo>
                    <a:pt x="37317" y="272472"/>
                  </a:lnTo>
                  <a:lnTo>
                    <a:pt x="40723" y="276537"/>
                  </a:lnTo>
                  <a:lnTo>
                    <a:pt x="44255" y="280492"/>
                  </a:lnTo>
                  <a:lnTo>
                    <a:pt x="47911" y="284332"/>
                  </a:lnTo>
                  <a:lnTo>
                    <a:pt x="51687" y="288055"/>
                  </a:lnTo>
                  <a:lnTo>
                    <a:pt x="55580" y="291656"/>
                  </a:lnTo>
                  <a:lnTo>
                    <a:pt x="59584" y="295132"/>
                  </a:lnTo>
                  <a:lnTo>
                    <a:pt x="63697" y="298479"/>
                  </a:lnTo>
                  <a:lnTo>
                    <a:pt x="67914" y="301695"/>
                  </a:lnTo>
                  <a:lnTo>
                    <a:pt x="72231" y="304774"/>
                  </a:lnTo>
                  <a:lnTo>
                    <a:pt x="76643" y="307715"/>
                  </a:lnTo>
                  <a:lnTo>
                    <a:pt x="81146" y="310515"/>
                  </a:lnTo>
                  <a:lnTo>
                    <a:pt x="85736" y="313171"/>
                  </a:lnTo>
                  <a:lnTo>
                    <a:pt x="90408" y="315679"/>
                  </a:lnTo>
                  <a:lnTo>
                    <a:pt x="95157" y="318039"/>
                  </a:lnTo>
                  <a:lnTo>
                    <a:pt x="99978" y="320246"/>
                  </a:lnTo>
                  <a:lnTo>
                    <a:pt x="104867" y="322299"/>
                  </a:lnTo>
                  <a:lnTo>
                    <a:pt x="109819" y="324197"/>
                  </a:lnTo>
                  <a:lnTo>
                    <a:pt x="114828" y="325936"/>
                  </a:lnTo>
                  <a:lnTo>
                    <a:pt x="119890" y="327516"/>
                  </a:lnTo>
                  <a:lnTo>
                    <a:pt x="124999" y="328934"/>
                  </a:lnTo>
                  <a:lnTo>
                    <a:pt x="130151" y="330189"/>
                  </a:lnTo>
                  <a:lnTo>
                    <a:pt x="135340" y="331281"/>
                  </a:lnTo>
                  <a:lnTo>
                    <a:pt x="140562" y="332207"/>
                  </a:lnTo>
                  <a:lnTo>
                    <a:pt x="145809" y="332967"/>
                  </a:lnTo>
                  <a:lnTo>
                    <a:pt x="151079" y="333560"/>
                  </a:lnTo>
                  <a:lnTo>
                    <a:pt x="156364" y="333986"/>
                  </a:lnTo>
                  <a:lnTo>
                    <a:pt x="161661" y="334244"/>
                  </a:lnTo>
                  <a:lnTo>
                    <a:pt x="166963" y="334334"/>
                  </a:lnTo>
                  <a:lnTo>
                    <a:pt x="172265" y="334256"/>
                  </a:lnTo>
                  <a:lnTo>
                    <a:pt x="177562" y="334010"/>
                  </a:lnTo>
                  <a:lnTo>
                    <a:pt x="182848" y="333595"/>
                  </a:lnTo>
                  <a:lnTo>
                    <a:pt x="188119" y="333014"/>
                  </a:lnTo>
                  <a:lnTo>
                    <a:pt x="193369" y="332265"/>
                  </a:lnTo>
                  <a:lnTo>
                    <a:pt x="198592" y="331350"/>
                  </a:lnTo>
                  <a:lnTo>
                    <a:pt x="203783" y="330270"/>
                  </a:lnTo>
                  <a:lnTo>
                    <a:pt x="208938" y="329026"/>
                  </a:lnTo>
                  <a:lnTo>
                    <a:pt x="214051" y="327620"/>
                  </a:lnTo>
                  <a:lnTo>
                    <a:pt x="219116" y="326051"/>
                  </a:lnTo>
                  <a:lnTo>
                    <a:pt x="224129" y="324323"/>
                  </a:lnTo>
                  <a:lnTo>
                    <a:pt x="229085" y="322437"/>
                  </a:lnTo>
                  <a:lnTo>
                    <a:pt x="233978" y="320394"/>
                  </a:lnTo>
                  <a:lnTo>
                    <a:pt x="238805" y="318197"/>
                  </a:lnTo>
                  <a:lnTo>
                    <a:pt x="243559" y="315849"/>
                  </a:lnTo>
                  <a:lnTo>
                    <a:pt x="248236" y="313350"/>
                  </a:lnTo>
                  <a:lnTo>
                    <a:pt x="252832" y="310705"/>
                  </a:lnTo>
                  <a:lnTo>
                    <a:pt x="257341" y="307915"/>
                  </a:lnTo>
                  <a:lnTo>
                    <a:pt x="261760" y="304984"/>
                  </a:lnTo>
                  <a:lnTo>
                    <a:pt x="266083" y="301913"/>
                  </a:lnTo>
                  <a:lnTo>
                    <a:pt x="270307" y="298708"/>
                  </a:lnTo>
                  <a:lnTo>
                    <a:pt x="274428" y="295370"/>
                  </a:lnTo>
                  <a:lnTo>
                    <a:pt x="278440" y="291902"/>
                  </a:lnTo>
                  <a:lnTo>
                    <a:pt x="282340" y="288310"/>
                  </a:lnTo>
                  <a:lnTo>
                    <a:pt x="286124" y="284595"/>
                  </a:lnTo>
                  <a:lnTo>
                    <a:pt x="289789" y="280763"/>
                  </a:lnTo>
                  <a:lnTo>
                    <a:pt x="293330" y="276816"/>
                  </a:lnTo>
                  <a:lnTo>
                    <a:pt x="296744" y="272759"/>
                  </a:lnTo>
                  <a:lnTo>
                    <a:pt x="300028" y="268595"/>
                  </a:lnTo>
                  <a:lnTo>
                    <a:pt x="303178" y="264329"/>
                  </a:lnTo>
                  <a:lnTo>
                    <a:pt x="306191" y="259966"/>
                  </a:lnTo>
                  <a:lnTo>
                    <a:pt x="309065" y="255509"/>
                  </a:lnTo>
                  <a:lnTo>
                    <a:pt x="311795" y="250964"/>
                  </a:lnTo>
                  <a:lnTo>
                    <a:pt x="314380" y="246334"/>
                  </a:lnTo>
                  <a:lnTo>
                    <a:pt x="316817" y="241624"/>
                  </a:lnTo>
                  <a:lnTo>
                    <a:pt x="319103" y="236840"/>
                  </a:lnTo>
                  <a:lnTo>
                    <a:pt x="321237" y="231985"/>
                  </a:lnTo>
                  <a:lnTo>
                    <a:pt x="323215" y="227065"/>
                  </a:lnTo>
                  <a:lnTo>
                    <a:pt x="325036" y="222085"/>
                  </a:lnTo>
                  <a:lnTo>
                    <a:pt x="326699" y="21705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826449"/>
              <a:ext cx="159551" cy="49882"/>
            </a:xfrm>
            <a:custGeom>
              <a:avLst/>
              <a:pathLst>
                <a:path w="159551" h="49882">
                  <a:moveTo>
                    <a:pt x="159551" y="498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826449"/>
              <a:ext cx="159551" cy="49882"/>
            </a:xfrm>
            <a:custGeom>
              <a:avLst/>
              <a:pathLst>
                <a:path w="159551" h="49882">
                  <a:moveTo>
                    <a:pt x="159551" y="498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733495"/>
              <a:ext cx="167164" cy="142836"/>
            </a:xfrm>
            <a:custGeom>
              <a:avLst/>
              <a:pathLst>
                <a:path w="167164" h="142836">
                  <a:moveTo>
                    <a:pt x="159551" y="142836"/>
                  </a:moveTo>
                  <a:lnTo>
                    <a:pt x="161113" y="137535"/>
                  </a:lnTo>
                  <a:lnTo>
                    <a:pt x="162498" y="132185"/>
                  </a:lnTo>
                  <a:lnTo>
                    <a:pt x="163706" y="126792"/>
                  </a:lnTo>
                  <a:lnTo>
                    <a:pt x="164735" y="121363"/>
                  </a:lnTo>
                  <a:lnTo>
                    <a:pt x="165584" y="115902"/>
                  </a:lnTo>
                  <a:lnTo>
                    <a:pt x="166252" y="110416"/>
                  </a:lnTo>
                  <a:lnTo>
                    <a:pt x="166739" y="104911"/>
                  </a:lnTo>
                  <a:lnTo>
                    <a:pt x="167043" y="99393"/>
                  </a:lnTo>
                  <a:lnTo>
                    <a:pt x="167164" y="93867"/>
                  </a:lnTo>
                  <a:lnTo>
                    <a:pt x="167103" y="88341"/>
                  </a:lnTo>
                  <a:lnTo>
                    <a:pt x="166860" y="82820"/>
                  </a:lnTo>
                  <a:lnTo>
                    <a:pt x="166433" y="77310"/>
                  </a:lnTo>
                  <a:lnTo>
                    <a:pt x="165825" y="71817"/>
                  </a:lnTo>
                  <a:lnTo>
                    <a:pt x="165036" y="66348"/>
                  </a:lnTo>
                  <a:lnTo>
                    <a:pt x="164066" y="60907"/>
                  </a:lnTo>
                  <a:lnTo>
                    <a:pt x="162918" y="55501"/>
                  </a:lnTo>
                  <a:lnTo>
                    <a:pt x="161591" y="50136"/>
                  </a:lnTo>
                  <a:lnTo>
                    <a:pt x="160087" y="44818"/>
                  </a:lnTo>
                  <a:lnTo>
                    <a:pt x="158408" y="39553"/>
                  </a:lnTo>
                  <a:lnTo>
                    <a:pt x="156557" y="34346"/>
                  </a:lnTo>
                  <a:lnTo>
                    <a:pt x="154534" y="29203"/>
                  </a:lnTo>
                  <a:lnTo>
                    <a:pt x="152342" y="24130"/>
                  </a:lnTo>
                  <a:lnTo>
                    <a:pt x="149984" y="19132"/>
                  </a:lnTo>
                  <a:lnTo>
                    <a:pt x="147462" y="14214"/>
                  </a:lnTo>
                  <a:lnTo>
                    <a:pt x="144778" y="9383"/>
                  </a:lnTo>
                  <a:lnTo>
                    <a:pt x="141937" y="4643"/>
                  </a:lnTo>
                  <a:lnTo>
                    <a:pt x="138940" y="0"/>
                  </a:lnTo>
                  <a:lnTo>
                    <a:pt x="0" y="929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23235" y="4659281"/>
              <a:ext cx="138940" cy="167167"/>
            </a:xfrm>
            <a:custGeom>
              <a:avLst/>
              <a:pathLst>
                <a:path w="138940" h="167167">
                  <a:moveTo>
                    <a:pt x="138940" y="74213"/>
                  </a:moveTo>
                  <a:lnTo>
                    <a:pt x="135826" y="69719"/>
                  </a:lnTo>
                  <a:lnTo>
                    <a:pt x="132567" y="65330"/>
                  </a:lnTo>
                  <a:lnTo>
                    <a:pt x="129166" y="61050"/>
                  </a:lnTo>
                  <a:lnTo>
                    <a:pt x="125627" y="56883"/>
                  </a:lnTo>
                  <a:lnTo>
                    <a:pt x="121954" y="52834"/>
                  </a:lnTo>
                  <a:lnTo>
                    <a:pt x="118150" y="48907"/>
                  </a:lnTo>
                  <a:lnTo>
                    <a:pt x="114220" y="45107"/>
                  </a:lnTo>
                  <a:lnTo>
                    <a:pt x="110167" y="41437"/>
                  </a:lnTo>
                  <a:lnTo>
                    <a:pt x="105997" y="37902"/>
                  </a:lnTo>
                  <a:lnTo>
                    <a:pt x="101713" y="34505"/>
                  </a:lnTo>
                  <a:lnTo>
                    <a:pt x="97321" y="31250"/>
                  </a:lnTo>
                  <a:lnTo>
                    <a:pt x="92824" y="28140"/>
                  </a:lnTo>
                  <a:lnTo>
                    <a:pt x="88229" y="25179"/>
                  </a:lnTo>
                  <a:lnTo>
                    <a:pt x="83538" y="22370"/>
                  </a:lnTo>
                  <a:lnTo>
                    <a:pt x="78759" y="19716"/>
                  </a:lnTo>
                  <a:lnTo>
                    <a:pt x="73895" y="17219"/>
                  </a:lnTo>
                  <a:lnTo>
                    <a:pt x="68952" y="14883"/>
                  </a:lnTo>
                  <a:lnTo>
                    <a:pt x="63936" y="12710"/>
                  </a:lnTo>
                  <a:lnTo>
                    <a:pt x="58851" y="10701"/>
                  </a:lnTo>
                  <a:lnTo>
                    <a:pt x="53703" y="8861"/>
                  </a:lnTo>
                  <a:lnTo>
                    <a:pt x="48498" y="7189"/>
                  </a:lnTo>
                  <a:lnTo>
                    <a:pt x="43241" y="5689"/>
                  </a:lnTo>
                  <a:lnTo>
                    <a:pt x="37937" y="4361"/>
                  </a:lnTo>
                  <a:lnTo>
                    <a:pt x="32593" y="3208"/>
                  </a:lnTo>
                  <a:lnTo>
                    <a:pt x="27214" y="2230"/>
                  </a:lnTo>
                  <a:lnTo>
                    <a:pt x="21806" y="1428"/>
                  </a:lnTo>
                  <a:lnTo>
                    <a:pt x="16375" y="804"/>
                  </a:lnTo>
                  <a:lnTo>
                    <a:pt x="10926" y="357"/>
                  </a:lnTo>
                  <a:lnTo>
                    <a:pt x="546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561322" y="4213821"/>
              <a:ext cx="319447" cy="334334"/>
            </a:xfrm>
            <a:custGeom>
              <a:avLst/>
              <a:pathLst>
                <a:path w="319447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6" y="758"/>
                  </a:lnTo>
                  <a:lnTo>
                    <a:pt x="145970" y="1347"/>
                  </a:lnTo>
                  <a:lnTo>
                    <a:pt x="140715" y="2103"/>
                  </a:lnTo>
                  <a:lnTo>
                    <a:pt x="135487" y="3025"/>
                  </a:lnTo>
                  <a:lnTo>
                    <a:pt x="130291" y="4113"/>
                  </a:lnTo>
                  <a:lnTo>
                    <a:pt x="125132" y="5366"/>
                  </a:lnTo>
                  <a:lnTo>
                    <a:pt x="120016" y="6782"/>
                  </a:lnTo>
                  <a:lnTo>
                    <a:pt x="114947" y="8359"/>
                  </a:lnTo>
                  <a:lnTo>
                    <a:pt x="109931" y="10097"/>
                  </a:lnTo>
                  <a:lnTo>
                    <a:pt x="104972" y="11993"/>
                  </a:lnTo>
                  <a:lnTo>
                    <a:pt x="100076" y="14046"/>
                  </a:lnTo>
                  <a:lnTo>
                    <a:pt x="95248" y="16253"/>
                  </a:lnTo>
                  <a:lnTo>
                    <a:pt x="90492" y="18612"/>
                  </a:lnTo>
                  <a:lnTo>
                    <a:pt x="85813" y="21121"/>
                  </a:lnTo>
                  <a:lnTo>
                    <a:pt x="81217" y="23777"/>
                  </a:lnTo>
                  <a:lnTo>
                    <a:pt x="76707" y="26578"/>
                  </a:lnTo>
                  <a:lnTo>
                    <a:pt x="72289" y="29521"/>
                  </a:lnTo>
                  <a:lnTo>
                    <a:pt x="67966" y="32602"/>
                  </a:lnTo>
                  <a:lnTo>
                    <a:pt x="63743" y="35820"/>
                  </a:lnTo>
                  <a:lnTo>
                    <a:pt x="59624" y="39169"/>
                  </a:lnTo>
                  <a:lnTo>
                    <a:pt x="55614" y="42648"/>
                  </a:lnTo>
                  <a:lnTo>
                    <a:pt x="51717" y="46253"/>
                  </a:lnTo>
                  <a:lnTo>
                    <a:pt x="47935" y="49979"/>
                  </a:lnTo>
                  <a:lnTo>
                    <a:pt x="44274" y="53823"/>
                  </a:lnTo>
                  <a:lnTo>
                    <a:pt x="40737" y="57782"/>
                  </a:lnTo>
                  <a:lnTo>
                    <a:pt x="37328" y="61851"/>
                  </a:lnTo>
                  <a:lnTo>
                    <a:pt x="34049" y="66027"/>
                  </a:lnTo>
                  <a:lnTo>
                    <a:pt x="30905" y="70304"/>
                  </a:lnTo>
                  <a:lnTo>
                    <a:pt x="27898" y="74679"/>
                  </a:lnTo>
                  <a:lnTo>
                    <a:pt x="25031" y="79148"/>
                  </a:lnTo>
                  <a:lnTo>
                    <a:pt x="22308" y="83705"/>
                  </a:lnTo>
                  <a:lnTo>
                    <a:pt x="19731" y="88346"/>
                  </a:lnTo>
                  <a:lnTo>
                    <a:pt x="17302" y="93067"/>
                  </a:lnTo>
                  <a:lnTo>
                    <a:pt x="15025" y="97862"/>
                  </a:lnTo>
                  <a:lnTo>
                    <a:pt x="12901" y="102728"/>
                  </a:lnTo>
                  <a:lnTo>
                    <a:pt x="10932" y="107658"/>
                  </a:lnTo>
                  <a:lnTo>
                    <a:pt x="9122" y="112649"/>
                  </a:lnTo>
                  <a:lnTo>
                    <a:pt x="7470" y="117694"/>
                  </a:lnTo>
                  <a:lnTo>
                    <a:pt x="5980" y="122789"/>
                  </a:lnTo>
                  <a:lnTo>
                    <a:pt x="4652" y="127929"/>
                  </a:lnTo>
                  <a:lnTo>
                    <a:pt x="3488" y="133109"/>
                  </a:lnTo>
                  <a:lnTo>
                    <a:pt x="2489" y="138323"/>
                  </a:lnTo>
                  <a:lnTo>
                    <a:pt x="1656" y="143566"/>
                  </a:lnTo>
                  <a:lnTo>
                    <a:pt x="990" y="148833"/>
                  </a:lnTo>
                  <a:lnTo>
                    <a:pt x="492" y="154118"/>
                  </a:lnTo>
                  <a:lnTo>
                    <a:pt x="161" y="159417"/>
                  </a:lnTo>
                  <a:lnTo>
                    <a:pt x="0" y="164723"/>
                  </a:lnTo>
                  <a:lnTo>
                    <a:pt x="6" y="170032"/>
                  </a:lnTo>
                  <a:lnTo>
                    <a:pt x="181" y="175338"/>
                  </a:lnTo>
                  <a:lnTo>
                    <a:pt x="525" y="180635"/>
                  </a:lnTo>
                  <a:lnTo>
                    <a:pt x="1037" y="185919"/>
                  </a:lnTo>
                  <a:lnTo>
                    <a:pt x="1716" y="191185"/>
                  </a:lnTo>
                  <a:lnTo>
                    <a:pt x="2562" y="196425"/>
                  </a:lnTo>
                  <a:lnTo>
                    <a:pt x="3574" y="201637"/>
                  </a:lnTo>
                  <a:lnTo>
                    <a:pt x="4751" y="206814"/>
                  </a:lnTo>
                  <a:lnTo>
                    <a:pt x="6092" y="211950"/>
                  </a:lnTo>
                  <a:lnTo>
                    <a:pt x="7595" y="217042"/>
                  </a:lnTo>
                  <a:lnTo>
                    <a:pt x="9259" y="222083"/>
                  </a:lnTo>
                  <a:lnTo>
                    <a:pt x="11083" y="227069"/>
                  </a:lnTo>
                  <a:lnTo>
                    <a:pt x="13063" y="231994"/>
                  </a:lnTo>
                  <a:lnTo>
                    <a:pt x="15200" y="236854"/>
                  </a:lnTo>
                  <a:lnTo>
                    <a:pt x="17489" y="241644"/>
                  </a:lnTo>
                  <a:lnTo>
                    <a:pt x="19929" y="246359"/>
                  </a:lnTo>
                  <a:lnTo>
                    <a:pt x="22518" y="250994"/>
                  </a:lnTo>
                  <a:lnTo>
                    <a:pt x="25253" y="255544"/>
                  </a:lnTo>
                  <a:lnTo>
                    <a:pt x="28131" y="260005"/>
                  </a:lnTo>
                  <a:lnTo>
                    <a:pt x="31149" y="264372"/>
                  </a:lnTo>
                  <a:lnTo>
                    <a:pt x="34304" y="268642"/>
                  </a:lnTo>
                  <a:lnTo>
                    <a:pt x="37593" y="272809"/>
                  </a:lnTo>
                  <a:lnTo>
                    <a:pt x="41013" y="276869"/>
                  </a:lnTo>
                  <a:lnTo>
                    <a:pt x="44560" y="280819"/>
                  </a:lnTo>
                  <a:lnTo>
                    <a:pt x="48231" y="284655"/>
                  </a:lnTo>
                  <a:lnTo>
                    <a:pt x="52021" y="288371"/>
                  </a:lnTo>
                  <a:lnTo>
                    <a:pt x="55928" y="291966"/>
                  </a:lnTo>
                  <a:lnTo>
                    <a:pt x="59947" y="295435"/>
                  </a:lnTo>
                  <a:lnTo>
                    <a:pt x="64074" y="298774"/>
                  </a:lnTo>
                  <a:lnTo>
                    <a:pt x="68305" y="301981"/>
                  </a:lnTo>
                  <a:lnTo>
                    <a:pt x="72635" y="305051"/>
                  </a:lnTo>
                  <a:lnTo>
                    <a:pt x="77061" y="307983"/>
                  </a:lnTo>
                  <a:lnTo>
                    <a:pt x="81578" y="310773"/>
                  </a:lnTo>
                  <a:lnTo>
                    <a:pt x="86181" y="313417"/>
                  </a:lnTo>
                  <a:lnTo>
                    <a:pt x="90866" y="315915"/>
                  </a:lnTo>
                  <a:lnTo>
                    <a:pt x="95628" y="318262"/>
                  </a:lnTo>
                  <a:lnTo>
                    <a:pt x="100462" y="320457"/>
                  </a:lnTo>
                  <a:lnTo>
                    <a:pt x="105363" y="322497"/>
                  </a:lnTo>
                  <a:lnTo>
                    <a:pt x="110326" y="324380"/>
                  </a:lnTo>
                  <a:lnTo>
                    <a:pt x="115347" y="326106"/>
                  </a:lnTo>
                  <a:lnTo>
                    <a:pt x="120420" y="327670"/>
                  </a:lnTo>
                  <a:lnTo>
                    <a:pt x="125540" y="329073"/>
                  </a:lnTo>
                  <a:lnTo>
                    <a:pt x="130702" y="330313"/>
                  </a:lnTo>
                  <a:lnTo>
                    <a:pt x="135901" y="331388"/>
                  </a:lnTo>
                  <a:lnTo>
                    <a:pt x="141131" y="332297"/>
                  </a:lnTo>
                  <a:lnTo>
                    <a:pt x="146388" y="333040"/>
                  </a:lnTo>
                  <a:lnTo>
                    <a:pt x="151665" y="333616"/>
                  </a:lnTo>
                  <a:lnTo>
                    <a:pt x="156958" y="334023"/>
                  </a:lnTo>
                  <a:lnTo>
                    <a:pt x="162262" y="334263"/>
                  </a:lnTo>
                  <a:lnTo>
                    <a:pt x="167570" y="334334"/>
                  </a:lnTo>
                  <a:lnTo>
                    <a:pt x="172878" y="334236"/>
                  </a:lnTo>
                  <a:lnTo>
                    <a:pt x="178180" y="333970"/>
                  </a:lnTo>
                  <a:lnTo>
                    <a:pt x="183471" y="333536"/>
                  </a:lnTo>
                  <a:lnTo>
                    <a:pt x="188745" y="332933"/>
                  </a:lnTo>
                  <a:lnTo>
                    <a:pt x="193998" y="332164"/>
                  </a:lnTo>
                  <a:lnTo>
                    <a:pt x="199224" y="331228"/>
                  </a:lnTo>
                  <a:lnTo>
                    <a:pt x="204417" y="330127"/>
                  </a:lnTo>
                  <a:lnTo>
                    <a:pt x="209573" y="328862"/>
                  </a:lnTo>
                  <a:lnTo>
                    <a:pt x="214686" y="327433"/>
                  </a:lnTo>
                  <a:lnTo>
                    <a:pt x="219751" y="325843"/>
                  </a:lnTo>
                  <a:lnTo>
                    <a:pt x="224763" y="324092"/>
                  </a:lnTo>
                  <a:lnTo>
                    <a:pt x="229717" y="322184"/>
                  </a:lnTo>
                  <a:lnTo>
                    <a:pt x="234607" y="320119"/>
                  </a:lnTo>
                  <a:lnTo>
                    <a:pt x="239430" y="317900"/>
                  </a:lnTo>
                  <a:lnTo>
                    <a:pt x="244180" y="315529"/>
                  </a:lnTo>
                  <a:lnTo>
                    <a:pt x="248852" y="313008"/>
                  </a:lnTo>
                  <a:lnTo>
                    <a:pt x="253442" y="310340"/>
                  </a:lnTo>
                  <a:lnTo>
                    <a:pt x="257945" y="307528"/>
                  </a:lnTo>
                  <a:lnTo>
                    <a:pt x="262356" y="304574"/>
                  </a:lnTo>
                  <a:lnTo>
                    <a:pt x="266671" y="301481"/>
                  </a:lnTo>
                  <a:lnTo>
                    <a:pt x="270886" y="298253"/>
                  </a:lnTo>
                  <a:lnTo>
                    <a:pt x="274996" y="294893"/>
                  </a:lnTo>
                  <a:lnTo>
                    <a:pt x="278997" y="291405"/>
                  </a:lnTo>
                  <a:lnTo>
                    <a:pt x="282886" y="287790"/>
                  </a:lnTo>
                  <a:lnTo>
                    <a:pt x="286657" y="284054"/>
                  </a:lnTo>
                  <a:lnTo>
                    <a:pt x="290309" y="280201"/>
                  </a:lnTo>
                  <a:lnTo>
                    <a:pt x="293836" y="276233"/>
                  </a:lnTo>
                  <a:lnTo>
                    <a:pt x="297235" y="272155"/>
                  </a:lnTo>
                  <a:lnTo>
                    <a:pt x="300503" y="267972"/>
                  </a:lnTo>
                  <a:lnTo>
                    <a:pt x="303637" y="263686"/>
                  </a:lnTo>
                  <a:lnTo>
                    <a:pt x="306633" y="259304"/>
                  </a:lnTo>
                  <a:lnTo>
                    <a:pt x="309488" y="254828"/>
                  </a:lnTo>
                  <a:lnTo>
                    <a:pt x="312200" y="250264"/>
                  </a:lnTo>
                  <a:lnTo>
                    <a:pt x="314766" y="245617"/>
                  </a:lnTo>
                  <a:lnTo>
                    <a:pt x="317182" y="240890"/>
                  </a:lnTo>
                  <a:lnTo>
                    <a:pt x="319447" y="236088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380988"/>
              <a:ext cx="152298" cy="68921"/>
            </a:xfrm>
            <a:custGeom>
              <a:avLst/>
              <a:pathLst>
                <a:path w="152298" h="68921">
                  <a:moveTo>
                    <a:pt x="152298" y="689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304061"/>
              <a:ext cx="167159" cy="145849"/>
            </a:xfrm>
            <a:custGeom>
              <a:avLst/>
              <a:pathLst>
                <a:path w="167159" h="145849">
                  <a:moveTo>
                    <a:pt x="152298" y="145849"/>
                  </a:moveTo>
                  <a:lnTo>
                    <a:pt x="154518" y="140717"/>
                  </a:lnTo>
                  <a:lnTo>
                    <a:pt x="156565" y="135513"/>
                  </a:lnTo>
                  <a:lnTo>
                    <a:pt x="158436" y="130244"/>
                  </a:lnTo>
                  <a:lnTo>
                    <a:pt x="160131" y="124916"/>
                  </a:lnTo>
                  <a:lnTo>
                    <a:pt x="161646" y="119533"/>
                  </a:lnTo>
                  <a:lnTo>
                    <a:pt x="162981" y="114103"/>
                  </a:lnTo>
                  <a:lnTo>
                    <a:pt x="164133" y="108632"/>
                  </a:lnTo>
                  <a:lnTo>
                    <a:pt x="165101" y="103124"/>
                  </a:lnTo>
                  <a:lnTo>
                    <a:pt x="165885" y="97588"/>
                  </a:lnTo>
                  <a:lnTo>
                    <a:pt x="166483" y="92029"/>
                  </a:lnTo>
                  <a:lnTo>
                    <a:pt x="166895" y="86452"/>
                  </a:lnTo>
                  <a:lnTo>
                    <a:pt x="167121" y="80865"/>
                  </a:lnTo>
                  <a:lnTo>
                    <a:pt x="167159" y="75274"/>
                  </a:lnTo>
                  <a:lnTo>
                    <a:pt x="167010" y="69684"/>
                  </a:lnTo>
                  <a:lnTo>
                    <a:pt x="166674" y="64102"/>
                  </a:lnTo>
                  <a:lnTo>
                    <a:pt x="166152" y="58535"/>
                  </a:lnTo>
                  <a:lnTo>
                    <a:pt x="165444" y="52989"/>
                  </a:lnTo>
                  <a:lnTo>
                    <a:pt x="164551" y="47469"/>
                  </a:lnTo>
                  <a:lnTo>
                    <a:pt x="163474" y="41982"/>
                  </a:lnTo>
                  <a:lnTo>
                    <a:pt x="162213" y="36534"/>
                  </a:lnTo>
                  <a:lnTo>
                    <a:pt x="160772" y="31132"/>
                  </a:lnTo>
                  <a:lnTo>
                    <a:pt x="159150" y="25780"/>
                  </a:lnTo>
                  <a:lnTo>
                    <a:pt x="157351" y="20486"/>
                  </a:lnTo>
                  <a:lnTo>
                    <a:pt x="155375" y="15255"/>
                  </a:lnTo>
                  <a:lnTo>
                    <a:pt x="153225" y="10093"/>
                  </a:lnTo>
                  <a:lnTo>
                    <a:pt x="150904" y="5006"/>
                  </a:lnTo>
                  <a:lnTo>
                    <a:pt x="148415" y="0"/>
                  </a:lnTo>
                  <a:lnTo>
                    <a:pt x="0" y="769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148415" cy="167167"/>
            </a:xfrm>
            <a:custGeom>
              <a:avLst/>
              <a:pathLst>
                <a:path w="148415" h="167167">
                  <a:moveTo>
                    <a:pt x="148415" y="90239"/>
                  </a:moveTo>
                  <a:lnTo>
                    <a:pt x="145787" y="85368"/>
                  </a:lnTo>
                  <a:lnTo>
                    <a:pt x="142999" y="80587"/>
                  </a:lnTo>
                  <a:lnTo>
                    <a:pt x="140055" y="75901"/>
                  </a:lnTo>
                  <a:lnTo>
                    <a:pt x="136957" y="71315"/>
                  </a:lnTo>
                  <a:lnTo>
                    <a:pt x="133709" y="66834"/>
                  </a:lnTo>
                  <a:lnTo>
                    <a:pt x="130314" y="62462"/>
                  </a:lnTo>
                  <a:lnTo>
                    <a:pt x="126777" y="58206"/>
                  </a:lnTo>
                  <a:lnTo>
                    <a:pt x="123100" y="54069"/>
                  </a:lnTo>
                  <a:lnTo>
                    <a:pt x="119289" y="50056"/>
                  </a:lnTo>
                  <a:lnTo>
                    <a:pt x="115347" y="46171"/>
                  </a:lnTo>
                  <a:lnTo>
                    <a:pt x="111278" y="42419"/>
                  </a:lnTo>
                  <a:lnTo>
                    <a:pt x="107088" y="38804"/>
                  </a:lnTo>
                  <a:lnTo>
                    <a:pt x="102780" y="35329"/>
                  </a:lnTo>
                  <a:lnTo>
                    <a:pt x="98360" y="31999"/>
                  </a:lnTo>
                  <a:lnTo>
                    <a:pt x="93831" y="28817"/>
                  </a:lnTo>
                  <a:lnTo>
                    <a:pt x="89200" y="25787"/>
                  </a:lnTo>
                  <a:lnTo>
                    <a:pt x="84471" y="22912"/>
                  </a:lnTo>
                  <a:lnTo>
                    <a:pt x="79649" y="20195"/>
                  </a:lnTo>
                  <a:lnTo>
                    <a:pt x="74741" y="17639"/>
                  </a:lnTo>
                  <a:lnTo>
                    <a:pt x="69750" y="15246"/>
                  </a:lnTo>
                  <a:lnTo>
                    <a:pt x="64683" y="13021"/>
                  </a:lnTo>
                  <a:lnTo>
                    <a:pt x="59545" y="10964"/>
                  </a:lnTo>
                  <a:lnTo>
                    <a:pt x="54341" y="9079"/>
                  </a:lnTo>
                  <a:lnTo>
                    <a:pt x="49078" y="7366"/>
                  </a:lnTo>
                  <a:lnTo>
                    <a:pt x="43761" y="5829"/>
                  </a:lnTo>
                  <a:lnTo>
                    <a:pt x="38397" y="4469"/>
                  </a:lnTo>
                  <a:lnTo>
                    <a:pt x="32990" y="3287"/>
                  </a:lnTo>
                  <a:lnTo>
                    <a:pt x="27547" y="2285"/>
                  </a:lnTo>
                  <a:lnTo>
                    <a:pt x="22074" y="1463"/>
                  </a:lnTo>
                  <a:lnTo>
                    <a:pt x="16576" y="823"/>
                  </a:lnTo>
                  <a:lnTo>
                    <a:pt x="11061" y="366"/>
                  </a:lnTo>
                  <a:lnTo>
                    <a:pt x="553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51844" y="3707720"/>
              <a:ext cx="167167" cy="333495"/>
            </a:xfrm>
            <a:custGeom>
              <a:avLst/>
              <a:pathLst>
                <a:path w="167167" h="333495">
                  <a:moveTo>
                    <a:pt x="167167" y="0"/>
                  </a:moveTo>
                  <a:lnTo>
                    <a:pt x="161816" y="85"/>
                  </a:lnTo>
                  <a:lnTo>
                    <a:pt x="156471" y="342"/>
                  </a:lnTo>
                  <a:lnTo>
                    <a:pt x="151136" y="770"/>
                  </a:lnTo>
                  <a:lnTo>
                    <a:pt x="145818" y="1368"/>
                  </a:lnTo>
                  <a:lnTo>
                    <a:pt x="140522" y="2137"/>
                  </a:lnTo>
                  <a:lnTo>
                    <a:pt x="135254" y="3074"/>
                  </a:lnTo>
                  <a:lnTo>
                    <a:pt x="130018" y="4179"/>
                  </a:lnTo>
                  <a:lnTo>
                    <a:pt x="124820" y="5452"/>
                  </a:lnTo>
                  <a:lnTo>
                    <a:pt x="119665" y="6890"/>
                  </a:lnTo>
                  <a:lnTo>
                    <a:pt x="114559" y="8493"/>
                  </a:lnTo>
                  <a:lnTo>
                    <a:pt x="109507" y="10258"/>
                  </a:lnTo>
                  <a:lnTo>
                    <a:pt x="104515" y="12184"/>
                  </a:lnTo>
                  <a:lnTo>
                    <a:pt x="99586" y="14269"/>
                  </a:lnTo>
                  <a:lnTo>
                    <a:pt x="94727" y="16510"/>
                  </a:lnTo>
                  <a:lnTo>
                    <a:pt x="89941" y="18906"/>
                  </a:lnTo>
                  <a:lnTo>
                    <a:pt x="85235" y="21454"/>
                  </a:lnTo>
                  <a:lnTo>
                    <a:pt x="80613" y="24151"/>
                  </a:lnTo>
                  <a:lnTo>
                    <a:pt x="76080" y="26995"/>
                  </a:lnTo>
                  <a:lnTo>
                    <a:pt x="71640" y="29982"/>
                  </a:lnTo>
                  <a:lnTo>
                    <a:pt x="67298" y="33110"/>
                  </a:lnTo>
                  <a:lnTo>
                    <a:pt x="63058" y="36375"/>
                  </a:lnTo>
                  <a:lnTo>
                    <a:pt x="58925" y="39775"/>
                  </a:lnTo>
                  <a:lnTo>
                    <a:pt x="54903" y="43305"/>
                  </a:lnTo>
                  <a:lnTo>
                    <a:pt x="50996" y="46962"/>
                  </a:lnTo>
                  <a:lnTo>
                    <a:pt x="47208" y="50742"/>
                  </a:lnTo>
                  <a:lnTo>
                    <a:pt x="43543" y="54641"/>
                  </a:lnTo>
                  <a:lnTo>
                    <a:pt x="40004" y="58656"/>
                  </a:lnTo>
                  <a:lnTo>
                    <a:pt x="36596" y="62781"/>
                  </a:lnTo>
                  <a:lnTo>
                    <a:pt x="33322" y="67014"/>
                  </a:lnTo>
                  <a:lnTo>
                    <a:pt x="30185" y="71350"/>
                  </a:lnTo>
                  <a:lnTo>
                    <a:pt x="27188" y="75783"/>
                  </a:lnTo>
                  <a:lnTo>
                    <a:pt x="24335" y="80311"/>
                  </a:lnTo>
                  <a:lnTo>
                    <a:pt x="21628" y="84927"/>
                  </a:lnTo>
                  <a:lnTo>
                    <a:pt x="19070" y="89628"/>
                  </a:lnTo>
                  <a:lnTo>
                    <a:pt x="16664" y="94408"/>
                  </a:lnTo>
                  <a:lnTo>
                    <a:pt x="14412" y="99262"/>
                  </a:lnTo>
                  <a:lnTo>
                    <a:pt x="12317" y="104186"/>
                  </a:lnTo>
                  <a:lnTo>
                    <a:pt x="10380" y="109175"/>
                  </a:lnTo>
                  <a:lnTo>
                    <a:pt x="8604" y="114223"/>
                  </a:lnTo>
                  <a:lnTo>
                    <a:pt x="6991" y="119326"/>
                  </a:lnTo>
                  <a:lnTo>
                    <a:pt x="5542" y="124477"/>
                  </a:lnTo>
                  <a:lnTo>
                    <a:pt x="4258" y="129672"/>
                  </a:lnTo>
                  <a:lnTo>
                    <a:pt x="3142" y="134906"/>
                  </a:lnTo>
                  <a:lnTo>
                    <a:pt x="2193" y="140173"/>
                  </a:lnTo>
                  <a:lnTo>
                    <a:pt x="1414" y="145467"/>
                  </a:lnTo>
                  <a:lnTo>
                    <a:pt x="804" y="150784"/>
                  </a:lnTo>
                  <a:lnTo>
                    <a:pt x="365" y="156117"/>
                  </a:lnTo>
                  <a:lnTo>
                    <a:pt x="97" y="161462"/>
                  </a:lnTo>
                  <a:lnTo>
                    <a:pt x="0" y="166812"/>
                  </a:lnTo>
                  <a:lnTo>
                    <a:pt x="74" y="172163"/>
                  </a:lnTo>
                  <a:lnTo>
                    <a:pt x="319" y="177509"/>
                  </a:lnTo>
                  <a:lnTo>
                    <a:pt x="736" y="182844"/>
                  </a:lnTo>
                  <a:lnTo>
                    <a:pt x="1323" y="188163"/>
                  </a:lnTo>
                  <a:lnTo>
                    <a:pt x="2080" y="193461"/>
                  </a:lnTo>
                  <a:lnTo>
                    <a:pt x="3006" y="198732"/>
                  </a:lnTo>
                  <a:lnTo>
                    <a:pt x="4101" y="203970"/>
                  </a:lnTo>
                  <a:lnTo>
                    <a:pt x="5362" y="209171"/>
                  </a:lnTo>
                  <a:lnTo>
                    <a:pt x="6790" y="214328"/>
                  </a:lnTo>
                  <a:lnTo>
                    <a:pt x="8381" y="219437"/>
                  </a:lnTo>
                  <a:lnTo>
                    <a:pt x="10136" y="224493"/>
                  </a:lnTo>
                  <a:lnTo>
                    <a:pt x="12051" y="229490"/>
                  </a:lnTo>
                  <a:lnTo>
                    <a:pt x="14125" y="234423"/>
                  </a:lnTo>
                  <a:lnTo>
                    <a:pt x="16357" y="239287"/>
                  </a:lnTo>
                  <a:lnTo>
                    <a:pt x="18742" y="244077"/>
                  </a:lnTo>
                  <a:lnTo>
                    <a:pt x="21280" y="248789"/>
                  </a:lnTo>
                  <a:lnTo>
                    <a:pt x="23968" y="253417"/>
                  </a:lnTo>
                  <a:lnTo>
                    <a:pt x="26802" y="257956"/>
                  </a:lnTo>
                  <a:lnTo>
                    <a:pt x="29780" y="262402"/>
                  </a:lnTo>
                  <a:lnTo>
                    <a:pt x="32898" y="266751"/>
                  </a:lnTo>
                  <a:lnTo>
                    <a:pt x="36155" y="270998"/>
                  </a:lnTo>
                  <a:lnTo>
                    <a:pt x="39545" y="275138"/>
                  </a:lnTo>
                  <a:lnTo>
                    <a:pt x="43067" y="279168"/>
                  </a:lnTo>
                  <a:lnTo>
                    <a:pt x="46715" y="283082"/>
                  </a:lnTo>
                  <a:lnTo>
                    <a:pt x="50487" y="286878"/>
                  </a:lnTo>
                  <a:lnTo>
                    <a:pt x="54379" y="290552"/>
                  </a:lnTo>
                  <a:lnTo>
                    <a:pt x="58386" y="294099"/>
                  </a:lnTo>
                  <a:lnTo>
                    <a:pt x="62504" y="297516"/>
                  </a:lnTo>
                  <a:lnTo>
                    <a:pt x="66730" y="300799"/>
                  </a:lnTo>
                  <a:lnTo>
                    <a:pt x="71059" y="303945"/>
                  </a:lnTo>
                  <a:lnTo>
                    <a:pt x="75486" y="306951"/>
                  </a:lnTo>
                  <a:lnTo>
                    <a:pt x="80008" y="309814"/>
                  </a:lnTo>
                  <a:lnTo>
                    <a:pt x="84618" y="312531"/>
                  </a:lnTo>
                  <a:lnTo>
                    <a:pt x="89313" y="315099"/>
                  </a:lnTo>
                  <a:lnTo>
                    <a:pt x="94088" y="317515"/>
                  </a:lnTo>
                  <a:lnTo>
                    <a:pt x="98938" y="319777"/>
                  </a:lnTo>
                  <a:lnTo>
                    <a:pt x="103858" y="321883"/>
                  </a:lnTo>
                  <a:lnTo>
                    <a:pt x="108842" y="323830"/>
                  </a:lnTo>
                  <a:lnTo>
                    <a:pt x="113887" y="325616"/>
                  </a:lnTo>
                  <a:lnTo>
                    <a:pt x="118986" y="327241"/>
                  </a:lnTo>
                  <a:lnTo>
                    <a:pt x="124134" y="328701"/>
                  </a:lnTo>
                  <a:lnTo>
                    <a:pt x="129327" y="329995"/>
                  </a:lnTo>
                  <a:lnTo>
                    <a:pt x="134558" y="331123"/>
                  </a:lnTo>
                  <a:lnTo>
                    <a:pt x="139823" y="332083"/>
                  </a:lnTo>
                  <a:lnTo>
                    <a:pt x="145115" y="332874"/>
                  </a:lnTo>
                  <a:lnTo>
                    <a:pt x="150431" y="33349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02275" y="3708003"/>
              <a:ext cx="183883" cy="334050"/>
            </a:xfrm>
            <a:custGeom>
              <a:avLst/>
              <a:pathLst>
                <a:path w="183883" h="334050">
                  <a:moveTo>
                    <a:pt x="0" y="333212"/>
                  </a:moveTo>
                  <a:lnTo>
                    <a:pt x="5302" y="333660"/>
                  </a:lnTo>
                  <a:lnTo>
                    <a:pt x="10617" y="333939"/>
                  </a:lnTo>
                  <a:lnTo>
                    <a:pt x="15938" y="334050"/>
                  </a:lnTo>
                  <a:lnTo>
                    <a:pt x="21259" y="333990"/>
                  </a:lnTo>
                  <a:lnTo>
                    <a:pt x="26576" y="333762"/>
                  </a:lnTo>
                  <a:lnTo>
                    <a:pt x="31883" y="333364"/>
                  </a:lnTo>
                  <a:lnTo>
                    <a:pt x="37175" y="332797"/>
                  </a:lnTo>
                  <a:lnTo>
                    <a:pt x="42446" y="332063"/>
                  </a:lnTo>
                  <a:lnTo>
                    <a:pt x="47691" y="331160"/>
                  </a:lnTo>
                  <a:lnTo>
                    <a:pt x="52904" y="330092"/>
                  </a:lnTo>
                  <a:lnTo>
                    <a:pt x="58081" y="328858"/>
                  </a:lnTo>
                  <a:lnTo>
                    <a:pt x="63216" y="327460"/>
                  </a:lnTo>
                  <a:lnTo>
                    <a:pt x="68304" y="325899"/>
                  </a:lnTo>
                  <a:lnTo>
                    <a:pt x="73339" y="324177"/>
                  </a:lnTo>
                  <a:lnTo>
                    <a:pt x="78317" y="322295"/>
                  </a:lnTo>
                  <a:lnTo>
                    <a:pt x="83233" y="320256"/>
                  </a:lnTo>
                  <a:lnTo>
                    <a:pt x="88081" y="318062"/>
                  </a:lnTo>
                  <a:lnTo>
                    <a:pt x="92857" y="315714"/>
                  </a:lnTo>
                  <a:lnTo>
                    <a:pt x="97556" y="313216"/>
                  </a:lnTo>
                  <a:lnTo>
                    <a:pt x="102173" y="310569"/>
                  </a:lnTo>
                  <a:lnTo>
                    <a:pt x="106704" y="307776"/>
                  </a:lnTo>
                  <a:lnTo>
                    <a:pt x="111143" y="304841"/>
                  </a:lnTo>
                  <a:lnTo>
                    <a:pt x="115487" y="301766"/>
                  </a:lnTo>
                  <a:lnTo>
                    <a:pt x="119730" y="298554"/>
                  </a:lnTo>
                  <a:lnTo>
                    <a:pt x="123869" y="295209"/>
                  </a:lnTo>
                  <a:lnTo>
                    <a:pt x="127900" y="291734"/>
                  </a:lnTo>
                  <a:lnTo>
                    <a:pt x="131817" y="288132"/>
                  </a:lnTo>
                  <a:lnTo>
                    <a:pt x="135619" y="284408"/>
                  </a:lnTo>
                  <a:lnTo>
                    <a:pt x="139299" y="280564"/>
                  </a:lnTo>
                  <a:lnTo>
                    <a:pt x="142856" y="276605"/>
                  </a:lnTo>
                  <a:lnTo>
                    <a:pt x="146284" y="272535"/>
                  </a:lnTo>
                  <a:lnTo>
                    <a:pt x="149582" y="268357"/>
                  </a:lnTo>
                  <a:lnTo>
                    <a:pt x="152745" y="264077"/>
                  </a:lnTo>
                  <a:lnTo>
                    <a:pt x="155769" y="259699"/>
                  </a:lnTo>
                  <a:lnTo>
                    <a:pt x="158653" y="255226"/>
                  </a:lnTo>
                  <a:lnTo>
                    <a:pt x="161394" y="250664"/>
                  </a:lnTo>
                  <a:lnTo>
                    <a:pt x="163987" y="246016"/>
                  </a:lnTo>
                  <a:lnTo>
                    <a:pt x="166431" y="241289"/>
                  </a:lnTo>
                  <a:lnTo>
                    <a:pt x="168724" y="236486"/>
                  </a:lnTo>
                  <a:lnTo>
                    <a:pt x="170862" y="231613"/>
                  </a:lnTo>
                  <a:lnTo>
                    <a:pt x="172845" y="226674"/>
                  </a:lnTo>
                  <a:lnTo>
                    <a:pt x="174669" y="221675"/>
                  </a:lnTo>
                  <a:lnTo>
                    <a:pt x="176333" y="216620"/>
                  </a:lnTo>
                  <a:lnTo>
                    <a:pt x="177835" y="211514"/>
                  </a:lnTo>
                  <a:lnTo>
                    <a:pt x="179174" y="206364"/>
                  </a:lnTo>
                  <a:lnTo>
                    <a:pt x="180349" y="201173"/>
                  </a:lnTo>
                  <a:lnTo>
                    <a:pt x="181357" y="195948"/>
                  </a:lnTo>
                  <a:lnTo>
                    <a:pt x="182199" y="190693"/>
                  </a:lnTo>
                  <a:lnTo>
                    <a:pt x="182873" y="185414"/>
                  </a:lnTo>
                  <a:lnTo>
                    <a:pt x="183378" y="180116"/>
                  </a:lnTo>
                  <a:lnTo>
                    <a:pt x="183715" y="174805"/>
                  </a:lnTo>
                  <a:lnTo>
                    <a:pt x="183883" y="169485"/>
                  </a:lnTo>
                  <a:lnTo>
                    <a:pt x="183881" y="164164"/>
                  </a:lnTo>
                  <a:lnTo>
                    <a:pt x="183710" y="158844"/>
                  </a:lnTo>
                  <a:lnTo>
                    <a:pt x="183369" y="153534"/>
                  </a:lnTo>
                  <a:lnTo>
                    <a:pt x="182860" y="148236"/>
                  </a:lnTo>
                  <a:lnTo>
                    <a:pt x="182182" y="142958"/>
                  </a:lnTo>
                  <a:lnTo>
                    <a:pt x="181336" y="137703"/>
                  </a:lnTo>
                  <a:lnTo>
                    <a:pt x="180324" y="132479"/>
                  </a:lnTo>
                  <a:lnTo>
                    <a:pt x="179146" y="127289"/>
                  </a:lnTo>
                  <a:lnTo>
                    <a:pt x="177803" y="122139"/>
                  </a:lnTo>
                  <a:lnTo>
                    <a:pt x="176297" y="117035"/>
                  </a:lnTo>
                  <a:lnTo>
                    <a:pt x="174630" y="111981"/>
                  </a:lnTo>
                  <a:lnTo>
                    <a:pt x="172802" y="106983"/>
                  </a:lnTo>
                  <a:lnTo>
                    <a:pt x="170816" y="102045"/>
                  </a:lnTo>
                  <a:lnTo>
                    <a:pt x="168674" y="97173"/>
                  </a:lnTo>
                  <a:lnTo>
                    <a:pt x="166378" y="92372"/>
                  </a:lnTo>
                  <a:lnTo>
                    <a:pt x="163931" y="87647"/>
                  </a:lnTo>
                  <a:lnTo>
                    <a:pt x="161334" y="83001"/>
                  </a:lnTo>
                  <a:lnTo>
                    <a:pt x="158590" y="78441"/>
                  </a:lnTo>
                  <a:lnTo>
                    <a:pt x="155703" y="73971"/>
                  </a:lnTo>
                  <a:lnTo>
                    <a:pt x="152675" y="69594"/>
                  </a:lnTo>
                  <a:lnTo>
                    <a:pt x="149510" y="65316"/>
                  </a:lnTo>
                  <a:lnTo>
                    <a:pt x="146209" y="61141"/>
                  </a:lnTo>
                  <a:lnTo>
                    <a:pt x="142778" y="57074"/>
                  </a:lnTo>
                  <a:lnTo>
                    <a:pt x="139218" y="53117"/>
                  </a:lnTo>
                  <a:lnTo>
                    <a:pt x="135535" y="49276"/>
                  </a:lnTo>
                  <a:lnTo>
                    <a:pt x="131731" y="45554"/>
                  </a:lnTo>
                  <a:lnTo>
                    <a:pt x="127811" y="41955"/>
                  </a:lnTo>
                  <a:lnTo>
                    <a:pt x="123778" y="38483"/>
                  </a:lnTo>
                  <a:lnTo>
                    <a:pt x="119636" y="35140"/>
                  </a:lnTo>
                  <a:lnTo>
                    <a:pt x="115390" y="31932"/>
                  </a:lnTo>
                  <a:lnTo>
                    <a:pt x="111045" y="28860"/>
                  </a:lnTo>
                  <a:lnTo>
                    <a:pt x="106603" y="25928"/>
                  </a:lnTo>
                  <a:lnTo>
                    <a:pt x="102071" y="23138"/>
                  </a:lnTo>
                  <a:lnTo>
                    <a:pt x="97452" y="20495"/>
                  </a:lnTo>
                  <a:lnTo>
                    <a:pt x="92751" y="18000"/>
                  </a:lnTo>
                  <a:lnTo>
                    <a:pt x="87974" y="15655"/>
                  </a:lnTo>
                  <a:lnTo>
                    <a:pt x="83124" y="13464"/>
                  </a:lnTo>
                  <a:lnTo>
                    <a:pt x="78207" y="11429"/>
                  </a:lnTo>
                  <a:lnTo>
                    <a:pt x="73227" y="9551"/>
                  </a:lnTo>
                  <a:lnTo>
                    <a:pt x="68190" y="7833"/>
                  </a:lnTo>
                  <a:lnTo>
                    <a:pt x="63101" y="6275"/>
                  </a:lnTo>
                  <a:lnTo>
                    <a:pt x="57965" y="4881"/>
                  </a:lnTo>
                  <a:lnTo>
                    <a:pt x="52788" y="3650"/>
                  </a:lnTo>
                  <a:lnTo>
                    <a:pt x="47574" y="2586"/>
                  </a:lnTo>
                  <a:lnTo>
                    <a:pt x="42328" y="1687"/>
                  </a:lnTo>
                  <a:lnTo>
                    <a:pt x="37057" y="956"/>
                  </a:lnTo>
                  <a:lnTo>
                    <a:pt x="31765" y="394"/>
                  </a:lnTo>
                  <a:lnTo>
                    <a:pt x="26457" y="0"/>
                  </a:lnTo>
                  <a:lnTo>
                    <a:pt x="16736" y="1668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9721" cy="167167"/>
            </a:xfrm>
            <a:custGeom>
              <a:avLst/>
              <a:pathLst>
                <a:path w="9721" h="167167">
                  <a:moveTo>
                    <a:pt x="9721" y="28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tx89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2025-06-25T08:25:08Z</dcterms:modified>
  <cp:category/>
</cp:coreProperties>
</file>