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78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98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71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8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8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1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9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8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8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5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6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1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1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6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2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5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3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29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76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1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53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7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64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7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8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4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98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7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4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98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0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9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176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6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43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7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3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71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6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76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6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6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64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64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7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8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4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6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926" y="3170392"/>
              <a:ext cx="54852" cy="167167"/>
            </a:xfrm>
            <a:custGeom>
              <a:avLst/>
              <a:pathLst>
                <a:path w="54852" h="167167">
                  <a:moveTo>
                    <a:pt x="54852" y="0"/>
                  </a:moveTo>
                  <a:lnTo>
                    <a:pt x="48644" y="115"/>
                  </a:lnTo>
                  <a:lnTo>
                    <a:pt x="42444" y="461"/>
                  </a:lnTo>
                  <a:lnTo>
                    <a:pt x="36262" y="1036"/>
                  </a:lnTo>
                  <a:lnTo>
                    <a:pt x="30104" y="1842"/>
                  </a:lnTo>
                  <a:lnTo>
                    <a:pt x="23982" y="2875"/>
                  </a:lnTo>
                  <a:lnTo>
                    <a:pt x="17901" y="4135"/>
                  </a:lnTo>
                  <a:lnTo>
                    <a:pt x="11872" y="5619"/>
                  </a:lnTo>
                  <a:lnTo>
                    <a:pt x="5902" y="7327"/>
                  </a:lnTo>
                  <a:lnTo>
                    <a:pt x="0" y="9255"/>
                  </a:lnTo>
                  <a:lnTo>
                    <a:pt x="548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28926" y="3179648"/>
              <a:ext cx="54852" cy="157911"/>
            </a:xfrm>
            <a:custGeom>
              <a:avLst/>
              <a:pathLst>
                <a:path w="54852" h="157911">
                  <a:moveTo>
                    <a:pt x="0" y="0"/>
                  </a:moveTo>
                  <a:lnTo>
                    <a:pt x="54852" y="157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816612" y="3171241"/>
              <a:ext cx="334313" cy="333482"/>
            </a:xfrm>
            <a:custGeom>
              <a:avLst/>
              <a:pathLst>
                <a:path w="334313" h="333482">
                  <a:moveTo>
                    <a:pt x="112313" y="8406"/>
                  </a:moveTo>
                  <a:lnTo>
                    <a:pt x="107349" y="10219"/>
                  </a:lnTo>
                  <a:lnTo>
                    <a:pt x="102446" y="12187"/>
                  </a:lnTo>
                  <a:lnTo>
                    <a:pt x="97607" y="14310"/>
                  </a:lnTo>
                  <a:lnTo>
                    <a:pt x="92837" y="16584"/>
                  </a:lnTo>
                  <a:lnTo>
                    <a:pt x="88142" y="19008"/>
                  </a:lnTo>
                  <a:lnTo>
                    <a:pt x="83525" y="21579"/>
                  </a:lnTo>
                  <a:lnTo>
                    <a:pt x="78993" y="24295"/>
                  </a:lnTo>
                  <a:lnTo>
                    <a:pt x="74548" y="27153"/>
                  </a:lnTo>
                  <a:lnTo>
                    <a:pt x="70196" y="30150"/>
                  </a:lnTo>
                  <a:lnTo>
                    <a:pt x="65941" y="33283"/>
                  </a:lnTo>
                  <a:lnTo>
                    <a:pt x="61786" y="36548"/>
                  </a:lnTo>
                  <a:lnTo>
                    <a:pt x="57738" y="39944"/>
                  </a:lnTo>
                  <a:lnTo>
                    <a:pt x="53798" y="43466"/>
                  </a:lnTo>
                  <a:lnTo>
                    <a:pt x="49972" y="47110"/>
                  </a:lnTo>
                  <a:lnTo>
                    <a:pt x="46263" y="50873"/>
                  </a:lnTo>
                  <a:lnTo>
                    <a:pt x="42675" y="54752"/>
                  </a:lnTo>
                  <a:lnTo>
                    <a:pt x="39211" y="58743"/>
                  </a:lnTo>
                  <a:lnTo>
                    <a:pt x="35875" y="62841"/>
                  </a:lnTo>
                  <a:lnTo>
                    <a:pt x="32670" y="67042"/>
                  </a:lnTo>
                  <a:lnTo>
                    <a:pt x="29599" y="71342"/>
                  </a:lnTo>
                  <a:lnTo>
                    <a:pt x="26666" y="75738"/>
                  </a:lnTo>
                  <a:lnTo>
                    <a:pt x="23873" y="80224"/>
                  </a:lnTo>
                  <a:lnTo>
                    <a:pt x="21224" y="84795"/>
                  </a:lnTo>
                  <a:lnTo>
                    <a:pt x="18720" y="89449"/>
                  </a:lnTo>
                  <a:lnTo>
                    <a:pt x="16365" y="94179"/>
                  </a:lnTo>
                  <a:lnTo>
                    <a:pt x="14160" y="98981"/>
                  </a:lnTo>
                  <a:lnTo>
                    <a:pt x="12108" y="103851"/>
                  </a:lnTo>
                  <a:lnTo>
                    <a:pt x="10212" y="108782"/>
                  </a:lnTo>
                  <a:lnTo>
                    <a:pt x="8472" y="113772"/>
                  </a:lnTo>
                  <a:lnTo>
                    <a:pt x="6890" y="118814"/>
                  </a:lnTo>
                  <a:lnTo>
                    <a:pt x="5469" y="123903"/>
                  </a:lnTo>
                  <a:lnTo>
                    <a:pt x="4209" y="129035"/>
                  </a:lnTo>
                  <a:lnTo>
                    <a:pt x="3112" y="134204"/>
                  </a:lnTo>
                  <a:lnTo>
                    <a:pt x="2179" y="139405"/>
                  </a:lnTo>
                  <a:lnTo>
                    <a:pt x="1411" y="144633"/>
                  </a:lnTo>
                  <a:lnTo>
                    <a:pt x="808" y="149883"/>
                  </a:lnTo>
                  <a:lnTo>
                    <a:pt x="372" y="155149"/>
                  </a:lnTo>
                  <a:lnTo>
                    <a:pt x="102" y="160426"/>
                  </a:lnTo>
                  <a:lnTo>
                    <a:pt x="0" y="165709"/>
                  </a:lnTo>
                  <a:lnTo>
                    <a:pt x="64" y="170993"/>
                  </a:lnTo>
                  <a:lnTo>
                    <a:pt x="295" y="176272"/>
                  </a:lnTo>
                  <a:lnTo>
                    <a:pt x="693" y="181541"/>
                  </a:lnTo>
                  <a:lnTo>
                    <a:pt x="1257" y="186795"/>
                  </a:lnTo>
                  <a:lnTo>
                    <a:pt x="1987" y="192028"/>
                  </a:lnTo>
                  <a:lnTo>
                    <a:pt x="2882" y="197236"/>
                  </a:lnTo>
                  <a:lnTo>
                    <a:pt x="3942" y="202413"/>
                  </a:lnTo>
                  <a:lnTo>
                    <a:pt x="5164" y="207553"/>
                  </a:lnTo>
                  <a:lnTo>
                    <a:pt x="6548" y="212653"/>
                  </a:lnTo>
                  <a:lnTo>
                    <a:pt x="8093" y="217706"/>
                  </a:lnTo>
                  <a:lnTo>
                    <a:pt x="9797" y="222708"/>
                  </a:lnTo>
                  <a:lnTo>
                    <a:pt x="11657" y="227654"/>
                  </a:lnTo>
                  <a:lnTo>
                    <a:pt x="13674" y="232538"/>
                  </a:lnTo>
                  <a:lnTo>
                    <a:pt x="15843" y="237356"/>
                  </a:lnTo>
                  <a:lnTo>
                    <a:pt x="18164" y="242104"/>
                  </a:lnTo>
                  <a:lnTo>
                    <a:pt x="20634" y="246775"/>
                  </a:lnTo>
                  <a:lnTo>
                    <a:pt x="23250" y="251366"/>
                  </a:lnTo>
                  <a:lnTo>
                    <a:pt x="26010" y="255872"/>
                  </a:lnTo>
                  <a:lnTo>
                    <a:pt x="28911" y="260289"/>
                  </a:lnTo>
                  <a:lnTo>
                    <a:pt x="31950" y="264611"/>
                  </a:lnTo>
                  <a:lnTo>
                    <a:pt x="35124" y="268836"/>
                  </a:lnTo>
                  <a:lnTo>
                    <a:pt x="38430" y="272958"/>
                  </a:lnTo>
                  <a:lnTo>
                    <a:pt x="41865" y="276973"/>
                  </a:lnTo>
                  <a:lnTo>
                    <a:pt x="45425" y="280878"/>
                  </a:lnTo>
                  <a:lnTo>
                    <a:pt x="49106" y="284669"/>
                  </a:lnTo>
                  <a:lnTo>
                    <a:pt x="52906" y="288341"/>
                  </a:lnTo>
                  <a:lnTo>
                    <a:pt x="56820" y="291891"/>
                  </a:lnTo>
                  <a:lnTo>
                    <a:pt x="60844" y="295316"/>
                  </a:lnTo>
                  <a:lnTo>
                    <a:pt x="64974" y="298612"/>
                  </a:lnTo>
                  <a:lnTo>
                    <a:pt x="69206" y="301776"/>
                  </a:lnTo>
                  <a:lnTo>
                    <a:pt x="73536" y="304804"/>
                  </a:lnTo>
                  <a:lnTo>
                    <a:pt x="77960" y="307694"/>
                  </a:lnTo>
                  <a:lnTo>
                    <a:pt x="82473" y="310443"/>
                  </a:lnTo>
                  <a:lnTo>
                    <a:pt x="87071" y="313048"/>
                  </a:lnTo>
                  <a:lnTo>
                    <a:pt x="91748" y="315506"/>
                  </a:lnTo>
                  <a:lnTo>
                    <a:pt x="96501" y="317815"/>
                  </a:lnTo>
                  <a:lnTo>
                    <a:pt x="101324" y="319973"/>
                  </a:lnTo>
                  <a:lnTo>
                    <a:pt x="106214" y="321977"/>
                  </a:lnTo>
                  <a:lnTo>
                    <a:pt x="111164" y="323826"/>
                  </a:lnTo>
                  <a:lnTo>
                    <a:pt x="116170" y="325517"/>
                  </a:lnTo>
                  <a:lnTo>
                    <a:pt x="121227" y="327049"/>
                  </a:lnTo>
                  <a:lnTo>
                    <a:pt x="126330" y="328421"/>
                  </a:lnTo>
                  <a:lnTo>
                    <a:pt x="131474" y="329631"/>
                  </a:lnTo>
                  <a:lnTo>
                    <a:pt x="136653" y="330677"/>
                  </a:lnTo>
                  <a:lnTo>
                    <a:pt x="141863" y="331559"/>
                  </a:lnTo>
                  <a:lnTo>
                    <a:pt x="147098" y="332277"/>
                  </a:lnTo>
                  <a:lnTo>
                    <a:pt x="152354" y="332828"/>
                  </a:lnTo>
                  <a:lnTo>
                    <a:pt x="157624" y="333213"/>
                  </a:lnTo>
                  <a:lnTo>
                    <a:pt x="162903" y="333431"/>
                  </a:lnTo>
                  <a:lnTo>
                    <a:pt x="168187" y="333482"/>
                  </a:lnTo>
                  <a:lnTo>
                    <a:pt x="173470" y="333366"/>
                  </a:lnTo>
                  <a:lnTo>
                    <a:pt x="178747" y="333084"/>
                  </a:lnTo>
                  <a:lnTo>
                    <a:pt x="184012" y="332634"/>
                  </a:lnTo>
                  <a:lnTo>
                    <a:pt x="189260" y="332019"/>
                  </a:lnTo>
                  <a:lnTo>
                    <a:pt x="194486" y="331238"/>
                  </a:lnTo>
                  <a:lnTo>
                    <a:pt x="199685" y="330292"/>
                  </a:lnTo>
                  <a:lnTo>
                    <a:pt x="204851" y="329182"/>
                  </a:lnTo>
                  <a:lnTo>
                    <a:pt x="209979" y="327910"/>
                  </a:lnTo>
                  <a:lnTo>
                    <a:pt x="215065" y="326476"/>
                  </a:lnTo>
                  <a:lnTo>
                    <a:pt x="220103" y="324882"/>
                  </a:lnTo>
                  <a:lnTo>
                    <a:pt x="225088" y="323130"/>
                  </a:lnTo>
                  <a:lnTo>
                    <a:pt x="230016" y="321221"/>
                  </a:lnTo>
                  <a:lnTo>
                    <a:pt x="234880" y="319157"/>
                  </a:lnTo>
                  <a:lnTo>
                    <a:pt x="239677" y="316940"/>
                  </a:lnTo>
                  <a:lnTo>
                    <a:pt x="244401" y="314573"/>
                  </a:lnTo>
                  <a:lnTo>
                    <a:pt x="249048" y="312058"/>
                  </a:lnTo>
                  <a:lnTo>
                    <a:pt x="253613" y="309397"/>
                  </a:lnTo>
                  <a:lnTo>
                    <a:pt x="258092" y="306594"/>
                  </a:lnTo>
                  <a:lnTo>
                    <a:pt x="262480" y="303650"/>
                  </a:lnTo>
                  <a:lnTo>
                    <a:pt x="266773" y="300569"/>
                  </a:lnTo>
                  <a:lnTo>
                    <a:pt x="270967" y="297354"/>
                  </a:lnTo>
                  <a:lnTo>
                    <a:pt x="275056" y="294007"/>
                  </a:lnTo>
                  <a:lnTo>
                    <a:pt x="279038" y="290534"/>
                  </a:lnTo>
                  <a:lnTo>
                    <a:pt x="282908" y="286936"/>
                  </a:lnTo>
                  <a:lnTo>
                    <a:pt x="286663" y="283217"/>
                  </a:lnTo>
                  <a:lnTo>
                    <a:pt x="290298" y="279382"/>
                  </a:lnTo>
                  <a:lnTo>
                    <a:pt x="293810" y="275434"/>
                  </a:lnTo>
                  <a:lnTo>
                    <a:pt x="297195" y="271377"/>
                  </a:lnTo>
                  <a:lnTo>
                    <a:pt x="300450" y="267215"/>
                  </a:lnTo>
                  <a:lnTo>
                    <a:pt x="303573" y="262952"/>
                  </a:lnTo>
                  <a:lnTo>
                    <a:pt x="306559" y="258592"/>
                  </a:lnTo>
                  <a:lnTo>
                    <a:pt x="309406" y="254141"/>
                  </a:lnTo>
                  <a:lnTo>
                    <a:pt x="312110" y="249601"/>
                  </a:lnTo>
                  <a:lnTo>
                    <a:pt x="314670" y="244978"/>
                  </a:lnTo>
                  <a:lnTo>
                    <a:pt x="317082" y="240277"/>
                  </a:lnTo>
                  <a:lnTo>
                    <a:pt x="319345" y="235502"/>
                  </a:lnTo>
                  <a:lnTo>
                    <a:pt x="321456" y="230658"/>
                  </a:lnTo>
                  <a:lnTo>
                    <a:pt x="323412" y="225749"/>
                  </a:lnTo>
                  <a:lnTo>
                    <a:pt x="325212" y="220781"/>
                  </a:lnTo>
                  <a:lnTo>
                    <a:pt x="326855" y="215759"/>
                  </a:lnTo>
                  <a:lnTo>
                    <a:pt x="328338" y="210687"/>
                  </a:lnTo>
                  <a:lnTo>
                    <a:pt x="329659" y="205571"/>
                  </a:lnTo>
                  <a:lnTo>
                    <a:pt x="330819" y="200415"/>
                  </a:lnTo>
                  <a:lnTo>
                    <a:pt x="331815" y="195226"/>
                  </a:lnTo>
                  <a:lnTo>
                    <a:pt x="332646" y="190008"/>
                  </a:lnTo>
                  <a:lnTo>
                    <a:pt x="333312" y="184766"/>
                  </a:lnTo>
                  <a:lnTo>
                    <a:pt x="333812" y="179505"/>
                  </a:lnTo>
                  <a:lnTo>
                    <a:pt x="334146" y="174232"/>
                  </a:lnTo>
                  <a:lnTo>
                    <a:pt x="334313" y="168950"/>
                  </a:lnTo>
                  <a:lnTo>
                    <a:pt x="334312" y="163666"/>
                  </a:lnTo>
                  <a:lnTo>
                    <a:pt x="334145" y="158385"/>
                  </a:lnTo>
                  <a:lnTo>
                    <a:pt x="333811" y="153111"/>
                  </a:lnTo>
                  <a:lnTo>
                    <a:pt x="333310" y="147851"/>
                  </a:lnTo>
                  <a:lnTo>
                    <a:pt x="332643" y="142609"/>
                  </a:lnTo>
                  <a:lnTo>
                    <a:pt x="331811" y="137391"/>
                  </a:lnTo>
                  <a:lnTo>
                    <a:pt x="330815" y="132202"/>
                  </a:lnTo>
                  <a:lnTo>
                    <a:pt x="329655" y="127046"/>
                  </a:lnTo>
                  <a:lnTo>
                    <a:pt x="328333" y="121930"/>
                  </a:lnTo>
                  <a:lnTo>
                    <a:pt x="326849" y="116859"/>
                  </a:lnTo>
                  <a:lnTo>
                    <a:pt x="325206" y="111837"/>
                  </a:lnTo>
                  <a:lnTo>
                    <a:pt x="323405" y="106869"/>
                  </a:lnTo>
                  <a:lnTo>
                    <a:pt x="321448" y="101960"/>
                  </a:lnTo>
                  <a:lnTo>
                    <a:pt x="319337" y="97116"/>
                  </a:lnTo>
                  <a:lnTo>
                    <a:pt x="317074" y="92342"/>
                  </a:lnTo>
                  <a:lnTo>
                    <a:pt x="314661" y="87641"/>
                  </a:lnTo>
                  <a:lnTo>
                    <a:pt x="312101" y="83018"/>
                  </a:lnTo>
                  <a:lnTo>
                    <a:pt x="309395" y="78479"/>
                  </a:lnTo>
                  <a:lnTo>
                    <a:pt x="306548" y="74028"/>
                  </a:lnTo>
                  <a:lnTo>
                    <a:pt x="303562" y="69668"/>
                  </a:lnTo>
                  <a:lnTo>
                    <a:pt x="300439" y="65406"/>
                  </a:lnTo>
                  <a:lnTo>
                    <a:pt x="297183" y="61244"/>
                  </a:lnTo>
                  <a:lnTo>
                    <a:pt x="293797" y="57187"/>
                  </a:lnTo>
                  <a:lnTo>
                    <a:pt x="290285" y="53240"/>
                  </a:lnTo>
                  <a:lnTo>
                    <a:pt x="286649" y="49405"/>
                  </a:lnTo>
                  <a:lnTo>
                    <a:pt x="282894" y="45687"/>
                  </a:lnTo>
                  <a:lnTo>
                    <a:pt x="279024" y="42089"/>
                  </a:lnTo>
                  <a:lnTo>
                    <a:pt x="275042" y="38616"/>
                  </a:lnTo>
                  <a:lnTo>
                    <a:pt x="270952" y="35270"/>
                  </a:lnTo>
                  <a:lnTo>
                    <a:pt x="266758" y="32056"/>
                  </a:lnTo>
                  <a:lnTo>
                    <a:pt x="262465" y="28975"/>
                  </a:lnTo>
                  <a:lnTo>
                    <a:pt x="258076" y="26032"/>
                  </a:lnTo>
                  <a:lnTo>
                    <a:pt x="253597" y="23228"/>
                  </a:lnTo>
                  <a:lnTo>
                    <a:pt x="249031" y="20568"/>
                  </a:lnTo>
                  <a:lnTo>
                    <a:pt x="244384" y="18054"/>
                  </a:lnTo>
                  <a:lnTo>
                    <a:pt x="239659" y="15687"/>
                  </a:lnTo>
                  <a:lnTo>
                    <a:pt x="234862" y="13471"/>
                  </a:lnTo>
                  <a:lnTo>
                    <a:pt x="229998" y="11408"/>
                  </a:lnTo>
                  <a:lnTo>
                    <a:pt x="225070" y="9499"/>
                  </a:lnTo>
                  <a:lnTo>
                    <a:pt x="220085" y="7748"/>
                  </a:lnTo>
                  <a:lnTo>
                    <a:pt x="215047" y="6154"/>
                  </a:lnTo>
                  <a:lnTo>
                    <a:pt x="209961" y="4721"/>
                  </a:lnTo>
                  <a:lnTo>
                    <a:pt x="204832" y="3449"/>
                  </a:lnTo>
                  <a:lnTo>
                    <a:pt x="199666" y="2340"/>
                  </a:lnTo>
                  <a:lnTo>
                    <a:pt x="194467" y="1395"/>
                  </a:lnTo>
                  <a:lnTo>
                    <a:pt x="189241" y="614"/>
                  </a:lnTo>
                  <a:lnTo>
                    <a:pt x="183992" y="0"/>
                  </a:lnTo>
                  <a:lnTo>
                    <a:pt x="167166" y="1663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83779" y="3170392"/>
              <a:ext cx="16826" cy="167167"/>
            </a:xfrm>
            <a:custGeom>
              <a:avLst/>
              <a:pathLst>
                <a:path w="16826" h="167167">
                  <a:moveTo>
                    <a:pt x="16826" y="849"/>
                  </a:moveTo>
                  <a:lnTo>
                    <a:pt x="8424" y="2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2" y="2633064"/>
              <a:ext cx="167158" cy="174262"/>
            </a:xfrm>
            <a:custGeom>
              <a:avLst/>
              <a:pathLst>
                <a:path w="167158" h="174262">
                  <a:moveTo>
                    <a:pt x="167158" y="0"/>
                  </a:moveTo>
                  <a:lnTo>
                    <a:pt x="161766" y="87"/>
                  </a:lnTo>
                  <a:lnTo>
                    <a:pt x="156378" y="347"/>
                  </a:lnTo>
                  <a:lnTo>
                    <a:pt x="151003" y="782"/>
                  </a:lnTo>
                  <a:lnTo>
                    <a:pt x="145643" y="1390"/>
                  </a:lnTo>
                  <a:lnTo>
                    <a:pt x="140307" y="2170"/>
                  </a:lnTo>
                  <a:lnTo>
                    <a:pt x="134998" y="3122"/>
                  </a:lnTo>
                  <a:lnTo>
                    <a:pt x="129723" y="4245"/>
                  </a:lnTo>
                  <a:lnTo>
                    <a:pt x="124487" y="5537"/>
                  </a:lnTo>
                  <a:lnTo>
                    <a:pt x="119295" y="6998"/>
                  </a:lnTo>
                  <a:lnTo>
                    <a:pt x="114153" y="8626"/>
                  </a:lnTo>
                  <a:lnTo>
                    <a:pt x="109066" y="10418"/>
                  </a:lnTo>
                  <a:lnTo>
                    <a:pt x="104039" y="12374"/>
                  </a:lnTo>
                  <a:lnTo>
                    <a:pt x="99079" y="14490"/>
                  </a:lnTo>
                  <a:lnTo>
                    <a:pt x="94189" y="16766"/>
                  </a:lnTo>
                  <a:lnTo>
                    <a:pt x="89375" y="19198"/>
                  </a:lnTo>
                  <a:lnTo>
                    <a:pt x="84642" y="21785"/>
                  </a:lnTo>
                  <a:lnTo>
                    <a:pt x="79995" y="24522"/>
                  </a:lnTo>
                  <a:lnTo>
                    <a:pt x="75439" y="27408"/>
                  </a:lnTo>
                  <a:lnTo>
                    <a:pt x="70978" y="30440"/>
                  </a:lnTo>
                  <a:lnTo>
                    <a:pt x="66617" y="33614"/>
                  </a:lnTo>
                  <a:lnTo>
                    <a:pt x="62361" y="36927"/>
                  </a:lnTo>
                  <a:lnTo>
                    <a:pt x="58214" y="40375"/>
                  </a:lnTo>
                  <a:lnTo>
                    <a:pt x="54181" y="43955"/>
                  </a:lnTo>
                  <a:lnTo>
                    <a:pt x="50265" y="47664"/>
                  </a:lnTo>
                  <a:lnTo>
                    <a:pt x="46471" y="51497"/>
                  </a:lnTo>
                  <a:lnTo>
                    <a:pt x="42802" y="55451"/>
                  </a:lnTo>
                  <a:lnTo>
                    <a:pt x="39263" y="59521"/>
                  </a:lnTo>
                  <a:lnTo>
                    <a:pt x="35857" y="63702"/>
                  </a:lnTo>
                  <a:lnTo>
                    <a:pt x="32588" y="67992"/>
                  </a:lnTo>
                  <a:lnTo>
                    <a:pt x="29458" y="72385"/>
                  </a:lnTo>
                  <a:lnTo>
                    <a:pt x="26472" y="76876"/>
                  </a:lnTo>
                  <a:lnTo>
                    <a:pt x="23633" y="81462"/>
                  </a:lnTo>
                  <a:lnTo>
                    <a:pt x="20943" y="86136"/>
                  </a:lnTo>
                  <a:lnTo>
                    <a:pt x="18405" y="90895"/>
                  </a:lnTo>
                  <a:lnTo>
                    <a:pt x="16022" y="95734"/>
                  </a:lnTo>
                  <a:lnTo>
                    <a:pt x="13796" y="100647"/>
                  </a:lnTo>
                  <a:lnTo>
                    <a:pt x="11730" y="105629"/>
                  </a:lnTo>
                  <a:lnTo>
                    <a:pt x="9826" y="110675"/>
                  </a:lnTo>
                  <a:lnTo>
                    <a:pt x="8085" y="115779"/>
                  </a:lnTo>
                  <a:lnTo>
                    <a:pt x="6510" y="120938"/>
                  </a:lnTo>
                  <a:lnTo>
                    <a:pt x="5102" y="126144"/>
                  </a:lnTo>
                  <a:lnTo>
                    <a:pt x="3863" y="131393"/>
                  </a:lnTo>
                  <a:lnTo>
                    <a:pt x="2794" y="136680"/>
                  </a:lnTo>
                  <a:lnTo>
                    <a:pt x="1896" y="141998"/>
                  </a:lnTo>
                  <a:lnTo>
                    <a:pt x="1170" y="147342"/>
                  </a:lnTo>
                  <a:lnTo>
                    <a:pt x="617" y="152707"/>
                  </a:lnTo>
                  <a:lnTo>
                    <a:pt x="238" y="158087"/>
                  </a:lnTo>
                  <a:lnTo>
                    <a:pt x="32" y="163477"/>
                  </a:lnTo>
                  <a:lnTo>
                    <a:pt x="0" y="168870"/>
                  </a:lnTo>
                  <a:lnTo>
                    <a:pt x="141" y="17426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51994" y="2800231"/>
              <a:ext cx="167016" cy="7094"/>
            </a:xfrm>
            <a:custGeom>
              <a:avLst/>
              <a:pathLst>
                <a:path w="167016" h="7094">
                  <a:moveTo>
                    <a:pt x="0" y="7094"/>
                  </a:moveTo>
                  <a:lnTo>
                    <a:pt x="1670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51994" y="2719480"/>
              <a:ext cx="334181" cy="247918"/>
            </a:xfrm>
            <a:custGeom>
              <a:avLst/>
              <a:pathLst>
                <a:path w="334181" h="247918">
                  <a:moveTo>
                    <a:pt x="0" y="87845"/>
                  </a:moveTo>
                  <a:lnTo>
                    <a:pt x="311" y="93167"/>
                  </a:lnTo>
                  <a:lnTo>
                    <a:pt x="791" y="98475"/>
                  </a:lnTo>
                  <a:lnTo>
                    <a:pt x="1441" y="103766"/>
                  </a:lnTo>
                  <a:lnTo>
                    <a:pt x="2259" y="109033"/>
                  </a:lnTo>
                  <a:lnTo>
                    <a:pt x="3244" y="114271"/>
                  </a:lnTo>
                  <a:lnTo>
                    <a:pt x="4396" y="119476"/>
                  </a:lnTo>
                  <a:lnTo>
                    <a:pt x="5713" y="124641"/>
                  </a:lnTo>
                  <a:lnTo>
                    <a:pt x="7195" y="129761"/>
                  </a:lnTo>
                  <a:lnTo>
                    <a:pt x="8839" y="134832"/>
                  </a:lnTo>
                  <a:lnTo>
                    <a:pt x="10643" y="139847"/>
                  </a:lnTo>
                  <a:lnTo>
                    <a:pt x="12607" y="144803"/>
                  </a:lnTo>
                  <a:lnTo>
                    <a:pt x="14727" y="149693"/>
                  </a:lnTo>
                  <a:lnTo>
                    <a:pt x="17003" y="154513"/>
                  </a:lnTo>
                  <a:lnTo>
                    <a:pt x="19431" y="159258"/>
                  </a:lnTo>
                  <a:lnTo>
                    <a:pt x="22009" y="163924"/>
                  </a:lnTo>
                  <a:lnTo>
                    <a:pt x="24734" y="168505"/>
                  </a:lnTo>
                  <a:lnTo>
                    <a:pt x="27604" y="172996"/>
                  </a:lnTo>
                  <a:lnTo>
                    <a:pt x="30616" y="177394"/>
                  </a:lnTo>
                  <a:lnTo>
                    <a:pt x="33767" y="181694"/>
                  </a:lnTo>
                  <a:lnTo>
                    <a:pt x="37053" y="185891"/>
                  </a:lnTo>
                  <a:lnTo>
                    <a:pt x="40471" y="189981"/>
                  </a:lnTo>
                  <a:lnTo>
                    <a:pt x="44018" y="193960"/>
                  </a:lnTo>
                  <a:lnTo>
                    <a:pt x="47690" y="197824"/>
                  </a:lnTo>
                  <a:lnTo>
                    <a:pt x="51483" y="201568"/>
                  </a:lnTo>
                  <a:lnTo>
                    <a:pt x="55393" y="205190"/>
                  </a:lnTo>
                  <a:lnTo>
                    <a:pt x="59418" y="208686"/>
                  </a:lnTo>
                  <a:lnTo>
                    <a:pt x="63551" y="212051"/>
                  </a:lnTo>
                  <a:lnTo>
                    <a:pt x="67790" y="215283"/>
                  </a:lnTo>
                  <a:lnTo>
                    <a:pt x="72129" y="218378"/>
                  </a:lnTo>
                  <a:lnTo>
                    <a:pt x="76566" y="221334"/>
                  </a:lnTo>
                  <a:lnTo>
                    <a:pt x="81094" y="224146"/>
                  </a:lnTo>
                  <a:lnTo>
                    <a:pt x="85709" y="226812"/>
                  </a:lnTo>
                  <a:lnTo>
                    <a:pt x="90407" y="229330"/>
                  </a:lnTo>
                  <a:lnTo>
                    <a:pt x="95183" y="231697"/>
                  </a:lnTo>
                  <a:lnTo>
                    <a:pt x="100032" y="233911"/>
                  </a:lnTo>
                  <a:lnTo>
                    <a:pt x="104949" y="235969"/>
                  </a:lnTo>
                  <a:lnTo>
                    <a:pt x="109929" y="237869"/>
                  </a:lnTo>
                  <a:lnTo>
                    <a:pt x="114968" y="239609"/>
                  </a:lnTo>
                  <a:lnTo>
                    <a:pt x="120059" y="241187"/>
                  </a:lnTo>
                  <a:lnTo>
                    <a:pt x="125198" y="242603"/>
                  </a:lnTo>
                  <a:lnTo>
                    <a:pt x="130379" y="243854"/>
                  </a:lnTo>
                  <a:lnTo>
                    <a:pt x="135598" y="244939"/>
                  </a:lnTo>
                  <a:lnTo>
                    <a:pt x="140849" y="245857"/>
                  </a:lnTo>
                  <a:lnTo>
                    <a:pt x="146126" y="246608"/>
                  </a:lnTo>
                  <a:lnTo>
                    <a:pt x="151424" y="247189"/>
                  </a:lnTo>
                  <a:lnTo>
                    <a:pt x="156739" y="247602"/>
                  </a:lnTo>
                  <a:lnTo>
                    <a:pt x="162063" y="247845"/>
                  </a:lnTo>
                  <a:lnTo>
                    <a:pt x="167393" y="247918"/>
                  </a:lnTo>
                  <a:lnTo>
                    <a:pt x="172723" y="247821"/>
                  </a:lnTo>
                  <a:lnTo>
                    <a:pt x="178046" y="247554"/>
                  </a:lnTo>
                  <a:lnTo>
                    <a:pt x="183359" y="247117"/>
                  </a:lnTo>
                  <a:lnTo>
                    <a:pt x="188654" y="246512"/>
                  </a:lnTo>
                  <a:lnTo>
                    <a:pt x="193928" y="245738"/>
                  </a:lnTo>
                  <a:lnTo>
                    <a:pt x="199175" y="244796"/>
                  </a:lnTo>
                  <a:lnTo>
                    <a:pt x="204388" y="243687"/>
                  </a:lnTo>
                  <a:lnTo>
                    <a:pt x="209564" y="242413"/>
                  </a:lnTo>
                  <a:lnTo>
                    <a:pt x="214697" y="240974"/>
                  </a:lnTo>
                  <a:lnTo>
                    <a:pt x="219781" y="239372"/>
                  </a:lnTo>
                  <a:lnTo>
                    <a:pt x="224811" y="237610"/>
                  </a:lnTo>
                  <a:lnTo>
                    <a:pt x="229783" y="235687"/>
                  </a:lnTo>
                  <a:lnTo>
                    <a:pt x="234690" y="233607"/>
                  </a:lnTo>
                  <a:lnTo>
                    <a:pt x="239529" y="231372"/>
                  </a:lnTo>
                  <a:lnTo>
                    <a:pt x="244295" y="228984"/>
                  </a:lnTo>
                  <a:lnTo>
                    <a:pt x="248981" y="226444"/>
                  </a:lnTo>
                  <a:lnTo>
                    <a:pt x="253585" y="223757"/>
                  </a:lnTo>
                  <a:lnTo>
                    <a:pt x="258100" y="220925"/>
                  </a:lnTo>
                  <a:lnTo>
                    <a:pt x="262523" y="217949"/>
                  </a:lnTo>
                  <a:lnTo>
                    <a:pt x="266848" y="214835"/>
                  </a:lnTo>
                  <a:lnTo>
                    <a:pt x="271072" y="211584"/>
                  </a:lnTo>
                  <a:lnTo>
                    <a:pt x="275191" y="208200"/>
                  </a:lnTo>
                  <a:lnTo>
                    <a:pt x="279199" y="204686"/>
                  </a:lnTo>
                  <a:lnTo>
                    <a:pt x="283093" y="201046"/>
                  </a:lnTo>
                  <a:lnTo>
                    <a:pt x="286870" y="197284"/>
                  </a:lnTo>
                  <a:lnTo>
                    <a:pt x="290524" y="193404"/>
                  </a:lnTo>
                  <a:lnTo>
                    <a:pt x="294053" y="189409"/>
                  </a:lnTo>
                  <a:lnTo>
                    <a:pt x="297453" y="185304"/>
                  </a:lnTo>
                  <a:lnTo>
                    <a:pt x="300720" y="181092"/>
                  </a:lnTo>
                  <a:lnTo>
                    <a:pt x="303851" y="176778"/>
                  </a:lnTo>
                  <a:lnTo>
                    <a:pt x="306843" y="172367"/>
                  </a:lnTo>
                  <a:lnTo>
                    <a:pt x="309693" y="167862"/>
                  </a:lnTo>
                  <a:lnTo>
                    <a:pt x="312397" y="163269"/>
                  </a:lnTo>
                  <a:lnTo>
                    <a:pt x="314954" y="158592"/>
                  </a:lnTo>
                  <a:lnTo>
                    <a:pt x="317361" y="153836"/>
                  </a:lnTo>
                  <a:lnTo>
                    <a:pt x="319614" y="149006"/>
                  </a:lnTo>
                  <a:lnTo>
                    <a:pt x="321713" y="144106"/>
                  </a:lnTo>
                  <a:lnTo>
                    <a:pt x="323654" y="139142"/>
                  </a:lnTo>
                  <a:lnTo>
                    <a:pt x="325436" y="134118"/>
                  </a:lnTo>
                  <a:lnTo>
                    <a:pt x="327057" y="129040"/>
                  </a:lnTo>
                  <a:lnTo>
                    <a:pt x="328515" y="123913"/>
                  </a:lnTo>
                  <a:lnTo>
                    <a:pt x="329809" y="118742"/>
                  </a:lnTo>
                  <a:lnTo>
                    <a:pt x="330938" y="113533"/>
                  </a:lnTo>
                  <a:lnTo>
                    <a:pt x="331900" y="108290"/>
                  </a:lnTo>
                  <a:lnTo>
                    <a:pt x="332694" y="103019"/>
                  </a:lnTo>
                  <a:lnTo>
                    <a:pt x="333320" y="97726"/>
                  </a:lnTo>
                  <a:lnTo>
                    <a:pt x="333776" y="92415"/>
                  </a:lnTo>
                  <a:lnTo>
                    <a:pt x="334063" y="87092"/>
                  </a:lnTo>
                  <a:lnTo>
                    <a:pt x="334181" y="81763"/>
                  </a:lnTo>
                  <a:lnTo>
                    <a:pt x="334128" y="76433"/>
                  </a:lnTo>
                  <a:lnTo>
                    <a:pt x="333905" y="71108"/>
                  </a:lnTo>
                  <a:lnTo>
                    <a:pt x="333513" y="65792"/>
                  </a:lnTo>
                  <a:lnTo>
                    <a:pt x="332952" y="60491"/>
                  </a:lnTo>
                  <a:lnTo>
                    <a:pt x="332221" y="55211"/>
                  </a:lnTo>
                  <a:lnTo>
                    <a:pt x="331323" y="49957"/>
                  </a:lnTo>
                  <a:lnTo>
                    <a:pt x="330258" y="44734"/>
                  </a:lnTo>
                  <a:lnTo>
                    <a:pt x="329027" y="39548"/>
                  </a:lnTo>
                  <a:lnTo>
                    <a:pt x="327631" y="34404"/>
                  </a:lnTo>
                  <a:lnTo>
                    <a:pt x="326071" y="29307"/>
                  </a:lnTo>
                  <a:lnTo>
                    <a:pt x="324350" y="24262"/>
                  </a:lnTo>
                  <a:lnTo>
                    <a:pt x="322469" y="19274"/>
                  </a:lnTo>
                  <a:lnTo>
                    <a:pt x="320430" y="14349"/>
                  </a:lnTo>
                  <a:lnTo>
                    <a:pt x="318235" y="9492"/>
                  </a:lnTo>
                  <a:lnTo>
                    <a:pt x="315887" y="4707"/>
                  </a:lnTo>
                  <a:lnTo>
                    <a:pt x="313386" y="0"/>
                  </a:lnTo>
                  <a:lnTo>
                    <a:pt x="167016" y="80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19011" y="2633064"/>
              <a:ext cx="146370" cy="167167"/>
            </a:xfrm>
            <a:custGeom>
              <a:avLst/>
              <a:pathLst>
                <a:path w="146370" h="167167">
                  <a:moveTo>
                    <a:pt x="146370" y="86416"/>
                  </a:moveTo>
                  <a:lnTo>
                    <a:pt x="143597" y="81583"/>
                  </a:lnTo>
                  <a:lnTo>
                    <a:pt x="140665" y="76845"/>
                  </a:lnTo>
                  <a:lnTo>
                    <a:pt x="137577" y="72207"/>
                  </a:lnTo>
                  <a:lnTo>
                    <a:pt x="134336" y="67675"/>
                  </a:lnTo>
                  <a:lnTo>
                    <a:pt x="130945" y="63253"/>
                  </a:lnTo>
                  <a:lnTo>
                    <a:pt x="127409" y="58946"/>
                  </a:lnTo>
                  <a:lnTo>
                    <a:pt x="123732" y="54760"/>
                  </a:lnTo>
                  <a:lnTo>
                    <a:pt x="119917" y="50699"/>
                  </a:lnTo>
                  <a:lnTo>
                    <a:pt x="115969" y="46767"/>
                  </a:lnTo>
                  <a:lnTo>
                    <a:pt x="111892" y="42969"/>
                  </a:lnTo>
                  <a:lnTo>
                    <a:pt x="107691" y="39309"/>
                  </a:lnTo>
                  <a:lnTo>
                    <a:pt x="103370" y="35791"/>
                  </a:lnTo>
                  <a:lnTo>
                    <a:pt x="98934" y="32419"/>
                  </a:lnTo>
                  <a:lnTo>
                    <a:pt x="94388" y="29197"/>
                  </a:lnTo>
                  <a:lnTo>
                    <a:pt x="89738" y="26128"/>
                  </a:lnTo>
                  <a:lnTo>
                    <a:pt x="84988" y="23216"/>
                  </a:lnTo>
                  <a:lnTo>
                    <a:pt x="80143" y="20463"/>
                  </a:lnTo>
                  <a:lnTo>
                    <a:pt x="75209" y="17874"/>
                  </a:lnTo>
                  <a:lnTo>
                    <a:pt x="70192" y="15450"/>
                  </a:lnTo>
                  <a:lnTo>
                    <a:pt x="65097" y="13195"/>
                  </a:lnTo>
                  <a:lnTo>
                    <a:pt x="59929" y="11111"/>
                  </a:lnTo>
                  <a:lnTo>
                    <a:pt x="54695" y="9201"/>
                  </a:lnTo>
                  <a:lnTo>
                    <a:pt x="49400" y="7466"/>
                  </a:lnTo>
                  <a:lnTo>
                    <a:pt x="44051" y="5908"/>
                  </a:lnTo>
                  <a:lnTo>
                    <a:pt x="38652" y="4529"/>
                  </a:lnTo>
                  <a:lnTo>
                    <a:pt x="33210" y="3332"/>
                  </a:lnTo>
                  <a:lnTo>
                    <a:pt x="27732" y="2316"/>
                  </a:lnTo>
                  <a:lnTo>
                    <a:pt x="22222" y="1483"/>
                  </a:lnTo>
                  <a:lnTo>
                    <a:pt x="16688" y="835"/>
                  </a:lnTo>
                  <a:lnTo>
                    <a:pt x="11136" y="371"/>
                  </a:lnTo>
                  <a:lnTo>
                    <a:pt x="557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0070" y="2126963"/>
              <a:ext cx="88401" cy="167167"/>
            </a:xfrm>
            <a:custGeom>
              <a:avLst/>
              <a:pathLst>
                <a:path w="88401" h="167167">
                  <a:moveTo>
                    <a:pt x="88401" y="0"/>
                  </a:moveTo>
                  <a:lnTo>
                    <a:pt x="82580" y="101"/>
                  </a:lnTo>
                  <a:lnTo>
                    <a:pt x="76767" y="405"/>
                  </a:lnTo>
                  <a:lnTo>
                    <a:pt x="70967" y="911"/>
                  </a:lnTo>
                  <a:lnTo>
                    <a:pt x="65189" y="1619"/>
                  </a:lnTo>
                  <a:lnTo>
                    <a:pt x="59439" y="2527"/>
                  </a:lnTo>
                  <a:lnTo>
                    <a:pt x="53724" y="3636"/>
                  </a:lnTo>
                  <a:lnTo>
                    <a:pt x="48051" y="4942"/>
                  </a:lnTo>
                  <a:lnTo>
                    <a:pt x="42427" y="6445"/>
                  </a:lnTo>
                  <a:lnTo>
                    <a:pt x="36859" y="8144"/>
                  </a:lnTo>
                  <a:lnTo>
                    <a:pt x="31354" y="10035"/>
                  </a:lnTo>
                  <a:lnTo>
                    <a:pt x="25917" y="12116"/>
                  </a:lnTo>
                  <a:lnTo>
                    <a:pt x="20556" y="14386"/>
                  </a:lnTo>
                  <a:lnTo>
                    <a:pt x="15278" y="16841"/>
                  </a:lnTo>
                  <a:lnTo>
                    <a:pt x="10088" y="19478"/>
                  </a:lnTo>
                  <a:lnTo>
                    <a:pt x="4993" y="22294"/>
                  </a:lnTo>
                  <a:lnTo>
                    <a:pt x="0" y="25286"/>
                  </a:lnTo>
                  <a:lnTo>
                    <a:pt x="884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640070" y="2152250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561314" y="2152250"/>
              <a:ext cx="226180" cy="309041"/>
            </a:xfrm>
            <a:custGeom>
              <a:avLst/>
              <a:pathLst>
                <a:path w="226180" h="309041">
                  <a:moveTo>
                    <a:pt x="78756" y="0"/>
                  </a:moveTo>
                  <a:lnTo>
                    <a:pt x="74260" y="2902"/>
                  </a:lnTo>
                  <a:lnTo>
                    <a:pt x="69859" y="5946"/>
                  </a:lnTo>
                  <a:lnTo>
                    <a:pt x="65558" y="9130"/>
                  </a:lnTo>
                  <a:lnTo>
                    <a:pt x="61361" y="12450"/>
                  </a:lnTo>
                  <a:lnTo>
                    <a:pt x="57272" y="15903"/>
                  </a:lnTo>
                  <a:lnTo>
                    <a:pt x="53296" y="19485"/>
                  </a:lnTo>
                  <a:lnTo>
                    <a:pt x="49437" y="23192"/>
                  </a:lnTo>
                  <a:lnTo>
                    <a:pt x="45698" y="27021"/>
                  </a:lnTo>
                  <a:lnTo>
                    <a:pt x="42084" y="30967"/>
                  </a:lnTo>
                  <a:lnTo>
                    <a:pt x="38598" y="35027"/>
                  </a:lnTo>
                  <a:lnTo>
                    <a:pt x="35244" y="39197"/>
                  </a:lnTo>
                  <a:lnTo>
                    <a:pt x="32025" y="43472"/>
                  </a:lnTo>
                  <a:lnTo>
                    <a:pt x="28944" y="47848"/>
                  </a:lnTo>
                  <a:lnTo>
                    <a:pt x="26005" y="52320"/>
                  </a:lnTo>
                  <a:lnTo>
                    <a:pt x="23211" y="56884"/>
                  </a:lnTo>
                  <a:lnTo>
                    <a:pt x="20564" y="61535"/>
                  </a:lnTo>
                  <a:lnTo>
                    <a:pt x="18067" y="66268"/>
                  </a:lnTo>
                  <a:lnTo>
                    <a:pt x="15724" y="71079"/>
                  </a:lnTo>
                  <a:lnTo>
                    <a:pt x="13535" y="75962"/>
                  </a:lnTo>
                  <a:lnTo>
                    <a:pt x="11504" y="80913"/>
                  </a:lnTo>
                  <a:lnTo>
                    <a:pt x="9632" y="85927"/>
                  </a:lnTo>
                  <a:lnTo>
                    <a:pt x="7922" y="90997"/>
                  </a:lnTo>
                  <a:lnTo>
                    <a:pt x="6375" y="96120"/>
                  </a:lnTo>
                  <a:lnTo>
                    <a:pt x="4992" y="101290"/>
                  </a:lnTo>
                  <a:lnTo>
                    <a:pt x="3776" y="106501"/>
                  </a:lnTo>
                  <a:lnTo>
                    <a:pt x="2728" y="111749"/>
                  </a:lnTo>
                  <a:lnTo>
                    <a:pt x="1847" y="117028"/>
                  </a:lnTo>
                  <a:lnTo>
                    <a:pt x="1137" y="122331"/>
                  </a:lnTo>
                  <a:lnTo>
                    <a:pt x="596" y="127655"/>
                  </a:lnTo>
                  <a:lnTo>
                    <a:pt x="226" y="132994"/>
                  </a:lnTo>
                  <a:lnTo>
                    <a:pt x="27" y="138342"/>
                  </a:lnTo>
                  <a:lnTo>
                    <a:pt x="0" y="143693"/>
                  </a:lnTo>
                  <a:lnTo>
                    <a:pt x="143" y="149043"/>
                  </a:lnTo>
                  <a:lnTo>
                    <a:pt x="458" y="154385"/>
                  </a:lnTo>
                  <a:lnTo>
                    <a:pt x="944" y="159714"/>
                  </a:lnTo>
                  <a:lnTo>
                    <a:pt x="1600" y="165025"/>
                  </a:lnTo>
                  <a:lnTo>
                    <a:pt x="2425" y="170312"/>
                  </a:lnTo>
                  <a:lnTo>
                    <a:pt x="3420" y="175570"/>
                  </a:lnTo>
                  <a:lnTo>
                    <a:pt x="4582" y="180794"/>
                  </a:lnTo>
                  <a:lnTo>
                    <a:pt x="5911" y="185978"/>
                  </a:lnTo>
                  <a:lnTo>
                    <a:pt x="7405" y="191116"/>
                  </a:lnTo>
                  <a:lnTo>
                    <a:pt x="9063" y="196205"/>
                  </a:lnTo>
                  <a:lnTo>
                    <a:pt x="10883" y="201237"/>
                  </a:lnTo>
                  <a:lnTo>
                    <a:pt x="12863" y="206209"/>
                  </a:lnTo>
                  <a:lnTo>
                    <a:pt x="15001" y="211114"/>
                  </a:lnTo>
                  <a:lnTo>
                    <a:pt x="17295" y="215949"/>
                  </a:lnTo>
                  <a:lnTo>
                    <a:pt x="19742" y="220708"/>
                  </a:lnTo>
                  <a:lnTo>
                    <a:pt x="22341" y="225386"/>
                  </a:lnTo>
                  <a:lnTo>
                    <a:pt x="25088" y="229979"/>
                  </a:lnTo>
                  <a:lnTo>
                    <a:pt x="27981" y="234481"/>
                  </a:lnTo>
                  <a:lnTo>
                    <a:pt x="31016" y="238888"/>
                  </a:lnTo>
                  <a:lnTo>
                    <a:pt x="34191" y="243196"/>
                  </a:lnTo>
                  <a:lnTo>
                    <a:pt x="37502" y="247400"/>
                  </a:lnTo>
                  <a:lnTo>
                    <a:pt x="40946" y="251496"/>
                  </a:lnTo>
                  <a:lnTo>
                    <a:pt x="44519" y="255480"/>
                  </a:lnTo>
                  <a:lnTo>
                    <a:pt x="48218" y="259347"/>
                  </a:lnTo>
                  <a:lnTo>
                    <a:pt x="52039" y="263094"/>
                  </a:lnTo>
                  <a:lnTo>
                    <a:pt x="55977" y="266716"/>
                  </a:lnTo>
                  <a:lnTo>
                    <a:pt x="60030" y="270211"/>
                  </a:lnTo>
                  <a:lnTo>
                    <a:pt x="64193" y="273574"/>
                  </a:lnTo>
                  <a:lnTo>
                    <a:pt x="68461" y="276802"/>
                  </a:lnTo>
                  <a:lnTo>
                    <a:pt x="72830" y="279892"/>
                  </a:lnTo>
                  <a:lnTo>
                    <a:pt x="77296" y="282841"/>
                  </a:lnTo>
                  <a:lnTo>
                    <a:pt x="81854" y="285645"/>
                  </a:lnTo>
                  <a:lnTo>
                    <a:pt x="86499" y="288302"/>
                  </a:lnTo>
                  <a:lnTo>
                    <a:pt x="91227" y="290808"/>
                  </a:lnTo>
                  <a:lnTo>
                    <a:pt x="96033" y="293162"/>
                  </a:lnTo>
                  <a:lnTo>
                    <a:pt x="100911" y="295361"/>
                  </a:lnTo>
                  <a:lnTo>
                    <a:pt x="105858" y="297403"/>
                  </a:lnTo>
                  <a:lnTo>
                    <a:pt x="110867" y="299286"/>
                  </a:lnTo>
                  <a:lnTo>
                    <a:pt x="115934" y="301007"/>
                  </a:lnTo>
                  <a:lnTo>
                    <a:pt x="121054" y="302565"/>
                  </a:lnTo>
                  <a:lnTo>
                    <a:pt x="126221" y="303958"/>
                  </a:lnTo>
                  <a:lnTo>
                    <a:pt x="131430" y="305185"/>
                  </a:lnTo>
                  <a:lnTo>
                    <a:pt x="136675" y="306245"/>
                  </a:lnTo>
                  <a:lnTo>
                    <a:pt x="141952" y="307137"/>
                  </a:lnTo>
                  <a:lnTo>
                    <a:pt x="147254" y="307859"/>
                  </a:lnTo>
                  <a:lnTo>
                    <a:pt x="152577" y="308411"/>
                  </a:lnTo>
                  <a:lnTo>
                    <a:pt x="157915" y="308792"/>
                  </a:lnTo>
                  <a:lnTo>
                    <a:pt x="163262" y="309002"/>
                  </a:lnTo>
                  <a:lnTo>
                    <a:pt x="168613" y="309041"/>
                  </a:lnTo>
                  <a:lnTo>
                    <a:pt x="173963" y="308909"/>
                  </a:lnTo>
                  <a:lnTo>
                    <a:pt x="179306" y="308606"/>
                  </a:lnTo>
                  <a:lnTo>
                    <a:pt x="184636" y="308131"/>
                  </a:lnTo>
                  <a:lnTo>
                    <a:pt x="189948" y="307487"/>
                  </a:lnTo>
                  <a:lnTo>
                    <a:pt x="195237" y="306672"/>
                  </a:lnTo>
                  <a:lnTo>
                    <a:pt x="200498" y="305689"/>
                  </a:lnTo>
                  <a:lnTo>
                    <a:pt x="205724" y="304538"/>
                  </a:lnTo>
                  <a:lnTo>
                    <a:pt x="210910" y="303220"/>
                  </a:lnTo>
                  <a:lnTo>
                    <a:pt x="216052" y="301737"/>
                  </a:lnTo>
                  <a:lnTo>
                    <a:pt x="221144" y="300090"/>
                  </a:lnTo>
                  <a:lnTo>
                    <a:pt x="226180" y="298281"/>
                  </a:lnTo>
                  <a:lnTo>
                    <a:pt x="167157" y="141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28472" y="2126963"/>
              <a:ext cx="167165" cy="323568"/>
            </a:xfrm>
            <a:custGeom>
              <a:avLst/>
              <a:pathLst>
                <a:path w="167165" h="323568">
                  <a:moveTo>
                    <a:pt x="59023" y="323568"/>
                  </a:moveTo>
                  <a:lnTo>
                    <a:pt x="63991" y="321602"/>
                  </a:lnTo>
                  <a:lnTo>
                    <a:pt x="68893" y="319478"/>
                  </a:lnTo>
                  <a:lnTo>
                    <a:pt x="73725" y="317198"/>
                  </a:lnTo>
                  <a:lnTo>
                    <a:pt x="78482" y="314766"/>
                  </a:lnTo>
                  <a:lnTo>
                    <a:pt x="83159" y="312182"/>
                  </a:lnTo>
                  <a:lnTo>
                    <a:pt x="87751" y="309451"/>
                  </a:lnTo>
                  <a:lnTo>
                    <a:pt x="92253" y="306574"/>
                  </a:lnTo>
                  <a:lnTo>
                    <a:pt x="96661" y="303554"/>
                  </a:lnTo>
                  <a:lnTo>
                    <a:pt x="100970" y="300396"/>
                  </a:lnTo>
                  <a:lnTo>
                    <a:pt x="105176" y="297101"/>
                  </a:lnTo>
                  <a:lnTo>
                    <a:pt x="109275" y="293673"/>
                  </a:lnTo>
                  <a:lnTo>
                    <a:pt x="113262" y="290117"/>
                  </a:lnTo>
                  <a:lnTo>
                    <a:pt x="117133" y="286434"/>
                  </a:lnTo>
                  <a:lnTo>
                    <a:pt x="120884" y="282630"/>
                  </a:lnTo>
                  <a:lnTo>
                    <a:pt x="124513" y="278708"/>
                  </a:lnTo>
                  <a:lnTo>
                    <a:pt x="128013" y="274672"/>
                  </a:lnTo>
                  <a:lnTo>
                    <a:pt x="131384" y="270526"/>
                  </a:lnTo>
                  <a:lnTo>
                    <a:pt x="134620" y="266275"/>
                  </a:lnTo>
                  <a:lnTo>
                    <a:pt x="137718" y="261922"/>
                  </a:lnTo>
                  <a:lnTo>
                    <a:pt x="140676" y="257473"/>
                  </a:lnTo>
                  <a:lnTo>
                    <a:pt x="143490" y="252931"/>
                  </a:lnTo>
                  <a:lnTo>
                    <a:pt x="146157" y="248302"/>
                  </a:lnTo>
                  <a:lnTo>
                    <a:pt x="148675" y="243589"/>
                  </a:lnTo>
                  <a:lnTo>
                    <a:pt x="151042" y="238799"/>
                  </a:lnTo>
                  <a:lnTo>
                    <a:pt x="153254" y="233936"/>
                  </a:lnTo>
                  <a:lnTo>
                    <a:pt x="155309" y="229004"/>
                  </a:lnTo>
                  <a:lnTo>
                    <a:pt x="157206" y="224009"/>
                  </a:lnTo>
                  <a:lnTo>
                    <a:pt x="158942" y="218956"/>
                  </a:lnTo>
                  <a:lnTo>
                    <a:pt x="160516" y="213851"/>
                  </a:lnTo>
                  <a:lnTo>
                    <a:pt x="161926" y="208697"/>
                  </a:lnTo>
                  <a:lnTo>
                    <a:pt x="163170" y="203501"/>
                  </a:lnTo>
                  <a:lnTo>
                    <a:pt x="164248" y="198268"/>
                  </a:lnTo>
                  <a:lnTo>
                    <a:pt x="165158" y="193003"/>
                  </a:lnTo>
                  <a:lnTo>
                    <a:pt x="165900" y="187712"/>
                  </a:lnTo>
                  <a:lnTo>
                    <a:pt x="166471" y="182400"/>
                  </a:lnTo>
                  <a:lnTo>
                    <a:pt x="166873" y="177072"/>
                  </a:lnTo>
                  <a:lnTo>
                    <a:pt x="167105" y="171735"/>
                  </a:lnTo>
                  <a:lnTo>
                    <a:pt x="167165" y="166392"/>
                  </a:lnTo>
                  <a:lnTo>
                    <a:pt x="167055" y="161050"/>
                  </a:lnTo>
                  <a:lnTo>
                    <a:pt x="166774" y="155715"/>
                  </a:lnTo>
                  <a:lnTo>
                    <a:pt x="166323" y="150391"/>
                  </a:lnTo>
                  <a:lnTo>
                    <a:pt x="165702" y="145084"/>
                  </a:lnTo>
                  <a:lnTo>
                    <a:pt x="164912" y="139800"/>
                  </a:lnTo>
                  <a:lnTo>
                    <a:pt x="163953" y="134544"/>
                  </a:lnTo>
                  <a:lnTo>
                    <a:pt x="162827" y="129321"/>
                  </a:lnTo>
                  <a:lnTo>
                    <a:pt x="161534" y="124137"/>
                  </a:lnTo>
                  <a:lnTo>
                    <a:pt x="160076" y="118997"/>
                  </a:lnTo>
                  <a:lnTo>
                    <a:pt x="158455" y="113906"/>
                  </a:lnTo>
                  <a:lnTo>
                    <a:pt x="156672" y="108870"/>
                  </a:lnTo>
                  <a:lnTo>
                    <a:pt x="154729" y="103893"/>
                  </a:lnTo>
                  <a:lnTo>
                    <a:pt x="152628" y="98980"/>
                  </a:lnTo>
                  <a:lnTo>
                    <a:pt x="150371" y="94137"/>
                  </a:lnTo>
                  <a:lnTo>
                    <a:pt x="147961" y="89369"/>
                  </a:lnTo>
                  <a:lnTo>
                    <a:pt x="145399" y="84681"/>
                  </a:lnTo>
                  <a:lnTo>
                    <a:pt x="142689" y="80076"/>
                  </a:lnTo>
                  <a:lnTo>
                    <a:pt x="139832" y="75561"/>
                  </a:lnTo>
                  <a:lnTo>
                    <a:pt x="136834" y="71139"/>
                  </a:lnTo>
                  <a:lnTo>
                    <a:pt x="133695" y="66815"/>
                  </a:lnTo>
                  <a:lnTo>
                    <a:pt x="130420" y="62594"/>
                  </a:lnTo>
                  <a:lnTo>
                    <a:pt x="127011" y="58479"/>
                  </a:lnTo>
                  <a:lnTo>
                    <a:pt x="123473" y="54476"/>
                  </a:lnTo>
                  <a:lnTo>
                    <a:pt x="119809" y="50588"/>
                  </a:lnTo>
                  <a:lnTo>
                    <a:pt x="116022" y="46819"/>
                  </a:lnTo>
                  <a:lnTo>
                    <a:pt x="112117" y="43172"/>
                  </a:lnTo>
                  <a:lnTo>
                    <a:pt x="108097" y="39653"/>
                  </a:lnTo>
                  <a:lnTo>
                    <a:pt x="103967" y="36263"/>
                  </a:lnTo>
                  <a:lnTo>
                    <a:pt x="99730" y="33008"/>
                  </a:lnTo>
                  <a:lnTo>
                    <a:pt x="95392" y="29889"/>
                  </a:lnTo>
                  <a:lnTo>
                    <a:pt x="90956" y="26911"/>
                  </a:lnTo>
                  <a:lnTo>
                    <a:pt x="86428" y="24076"/>
                  </a:lnTo>
                  <a:lnTo>
                    <a:pt x="81811" y="21387"/>
                  </a:lnTo>
                  <a:lnTo>
                    <a:pt x="77110" y="18847"/>
                  </a:lnTo>
                  <a:lnTo>
                    <a:pt x="72331" y="16458"/>
                  </a:lnTo>
                  <a:lnTo>
                    <a:pt x="67478" y="14224"/>
                  </a:lnTo>
                  <a:lnTo>
                    <a:pt x="62556" y="12146"/>
                  </a:lnTo>
                  <a:lnTo>
                    <a:pt x="57570" y="10226"/>
                  </a:lnTo>
                  <a:lnTo>
                    <a:pt x="52525" y="8466"/>
                  </a:lnTo>
                  <a:lnTo>
                    <a:pt x="47427" y="6868"/>
                  </a:lnTo>
                  <a:lnTo>
                    <a:pt x="42280" y="5435"/>
                  </a:lnTo>
                  <a:lnTo>
                    <a:pt x="37090" y="4166"/>
                  </a:lnTo>
                  <a:lnTo>
                    <a:pt x="31862" y="3064"/>
                  </a:lnTo>
                  <a:lnTo>
                    <a:pt x="26601" y="2130"/>
                  </a:lnTo>
                  <a:lnTo>
                    <a:pt x="21314" y="1364"/>
                  </a:lnTo>
                  <a:lnTo>
                    <a:pt x="16004" y="767"/>
                  </a:lnTo>
                  <a:lnTo>
                    <a:pt x="10678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437" y="1681503"/>
              <a:ext cx="49797" cy="167167"/>
            </a:xfrm>
            <a:custGeom>
              <a:avLst/>
              <a:pathLst>
                <a:path w="49797" h="167167">
                  <a:moveTo>
                    <a:pt x="49797" y="0"/>
                  </a:moveTo>
                  <a:lnTo>
                    <a:pt x="43478" y="119"/>
                  </a:lnTo>
                  <a:lnTo>
                    <a:pt x="37168" y="477"/>
                  </a:lnTo>
                  <a:lnTo>
                    <a:pt x="30876" y="1074"/>
                  </a:lnTo>
                  <a:lnTo>
                    <a:pt x="24611" y="1908"/>
                  </a:lnTo>
                  <a:lnTo>
                    <a:pt x="18382" y="2978"/>
                  </a:lnTo>
                  <a:lnTo>
                    <a:pt x="12198" y="4283"/>
                  </a:lnTo>
                  <a:lnTo>
                    <a:pt x="6067" y="5821"/>
                  </a:lnTo>
                  <a:lnTo>
                    <a:pt x="0" y="7589"/>
                  </a:lnTo>
                  <a:lnTo>
                    <a:pt x="497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256067" y="1689092"/>
              <a:ext cx="334334" cy="326729"/>
            </a:xfrm>
            <a:custGeom>
              <a:avLst/>
              <a:pathLst>
                <a:path w="334334" h="326729">
                  <a:moveTo>
                    <a:pt x="117369" y="0"/>
                  </a:moveTo>
                  <a:lnTo>
                    <a:pt x="112329" y="1661"/>
                  </a:lnTo>
                  <a:lnTo>
                    <a:pt x="107344" y="3481"/>
                  </a:lnTo>
                  <a:lnTo>
                    <a:pt x="102419" y="5458"/>
                  </a:lnTo>
                  <a:lnTo>
                    <a:pt x="97560" y="7591"/>
                  </a:lnTo>
                  <a:lnTo>
                    <a:pt x="92771" y="9877"/>
                  </a:lnTo>
                  <a:lnTo>
                    <a:pt x="88057" y="12314"/>
                  </a:lnTo>
                  <a:lnTo>
                    <a:pt x="83422" y="14899"/>
                  </a:lnTo>
                  <a:lnTo>
                    <a:pt x="78872" y="17630"/>
                  </a:lnTo>
                  <a:lnTo>
                    <a:pt x="74411" y="20504"/>
                  </a:lnTo>
                  <a:lnTo>
                    <a:pt x="70044" y="23518"/>
                  </a:lnTo>
                  <a:lnTo>
                    <a:pt x="65774" y="26670"/>
                  </a:lnTo>
                  <a:lnTo>
                    <a:pt x="61607" y="29955"/>
                  </a:lnTo>
                  <a:lnTo>
                    <a:pt x="57545" y="33371"/>
                  </a:lnTo>
                  <a:lnTo>
                    <a:pt x="53595" y="36914"/>
                  </a:lnTo>
                  <a:lnTo>
                    <a:pt x="49758" y="40581"/>
                  </a:lnTo>
                  <a:lnTo>
                    <a:pt x="46041" y="44367"/>
                  </a:lnTo>
                  <a:lnTo>
                    <a:pt x="42445" y="48270"/>
                  </a:lnTo>
                  <a:lnTo>
                    <a:pt x="38975" y="52285"/>
                  </a:lnTo>
                  <a:lnTo>
                    <a:pt x="35634" y="56408"/>
                  </a:lnTo>
                  <a:lnTo>
                    <a:pt x="32425" y="60635"/>
                  </a:lnTo>
                  <a:lnTo>
                    <a:pt x="29353" y="64961"/>
                  </a:lnTo>
                  <a:lnTo>
                    <a:pt x="26419" y="69383"/>
                  </a:lnTo>
                  <a:lnTo>
                    <a:pt x="23627" y="73896"/>
                  </a:lnTo>
                  <a:lnTo>
                    <a:pt x="20980" y="78496"/>
                  </a:lnTo>
                  <a:lnTo>
                    <a:pt x="18480" y="83177"/>
                  </a:lnTo>
                  <a:lnTo>
                    <a:pt x="16129" y="87935"/>
                  </a:lnTo>
                  <a:lnTo>
                    <a:pt x="13932" y="92765"/>
                  </a:lnTo>
                  <a:lnTo>
                    <a:pt x="11888" y="97662"/>
                  </a:lnTo>
                  <a:lnTo>
                    <a:pt x="10001" y="102622"/>
                  </a:lnTo>
                  <a:lnTo>
                    <a:pt x="8272" y="107639"/>
                  </a:lnTo>
                  <a:lnTo>
                    <a:pt x="6704" y="112709"/>
                  </a:lnTo>
                  <a:lnTo>
                    <a:pt x="5297" y="117826"/>
                  </a:lnTo>
                  <a:lnTo>
                    <a:pt x="4053" y="122985"/>
                  </a:lnTo>
                  <a:lnTo>
                    <a:pt x="2974" y="128181"/>
                  </a:lnTo>
                  <a:lnTo>
                    <a:pt x="2060" y="133408"/>
                  </a:lnTo>
                  <a:lnTo>
                    <a:pt x="1313" y="138662"/>
                  </a:lnTo>
                  <a:lnTo>
                    <a:pt x="733" y="143937"/>
                  </a:lnTo>
                  <a:lnTo>
                    <a:pt x="320" y="149227"/>
                  </a:lnTo>
                  <a:lnTo>
                    <a:pt x="76" y="154528"/>
                  </a:lnTo>
                  <a:lnTo>
                    <a:pt x="0" y="159835"/>
                  </a:lnTo>
                  <a:lnTo>
                    <a:pt x="92" y="165141"/>
                  </a:lnTo>
                  <a:lnTo>
                    <a:pt x="353" y="170441"/>
                  </a:lnTo>
                  <a:lnTo>
                    <a:pt x="782" y="175730"/>
                  </a:lnTo>
                  <a:lnTo>
                    <a:pt x="1378" y="181003"/>
                  </a:lnTo>
                  <a:lnTo>
                    <a:pt x="2142" y="186255"/>
                  </a:lnTo>
                  <a:lnTo>
                    <a:pt x="3072" y="191479"/>
                  </a:lnTo>
                  <a:lnTo>
                    <a:pt x="4167" y="196672"/>
                  </a:lnTo>
                  <a:lnTo>
                    <a:pt x="5426" y="201827"/>
                  </a:lnTo>
                  <a:lnTo>
                    <a:pt x="6849" y="206939"/>
                  </a:lnTo>
                  <a:lnTo>
                    <a:pt x="8433" y="212004"/>
                  </a:lnTo>
                  <a:lnTo>
                    <a:pt x="10177" y="217016"/>
                  </a:lnTo>
                  <a:lnTo>
                    <a:pt x="12079" y="221970"/>
                  </a:lnTo>
                  <a:lnTo>
                    <a:pt x="14138" y="226861"/>
                  </a:lnTo>
                  <a:lnTo>
                    <a:pt x="16351" y="231685"/>
                  </a:lnTo>
                  <a:lnTo>
                    <a:pt x="18715" y="236435"/>
                  </a:lnTo>
                  <a:lnTo>
                    <a:pt x="21230" y="241109"/>
                  </a:lnTo>
                  <a:lnTo>
                    <a:pt x="23891" y="245700"/>
                  </a:lnTo>
                  <a:lnTo>
                    <a:pt x="26697" y="250204"/>
                  </a:lnTo>
                  <a:lnTo>
                    <a:pt x="29644" y="254617"/>
                  </a:lnTo>
                  <a:lnTo>
                    <a:pt x="32730" y="258934"/>
                  </a:lnTo>
                  <a:lnTo>
                    <a:pt x="35952" y="263151"/>
                  </a:lnTo>
                  <a:lnTo>
                    <a:pt x="39305" y="267264"/>
                  </a:lnTo>
                  <a:lnTo>
                    <a:pt x="42788" y="271268"/>
                  </a:lnTo>
                  <a:lnTo>
                    <a:pt x="46396" y="275160"/>
                  </a:lnTo>
                  <a:lnTo>
                    <a:pt x="50125" y="278935"/>
                  </a:lnTo>
                  <a:lnTo>
                    <a:pt x="53973" y="282590"/>
                  </a:lnTo>
                  <a:lnTo>
                    <a:pt x="57934" y="286121"/>
                  </a:lnTo>
                  <a:lnTo>
                    <a:pt x="62006" y="289524"/>
                  </a:lnTo>
                  <a:lnTo>
                    <a:pt x="66184" y="292797"/>
                  </a:lnTo>
                  <a:lnTo>
                    <a:pt x="70463" y="295935"/>
                  </a:lnTo>
                  <a:lnTo>
                    <a:pt x="74840" y="298936"/>
                  </a:lnTo>
                  <a:lnTo>
                    <a:pt x="79310" y="301796"/>
                  </a:lnTo>
                  <a:lnTo>
                    <a:pt x="83868" y="304513"/>
                  </a:lnTo>
                  <a:lnTo>
                    <a:pt x="88510" y="307084"/>
                  </a:lnTo>
                  <a:lnTo>
                    <a:pt x="93232" y="309506"/>
                  </a:lnTo>
                  <a:lnTo>
                    <a:pt x="98028" y="311777"/>
                  </a:lnTo>
                  <a:lnTo>
                    <a:pt x="102894" y="313895"/>
                  </a:lnTo>
                  <a:lnTo>
                    <a:pt x="107825" y="315857"/>
                  </a:lnTo>
                  <a:lnTo>
                    <a:pt x="112815" y="317662"/>
                  </a:lnTo>
                  <a:lnTo>
                    <a:pt x="117860" y="319308"/>
                  </a:lnTo>
                  <a:lnTo>
                    <a:pt x="122955" y="320792"/>
                  </a:lnTo>
                  <a:lnTo>
                    <a:pt x="128094" y="322114"/>
                  </a:lnTo>
                  <a:lnTo>
                    <a:pt x="133273" y="323273"/>
                  </a:lnTo>
                  <a:lnTo>
                    <a:pt x="138486" y="324266"/>
                  </a:lnTo>
                  <a:lnTo>
                    <a:pt x="143728" y="325094"/>
                  </a:lnTo>
                  <a:lnTo>
                    <a:pt x="148993" y="325754"/>
                  </a:lnTo>
                  <a:lnTo>
                    <a:pt x="154277" y="326247"/>
                  </a:lnTo>
                  <a:lnTo>
                    <a:pt x="159574" y="326572"/>
                  </a:lnTo>
                  <a:lnTo>
                    <a:pt x="164878" y="326729"/>
                  </a:lnTo>
                  <a:lnTo>
                    <a:pt x="170185" y="326718"/>
                  </a:lnTo>
                  <a:lnTo>
                    <a:pt x="175489" y="326538"/>
                  </a:lnTo>
                  <a:lnTo>
                    <a:pt x="180784" y="326189"/>
                  </a:lnTo>
                  <a:lnTo>
                    <a:pt x="186065" y="325673"/>
                  </a:lnTo>
                  <a:lnTo>
                    <a:pt x="191328" y="324990"/>
                  </a:lnTo>
                  <a:lnTo>
                    <a:pt x="196566" y="324139"/>
                  </a:lnTo>
                  <a:lnTo>
                    <a:pt x="201775" y="323123"/>
                  </a:lnTo>
                  <a:lnTo>
                    <a:pt x="206948" y="321942"/>
                  </a:lnTo>
                  <a:lnTo>
                    <a:pt x="212082" y="320598"/>
                  </a:lnTo>
                  <a:lnTo>
                    <a:pt x="217170" y="319091"/>
                  </a:lnTo>
                  <a:lnTo>
                    <a:pt x="222208" y="317424"/>
                  </a:lnTo>
                  <a:lnTo>
                    <a:pt x="227190" y="315597"/>
                  </a:lnTo>
                  <a:lnTo>
                    <a:pt x="232112" y="313613"/>
                  </a:lnTo>
                  <a:lnTo>
                    <a:pt x="236969" y="311474"/>
                  </a:lnTo>
                  <a:lnTo>
                    <a:pt x="241755" y="309182"/>
                  </a:lnTo>
                  <a:lnTo>
                    <a:pt x="246466" y="306739"/>
                  </a:lnTo>
                  <a:lnTo>
                    <a:pt x="251097" y="304148"/>
                  </a:lnTo>
                  <a:lnTo>
                    <a:pt x="255644" y="301411"/>
                  </a:lnTo>
                  <a:lnTo>
                    <a:pt x="260101" y="298531"/>
                  </a:lnTo>
                  <a:lnTo>
                    <a:pt x="264465" y="295511"/>
                  </a:lnTo>
                  <a:lnTo>
                    <a:pt x="268730" y="292355"/>
                  </a:lnTo>
                  <a:lnTo>
                    <a:pt x="272894" y="289064"/>
                  </a:lnTo>
                  <a:lnTo>
                    <a:pt x="276950" y="285643"/>
                  </a:lnTo>
                  <a:lnTo>
                    <a:pt x="280897" y="282095"/>
                  </a:lnTo>
                  <a:lnTo>
                    <a:pt x="284728" y="278423"/>
                  </a:lnTo>
                  <a:lnTo>
                    <a:pt x="288441" y="274632"/>
                  </a:lnTo>
                  <a:lnTo>
                    <a:pt x="292032" y="270724"/>
                  </a:lnTo>
                  <a:lnTo>
                    <a:pt x="295497" y="266705"/>
                  </a:lnTo>
                  <a:lnTo>
                    <a:pt x="298833" y="262578"/>
                  </a:lnTo>
                  <a:lnTo>
                    <a:pt x="302036" y="258347"/>
                  </a:lnTo>
                  <a:lnTo>
                    <a:pt x="305103" y="254016"/>
                  </a:lnTo>
                  <a:lnTo>
                    <a:pt x="308031" y="249590"/>
                  </a:lnTo>
                  <a:lnTo>
                    <a:pt x="310817" y="245074"/>
                  </a:lnTo>
                  <a:lnTo>
                    <a:pt x="313458" y="240471"/>
                  </a:lnTo>
                  <a:lnTo>
                    <a:pt x="315952" y="235787"/>
                  </a:lnTo>
                  <a:lnTo>
                    <a:pt x="318296" y="231026"/>
                  </a:lnTo>
                  <a:lnTo>
                    <a:pt x="320488" y="226193"/>
                  </a:lnTo>
                  <a:lnTo>
                    <a:pt x="322525" y="221293"/>
                  </a:lnTo>
                  <a:lnTo>
                    <a:pt x="324406" y="216330"/>
                  </a:lnTo>
                  <a:lnTo>
                    <a:pt x="326128" y="211311"/>
                  </a:lnTo>
                  <a:lnTo>
                    <a:pt x="327690" y="206239"/>
                  </a:lnTo>
                  <a:lnTo>
                    <a:pt x="329090" y="201121"/>
                  </a:lnTo>
                  <a:lnTo>
                    <a:pt x="330327" y="195960"/>
                  </a:lnTo>
                  <a:lnTo>
                    <a:pt x="331400" y="190763"/>
                  </a:lnTo>
                  <a:lnTo>
                    <a:pt x="332307" y="185534"/>
                  </a:lnTo>
                  <a:lnTo>
                    <a:pt x="333047" y="180279"/>
                  </a:lnTo>
                  <a:lnTo>
                    <a:pt x="333621" y="175004"/>
                  </a:lnTo>
                  <a:lnTo>
                    <a:pt x="334027" y="169713"/>
                  </a:lnTo>
                  <a:lnTo>
                    <a:pt x="334264" y="164411"/>
                  </a:lnTo>
                  <a:lnTo>
                    <a:pt x="334334" y="159105"/>
                  </a:lnTo>
                  <a:lnTo>
                    <a:pt x="334234" y="153799"/>
                  </a:lnTo>
                  <a:lnTo>
                    <a:pt x="333967" y="148499"/>
                  </a:lnTo>
                  <a:lnTo>
                    <a:pt x="333531" y="143210"/>
                  </a:lnTo>
                  <a:lnTo>
                    <a:pt x="332928" y="137938"/>
                  </a:lnTo>
                  <a:lnTo>
                    <a:pt x="332157" y="132688"/>
                  </a:lnTo>
                  <a:lnTo>
                    <a:pt x="331221" y="127464"/>
                  </a:lnTo>
                  <a:lnTo>
                    <a:pt x="330119" y="122273"/>
                  </a:lnTo>
                  <a:lnTo>
                    <a:pt x="328853" y="117120"/>
                  </a:lnTo>
                  <a:lnTo>
                    <a:pt x="327423" y="112009"/>
                  </a:lnTo>
                  <a:lnTo>
                    <a:pt x="325833" y="106946"/>
                  </a:lnTo>
                  <a:lnTo>
                    <a:pt x="324082" y="101937"/>
                  </a:lnTo>
                  <a:lnTo>
                    <a:pt x="322174" y="96985"/>
                  </a:lnTo>
                  <a:lnTo>
                    <a:pt x="320109" y="92097"/>
                  </a:lnTo>
                  <a:lnTo>
                    <a:pt x="317890" y="87276"/>
                  </a:lnTo>
                  <a:lnTo>
                    <a:pt x="315519" y="82528"/>
                  </a:lnTo>
                  <a:lnTo>
                    <a:pt x="312999" y="77858"/>
                  </a:lnTo>
                  <a:lnTo>
                    <a:pt x="310331" y="73271"/>
                  </a:lnTo>
                  <a:lnTo>
                    <a:pt x="307520" y="68770"/>
                  </a:lnTo>
                  <a:lnTo>
                    <a:pt x="304567" y="64361"/>
                  </a:lnTo>
                  <a:lnTo>
                    <a:pt x="301475" y="60048"/>
                  </a:lnTo>
                  <a:lnTo>
                    <a:pt x="298248" y="55835"/>
                  </a:lnTo>
                  <a:lnTo>
                    <a:pt x="294889" y="51726"/>
                  </a:lnTo>
                  <a:lnTo>
                    <a:pt x="291402" y="47727"/>
                  </a:lnTo>
                  <a:lnTo>
                    <a:pt x="287789" y="43840"/>
                  </a:lnTo>
                  <a:lnTo>
                    <a:pt x="284054" y="40069"/>
                  </a:lnTo>
                  <a:lnTo>
                    <a:pt x="280202" y="36419"/>
                  </a:lnTo>
                  <a:lnTo>
                    <a:pt x="276236" y="32894"/>
                  </a:lnTo>
                  <a:lnTo>
                    <a:pt x="272160" y="29495"/>
                  </a:lnTo>
                  <a:lnTo>
                    <a:pt x="267978" y="26228"/>
                  </a:lnTo>
                  <a:lnTo>
                    <a:pt x="263695" y="23096"/>
                  </a:lnTo>
                  <a:lnTo>
                    <a:pt x="167167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423235" y="1681503"/>
              <a:ext cx="96528" cy="167167"/>
            </a:xfrm>
            <a:custGeom>
              <a:avLst/>
              <a:pathLst>
                <a:path w="96528" h="167167">
                  <a:moveTo>
                    <a:pt x="96528" y="30685"/>
                  </a:moveTo>
                  <a:lnTo>
                    <a:pt x="91805" y="27464"/>
                  </a:lnTo>
                  <a:lnTo>
                    <a:pt x="86974" y="24407"/>
                  </a:lnTo>
                  <a:lnTo>
                    <a:pt x="82042" y="21517"/>
                  </a:lnTo>
                  <a:lnTo>
                    <a:pt x="77014" y="18797"/>
                  </a:lnTo>
                  <a:lnTo>
                    <a:pt x="71896" y="16250"/>
                  </a:lnTo>
                  <a:lnTo>
                    <a:pt x="66694" y="13880"/>
                  </a:lnTo>
                  <a:lnTo>
                    <a:pt x="61413" y="11689"/>
                  </a:lnTo>
                  <a:lnTo>
                    <a:pt x="56061" y="9680"/>
                  </a:lnTo>
                  <a:lnTo>
                    <a:pt x="50644" y="7856"/>
                  </a:lnTo>
                  <a:lnTo>
                    <a:pt x="45167" y="6217"/>
                  </a:lnTo>
                  <a:lnTo>
                    <a:pt x="39637" y="4767"/>
                  </a:lnTo>
                  <a:lnTo>
                    <a:pt x="34061" y="3506"/>
                  </a:lnTo>
                  <a:lnTo>
                    <a:pt x="28445" y="2437"/>
                  </a:lnTo>
                  <a:lnTo>
                    <a:pt x="22796" y="1561"/>
                  </a:lnTo>
                  <a:lnTo>
                    <a:pt x="17120" y="879"/>
                  </a:lnTo>
                  <a:lnTo>
                    <a:pt x="11425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80"/>
                  </a:lnTo>
                  <a:lnTo>
                    <a:pt x="114955" y="8357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29" y="23770"/>
                  </a:lnTo>
                  <a:lnTo>
                    <a:pt x="76720" y="26570"/>
                  </a:lnTo>
                  <a:lnTo>
                    <a:pt x="72302" y="29511"/>
                  </a:lnTo>
                  <a:lnTo>
                    <a:pt x="67979" y="32592"/>
                  </a:lnTo>
                  <a:lnTo>
                    <a:pt x="63757" y="35808"/>
                  </a:lnTo>
                  <a:lnTo>
                    <a:pt x="59638" y="39157"/>
                  </a:lnTo>
                  <a:lnTo>
                    <a:pt x="55628" y="42635"/>
                  </a:lnTo>
                  <a:lnTo>
                    <a:pt x="51731" y="46238"/>
                  </a:lnTo>
                  <a:lnTo>
                    <a:pt x="47950" y="49963"/>
                  </a:lnTo>
                  <a:lnTo>
                    <a:pt x="44289" y="53807"/>
                  </a:lnTo>
                  <a:lnTo>
                    <a:pt x="40752" y="57765"/>
                  </a:lnTo>
                  <a:lnTo>
                    <a:pt x="37342" y="61833"/>
                  </a:lnTo>
                  <a:lnTo>
                    <a:pt x="34064" y="66007"/>
                  </a:lnTo>
                  <a:lnTo>
                    <a:pt x="30919" y="70283"/>
                  </a:lnTo>
                  <a:lnTo>
                    <a:pt x="27912" y="74657"/>
                  </a:lnTo>
                  <a:lnTo>
                    <a:pt x="25045" y="79124"/>
                  </a:lnTo>
                  <a:lnTo>
                    <a:pt x="22321" y="83680"/>
                  </a:lnTo>
                  <a:lnTo>
                    <a:pt x="19744" y="88320"/>
                  </a:lnTo>
                  <a:lnTo>
                    <a:pt x="17315" y="93039"/>
                  </a:lnTo>
                  <a:lnTo>
                    <a:pt x="15037" y="97834"/>
                  </a:lnTo>
                  <a:lnTo>
                    <a:pt x="12913" y="102698"/>
                  </a:lnTo>
                  <a:lnTo>
                    <a:pt x="10944" y="107627"/>
                  </a:lnTo>
                  <a:lnTo>
                    <a:pt x="9132" y="112616"/>
                  </a:lnTo>
                  <a:lnTo>
                    <a:pt x="7480" y="117661"/>
                  </a:lnTo>
                  <a:lnTo>
                    <a:pt x="5989" y="122755"/>
                  </a:lnTo>
                  <a:lnTo>
                    <a:pt x="4660" y="127894"/>
                  </a:lnTo>
                  <a:lnTo>
                    <a:pt x="3495" y="133072"/>
                  </a:lnTo>
                  <a:lnTo>
                    <a:pt x="2495" y="138285"/>
                  </a:lnTo>
                  <a:lnTo>
                    <a:pt x="1661" y="143527"/>
                  </a:lnTo>
                  <a:lnTo>
                    <a:pt x="994" y="148793"/>
                  </a:lnTo>
                  <a:lnTo>
                    <a:pt x="494" y="154077"/>
                  </a:lnTo>
                  <a:lnTo>
                    <a:pt x="163" y="159375"/>
                  </a:lnTo>
                  <a:lnTo>
                    <a:pt x="0" y="164680"/>
                  </a:lnTo>
                  <a:lnTo>
                    <a:pt x="5" y="169988"/>
                  </a:lnTo>
                  <a:lnTo>
                    <a:pt x="179" y="175293"/>
                  </a:lnTo>
                  <a:lnTo>
                    <a:pt x="521" y="180590"/>
                  </a:lnTo>
                  <a:lnTo>
                    <a:pt x="1031" y="185873"/>
                  </a:lnTo>
                  <a:lnTo>
                    <a:pt x="1709" y="191138"/>
                  </a:lnTo>
                  <a:lnTo>
                    <a:pt x="2553" y="196378"/>
                  </a:lnTo>
                  <a:lnTo>
                    <a:pt x="3563" y="201589"/>
                  </a:lnTo>
                  <a:lnTo>
                    <a:pt x="4739" y="206765"/>
                  </a:lnTo>
                  <a:lnTo>
                    <a:pt x="6078" y="211902"/>
                  </a:lnTo>
                  <a:lnTo>
                    <a:pt x="7579" y="216993"/>
                  </a:lnTo>
                  <a:lnTo>
                    <a:pt x="9241" y="222034"/>
                  </a:lnTo>
                  <a:lnTo>
                    <a:pt x="11063" y="227019"/>
                  </a:lnTo>
                  <a:lnTo>
                    <a:pt x="13042" y="231944"/>
                  </a:lnTo>
                  <a:lnTo>
                    <a:pt x="15176" y="236804"/>
                  </a:lnTo>
                  <a:lnTo>
                    <a:pt x="17464" y="241594"/>
                  </a:lnTo>
                  <a:lnTo>
                    <a:pt x="19902" y="246309"/>
                  </a:lnTo>
                  <a:lnTo>
                    <a:pt x="22489" y="250944"/>
                  </a:lnTo>
                  <a:lnTo>
                    <a:pt x="25221" y="255494"/>
                  </a:lnTo>
                  <a:lnTo>
                    <a:pt x="28097" y="259956"/>
                  </a:lnTo>
                  <a:lnTo>
                    <a:pt x="31113" y="264323"/>
                  </a:lnTo>
                  <a:lnTo>
                    <a:pt x="34266" y="268593"/>
                  </a:lnTo>
                  <a:lnTo>
                    <a:pt x="37553" y="272761"/>
                  </a:lnTo>
                  <a:lnTo>
                    <a:pt x="40971" y="276822"/>
                  </a:lnTo>
                  <a:lnTo>
                    <a:pt x="44516" y="280773"/>
                  </a:lnTo>
                  <a:lnTo>
                    <a:pt x="48185" y="284609"/>
                  </a:lnTo>
                  <a:lnTo>
                    <a:pt x="51973" y="288326"/>
                  </a:lnTo>
                  <a:lnTo>
                    <a:pt x="55878" y="291922"/>
                  </a:lnTo>
                  <a:lnTo>
                    <a:pt x="59895" y="295392"/>
                  </a:lnTo>
                  <a:lnTo>
                    <a:pt x="64020" y="298732"/>
                  </a:lnTo>
                  <a:lnTo>
                    <a:pt x="68249" y="301940"/>
                  </a:lnTo>
                  <a:lnTo>
                    <a:pt x="72577" y="305012"/>
                  </a:lnTo>
                  <a:lnTo>
                    <a:pt x="77001" y="307945"/>
                  </a:lnTo>
                  <a:lnTo>
                    <a:pt x="81516" y="310736"/>
                  </a:lnTo>
                  <a:lnTo>
                    <a:pt x="86117" y="313382"/>
                  </a:lnTo>
                  <a:lnTo>
                    <a:pt x="90800" y="315881"/>
                  </a:lnTo>
                  <a:lnTo>
                    <a:pt x="95560" y="318230"/>
                  </a:lnTo>
                  <a:lnTo>
                    <a:pt x="100392" y="320427"/>
                  </a:lnTo>
                  <a:lnTo>
                    <a:pt x="105292" y="322469"/>
                  </a:lnTo>
                  <a:lnTo>
                    <a:pt x="110253" y="324354"/>
                  </a:lnTo>
                  <a:lnTo>
                    <a:pt x="115272" y="326081"/>
                  </a:lnTo>
                  <a:lnTo>
                    <a:pt x="120344" y="327648"/>
                  </a:lnTo>
                  <a:lnTo>
                    <a:pt x="125462" y="329053"/>
                  </a:lnTo>
                  <a:lnTo>
                    <a:pt x="130623" y="330295"/>
                  </a:lnTo>
                  <a:lnTo>
                    <a:pt x="135820" y="331373"/>
                  </a:lnTo>
                  <a:lnTo>
                    <a:pt x="141049" y="332284"/>
                  </a:lnTo>
                  <a:lnTo>
                    <a:pt x="146305" y="333030"/>
                  </a:lnTo>
                  <a:lnTo>
                    <a:pt x="151581" y="333608"/>
                  </a:lnTo>
                  <a:lnTo>
                    <a:pt x="156873" y="334018"/>
                  </a:lnTo>
                  <a:lnTo>
                    <a:pt x="162176" y="334260"/>
                  </a:lnTo>
                  <a:lnTo>
                    <a:pt x="167483" y="334334"/>
                  </a:lnTo>
                  <a:lnTo>
                    <a:pt x="172790" y="334239"/>
                  </a:lnTo>
                  <a:lnTo>
                    <a:pt x="178091" y="333976"/>
                  </a:lnTo>
                  <a:lnTo>
                    <a:pt x="183382" y="333544"/>
                  </a:lnTo>
                  <a:lnTo>
                    <a:pt x="188656" y="332945"/>
                  </a:lnTo>
                  <a:lnTo>
                    <a:pt x="193908" y="332179"/>
                  </a:lnTo>
                  <a:lnTo>
                    <a:pt x="199133" y="331246"/>
                  </a:lnTo>
                  <a:lnTo>
                    <a:pt x="204326" y="330148"/>
                  </a:lnTo>
                  <a:lnTo>
                    <a:pt x="209482" y="328885"/>
                  </a:lnTo>
                  <a:lnTo>
                    <a:pt x="214595" y="327460"/>
                  </a:lnTo>
                  <a:lnTo>
                    <a:pt x="219660" y="325873"/>
                  </a:lnTo>
                  <a:lnTo>
                    <a:pt x="224672" y="324125"/>
                  </a:lnTo>
                  <a:lnTo>
                    <a:pt x="229626" y="322220"/>
                  </a:lnTo>
                  <a:lnTo>
                    <a:pt x="234517" y="320158"/>
                  </a:lnTo>
                  <a:lnTo>
                    <a:pt x="239341" y="317942"/>
                  </a:lnTo>
                  <a:lnTo>
                    <a:pt x="244091" y="315574"/>
                  </a:lnTo>
                  <a:lnTo>
                    <a:pt x="248764" y="313057"/>
                  </a:lnTo>
                  <a:lnTo>
                    <a:pt x="253355" y="310392"/>
                  </a:lnTo>
                  <a:lnTo>
                    <a:pt x="257858" y="307583"/>
                  </a:lnTo>
                  <a:lnTo>
                    <a:pt x="262271" y="304632"/>
                  </a:lnTo>
                  <a:lnTo>
                    <a:pt x="266587" y="301543"/>
                  </a:lnTo>
                  <a:lnTo>
                    <a:pt x="270803" y="298318"/>
                  </a:lnTo>
                  <a:lnTo>
                    <a:pt x="274914" y="294961"/>
                  </a:lnTo>
                  <a:lnTo>
                    <a:pt x="278917" y="291476"/>
                  </a:lnTo>
                  <a:lnTo>
                    <a:pt x="282808" y="287865"/>
                  </a:lnTo>
                  <a:lnTo>
                    <a:pt x="286581" y="284132"/>
                  </a:lnTo>
                  <a:lnTo>
                    <a:pt x="290234" y="280281"/>
                  </a:lnTo>
                  <a:lnTo>
                    <a:pt x="293764" y="276316"/>
                  </a:lnTo>
                  <a:lnTo>
                    <a:pt x="297165" y="272241"/>
                  </a:lnTo>
                  <a:lnTo>
                    <a:pt x="300435" y="268061"/>
                  </a:lnTo>
                  <a:lnTo>
                    <a:pt x="303571" y="263778"/>
                  </a:lnTo>
                  <a:lnTo>
                    <a:pt x="306570" y="259398"/>
                  </a:lnTo>
                  <a:lnTo>
                    <a:pt x="309428" y="254925"/>
                  </a:lnTo>
                  <a:lnTo>
                    <a:pt x="312142" y="250364"/>
                  </a:lnTo>
                  <a:lnTo>
                    <a:pt x="314710" y="245719"/>
                  </a:lnTo>
                  <a:lnTo>
                    <a:pt x="317130" y="240994"/>
                  </a:lnTo>
                  <a:lnTo>
                    <a:pt x="319398" y="236196"/>
                  </a:lnTo>
                  <a:lnTo>
                    <a:pt x="321513" y="231327"/>
                  </a:lnTo>
                  <a:lnTo>
                    <a:pt x="323472" y="226394"/>
                  </a:lnTo>
                  <a:lnTo>
                    <a:pt x="325274" y="221401"/>
                  </a:lnTo>
                  <a:lnTo>
                    <a:pt x="326916" y="216354"/>
                  </a:lnTo>
                  <a:lnTo>
                    <a:pt x="328397" y="211257"/>
                  </a:lnTo>
                  <a:lnTo>
                    <a:pt x="329715" y="206115"/>
                  </a:lnTo>
                  <a:lnTo>
                    <a:pt x="330870" y="200934"/>
                  </a:lnTo>
                  <a:lnTo>
                    <a:pt x="331859" y="195719"/>
                  </a:lnTo>
                  <a:lnTo>
                    <a:pt x="332683" y="190476"/>
                  </a:lnTo>
                  <a:lnTo>
                    <a:pt x="333339" y="185209"/>
                  </a:lnTo>
                  <a:lnTo>
                    <a:pt x="333828" y="179923"/>
                  </a:lnTo>
                  <a:lnTo>
                    <a:pt x="334149" y="174625"/>
                  </a:lnTo>
                  <a:lnTo>
                    <a:pt x="334302" y="169319"/>
                  </a:lnTo>
                  <a:lnTo>
                    <a:pt x="334286" y="164011"/>
                  </a:lnTo>
                  <a:lnTo>
                    <a:pt x="334102" y="158707"/>
                  </a:lnTo>
                  <a:lnTo>
                    <a:pt x="333749" y="153410"/>
                  </a:lnTo>
                  <a:lnTo>
                    <a:pt x="333228" y="148128"/>
                  </a:lnTo>
                  <a:lnTo>
                    <a:pt x="332540" y="142865"/>
                  </a:lnTo>
                  <a:lnTo>
                    <a:pt x="331685" y="137626"/>
                  </a:lnTo>
                  <a:lnTo>
                    <a:pt x="330664" y="132418"/>
                  </a:lnTo>
                  <a:lnTo>
                    <a:pt x="329479" y="127244"/>
                  </a:lnTo>
                  <a:lnTo>
                    <a:pt x="328129" y="122110"/>
                  </a:lnTo>
                  <a:lnTo>
                    <a:pt x="326618" y="117022"/>
                  </a:lnTo>
                  <a:lnTo>
                    <a:pt x="324945" y="111984"/>
                  </a:lnTo>
                  <a:lnTo>
                    <a:pt x="323114" y="107003"/>
                  </a:lnTo>
                  <a:lnTo>
                    <a:pt x="321125" y="102081"/>
                  </a:lnTo>
                  <a:lnTo>
                    <a:pt x="318981" y="97226"/>
                  </a:lnTo>
                  <a:lnTo>
                    <a:pt x="316684" y="92440"/>
                  </a:lnTo>
                  <a:lnTo>
                    <a:pt x="314236" y="87731"/>
                  </a:lnTo>
                  <a:lnTo>
                    <a:pt x="311640" y="83101"/>
                  </a:lnTo>
                  <a:lnTo>
                    <a:pt x="308898" y="78556"/>
                  </a:lnTo>
                  <a:lnTo>
                    <a:pt x="306014" y="74100"/>
                  </a:lnTo>
                  <a:lnTo>
                    <a:pt x="302989" y="69739"/>
                  </a:lnTo>
                  <a:lnTo>
                    <a:pt x="299827" y="65475"/>
                  </a:lnTo>
                  <a:lnTo>
                    <a:pt x="296532" y="61314"/>
                  </a:lnTo>
                  <a:lnTo>
                    <a:pt x="293106" y="57260"/>
                  </a:lnTo>
                  <a:lnTo>
                    <a:pt x="289553" y="53316"/>
                  </a:lnTo>
                  <a:lnTo>
                    <a:pt x="285877" y="49487"/>
                  </a:lnTo>
                  <a:lnTo>
                    <a:pt x="282081" y="45777"/>
                  </a:lnTo>
                  <a:lnTo>
                    <a:pt x="278169" y="42190"/>
                  </a:lnTo>
                  <a:lnTo>
                    <a:pt x="274145" y="38728"/>
                  </a:lnTo>
                  <a:lnTo>
                    <a:pt x="270014" y="35396"/>
                  </a:lnTo>
                  <a:lnTo>
                    <a:pt x="265778" y="32196"/>
                  </a:lnTo>
                  <a:lnTo>
                    <a:pt x="261444" y="29133"/>
                  </a:lnTo>
                  <a:lnTo>
                    <a:pt x="257014" y="26209"/>
                  </a:lnTo>
                  <a:lnTo>
                    <a:pt x="252493" y="23427"/>
                  </a:lnTo>
                  <a:lnTo>
                    <a:pt x="247887" y="20790"/>
                  </a:lnTo>
                  <a:lnTo>
                    <a:pt x="243199" y="1830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021039" y="1340872"/>
              <a:ext cx="76050" cy="148866"/>
            </a:xfrm>
            <a:custGeom>
              <a:avLst/>
              <a:pathLst>
                <a:path w="76050" h="148866">
                  <a:moveTo>
                    <a:pt x="76050" y="0"/>
                  </a:moveTo>
                  <a:lnTo>
                    <a:pt x="0" y="148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021039" y="1322571"/>
              <a:ext cx="76050" cy="167167"/>
            </a:xfrm>
            <a:custGeom>
              <a:avLst/>
              <a:pathLst>
                <a:path w="76050" h="167167">
                  <a:moveTo>
                    <a:pt x="76050" y="18300"/>
                  </a:moveTo>
                  <a:lnTo>
                    <a:pt x="70986" y="15820"/>
                  </a:lnTo>
                  <a:lnTo>
                    <a:pt x="65840" y="13512"/>
                  </a:lnTo>
                  <a:lnTo>
                    <a:pt x="60620" y="11378"/>
                  </a:lnTo>
                  <a:lnTo>
                    <a:pt x="55331" y="9422"/>
                  </a:lnTo>
                  <a:lnTo>
                    <a:pt x="49979" y="7646"/>
                  </a:lnTo>
                  <a:lnTo>
                    <a:pt x="44570" y="6051"/>
                  </a:lnTo>
                  <a:lnTo>
                    <a:pt x="39110" y="4639"/>
                  </a:lnTo>
                  <a:lnTo>
                    <a:pt x="33606" y="3412"/>
                  </a:lnTo>
                  <a:lnTo>
                    <a:pt x="28064" y="2372"/>
                  </a:lnTo>
                  <a:lnTo>
                    <a:pt x="22489" y="1519"/>
                  </a:lnTo>
                  <a:lnTo>
                    <a:pt x="16889" y="855"/>
                  </a:lnTo>
                  <a:lnTo>
                    <a:pt x="11270" y="380"/>
                  </a:lnTo>
                  <a:lnTo>
                    <a:pt x="563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378108" y="1071028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2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4" y="5347"/>
                  </a:lnTo>
                  <a:lnTo>
                    <a:pt x="120096" y="6758"/>
                  </a:lnTo>
                  <a:lnTo>
                    <a:pt x="115035" y="8330"/>
                  </a:lnTo>
                  <a:lnTo>
                    <a:pt x="110026" y="10062"/>
                  </a:lnTo>
                  <a:lnTo>
                    <a:pt x="105075" y="11952"/>
                  </a:lnTo>
                  <a:lnTo>
                    <a:pt x="100186" y="13998"/>
                  </a:lnTo>
                  <a:lnTo>
                    <a:pt x="95365" y="16197"/>
                  </a:lnTo>
                  <a:lnTo>
                    <a:pt x="90615" y="18548"/>
                  </a:lnTo>
                  <a:lnTo>
                    <a:pt x="85943" y="21049"/>
                  </a:lnTo>
                  <a:lnTo>
                    <a:pt x="81352" y="23697"/>
                  </a:lnTo>
                  <a:lnTo>
                    <a:pt x="76847" y="26488"/>
                  </a:lnTo>
                  <a:lnTo>
                    <a:pt x="72434" y="29421"/>
                  </a:lnTo>
                  <a:lnTo>
                    <a:pt x="68115" y="32493"/>
                  </a:lnTo>
                  <a:lnTo>
                    <a:pt x="63896" y="35700"/>
                  </a:lnTo>
                  <a:lnTo>
                    <a:pt x="59780" y="39039"/>
                  </a:lnTo>
                  <a:lnTo>
                    <a:pt x="55773" y="42507"/>
                  </a:lnTo>
                  <a:lnTo>
                    <a:pt x="51877" y="46100"/>
                  </a:lnTo>
                  <a:lnTo>
                    <a:pt x="48098" y="49815"/>
                  </a:lnTo>
                  <a:lnTo>
                    <a:pt x="44438" y="53647"/>
                  </a:lnTo>
                  <a:lnTo>
                    <a:pt x="40901" y="57594"/>
                  </a:lnTo>
                  <a:lnTo>
                    <a:pt x="37491" y="61651"/>
                  </a:lnTo>
                  <a:lnTo>
                    <a:pt x="34212" y="65814"/>
                  </a:lnTo>
                  <a:lnTo>
                    <a:pt x="31066" y="70079"/>
                  </a:lnTo>
                  <a:lnTo>
                    <a:pt x="28057" y="74441"/>
                  </a:lnTo>
                  <a:lnTo>
                    <a:pt x="25187" y="78897"/>
                  </a:lnTo>
                  <a:lnTo>
                    <a:pt x="22461" y="83441"/>
                  </a:lnTo>
                  <a:lnTo>
                    <a:pt x="19879" y="88070"/>
                  </a:lnTo>
                  <a:lnTo>
                    <a:pt x="17446" y="92778"/>
                  </a:lnTo>
                  <a:lnTo>
                    <a:pt x="15163" y="97560"/>
                  </a:lnTo>
                  <a:lnTo>
                    <a:pt x="13033" y="102413"/>
                  </a:lnTo>
                  <a:lnTo>
                    <a:pt x="11058" y="107331"/>
                  </a:lnTo>
                  <a:lnTo>
                    <a:pt x="9240" y="112309"/>
                  </a:lnTo>
                  <a:lnTo>
                    <a:pt x="7580" y="117342"/>
                  </a:lnTo>
                  <a:lnTo>
                    <a:pt x="6081" y="122425"/>
                  </a:lnTo>
                  <a:lnTo>
                    <a:pt x="4744" y="127553"/>
                  </a:lnTo>
                  <a:lnTo>
                    <a:pt x="3570" y="132721"/>
                  </a:lnTo>
                  <a:lnTo>
                    <a:pt x="2560" y="137923"/>
                  </a:lnTo>
                  <a:lnTo>
                    <a:pt x="1716" y="143155"/>
                  </a:lnTo>
                  <a:lnTo>
                    <a:pt x="1038" y="148411"/>
                  </a:lnTo>
                  <a:lnTo>
                    <a:pt x="527" y="153686"/>
                  </a:lnTo>
                  <a:lnTo>
                    <a:pt x="183" y="158974"/>
                  </a:lnTo>
                  <a:lnTo>
                    <a:pt x="7" y="164271"/>
                  </a:lnTo>
                  <a:lnTo>
                    <a:pt x="0" y="169571"/>
                  </a:lnTo>
                  <a:lnTo>
                    <a:pt x="160" y="174868"/>
                  </a:lnTo>
                  <a:lnTo>
                    <a:pt x="488" y="180157"/>
                  </a:lnTo>
                  <a:lnTo>
                    <a:pt x="983" y="185434"/>
                  </a:lnTo>
                  <a:lnTo>
                    <a:pt x="1646" y="190692"/>
                  </a:lnTo>
                  <a:lnTo>
                    <a:pt x="2475" y="195926"/>
                  </a:lnTo>
                  <a:lnTo>
                    <a:pt x="3469" y="201131"/>
                  </a:lnTo>
                  <a:lnTo>
                    <a:pt x="4628" y="206303"/>
                  </a:lnTo>
                  <a:lnTo>
                    <a:pt x="5950" y="211435"/>
                  </a:lnTo>
                  <a:lnTo>
                    <a:pt x="7434" y="216522"/>
                  </a:lnTo>
                  <a:lnTo>
                    <a:pt x="9079" y="221560"/>
                  </a:lnTo>
                  <a:lnTo>
                    <a:pt x="10883" y="226543"/>
                  </a:lnTo>
                  <a:lnTo>
                    <a:pt x="12843" y="231467"/>
                  </a:lnTo>
                  <a:lnTo>
                    <a:pt x="14959" y="236326"/>
                  </a:lnTo>
                  <a:lnTo>
                    <a:pt x="17228" y="241115"/>
                  </a:lnTo>
                  <a:lnTo>
                    <a:pt x="19647" y="245830"/>
                  </a:lnTo>
                  <a:lnTo>
                    <a:pt x="22215" y="250466"/>
                  </a:lnTo>
                  <a:lnTo>
                    <a:pt x="24928" y="255019"/>
                  </a:lnTo>
                  <a:lnTo>
                    <a:pt x="27784" y="259483"/>
                  </a:lnTo>
                  <a:lnTo>
                    <a:pt x="30780" y="263854"/>
                  </a:lnTo>
                  <a:lnTo>
                    <a:pt x="33914" y="268128"/>
                  </a:lnTo>
                  <a:lnTo>
                    <a:pt x="37181" y="272301"/>
                  </a:lnTo>
                  <a:lnTo>
                    <a:pt x="40579" y="276368"/>
                  </a:lnTo>
                  <a:lnTo>
                    <a:pt x="44104" y="280325"/>
                  </a:lnTo>
                  <a:lnTo>
                    <a:pt x="47753" y="284168"/>
                  </a:lnTo>
                  <a:lnTo>
                    <a:pt x="51521" y="287894"/>
                  </a:lnTo>
                  <a:lnTo>
                    <a:pt x="55406" y="291499"/>
                  </a:lnTo>
                  <a:lnTo>
                    <a:pt x="59404" y="294978"/>
                  </a:lnTo>
                  <a:lnTo>
                    <a:pt x="63509" y="298329"/>
                  </a:lnTo>
                  <a:lnTo>
                    <a:pt x="67719" y="301549"/>
                  </a:lnTo>
                  <a:lnTo>
                    <a:pt x="72028" y="304633"/>
                  </a:lnTo>
                  <a:lnTo>
                    <a:pt x="76434" y="307579"/>
                  </a:lnTo>
                  <a:lnTo>
                    <a:pt x="80930" y="310384"/>
                  </a:lnTo>
                  <a:lnTo>
                    <a:pt x="85513" y="313045"/>
                  </a:lnTo>
                  <a:lnTo>
                    <a:pt x="90178" y="315559"/>
                  </a:lnTo>
                  <a:lnTo>
                    <a:pt x="94921" y="317925"/>
                  </a:lnTo>
                  <a:lnTo>
                    <a:pt x="99736" y="320139"/>
                  </a:lnTo>
                  <a:lnTo>
                    <a:pt x="104618" y="322199"/>
                  </a:lnTo>
                  <a:lnTo>
                    <a:pt x="109564" y="324103"/>
                  </a:lnTo>
                  <a:lnTo>
                    <a:pt x="114568" y="325849"/>
                  </a:lnTo>
                  <a:lnTo>
                    <a:pt x="119624" y="327436"/>
                  </a:lnTo>
                  <a:lnTo>
                    <a:pt x="124728" y="328862"/>
                  </a:lnTo>
                  <a:lnTo>
                    <a:pt x="129875" y="330126"/>
                  </a:lnTo>
                  <a:lnTo>
                    <a:pt x="135059" y="331225"/>
                  </a:lnTo>
                  <a:lnTo>
                    <a:pt x="140276" y="332160"/>
                  </a:lnTo>
                  <a:lnTo>
                    <a:pt x="145519" y="332929"/>
                  </a:lnTo>
                  <a:lnTo>
                    <a:pt x="150784" y="333531"/>
                  </a:lnTo>
                  <a:lnTo>
                    <a:pt x="156066" y="333967"/>
                  </a:lnTo>
                  <a:lnTo>
                    <a:pt x="161359" y="334234"/>
                  </a:lnTo>
                  <a:lnTo>
                    <a:pt x="166657" y="334334"/>
                  </a:lnTo>
                  <a:lnTo>
                    <a:pt x="171957" y="334265"/>
                  </a:lnTo>
                  <a:lnTo>
                    <a:pt x="177251" y="334029"/>
                  </a:lnTo>
                  <a:lnTo>
                    <a:pt x="182535" y="333625"/>
                  </a:lnTo>
                  <a:lnTo>
                    <a:pt x="187804" y="333054"/>
                  </a:lnTo>
                  <a:lnTo>
                    <a:pt x="193052" y="332315"/>
                  </a:lnTo>
                  <a:lnTo>
                    <a:pt x="198274" y="331411"/>
                  </a:lnTo>
                  <a:lnTo>
                    <a:pt x="203464" y="330342"/>
                  </a:lnTo>
                  <a:lnTo>
                    <a:pt x="208618" y="329109"/>
                  </a:lnTo>
                  <a:lnTo>
                    <a:pt x="213731" y="327713"/>
                  </a:lnTo>
                  <a:lnTo>
                    <a:pt x="218796" y="326156"/>
                  </a:lnTo>
                  <a:lnTo>
                    <a:pt x="223810" y="324439"/>
                  </a:lnTo>
                  <a:lnTo>
                    <a:pt x="228767" y="322564"/>
                  </a:lnTo>
                  <a:lnTo>
                    <a:pt x="233662" y="320533"/>
                  </a:lnTo>
                  <a:lnTo>
                    <a:pt x="238490" y="318347"/>
                  </a:lnTo>
                  <a:lnTo>
                    <a:pt x="243246" y="316010"/>
                  </a:lnTo>
                  <a:lnTo>
                    <a:pt x="247926" y="313523"/>
                  </a:lnTo>
                  <a:lnTo>
                    <a:pt x="252524" y="310889"/>
                  </a:lnTo>
                  <a:lnTo>
                    <a:pt x="257037" y="308111"/>
                  </a:lnTo>
                  <a:lnTo>
                    <a:pt x="261460" y="305191"/>
                  </a:lnTo>
                  <a:lnTo>
                    <a:pt x="265788" y="302132"/>
                  </a:lnTo>
                  <a:lnTo>
                    <a:pt x="270016" y="298937"/>
                  </a:lnTo>
                  <a:lnTo>
                    <a:pt x="274141" y="295610"/>
                  </a:lnTo>
                  <a:lnTo>
                    <a:pt x="278159" y="292155"/>
                  </a:lnTo>
                  <a:lnTo>
                    <a:pt x="282065" y="288573"/>
                  </a:lnTo>
                  <a:lnTo>
                    <a:pt x="285856" y="284869"/>
                  </a:lnTo>
                  <a:lnTo>
                    <a:pt x="289527" y="281047"/>
                  </a:lnTo>
                  <a:lnTo>
                    <a:pt x="293075" y="277111"/>
                  </a:lnTo>
                  <a:lnTo>
                    <a:pt x="296497" y="273064"/>
                  </a:lnTo>
                  <a:lnTo>
                    <a:pt x="299789" y="268911"/>
                  </a:lnTo>
                  <a:lnTo>
                    <a:pt x="302947" y="264655"/>
                  </a:lnTo>
                  <a:lnTo>
                    <a:pt x="305969" y="260302"/>
                  </a:lnTo>
                  <a:lnTo>
                    <a:pt x="308852" y="255855"/>
                  </a:lnTo>
                  <a:lnTo>
                    <a:pt x="311592" y="251318"/>
                  </a:lnTo>
                  <a:lnTo>
                    <a:pt x="314187" y="246698"/>
                  </a:lnTo>
                  <a:lnTo>
                    <a:pt x="316634" y="241997"/>
                  </a:lnTo>
                  <a:lnTo>
                    <a:pt x="318930" y="237221"/>
                  </a:lnTo>
                  <a:lnTo>
                    <a:pt x="321075" y="232374"/>
                  </a:lnTo>
                  <a:lnTo>
                    <a:pt x="323064" y="227462"/>
                  </a:lnTo>
                  <a:lnTo>
                    <a:pt x="324897" y="222490"/>
                  </a:lnTo>
                  <a:lnTo>
                    <a:pt x="326572" y="217462"/>
                  </a:lnTo>
                  <a:lnTo>
                    <a:pt x="328086" y="212383"/>
                  </a:lnTo>
                  <a:lnTo>
                    <a:pt x="329438" y="207259"/>
                  </a:lnTo>
                  <a:lnTo>
                    <a:pt x="330628" y="202095"/>
                  </a:lnTo>
                  <a:lnTo>
                    <a:pt x="331653" y="196895"/>
                  </a:lnTo>
                  <a:lnTo>
                    <a:pt x="332512" y="191666"/>
                  </a:lnTo>
                  <a:lnTo>
                    <a:pt x="333206" y="186412"/>
                  </a:lnTo>
                  <a:lnTo>
                    <a:pt x="333732" y="181138"/>
                  </a:lnTo>
                  <a:lnTo>
                    <a:pt x="334091" y="175851"/>
                  </a:lnTo>
                  <a:lnTo>
                    <a:pt x="334283" y="170555"/>
                  </a:lnTo>
                  <a:lnTo>
                    <a:pt x="334306" y="165255"/>
                  </a:lnTo>
                  <a:lnTo>
                    <a:pt x="334162" y="159958"/>
                  </a:lnTo>
                  <a:lnTo>
                    <a:pt x="333849" y="154667"/>
                  </a:lnTo>
                  <a:lnTo>
                    <a:pt x="333369" y="149390"/>
                  </a:lnTo>
                  <a:lnTo>
                    <a:pt x="332722" y="144130"/>
                  </a:lnTo>
                  <a:lnTo>
                    <a:pt x="331909" y="138893"/>
                  </a:lnTo>
                  <a:lnTo>
                    <a:pt x="330930" y="13368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545258" y="1203845"/>
              <a:ext cx="163779" cy="34351"/>
            </a:xfrm>
            <a:custGeom>
              <a:avLst/>
              <a:pathLst>
                <a:path w="163779" h="34351">
                  <a:moveTo>
                    <a:pt x="163779" y="868"/>
                  </a:moveTo>
                  <a:lnTo>
                    <a:pt x="163600" y="0"/>
                  </a:lnTo>
                  <a:lnTo>
                    <a:pt x="0" y="34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545258" y="1071028"/>
              <a:ext cx="163600" cy="167167"/>
            </a:xfrm>
            <a:custGeom>
              <a:avLst/>
              <a:pathLst>
                <a:path w="163600" h="167167">
                  <a:moveTo>
                    <a:pt x="163600" y="132816"/>
                  </a:moveTo>
                  <a:lnTo>
                    <a:pt x="162398" y="127523"/>
                  </a:lnTo>
                  <a:lnTo>
                    <a:pt x="161025" y="122271"/>
                  </a:lnTo>
                  <a:lnTo>
                    <a:pt x="159483" y="117067"/>
                  </a:lnTo>
                  <a:lnTo>
                    <a:pt x="157772" y="111915"/>
                  </a:lnTo>
                  <a:lnTo>
                    <a:pt x="155895" y="106822"/>
                  </a:lnTo>
                  <a:lnTo>
                    <a:pt x="153854" y="101792"/>
                  </a:lnTo>
                  <a:lnTo>
                    <a:pt x="151650" y="96832"/>
                  </a:lnTo>
                  <a:lnTo>
                    <a:pt x="149287" y="91945"/>
                  </a:lnTo>
                  <a:lnTo>
                    <a:pt x="146766" y="87138"/>
                  </a:lnTo>
                  <a:lnTo>
                    <a:pt x="144090" y="82415"/>
                  </a:lnTo>
                  <a:lnTo>
                    <a:pt x="141263" y="77782"/>
                  </a:lnTo>
                  <a:lnTo>
                    <a:pt x="138286" y="73243"/>
                  </a:lnTo>
                  <a:lnTo>
                    <a:pt x="135164" y="68802"/>
                  </a:lnTo>
                  <a:lnTo>
                    <a:pt x="131899" y="64466"/>
                  </a:lnTo>
                  <a:lnTo>
                    <a:pt x="128495" y="60238"/>
                  </a:lnTo>
                  <a:lnTo>
                    <a:pt x="124956" y="56122"/>
                  </a:lnTo>
                  <a:lnTo>
                    <a:pt x="121285" y="52124"/>
                  </a:lnTo>
                  <a:lnTo>
                    <a:pt x="117486" y="48247"/>
                  </a:lnTo>
                  <a:lnTo>
                    <a:pt x="113563" y="44495"/>
                  </a:lnTo>
                  <a:lnTo>
                    <a:pt x="109520" y="40873"/>
                  </a:lnTo>
                  <a:lnTo>
                    <a:pt x="105362" y="37384"/>
                  </a:lnTo>
                  <a:lnTo>
                    <a:pt x="101093" y="34031"/>
                  </a:lnTo>
                  <a:lnTo>
                    <a:pt x="96717" y="30819"/>
                  </a:lnTo>
                  <a:lnTo>
                    <a:pt x="92240" y="27751"/>
                  </a:lnTo>
                  <a:lnTo>
                    <a:pt x="87665" y="24830"/>
                  </a:lnTo>
                  <a:lnTo>
                    <a:pt x="82997" y="22059"/>
                  </a:lnTo>
                  <a:lnTo>
                    <a:pt x="78242" y="19441"/>
                  </a:lnTo>
                  <a:lnTo>
                    <a:pt x="73405" y="16978"/>
                  </a:lnTo>
                  <a:lnTo>
                    <a:pt x="68490" y="14674"/>
                  </a:lnTo>
                  <a:lnTo>
                    <a:pt x="63503" y="12531"/>
                  </a:lnTo>
                  <a:lnTo>
                    <a:pt x="58449" y="10551"/>
                  </a:lnTo>
                  <a:lnTo>
                    <a:pt x="53334" y="8736"/>
                  </a:lnTo>
                  <a:lnTo>
                    <a:pt x="48162" y="7088"/>
                  </a:lnTo>
                  <a:lnTo>
                    <a:pt x="42939" y="5608"/>
                  </a:lnTo>
                  <a:lnTo>
                    <a:pt x="37671" y="4300"/>
                  </a:lnTo>
                  <a:lnTo>
                    <a:pt x="32364" y="3162"/>
                  </a:lnTo>
                  <a:lnTo>
                    <a:pt x="27022" y="2198"/>
                  </a:lnTo>
                  <a:lnTo>
                    <a:pt x="21652" y="1408"/>
                  </a:lnTo>
                  <a:lnTo>
                    <a:pt x="16259" y="792"/>
                  </a:lnTo>
                  <a:lnTo>
                    <a:pt x="10848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0670" y="94149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856377" y="969666"/>
              <a:ext cx="334330" cy="306151"/>
            </a:xfrm>
            <a:custGeom>
              <a:avLst/>
              <a:pathLst>
                <a:path w="334330" h="306151">
                  <a:moveTo>
                    <a:pt x="74293" y="0"/>
                  </a:moveTo>
                  <a:lnTo>
                    <a:pt x="69925" y="3020"/>
                  </a:lnTo>
                  <a:lnTo>
                    <a:pt x="65655" y="6177"/>
                  </a:lnTo>
                  <a:lnTo>
                    <a:pt x="61487" y="9468"/>
                  </a:lnTo>
                  <a:lnTo>
                    <a:pt x="57426" y="12890"/>
                  </a:lnTo>
                  <a:lnTo>
                    <a:pt x="53476" y="16440"/>
                  </a:lnTo>
                  <a:lnTo>
                    <a:pt x="49641" y="20113"/>
                  </a:lnTo>
                  <a:lnTo>
                    <a:pt x="45924" y="23906"/>
                  </a:lnTo>
                  <a:lnTo>
                    <a:pt x="42330" y="27815"/>
                  </a:lnTo>
                  <a:lnTo>
                    <a:pt x="38861" y="31836"/>
                  </a:lnTo>
                  <a:lnTo>
                    <a:pt x="35522" y="35966"/>
                  </a:lnTo>
                  <a:lnTo>
                    <a:pt x="32316" y="40199"/>
                  </a:lnTo>
                  <a:lnTo>
                    <a:pt x="29246" y="44532"/>
                  </a:lnTo>
                  <a:lnTo>
                    <a:pt x="26315" y="48961"/>
                  </a:lnTo>
                  <a:lnTo>
                    <a:pt x="23527" y="53480"/>
                  </a:lnTo>
                  <a:lnTo>
                    <a:pt x="20883" y="58086"/>
                  </a:lnTo>
                  <a:lnTo>
                    <a:pt x="18387" y="62773"/>
                  </a:lnTo>
                  <a:lnTo>
                    <a:pt x="16041" y="67537"/>
                  </a:lnTo>
                  <a:lnTo>
                    <a:pt x="13847" y="72373"/>
                  </a:lnTo>
                  <a:lnTo>
                    <a:pt x="11809" y="77277"/>
                  </a:lnTo>
                  <a:lnTo>
                    <a:pt x="9927" y="82243"/>
                  </a:lnTo>
                  <a:lnTo>
                    <a:pt x="8203" y="87266"/>
                  </a:lnTo>
                  <a:lnTo>
                    <a:pt x="6641" y="92341"/>
                  </a:lnTo>
                  <a:lnTo>
                    <a:pt x="5240" y="97464"/>
                  </a:lnTo>
                  <a:lnTo>
                    <a:pt x="4002" y="102628"/>
                  </a:lnTo>
                  <a:lnTo>
                    <a:pt x="2929" y="107829"/>
                  </a:lnTo>
                  <a:lnTo>
                    <a:pt x="2022" y="113061"/>
                  </a:lnTo>
                  <a:lnTo>
                    <a:pt x="1282" y="118320"/>
                  </a:lnTo>
                  <a:lnTo>
                    <a:pt x="709" y="123599"/>
                  </a:lnTo>
                  <a:lnTo>
                    <a:pt x="304" y="128894"/>
                  </a:lnTo>
                  <a:lnTo>
                    <a:pt x="67" y="134200"/>
                  </a:lnTo>
                  <a:lnTo>
                    <a:pt x="0" y="139510"/>
                  </a:lnTo>
                  <a:lnTo>
                    <a:pt x="100" y="144819"/>
                  </a:lnTo>
                  <a:lnTo>
                    <a:pt x="370" y="150123"/>
                  </a:lnTo>
                  <a:lnTo>
                    <a:pt x="807" y="155415"/>
                  </a:lnTo>
                  <a:lnTo>
                    <a:pt x="1413" y="160691"/>
                  </a:lnTo>
                  <a:lnTo>
                    <a:pt x="2186" y="165945"/>
                  </a:lnTo>
                  <a:lnTo>
                    <a:pt x="3125" y="171172"/>
                  </a:lnTo>
                  <a:lnTo>
                    <a:pt x="4230" y="176366"/>
                  </a:lnTo>
                  <a:lnTo>
                    <a:pt x="5499" y="181523"/>
                  </a:lnTo>
                  <a:lnTo>
                    <a:pt x="6931" y="186636"/>
                  </a:lnTo>
                  <a:lnTo>
                    <a:pt x="8525" y="191702"/>
                  </a:lnTo>
                  <a:lnTo>
                    <a:pt x="10280" y="196714"/>
                  </a:lnTo>
                  <a:lnTo>
                    <a:pt x="12192" y="201668"/>
                  </a:lnTo>
                  <a:lnTo>
                    <a:pt x="14261" y="206559"/>
                  </a:lnTo>
                  <a:lnTo>
                    <a:pt x="16484" y="211382"/>
                  </a:lnTo>
                  <a:lnTo>
                    <a:pt x="18860" y="216131"/>
                  </a:lnTo>
                  <a:lnTo>
                    <a:pt x="21385" y="220803"/>
                  </a:lnTo>
                  <a:lnTo>
                    <a:pt x="24057" y="225393"/>
                  </a:lnTo>
                  <a:lnTo>
                    <a:pt x="26873" y="229895"/>
                  </a:lnTo>
                  <a:lnTo>
                    <a:pt x="29831" y="234305"/>
                  </a:lnTo>
                  <a:lnTo>
                    <a:pt x="32928" y="238619"/>
                  </a:lnTo>
                  <a:lnTo>
                    <a:pt x="36160" y="242833"/>
                  </a:lnTo>
                  <a:lnTo>
                    <a:pt x="39525" y="246941"/>
                  </a:lnTo>
                  <a:lnTo>
                    <a:pt x="43018" y="250941"/>
                  </a:lnTo>
                  <a:lnTo>
                    <a:pt x="46636" y="254828"/>
                  </a:lnTo>
                  <a:lnTo>
                    <a:pt x="50376" y="258598"/>
                  </a:lnTo>
                  <a:lnTo>
                    <a:pt x="54234" y="262247"/>
                  </a:lnTo>
                  <a:lnTo>
                    <a:pt x="58206" y="265772"/>
                  </a:lnTo>
                  <a:lnTo>
                    <a:pt x="62288" y="269169"/>
                  </a:lnTo>
                  <a:lnTo>
                    <a:pt x="66476" y="272435"/>
                  </a:lnTo>
                  <a:lnTo>
                    <a:pt x="70765" y="275566"/>
                  </a:lnTo>
                  <a:lnTo>
                    <a:pt x="75152" y="278559"/>
                  </a:lnTo>
                  <a:lnTo>
                    <a:pt x="79631" y="281411"/>
                  </a:lnTo>
                  <a:lnTo>
                    <a:pt x="84199" y="284120"/>
                  </a:lnTo>
                  <a:lnTo>
                    <a:pt x="88851" y="286682"/>
                  </a:lnTo>
                  <a:lnTo>
                    <a:pt x="93581" y="289095"/>
                  </a:lnTo>
                  <a:lnTo>
                    <a:pt x="98386" y="291356"/>
                  </a:lnTo>
                  <a:lnTo>
                    <a:pt x="103260" y="293464"/>
                  </a:lnTo>
                  <a:lnTo>
                    <a:pt x="108199" y="295416"/>
                  </a:lnTo>
                  <a:lnTo>
                    <a:pt x="113197" y="297210"/>
                  </a:lnTo>
                  <a:lnTo>
                    <a:pt x="118250" y="298845"/>
                  </a:lnTo>
                  <a:lnTo>
                    <a:pt x="123352" y="300318"/>
                  </a:lnTo>
                  <a:lnTo>
                    <a:pt x="128498" y="301628"/>
                  </a:lnTo>
                  <a:lnTo>
                    <a:pt x="133684" y="302774"/>
                  </a:lnTo>
                  <a:lnTo>
                    <a:pt x="138903" y="303755"/>
                  </a:lnTo>
                  <a:lnTo>
                    <a:pt x="144151" y="304570"/>
                  </a:lnTo>
                  <a:lnTo>
                    <a:pt x="149421" y="305217"/>
                  </a:lnTo>
                  <a:lnTo>
                    <a:pt x="154710" y="305697"/>
                  </a:lnTo>
                  <a:lnTo>
                    <a:pt x="160011" y="306008"/>
                  </a:lnTo>
                  <a:lnTo>
                    <a:pt x="165320" y="306151"/>
                  </a:lnTo>
                  <a:lnTo>
                    <a:pt x="170630" y="306126"/>
                  </a:lnTo>
                  <a:lnTo>
                    <a:pt x="175937" y="305931"/>
                  </a:lnTo>
                  <a:lnTo>
                    <a:pt x="181235" y="305568"/>
                  </a:lnTo>
                  <a:lnTo>
                    <a:pt x="186519" y="305038"/>
                  </a:lnTo>
                  <a:lnTo>
                    <a:pt x="191784" y="304339"/>
                  </a:lnTo>
                  <a:lnTo>
                    <a:pt x="197023" y="303474"/>
                  </a:lnTo>
                  <a:lnTo>
                    <a:pt x="202232" y="302442"/>
                  </a:lnTo>
                  <a:lnTo>
                    <a:pt x="207406" y="301246"/>
                  </a:lnTo>
                  <a:lnTo>
                    <a:pt x="212540" y="299886"/>
                  </a:lnTo>
                  <a:lnTo>
                    <a:pt x="217627" y="298364"/>
                  </a:lnTo>
                  <a:lnTo>
                    <a:pt x="222664" y="296680"/>
                  </a:lnTo>
                  <a:lnTo>
                    <a:pt x="227645" y="294838"/>
                  </a:lnTo>
                  <a:lnTo>
                    <a:pt x="232564" y="292838"/>
                  </a:lnTo>
                  <a:lnTo>
                    <a:pt x="237418" y="290683"/>
                  </a:lnTo>
                  <a:lnTo>
                    <a:pt x="242201" y="288375"/>
                  </a:lnTo>
                  <a:lnTo>
                    <a:pt x="246908" y="285917"/>
                  </a:lnTo>
                  <a:lnTo>
                    <a:pt x="251534" y="283310"/>
                  </a:lnTo>
                  <a:lnTo>
                    <a:pt x="256076" y="280557"/>
                  </a:lnTo>
                  <a:lnTo>
                    <a:pt x="260527" y="277662"/>
                  </a:lnTo>
                  <a:lnTo>
                    <a:pt x="264885" y="274626"/>
                  </a:lnTo>
                  <a:lnTo>
                    <a:pt x="269144" y="271454"/>
                  </a:lnTo>
                  <a:lnTo>
                    <a:pt x="273299" y="268148"/>
                  </a:lnTo>
                  <a:lnTo>
                    <a:pt x="277348" y="264712"/>
                  </a:lnTo>
                  <a:lnTo>
                    <a:pt x="281286" y="261148"/>
                  </a:lnTo>
                  <a:lnTo>
                    <a:pt x="285108" y="257462"/>
                  </a:lnTo>
                  <a:lnTo>
                    <a:pt x="288812" y="253656"/>
                  </a:lnTo>
                  <a:lnTo>
                    <a:pt x="292392" y="249734"/>
                  </a:lnTo>
                  <a:lnTo>
                    <a:pt x="295847" y="245701"/>
                  </a:lnTo>
                  <a:lnTo>
                    <a:pt x="299171" y="241559"/>
                  </a:lnTo>
                  <a:lnTo>
                    <a:pt x="302362" y="237315"/>
                  </a:lnTo>
                  <a:lnTo>
                    <a:pt x="305417" y="232971"/>
                  </a:lnTo>
                  <a:lnTo>
                    <a:pt x="308332" y="228532"/>
                  </a:lnTo>
                  <a:lnTo>
                    <a:pt x="311105" y="224003"/>
                  </a:lnTo>
                  <a:lnTo>
                    <a:pt x="313733" y="219388"/>
                  </a:lnTo>
                  <a:lnTo>
                    <a:pt x="316212" y="214692"/>
                  </a:lnTo>
                  <a:lnTo>
                    <a:pt x="318542" y="209920"/>
                  </a:lnTo>
                  <a:lnTo>
                    <a:pt x="320718" y="205076"/>
                  </a:lnTo>
                  <a:lnTo>
                    <a:pt x="322740" y="200165"/>
                  </a:lnTo>
                  <a:lnTo>
                    <a:pt x="324604" y="195193"/>
                  </a:lnTo>
                  <a:lnTo>
                    <a:pt x="326310" y="190164"/>
                  </a:lnTo>
                  <a:lnTo>
                    <a:pt x="327855" y="185083"/>
                  </a:lnTo>
                  <a:lnTo>
                    <a:pt x="329237" y="179955"/>
                  </a:lnTo>
                  <a:lnTo>
                    <a:pt x="330457" y="174787"/>
                  </a:lnTo>
                  <a:lnTo>
                    <a:pt x="331511" y="169582"/>
                  </a:lnTo>
                  <a:lnTo>
                    <a:pt x="332400" y="164347"/>
                  </a:lnTo>
                  <a:lnTo>
                    <a:pt x="333122" y="159085"/>
                  </a:lnTo>
                  <a:lnTo>
                    <a:pt x="333676" y="153804"/>
                  </a:lnTo>
                  <a:lnTo>
                    <a:pt x="334063" y="148508"/>
                  </a:lnTo>
                  <a:lnTo>
                    <a:pt x="334281" y="143202"/>
                  </a:lnTo>
                  <a:lnTo>
                    <a:pt x="334330" y="137891"/>
                  </a:lnTo>
                  <a:lnTo>
                    <a:pt x="334211" y="132582"/>
                  </a:lnTo>
                  <a:lnTo>
                    <a:pt x="333923" y="127279"/>
                  </a:lnTo>
                  <a:lnTo>
                    <a:pt x="333466" y="121989"/>
                  </a:lnTo>
                  <a:lnTo>
                    <a:pt x="332842" y="116715"/>
                  </a:lnTo>
                  <a:lnTo>
                    <a:pt x="332051" y="111464"/>
                  </a:lnTo>
                  <a:lnTo>
                    <a:pt x="331093" y="106240"/>
                  </a:lnTo>
                  <a:lnTo>
                    <a:pt x="329970" y="101050"/>
                  </a:lnTo>
                  <a:lnTo>
                    <a:pt x="328683" y="95898"/>
                  </a:lnTo>
                  <a:lnTo>
                    <a:pt x="327233" y="90789"/>
                  </a:lnTo>
                  <a:lnTo>
                    <a:pt x="325621" y="85729"/>
                  </a:lnTo>
                  <a:lnTo>
                    <a:pt x="323849" y="80723"/>
                  </a:lnTo>
                  <a:lnTo>
                    <a:pt x="321919" y="75776"/>
                  </a:lnTo>
                  <a:lnTo>
                    <a:pt x="319833" y="70892"/>
                  </a:lnTo>
                  <a:lnTo>
                    <a:pt x="317593" y="66077"/>
                  </a:lnTo>
                  <a:lnTo>
                    <a:pt x="315201" y="61336"/>
                  </a:lnTo>
                  <a:lnTo>
                    <a:pt x="312659" y="56673"/>
                  </a:lnTo>
                  <a:lnTo>
                    <a:pt x="309971" y="52093"/>
                  </a:lnTo>
                  <a:lnTo>
                    <a:pt x="307139" y="47601"/>
                  </a:lnTo>
                  <a:lnTo>
                    <a:pt x="167166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023544" y="941493"/>
              <a:ext cx="139972" cy="167167"/>
            </a:xfrm>
            <a:custGeom>
              <a:avLst/>
              <a:pathLst>
                <a:path w="139972" h="167167">
                  <a:moveTo>
                    <a:pt x="139972" y="75774"/>
                  </a:moveTo>
                  <a:lnTo>
                    <a:pt x="136873" y="71195"/>
                  </a:lnTo>
                  <a:lnTo>
                    <a:pt x="133624" y="66721"/>
                  </a:lnTo>
                  <a:lnTo>
                    <a:pt x="130229" y="62356"/>
                  </a:lnTo>
                  <a:lnTo>
                    <a:pt x="126691" y="58107"/>
                  </a:lnTo>
                  <a:lnTo>
                    <a:pt x="123015" y="53976"/>
                  </a:lnTo>
                  <a:lnTo>
                    <a:pt x="119204" y="49970"/>
                  </a:lnTo>
                  <a:lnTo>
                    <a:pt x="115263" y="46091"/>
                  </a:lnTo>
                  <a:lnTo>
                    <a:pt x="111196" y="42345"/>
                  </a:lnTo>
                  <a:lnTo>
                    <a:pt x="107007" y="38736"/>
                  </a:lnTo>
                  <a:lnTo>
                    <a:pt x="102700" y="35267"/>
                  </a:lnTo>
                  <a:lnTo>
                    <a:pt x="98282" y="31943"/>
                  </a:lnTo>
                  <a:lnTo>
                    <a:pt x="93756" y="28767"/>
                  </a:lnTo>
                  <a:lnTo>
                    <a:pt x="89127" y="25741"/>
                  </a:lnTo>
                  <a:lnTo>
                    <a:pt x="84401" y="22871"/>
                  </a:lnTo>
                  <a:lnTo>
                    <a:pt x="79583" y="20159"/>
                  </a:lnTo>
                  <a:lnTo>
                    <a:pt x="74677" y="17607"/>
                  </a:lnTo>
                  <a:lnTo>
                    <a:pt x="69690" y="15219"/>
                  </a:lnTo>
                  <a:lnTo>
                    <a:pt x="64627" y="12997"/>
                  </a:lnTo>
                  <a:lnTo>
                    <a:pt x="59493" y="10944"/>
                  </a:lnTo>
                  <a:lnTo>
                    <a:pt x="54293" y="9062"/>
                  </a:lnTo>
                  <a:lnTo>
                    <a:pt x="49035" y="7353"/>
                  </a:lnTo>
                  <a:lnTo>
                    <a:pt x="43722" y="5819"/>
                  </a:lnTo>
                  <a:lnTo>
                    <a:pt x="38362" y="4461"/>
                  </a:lnTo>
                  <a:lnTo>
                    <a:pt x="32960" y="3281"/>
                  </a:lnTo>
                  <a:lnTo>
                    <a:pt x="27522" y="2281"/>
                  </a:lnTo>
                  <a:lnTo>
                    <a:pt x="22054" y="1461"/>
                  </a:lnTo>
                  <a:lnTo>
                    <a:pt x="16561" y="822"/>
                  </a:lnTo>
                  <a:lnTo>
                    <a:pt x="11051" y="365"/>
                  </a:lnTo>
                  <a:lnTo>
                    <a:pt x="552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8964" y="941493"/>
              <a:ext cx="97251" cy="167167"/>
            </a:xfrm>
            <a:custGeom>
              <a:avLst/>
              <a:pathLst>
                <a:path w="97251" h="167167">
                  <a:moveTo>
                    <a:pt x="97251" y="0"/>
                  </a:moveTo>
                  <a:lnTo>
                    <a:pt x="91485" y="99"/>
                  </a:lnTo>
                  <a:lnTo>
                    <a:pt x="85727" y="397"/>
                  </a:lnTo>
                  <a:lnTo>
                    <a:pt x="79983" y="894"/>
                  </a:lnTo>
                  <a:lnTo>
                    <a:pt x="74259" y="1588"/>
                  </a:lnTo>
                  <a:lnTo>
                    <a:pt x="68562" y="2480"/>
                  </a:lnTo>
                  <a:lnTo>
                    <a:pt x="62900" y="3567"/>
                  </a:lnTo>
                  <a:lnTo>
                    <a:pt x="57278" y="4849"/>
                  </a:lnTo>
                  <a:lnTo>
                    <a:pt x="51704" y="6324"/>
                  </a:lnTo>
                  <a:lnTo>
                    <a:pt x="46184" y="7990"/>
                  </a:lnTo>
                  <a:lnTo>
                    <a:pt x="40725" y="9846"/>
                  </a:lnTo>
                  <a:lnTo>
                    <a:pt x="35333" y="11889"/>
                  </a:lnTo>
                  <a:lnTo>
                    <a:pt x="30015" y="14117"/>
                  </a:lnTo>
                  <a:lnTo>
                    <a:pt x="24776" y="16527"/>
                  </a:lnTo>
                  <a:lnTo>
                    <a:pt x="19624" y="19116"/>
                  </a:lnTo>
                  <a:lnTo>
                    <a:pt x="14565" y="21881"/>
                  </a:lnTo>
                  <a:lnTo>
                    <a:pt x="9603" y="24819"/>
                  </a:lnTo>
                  <a:lnTo>
                    <a:pt x="4746" y="27926"/>
                  </a:lnTo>
                  <a:lnTo>
                    <a:pt x="0" y="31199"/>
                  </a:lnTo>
                  <a:lnTo>
                    <a:pt x="972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88964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19068" y="972693"/>
              <a:ext cx="167147" cy="201575"/>
            </a:xfrm>
            <a:custGeom>
              <a:avLst/>
              <a:pathLst>
                <a:path w="167147" h="201575">
                  <a:moveTo>
                    <a:pt x="69896" y="0"/>
                  </a:moveTo>
                  <a:lnTo>
                    <a:pt x="65566" y="3203"/>
                  </a:lnTo>
                  <a:lnTo>
                    <a:pt x="61342" y="6544"/>
                  </a:lnTo>
                  <a:lnTo>
                    <a:pt x="57228" y="10020"/>
                  </a:lnTo>
                  <a:lnTo>
                    <a:pt x="53227" y="13626"/>
                  </a:lnTo>
                  <a:lnTo>
                    <a:pt x="49345" y="17359"/>
                  </a:lnTo>
                  <a:lnTo>
                    <a:pt x="45586" y="21216"/>
                  </a:lnTo>
                  <a:lnTo>
                    <a:pt x="41952" y="25191"/>
                  </a:lnTo>
                  <a:lnTo>
                    <a:pt x="38449" y="29282"/>
                  </a:lnTo>
                  <a:lnTo>
                    <a:pt x="35079" y="33483"/>
                  </a:lnTo>
                  <a:lnTo>
                    <a:pt x="31846" y="37791"/>
                  </a:lnTo>
                  <a:lnTo>
                    <a:pt x="28753" y="42200"/>
                  </a:lnTo>
                  <a:lnTo>
                    <a:pt x="25805" y="46707"/>
                  </a:lnTo>
                  <a:lnTo>
                    <a:pt x="23003" y="51306"/>
                  </a:lnTo>
                  <a:lnTo>
                    <a:pt x="20350" y="55994"/>
                  </a:lnTo>
                  <a:lnTo>
                    <a:pt x="17850" y="60764"/>
                  </a:lnTo>
                  <a:lnTo>
                    <a:pt x="15505" y="65613"/>
                  </a:lnTo>
                  <a:lnTo>
                    <a:pt x="13317" y="70534"/>
                  </a:lnTo>
                  <a:lnTo>
                    <a:pt x="11289" y="75524"/>
                  </a:lnTo>
                  <a:lnTo>
                    <a:pt x="9423" y="80576"/>
                  </a:lnTo>
                  <a:lnTo>
                    <a:pt x="7721" y="85685"/>
                  </a:lnTo>
                  <a:lnTo>
                    <a:pt x="6184" y="90847"/>
                  </a:lnTo>
                  <a:lnTo>
                    <a:pt x="4814" y="96056"/>
                  </a:lnTo>
                  <a:lnTo>
                    <a:pt x="3612" y="101306"/>
                  </a:lnTo>
                  <a:lnTo>
                    <a:pt x="2580" y="106592"/>
                  </a:lnTo>
                  <a:lnTo>
                    <a:pt x="1720" y="111909"/>
                  </a:lnTo>
                  <a:lnTo>
                    <a:pt x="1030" y="117250"/>
                  </a:lnTo>
                  <a:lnTo>
                    <a:pt x="514" y="122611"/>
                  </a:lnTo>
                  <a:lnTo>
                    <a:pt x="170" y="127986"/>
                  </a:lnTo>
                  <a:lnTo>
                    <a:pt x="0" y="133369"/>
                  </a:lnTo>
                  <a:lnTo>
                    <a:pt x="3" y="138755"/>
                  </a:lnTo>
                  <a:lnTo>
                    <a:pt x="179" y="144138"/>
                  </a:lnTo>
                  <a:lnTo>
                    <a:pt x="529" y="149512"/>
                  </a:lnTo>
                  <a:lnTo>
                    <a:pt x="1052" y="154873"/>
                  </a:lnTo>
                  <a:lnTo>
                    <a:pt x="1747" y="160214"/>
                  </a:lnTo>
                  <a:lnTo>
                    <a:pt x="2614" y="165529"/>
                  </a:lnTo>
                  <a:lnTo>
                    <a:pt x="3652" y="170814"/>
                  </a:lnTo>
                  <a:lnTo>
                    <a:pt x="4859" y="176063"/>
                  </a:lnTo>
                  <a:lnTo>
                    <a:pt x="6235" y="181270"/>
                  </a:lnTo>
                  <a:lnTo>
                    <a:pt x="7778" y="186430"/>
                  </a:lnTo>
                  <a:lnTo>
                    <a:pt x="9486" y="191538"/>
                  </a:lnTo>
                  <a:lnTo>
                    <a:pt x="11358" y="196588"/>
                  </a:lnTo>
                  <a:lnTo>
                    <a:pt x="13392" y="201575"/>
                  </a:lnTo>
                  <a:lnTo>
                    <a:pt x="167147" y="135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4332460" y="941493"/>
              <a:ext cx="320907" cy="334332"/>
            </a:xfrm>
            <a:custGeom>
              <a:avLst/>
              <a:pathLst>
                <a:path w="320907" h="334332">
                  <a:moveTo>
                    <a:pt x="0" y="232775"/>
                  </a:moveTo>
                  <a:lnTo>
                    <a:pt x="2155" y="237613"/>
                  </a:lnTo>
                  <a:lnTo>
                    <a:pt x="4463" y="242380"/>
                  </a:lnTo>
                  <a:lnTo>
                    <a:pt x="6920" y="247071"/>
                  </a:lnTo>
                  <a:lnTo>
                    <a:pt x="9525" y="251683"/>
                  </a:lnTo>
                  <a:lnTo>
                    <a:pt x="12275" y="256210"/>
                  </a:lnTo>
                  <a:lnTo>
                    <a:pt x="15167" y="260647"/>
                  </a:lnTo>
                  <a:lnTo>
                    <a:pt x="18198" y="264990"/>
                  </a:lnTo>
                  <a:lnTo>
                    <a:pt x="21365" y="269235"/>
                  </a:lnTo>
                  <a:lnTo>
                    <a:pt x="24665" y="273378"/>
                  </a:lnTo>
                  <a:lnTo>
                    <a:pt x="28094" y="277414"/>
                  </a:lnTo>
                  <a:lnTo>
                    <a:pt x="31650" y="281340"/>
                  </a:lnTo>
                  <a:lnTo>
                    <a:pt x="35328" y="285151"/>
                  </a:lnTo>
                  <a:lnTo>
                    <a:pt x="39125" y="288843"/>
                  </a:lnTo>
                  <a:lnTo>
                    <a:pt x="43037" y="292413"/>
                  </a:lnTo>
                  <a:lnTo>
                    <a:pt x="47060" y="295858"/>
                  </a:lnTo>
                  <a:lnTo>
                    <a:pt x="51191" y="299173"/>
                  </a:lnTo>
                  <a:lnTo>
                    <a:pt x="55424" y="302356"/>
                  </a:lnTo>
                  <a:lnTo>
                    <a:pt x="59756" y="305403"/>
                  </a:lnTo>
                  <a:lnTo>
                    <a:pt x="64183" y="308312"/>
                  </a:lnTo>
                  <a:lnTo>
                    <a:pt x="68699" y="311078"/>
                  </a:lnTo>
                  <a:lnTo>
                    <a:pt x="73300" y="313701"/>
                  </a:lnTo>
                  <a:lnTo>
                    <a:pt x="77983" y="316176"/>
                  </a:lnTo>
                  <a:lnTo>
                    <a:pt x="82741" y="318501"/>
                  </a:lnTo>
                  <a:lnTo>
                    <a:pt x="87571" y="320675"/>
                  </a:lnTo>
                  <a:lnTo>
                    <a:pt x="92467" y="322695"/>
                  </a:lnTo>
                  <a:lnTo>
                    <a:pt x="97425" y="324558"/>
                  </a:lnTo>
                  <a:lnTo>
                    <a:pt x="102439" y="326264"/>
                  </a:lnTo>
                  <a:lnTo>
                    <a:pt x="107505" y="327809"/>
                  </a:lnTo>
                  <a:lnTo>
                    <a:pt x="112617" y="329194"/>
                  </a:lnTo>
                  <a:lnTo>
                    <a:pt x="117771" y="330416"/>
                  </a:lnTo>
                  <a:lnTo>
                    <a:pt x="122961" y="331474"/>
                  </a:lnTo>
                  <a:lnTo>
                    <a:pt x="128181" y="332367"/>
                  </a:lnTo>
                  <a:lnTo>
                    <a:pt x="133427" y="333094"/>
                  </a:lnTo>
                  <a:lnTo>
                    <a:pt x="138694" y="333655"/>
                  </a:lnTo>
                  <a:lnTo>
                    <a:pt x="143976" y="334048"/>
                  </a:lnTo>
                  <a:lnTo>
                    <a:pt x="149267" y="334274"/>
                  </a:lnTo>
                  <a:lnTo>
                    <a:pt x="154563" y="334332"/>
                  </a:lnTo>
                  <a:lnTo>
                    <a:pt x="159859" y="334223"/>
                  </a:lnTo>
                  <a:lnTo>
                    <a:pt x="165148" y="333946"/>
                  </a:lnTo>
                  <a:lnTo>
                    <a:pt x="170425" y="333501"/>
                  </a:lnTo>
                  <a:lnTo>
                    <a:pt x="175686" y="332889"/>
                  </a:lnTo>
                  <a:lnTo>
                    <a:pt x="180925" y="332111"/>
                  </a:lnTo>
                  <a:lnTo>
                    <a:pt x="186137" y="331168"/>
                  </a:lnTo>
                  <a:lnTo>
                    <a:pt x="191316" y="330060"/>
                  </a:lnTo>
                  <a:lnTo>
                    <a:pt x="196457" y="328788"/>
                  </a:lnTo>
                  <a:lnTo>
                    <a:pt x="201556" y="327354"/>
                  </a:lnTo>
                  <a:lnTo>
                    <a:pt x="206607" y="325760"/>
                  </a:lnTo>
                  <a:lnTo>
                    <a:pt x="211604" y="324006"/>
                  </a:lnTo>
                  <a:lnTo>
                    <a:pt x="216544" y="322094"/>
                  </a:lnTo>
                  <a:lnTo>
                    <a:pt x="221420" y="320027"/>
                  </a:lnTo>
                  <a:lnTo>
                    <a:pt x="226229" y="317807"/>
                  </a:lnTo>
                  <a:lnTo>
                    <a:pt x="230964" y="315436"/>
                  </a:lnTo>
                  <a:lnTo>
                    <a:pt x="235623" y="312915"/>
                  </a:lnTo>
                  <a:lnTo>
                    <a:pt x="240199" y="310249"/>
                  </a:lnTo>
                  <a:lnTo>
                    <a:pt x="244688" y="307438"/>
                  </a:lnTo>
                  <a:lnTo>
                    <a:pt x="249086" y="304487"/>
                  </a:lnTo>
                  <a:lnTo>
                    <a:pt x="253388" y="301398"/>
                  </a:lnTo>
                  <a:lnTo>
                    <a:pt x="257591" y="298175"/>
                  </a:lnTo>
                  <a:lnTo>
                    <a:pt x="261689" y="294819"/>
                  </a:lnTo>
                  <a:lnTo>
                    <a:pt x="265678" y="291336"/>
                  </a:lnTo>
                  <a:lnTo>
                    <a:pt x="269556" y="287728"/>
                  </a:lnTo>
                  <a:lnTo>
                    <a:pt x="273317" y="283999"/>
                  </a:lnTo>
                  <a:lnTo>
                    <a:pt x="276958" y="280153"/>
                  </a:lnTo>
                  <a:lnTo>
                    <a:pt x="280476" y="276193"/>
                  </a:lnTo>
                  <a:lnTo>
                    <a:pt x="283866" y="272124"/>
                  </a:lnTo>
                  <a:lnTo>
                    <a:pt x="287125" y="267949"/>
                  </a:lnTo>
                  <a:lnTo>
                    <a:pt x="290251" y="263674"/>
                  </a:lnTo>
                  <a:lnTo>
                    <a:pt x="293240" y="259301"/>
                  </a:lnTo>
                  <a:lnTo>
                    <a:pt x="296089" y="254836"/>
                  </a:lnTo>
                  <a:lnTo>
                    <a:pt x="298795" y="250283"/>
                  </a:lnTo>
                  <a:lnTo>
                    <a:pt x="301355" y="245647"/>
                  </a:lnTo>
                  <a:lnTo>
                    <a:pt x="303767" y="240932"/>
                  </a:lnTo>
                  <a:lnTo>
                    <a:pt x="306028" y="236142"/>
                  </a:lnTo>
                  <a:lnTo>
                    <a:pt x="308137" y="231284"/>
                  </a:lnTo>
                  <a:lnTo>
                    <a:pt x="310091" y="226361"/>
                  </a:lnTo>
                  <a:lnTo>
                    <a:pt x="311887" y="221379"/>
                  </a:lnTo>
                  <a:lnTo>
                    <a:pt x="313525" y="216342"/>
                  </a:lnTo>
                  <a:lnTo>
                    <a:pt x="315003" y="211256"/>
                  </a:lnTo>
                  <a:lnTo>
                    <a:pt x="316319" y="206125"/>
                  </a:lnTo>
                  <a:lnTo>
                    <a:pt x="317471" y="200956"/>
                  </a:lnTo>
                  <a:lnTo>
                    <a:pt x="318460" y="195753"/>
                  </a:lnTo>
                  <a:lnTo>
                    <a:pt x="319283" y="190521"/>
                  </a:lnTo>
                  <a:lnTo>
                    <a:pt x="319939" y="185265"/>
                  </a:lnTo>
                  <a:lnTo>
                    <a:pt x="320429" y="179991"/>
                  </a:lnTo>
                  <a:lnTo>
                    <a:pt x="320752" y="174705"/>
                  </a:lnTo>
                  <a:lnTo>
                    <a:pt x="320907" y="169411"/>
                  </a:lnTo>
                  <a:lnTo>
                    <a:pt x="320894" y="164114"/>
                  </a:lnTo>
                  <a:lnTo>
                    <a:pt x="320713" y="158821"/>
                  </a:lnTo>
                  <a:lnTo>
                    <a:pt x="320365" y="153536"/>
                  </a:lnTo>
                  <a:lnTo>
                    <a:pt x="319850" y="148265"/>
                  </a:lnTo>
                  <a:lnTo>
                    <a:pt x="319168" y="143013"/>
                  </a:lnTo>
                  <a:lnTo>
                    <a:pt x="318319" y="137785"/>
                  </a:lnTo>
                  <a:lnTo>
                    <a:pt x="317306" y="132586"/>
                  </a:lnTo>
                  <a:lnTo>
                    <a:pt x="316128" y="127422"/>
                  </a:lnTo>
                  <a:lnTo>
                    <a:pt x="314788" y="122298"/>
                  </a:lnTo>
                  <a:lnTo>
                    <a:pt x="313286" y="117220"/>
                  </a:lnTo>
                  <a:lnTo>
                    <a:pt x="311623" y="112191"/>
                  </a:lnTo>
                  <a:lnTo>
                    <a:pt x="309802" y="107217"/>
                  </a:lnTo>
                  <a:lnTo>
                    <a:pt x="307825" y="102304"/>
                  </a:lnTo>
                  <a:lnTo>
                    <a:pt x="305693" y="97456"/>
                  </a:lnTo>
                  <a:lnTo>
                    <a:pt x="303408" y="92677"/>
                  </a:lnTo>
                  <a:lnTo>
                    <a:pt x="300973" y="87974"/>
                  </a:lnTo>
                  <a:lnTo>
                    <a:pt x="298391" y="83350"/>
                  </a:lnTo>
                  <a:lnTo>
                    <a:pt x="295663" y="78810"/>
                  </a:lnTo>
                  <a:lnTo>
                    <a:pt x="292793" y="74359"/>
                  </a:lnTo>
                  <a:lnTo>
                    <a:pt x="289783" y="70001"/>
                  </a:lnTo>
                  <a:lnTo>
                    <a:pt x="286636" y="65740"/>
                  </a:lnTo>
                  <a:lnTo>
                    <a:pt x="283356" y="61582"/>
                  </a:lnTo>
                  <a:lnTo>
                    <a:pt x="279947" y="57529"/>
                  </a:lnTo>
                  <a:lnTo>
                    <a:pt x="276410" y="53586"/>
                  </a:lnTo>
                  <a:lnTo>
                    <a:pt x="272750" y="49758"/>
                  </a:lnTo>
                  <a:lnTo>
                    <a:pt x="268971" y="46047"/>
                  </a:lnTo>
                  <a:lnTo>
                    <a:pt x="265076" y="42458"/>
                  </a:lnTo>
                  <a:lnTo>
                    <a:pt x="261070" y="38994"/>
                  </a:lnTo>
                  <a:lnTo>
                    <a:pt x="256956" y="35658"/>
                  </a:lnTo>
                  <a:lnTo>
                    <a:pt x="252738" y="32455"/>
                  </a:lnTo>
                  <a:lnTo>
                    <a:pt x="248420" y="29387"/>
                  </a:lnTo>
                  <a:lnTo>
                    <a:pt x="244008" y="26457"/>
                  </a:lnTo>
                  <a:lnTo>
                    <a:pt x="239505" y="23669"/>
                  </a:lnTo>
                  <a:lnTo>
                    <a:pt x="234916" y="21024"/>
                  </a:lnTo>
                  <a:lnTo>
                    <a:pt x="230246" y="18526"/>
                  </a:lnTo>
                  <a:lnTo>
                    <a:pt x="225499" y="16178"/>
                  </a:lnTo>
                  <a:lnTo>
                    <a:pt x="220680" y="13981"/>
                  </a:lnTo>
                  <a:lnTo>
                    <a:pt x="215793" y="11938"/>
                  </a:lnTo>
                  <a:lnTo>
                    <a:pt x="210845" y="10050"/>
                  </a:lnTo>
                  <a:lnTo>
                    <a:pt x="205839" y="8321"/>
                  </a:lnTo>
                  <a:lnTo>
                    <a:pt x="200780" y="6750"/>
                  </a:lnTo>
                  <a:lnTo>
                    <a:pt x="195675" y="5341"/>
                  </a:lnTo>
                  <a:lnTo>
                    <a:pt x="190527" y="4094"/>
                  </a:lnTo>
                  <a:lnTo>
                    <a:pt x="185343" y="3011"/>
                  </a:lnTo>
                  <a:lnTo>
                    <a:pt x="180127" y="2093"/>
                  </a:lnTo>
                  <a:lnTo>
                    <a:pt x="174884" y="1340"/>
                  </a:lnTo>
                  <a:lnTo>
                    <a:pt x="169620" y="754"/>
                  </a:lnTo>
                  <a:lnTo>
                    <a:pt x="164341" y="335"/>
                  </a:lnTo>
                  <a:lnTo>
                    <a:pt x="159050" y="83"/>
                  </a:lnTo>
                  <a:lnTo>
                    <a:pt x="153754" y="0"/>
                  </a:lnTo>
                  <a:lnTo>
                    <a:pt x="1537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797348" y="1071028"/>
              <a:ext cx="210133" cy="334332"/>
            </a:xfrm>
            <a:custGeom>
              <a:avLst/>
              <a:pathLst>
                <a:path w="210133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2" y="1349"/>
                  </a:lnTo>
                  <a:lnTo>
                    <a:pt x="140692" y="2107"/>
                  </a:lnTo>
                  <a:lnTo>
                    <a:pt x="135459" y="3031"/>
                  </a:lnTo>
                  <a:lnTo>
                    <a:pt x="130258" y="4122"/>
                  </a:lnTo>
                  <a:lnTo>
                    <a:pt x="125094" y="5377"/>
                  </a:lnTo>
                  <a:lnTo>
                    <a:pt x="119973" y="6795"/>
                  </a:lnTo>
                  <a:lnTo>
                    <a:pt x="114899" y="8376"/>
                  </a:lnTo>
                  <a:lnTo>
                    <a:pt x="109879" y="10117"/>
                  </a:lnTo>
                  <a:lnTo>
                    <a:pt x="104916" y="12017"/>
                  </a:lnTo>
                  <a:lnTo>
                    <a:pt x="100016" y="14074"/>
                  </a:lnTo>
                  <a:lnTo>
                    <a:pt x="95183" y="16285"/>
                  </a:lnTo>
                  <a:lnTo>
                    <a:pt x="90424" y="18649"/>
                  </a:lnTo>
                  <a:lnTo>
                    <a:pt x="85742" y="21163"/>
                  </a:lnTo>
                  <a:lnTo>
                    <a:pt x="81142" y="23824"/>
                  </a:lnTo>
                  <a:lnTo>
                    <a:pt x="76629" y="26631"/>
                  </a:lnTo>
                  <a:lnTo>
                    <a:pt x="72208" y="29579"/>
                  </a:lnTo>
                  <a:lnTo>
                    <a:pt x="67883" y="32666"/>
                  </a:lnTo>
                  <a:lnTo>
                    <a:pt x="63658" y="35890"/>
                  </a:lnTo>
                  <a:lnTo>
                    <a:pt x="59537" y="39246"/>
                  </a:lnTo>
                  <a:lnTo>
                    <a:pt x="55526" y="42731"/>
                  </a:lnTo>
                  <a:lnTo>
                    <a:pt x="51627" y="46342"/>
                  </a:lnTo>
                  <a:lnTo>
                    <a:pt x="47845" y="50075"/>
                  </a:lnTo>
                  <a:lnTo>
                    <a:pt x="44183" y="53926"/>
                  </a:lnTo>
                  <a:lnTo>
                    <a:pt x="40646" y="57892"/>
                  </a:lnTo>
                  <a:lnTo>
                    <a:pt x="37236" y="61968"/>
                  </a:lnTo>
                  <a:lnTo>
                    <a:pt x="33958" y="66151"/>
                  </a:lnTo>
                  <a:lnTo>
                    <a:pt x="30815" y="70436"/>
                  </a:lnTo>
                  <a:lnTo>
                    <a:pt x="27809" y="74818"/>
                  </a:lnTo>
                  <a:lnTo>
                    <a:pt x="24944" y="79294"/>
                  </a:lnTo>
                  <a:lnTo>
                    <a:pt x="22223" y="83859"/>
                  </a:lnTo>
                  <a:lnTo>
                    <a:pt x="19648" y="88507"/>
                  </a:lnTo>
                  <a:lnTo>
                    <a:pt x="17222" y="93236"/>
                  </a:lnTo>
                  <a:lnTo>
                    <a:pt x="14948" y="98039"/>
                  </a:lnTo>
                  <a:lnTo>
                    <a:pt x="12828" y="102911"/>
                  </a:lnTo>
                  <a:lnTo>
                    <a:pt x="10863" y="107849"/>
                  </a:lnTo>
                  <a:lnTo>
                    <a:pt x="9057" y="112847"/>
                  </a:lnTo>
                  <a:lnTo>
                    <a:pt x="7410" y="117900"/>
                  </a:lnTo>
                  <a:lnTo>
                    <a:pt x="5925" y="123002"/>
                  </a:lnTo>
                  <a:lnTo>
                    <a:pt x="4603" y="128149"/>
                  </a:lnTo>
                  <a:lnTo>
                    <a:pt x="3445" y="133335"/>
                  </a:lnTo>
                  <a:lnTo>
                    <a:pt x="2452" y="138556"/>
                  </a:lnTo>
                  <a:lnTo>
                    <a:pt x="1626" y="143806"/>
                  </a:lnTo>
                  <a:lnTo>
                    <a:pt x="967" y="149079"/>
                  </a:lnTo>
                  <a:lnTo>
                    <a:pt x="476" y="154370"/>
                  </a:lnTo>
                  <a:lnTo>
                    <a:pt x="153" y="159675"/>
                  </a:lnTo>
                  <a:lnTo>
                    <a:pt x="0" y="164987"/>
                  </a:lnTo>
                  <a:lnTo>
                    <a:pt x="15" y="170301"/>
                  </a:lnTo>
                  <a:lnTo>
                    <a:pt x="199" y="175612"/>
                  </a:lnTo>
                  <a:lnTo>
                    <a:pt x="551" y="180914"/>
                  </a:lnTo>
                  <a:lnTo>
                    <a:pt x="1073" y="186203"/>
                  </a:lnTo>
                  <a:lnTo>
                    <a:pt x="1762" y="191472"/>
                  </a:lnTo>
                  <a:lnTo>
                    <a:pt x="2618" y="196717"/>
                  </a:lnTo>
                  <a:lnTo>
                    <a:pt x="3640" y="201932"/>
                  </a:lnTo>
                  <a:lnTo>
                    <a:pt x="4828" y="207111"/>
                  </a:lnTo>
                  <a:lnTo>
                    <a:pt x="6179" y="212251"/>
                  </a:lnTo>
                  <a:lnTo>
                    <a:pt x="7694" y="217345"/>
                  </a:lnTo>
                  <a:lnTo>
                    <a:pt x="9369" y="222388"/>
                  </a:lnTo>
                  <a:lnTo>
                    <a:pt x="11204" y="227375"/>
                  </a:lnTo>
                  <a:lnTo>
                    <a:pt x="13197" y="232302"/>
                  </a:lnTo>
                  <a:lnTo>
                    <a:pt x="15345" y="237162"/>
                  </a:lnTo>
                  <a:lnTo>
                    <a:pt x="17646" y="241952"/>
                  </a:lnTo>
                  <a:lnTo>
                    <a:pt x="20099" y="246667"/>
                  </a:lnTo>
                  <a:lnTo>
                    <a:pt x="22700" y="251301"/>
                  </a:lnTo>
                  <a:lnTo>
                    <a:pt x="25448" y="255850"/>
                  </a:lnTo>
                  <a:lnTo>
                    <a:pt x="28338" y="260309"/>
                  </a:lnTo>
                  <a:lnTo>
                    <a:pt x="31369" y="264674"/>
                  </a:lnTo>
                  <a:lnTo>
                    <a:pt x="34537" y="268941"/>
                  </a:lnTo>
                  <a:lnTo>
                    <a:pt x="37839" y="273105"/>
                  </a:lnTo>
                  <a:lnTo>
                    <a:pt x="41271" y="277161"/>
                  </a:lnTo>
                  <a:lnTo>
                    <a:pt x="44831" y="281107"/>
                  </a:lnTo>
                  <a:lnTo>
                    <a:pt x="48514" y="284938"/>
                  </a:lnTo>
                  <a:lnTo>
                    <a:pt x="52318" y="288649"/>
                  </a:lnTo>
                  <a:lnTo>
                    <a:pt x="56237" y="292238"/>
                  </a:lnTo>
                  <a:lnTo>
                    <a:pt x="60269" y="295700"/>
                  </a:lnTo>
                  <a:lnTo>
                    <a:pt x="64408" y="299032"/>
                  </a:lnTo>
                  <a:lnTo>
                    <a:pt x="68652" y="302232"/>
                  </a:lnTo>
                  <a:lnTo>
                    <a:pt x="72994" y="305294"/>
                  </a:lnTo>
                  <a:lnTo>
                    <a:pt x="77432" y="308217"/>
                  </a:lnTo>
                  <a:lnTo>
                    <a:pt x="81961" y="310998"/>
                  </a:lnTo>
                  <a:lnTo>
                    <a:pt x="86576" y="313633"/>
                  </a:lnTo>
                  <a:lnTo>
                    <a:pt x="91272" y="316120"/>
                  </a:lnTo>
                  <a:lnTo>
                    <a:pt x="96045" y="318457"/>
                  </a:lnTo>
                  <a:lnTo>
                    <a:pt x="100890" y="320641"/>
                  </a:lnTo>
                  <a:lnTo>
                    <a:pt x="105801" y="322669"/>
                  </a:lnTo>
                  <a:lnTo>
                    <a:pt x="110775" y="324541"/>
                  </a:lnTo>
                  <a:lnTo>
                    <a:pt x="115806" y="326253"/>
                  </a:lnTo>
                  <a:lnTo>
                    <a:pt x="120888" y="327805"/>
                  </a:lnTo>
                  <a:lnTo>
                    <a:pt x="126018" y="329194"/>
                  </a:lnTo>
                  <a:lnTo>
                    <a:pt x="131189" y="330420"/>
                  </a:lnTo>
                  <a:lnTo>
                    <a:pt x="136396" y="331481"/>
                  </a:lnTo>
                  <a:lnTo>
                    <a:pt x="141634" y="332375"/>
                  </a:lnTo>
                  <a:lnTo>
                    <a:pt x="146898" y="333103"/>
                  </a:lnTo>
                  <a:lnTo>
                    <a:pt x="152183" y="333663"/>
                  </a:lnTo>
                  <a:lnTo>
                    <a:pt x="157483" y="334054"/>
                  </a:lnTo>
                  <a:lnTo>
                    <a:pt x="162792" y="334278"/>
                  </a:lnTo>
                  <a:lnTo>
                    <a:pt x="168106" y="334332"/>
                  </a:lnTo>
                  <a:lnTo>
                    <a:pt x="173419" y="334217"/>
                  </a:lnTo>
                  <a:lnTo>
                    <a:pt x="178726" y="333933"/>
                  </a:lnTo>
                  <a:lnTo>
                    <a:pt x="184021" y="333481"/>
                  </a:lnTo>
                  <a:lnTo>
                    <a:pt x="189298" y="332861"/>
                  </a:lnTo>
                  <a:lnTo>
                    <a:pt x="194554" y="332073"/>
                  </a:lnTo>
                  <a:lnTo>
                    <a:pt x="199782" y="331119"/>
                  </a:lnTo>
                  <a:lnTo>
                    <a:pt x="204977" y="329999"/>
                  </a:lnTo>
                  <a:lnTo>
                    <a:pt x="210133" y="32871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964501" y="1238196"/>
              <a:ext cx="42980" cy="161547"/>
            </a:xfrm>
            <a:custGeom>
              <a:avLst/>
              <a:pathLst>
                <a:path w="42980" h="161547">
                  <a:moveTo>
                    <a:pt x="42980" y="1615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964501" y="1076201"/>
              <a:ext cx="167165" cy="323542"/>
            </a:xfrm>
            <a:custGeom>
              <a:avLst/>
              <a:pathLst>
                <a:path w="167165" h="323542">
                  <a:moveTo>
                    <a:pt x="42980" y="323542"/>
                  </a:moveTo>
                  <a:lnTo>
                    <a:pt x="48142" y="322079"/>
                  </a:lnTo>
                  <a:lnTo>
                    <a:pt x="53255" y="320452"/>
                  </a:lnTo>
                  <a:lnTo>
                    <a:pt x="58313" y="318661"/>
                  </a:lnTo>
                  <a:lnTo>
                    <a:pt x="63311" y="316709"/>
                  </a:lnTo>
                  <a:lnTo>
                    <a:pt x="68244" y="314597"/>
                  </a:lnTo>
                  <a:lnTo>
                    <a:pt x="73107" y="312328"/>
                  </a:lnTo>
                  <a:lnTo>
                    <a:pt x="77894" y="309904"/>
                  </a:lnTo>
                  <a:lnTo>
                    <a:pt x="82601" y="307328"/>
                  </a:lnTo>
                  <a:lnTo>
                    <a:pt x="87222" y="304602"/>
                  </a:lnTo>
                  <a:lnTo>
                    <a:pt x="91754" y="301730"/>
                  </a:lnTo>
                  <a:lnTo>
                    <a:pt x="96192" y="298713"/>
                  </a:lnTo>
                  <a:lnTo>
                    <a:pt x="100530" y="295555"/>
                  </a:lnTo>
                  <a:lnTo>
                    <a:pt x="104765" y="292260"/>
                  </a:lnTo>
                  <a:lnTo>
                    <a:pt x="108891" y="288831"/>
                  </a:lnTo>
                  <a:lnTo>
                    <a:pt x="112906" y="285271"/>
                  </a:lnTo>
                  <a:lnTo>
                    <a:pt x="116804" y="281583"/>
                  </a:lnTo>
                  <a:lnTo>
                    <a:pt x="120582" y="277773"/>
                  </a:lnTo>
                  <a:lnTo>
                    <a:pt x="124236" y="273844"/>
                  </a:lnTo>
                  <a:lnTo>
                    <a:pt x="127762" y="269799"/>
                  </a:lnTo>
                  <a:lnTo>
                    <a:pt x="131156" y="265643"/>
                  </a:lnTo>
                  <a:lnTo>
                    <a:pt x="134415" y="261380"/>
                  </a:lnTo>
                  <a:lnTo>
                    <a:pt x="137535" y="257015"/>
                  </a:lnTo>
                  <a:lnTo>
                    <a:pt x="140514" y="252552"/>
                  </a:lnTo>
                  <a:lnTo>
                    <a:pt x="143348" y="247996"/>
                  </a:lnTo>
                  <a:lnTo>
                    <a:pt x="146034" y="243351"/>
                  </a:lnTo>
                  <a:lnTo>
                    <a:pt x="148570" y="238622"/>
                  </a:lnTo>
                  <a:lnTo>
                    <a:pt x="150952" y="233814"/>
                  </a:lnTo>
                  <a:lnTo>
                    <a:pt x="153180" y="228933"/>
                  </a:lnTo>
                  <a:lnTo>
                    <a:pt x="155249" y="223982"/>
                  </a:lnTo>
                  <a:lnTo>
                    <a:pt x="157159" y="218968"/>
                  </a:lnTo>
                  <a:lnTo>
                    <a:pt x="158906" y="213895"/>
                  </a:lnTo>
                  <a:lnTo>
                    <a:pt x="160490" y="208768"/>
                  </a:lnTo>
                  <a:lnTo>
                    <a:pt x="161908" y="203593"/>
                  </a:lnTo>
                  <a:lnTo>
                    <a:pt x="163160" y="198375"/>
                  </a:lnTo>
                  <a:lnTo>
                    <a:pt x="164244" y="193120"/>
                  </a:lnTo>
                  <a:lnTo>
                    <a:pt x="165158" y="187833"/>
                  </a:lnTo>
                  <a:lnTo>
                    <a:pt x="165902" y="182519"/>
                  </a:lnTo>
                  <a:lnTo>
                    <a:pt x="166475" y="177184"/>
                  </a:lnTo>
                  <a:lnTo>
                    <a:pt x="166877" y="171833"/>
                  </a:lnTo>
                  <a:lnTo>
                    <a:pt x="167107" y="166473"/>
                  </a:lnTo>
                  <a:lnTo>
                    <a:pt x="167165" y="161107"/>
                  </a:lnTo>
                  <a:lnTo>
                    <a:pt x="167050" y="155743"/>
                  </a:lnTo>
                  <a:lnTo>
                    <a:pt x="166763" y="150385"/>
                  </a:lnTo>
                  <a:lnTo>
                    <a:pt x="166305" y="145038"/>
                  </a:lnTo>
                  <a:lnTo>
                    <a:pt x="165675" y="139710"/>
                  </a:lnTo>
                  <a:lnTo>
                    <a:pt x="164874" y="134404"/>
                  </a:lnTo>
                  <a:lnTo>
                    <a:pt x="163904" y="129127"/>
                  </a:lnTo>
                  <a:lnTo>
                    <a:pt x="162765" y="123883"/>
                  </a:lnTo>
                  <a:lnTo>
                    <a:pt x="161458" y="118679"/>
                  </a:lnTo>
                  <a:lnTo>
                    <a:pt x="159984" y="113520"/>
                  </a:lnTo>
                  <a:lnTo>
                    <a:pt x="158346" y="108410"/>
                  </a:lnTo>
                  <a:lnTo>
                    <a:pt x="156545" y="103356"/>
                  </a:lnTo>
                  <a:lnTo>
                    <a:pt x="154582" y="98362"/>
                  </a:lnTo>
                  <a:lnTo>
                    <a:pt x="152461" y="93434"/>
                  </a:lnTo>
                  <a:lnTo>
                    <a:pt x="150182" y="88576"/>
                  </a:lnTo>
                  <a:lnTo>
                    <a:pt x="147748" y="83794"/>
                  </a:lnTo>
                  <a:lnTo>
                    <a:pt x="145162" y="79092"/>
                  </a:lnTo>
                  <a:lnTo>
                    <a:pt x="142427" y="74476"/>
                  </a:lnTo>
                  <a:lnTo>
                    <a:pt x="139545" y="69950"/>
                  </a:lnTo>
                  <a:lnTo>
                    <a:pt x="136519" y="65519"/>
                  </a:lnTo>
                  <a:lnTo>
                    <a:pt x="133352" y="61187"/>
                  </a:lnTo>
                  <a:lnTo>
                    <a:pt x="130048" y="56959"/>
                  </a:lnTo>
                  <a:lnTo>
                    <a:pt x="126610" y="52840"/>
                  </a:lnTo>
                  <a:lnTo>
                    <a:pt x="123042" y="48833"/>
                  </a:lnTo>
                  <a:lnTo>
                    <a:pt x="119347" y="44942"/>
                  </a:lnTo>
                  <a:lnTo>
                    <a:pt x="115528" y="41172"/>
                  </a:lnTo>
                  <a:lnTo>
                    <a:pt x="111591" y="37526"/>
                  </a:lnTo>
                  <a:lnTo>
                    <a:pt x="107539" y="34009"/>
                  </a:lnTo>
                  <a:lnTo>
                    <a:pt x="103376" y="30624"/>
                  </a:lnTo>
                  <a:lnTo>
                    <a:pt x="99107" y="27374"/>
                  </a:lnTo>
                  <a:lnTo>
                    <a:pt x="94735" y="24262"/>
                  </a:lnTo>
                  <a:lnTo>
                    <a:pt x="90266" y="21293"/>
                  </a:lnTo>
                  <a:lnTo>
                    <a:pt x="85704" y="18468"/>
                  </a:lnTo>
                  <a:lnTo>
                    <a:pt x="81054" y="15792"/>
                  </a:lnTo>
                  <a:lnTo>
                    <a:pt x="76320" y="13266"/>
                  </a:lnTo>
                  <a:lnTo>
                    <a:pt x="71507" y="10893"/>
                  </a:lnTo>
                  <a:lnTo>
                    <a:pt x="66621" y="8676"/>
                  </a:lnTo>
                  <a:lnTo>
                    <a:pt x="61666" y="6617"/>
                  </a:lnTo>
                  <a:lnTo>
                    <a:pt x="56647" y="4717"/>
                  </a:lnTo>
                  <a:lnTo>
                    <a:pt x="51571" y="2980"/>
                  </a:lnTo>
                  <a:lnTo>
                    <a:pt x="46441" y="1407"/>
                  </a:lnTo>
                  <a:lnTo>
                    <a:pt x="41263" y="0"/>
                  </a:lnTo>
                  <a:lnTo>
                    <a:pt x="0" y="161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964501" y="1071028"/>
              <a:ext cx="41263" cy="167167"/>
            </a:xfrm>
            <a:custGeom>
              <a:avLst/>
              <a:pathLst>
                <a:path w="41263" h="167167">
                  <a:moveTo>
                    <a:pt x="41263" y="5172"/>
                  </a:moveTo>
                  <a:lnTo>
                    <a:pt x="34495" y="3597"/>
                  </a:lnTo>
                  <a:lnTo>
                    <a:pt x="27668" y="2305"/>
                  </a:lnTo>
                  <a:lnTo>
                    <a:pt x="20793" y="1298"/>
                  </a:lnTo>
                  <a:lnTo>
                    <a:pt x="13882" y="577"/>
                  </a:lnTo>
                  <a:lnTo>
                    <a:pt x="6947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2350" y="1322571"/>
              <a:ext cx="146370" cy="167167"/>
            </a:xfrm>
            <a:custGeom>
              <a:avLst/>
              <a:pathLst>
                <a:path w="146370" h="167167">
                  <a:moveTo>
                    <a:pt x="146370" y="0"/>
                  </a:moveTo>
                  <a:lnTo>
                    <a:pt x="140798" y="92"/>
                  </a:lnTo>
                  <a:lnTo>
                    <a:pt x="135233" y="371"/>
                  </a:lnTo>
                  <a:lnTo>
                    <a:pt x="129681" y="835"/>
                  </a:lnTo>
                  <a:lnTo>
                    <a:pt x="124147" y="1483"/>
                  </a:lnTo>
                  <a:lnTo>
                    <a:pt x="118637" y="2316"/>
                  </a:lnTo>
                  <a:lnTo>
                    <a:pt x="113159" y="3332"/>
                  </a:lnTo>
                  <a:lnTo>
                    <a:pt x="107717" y="4529"/>
                  </a:lnTo>
                  <a:lnTo>
                    <a:pt x="102319" y="5908"/>
                  </a:lnTo>
                  <a:lnTo>
                    <a:pt x="96969" y="7466"/>
                  </a:lnTo>
                  <a:lnTo>
                    <a:pt x="91674" y="9201"/>
                  </a:lnTo>
                  <a:lnTo>
                    <a:pt x="86440" y="11111"/>
                  </a:lnTo>
                  <a:lnTo>
                    <a:pt x="81272" y="13195"/>
                  </a:lnTo>
                  <a:lnTo>
                    <a:pt x="76177" y="15450"/>
                  </a:lnTo>
                  <a:lnTo>
                    <a:pt x="71160" y="17874"/>
                  </a:lnTo>
                  <a:lnTo>
                    <a:pt x="66226" y="20463"/>
                  </a:lnTo>
                  <a:lnTo>
                    <a:pt x="61381" y="23216"/>
                  </a:lnTo>
                  <a:lnTo>
                    <a:pt x="56631" y="26128"/>
                  </a:lnTo>
                  <a:lnTo>
                    <a:pt x="51981" y="29197"/>
                  </a:lnTo>
                  <a:lnTo>
                    <a:pt x="47435" y="32419"/>
                  </a:lnTo>
                  <a:lnTo>
                    <a:pt x="42999" y="35791"/>
                  </a:lnTo>
                  <a:lnTo>
                    <a:pt x="38678" y="39309"/>
                  </a:lnTo>
                  <a:lnTo>
                    <a:pt x="34477" y="42969"/>
                  </a:lnTo>
                  <a:lnTo>
                    <a:pt x="30400" y="46767"/>
                  </a:lnTo>
                  <a:lnTo>
                    <a:pt x="26452" y="50699"/>
                  </a:lnTo>
                  <a:lnTo>
                    <a:pt x="22637" y="54760"/>
                  </a:lnTo>
                  <a:lnTo>
                    <a:pt x="18960" y="58946"/>
                  </a:lnTo>
                  <a:lnTo>
                    <a:pt x="15424" y="63253"/>
                  </a:lnTo>
                  <a:lnTo>
                    <a:pt x="12033" y="67675"/>
                  </a:lnTo>
                  <a:lnTo>
                    <a:pt x="8792" y="72207"/>
                  </a:lnTo>
                  <a:lnTo>
                    <a:pt x="5704" y="76845"/>
                  </a:lnTo>
                  <a:lnTo>
                    <a:pt x="2772" y="81583"/>
                  </a:lnTo>
                  <a:lnTo>
                    <a:pt x="0" y="86416"/>
                  </a:lnTo>
                  <a:lnTo>
                    <a:pt x="14637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342350" y="1408988"/>
              <a:ext cx="146370" cy="80751"/>
            </a:xfrm>
            <a:custGeom>
              <a:avLst/>
              <a:pathLst>
                <a:path w="146370" h="80751">
                  <a:moveTo>
                    <a:pt x="0" y="0"/>
                  </a:moveTo>
                  <a:lnTo>
                    <a:pt x="146370" y="80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321554" y="1367225"/>
              <a:ext cx="334334" cy="289662"/>
            </a:xfrm>
            <a:custGeom>
              <a:avLst/>
              <a:pathLst>
                <a:path w="334334" h="289662">
                  <a:moveTo>
                    <a:pt x="20796" y="41762"/>
                  </a:moveTo>
                  <a:lnTo>
                    <a:pt x="18311" y="46440"/>
                  </a:lnTo>
                  <a:lnTo>
                    <a:pt x="15975" y="51195"/>
                  </a:lnTo>
                  <a:lnTo>
                    <a:pt x="13792" y="56021"/>
                  </a:lnTo>
                  <a:lnTo>
                    <a:pt x="11762" y="60914"/>
                  </a:lnTo>
                  <a:lnTo>
                    <a:pt x="9888" y="65869"/>
                  </a:lnTo>
                  <a:lnTo>
                    <a:pt x="8172" y="70881"/>
                  </a:lnTo>
                  <a:lnTo>
                    <a:pt x="6616" y="75944"/>
                  </a:lnTo>
                  <a:lnTo>
                    <a:pt x="5221" y="81055"/>
                  </a:lnTo>
                  <a:lnTo>
                    <a:pt x="3989" y="86207"/>
                  </a:lnTo>
                  <a:lnTo>
                    <a:pt x="2921" y="91395"/>
                  </a:lnTo>
                  <a:lnTo>
                    <a:pt x="2017" y="96615"/>
                  </a:lnTo>
                  <a:lnTo>
                    <a:pt x="1279" y="101860"/>
                  </a:lnTo>
                  <a:lnTo>
                    <a:pt x="708" y="107127"/>
                  </a:lnTo>
                  <a:lnTo>
                    <a:pt x="304" y="112409"/>
                  </a:lnTo>
                  <a:lnTo>
                    <a:pt x="68" y="117701"/>
                  </a:lnTo>
                  <a:lnTo>
                    <a:pt x="0" y="122998"/>
                  </a:lnTo>
                  <a:lnTo>
                    <a:pt x="99" y="128294"/>
                  </a:lnTo>
                  <a:lnTo>
                    <a:pt x="366" y="133585"/>
                  </a:lnTo>
                  <a:lnTo>
                    <a:pt x="800" y="138864"/>
                  </a:lnTo>
                  <a:lnTo>
                    <a:pt x="1402" y="144127"/>
                  </a:lnTo>
                  <a:lnTo>
                    <a:pt x="2170" y="149368"/>
                  </a:lnTo>
                  <a:lnTo>
                    <a:pt x="3104" y="154583"/>
                  </a:lnTo>
                  <a:lnTo>
                    <a:pt x="4202" y="159765"/>
                  </a:lnTo>
                  <a:lnTo>
                    <a:pt x="5464" y="164910"/>
                  </a:lnTo>
                  <a:lnTo>
                    <a:pt x="6889" y="170012"/>
                  </a:lnTo>
                  <a:lnTo>
                    <a:pt x="8474" y="175066"/>
                  </a:lnTo>
                  <a:lnTo>
                    <a:pt x="10219" y="180068"/>
                  </a:lnTo>
                  <a:lnTo>
                    <a:pt x="12122" y="185012"/>
                  </a:lnTo>
                  <a:lnTo>
                    <a:pt x="14180" y="189893"/>
                  </a:lnTo>
                  <a:lnTo>
                    <a:pt x="16391" y="194707"/>
                  </a:lnTo>
                  <a:lnTo>
                    <a:pt x="18754" y="199448"/>
                  </a:lnTo>
                  <a:lnTo>
                    <a:pt x="21267" y="204111"/>
                  </a:lnTo>
                  <a:lnTo>
                    <a:pt x="23925" y="208693"/>
                  </a:lnTo>
                  <a:lnTo>
                    <a:pt x="26728" y="213188"/>
                  </a:lnTo>
                  <a:lnTo>
                    <a:pt x="29671" y="217593"/>
                  </a:lnTo>
                  <a:lnTo>
                    <a:pt x="32753" y="221901"/>
                  </a:lnTo>
                  <a:lnTo>
                    <a:pt x="35969" y="226110"/>
                  </a:lnTo>
                  <a:lnTo>
                    <a:pt x="39318" y="230215"/>
                  </a:lnTo>
                  <a:lnTo>
                    <a:pt x="42794" y="234212"/>
                  </a:lnTo>
                  <a:lnTo>
                    <a:pt x="46396" y="238096"/>
                  </a:lnTo>
                  <a:lnTo>
                    <a:pt x="50119" y="241865"/>
                  </a:lnTo>
                  <a:lnTo>
                    <a:pt x="53959" y="245514"/>
                  </a:lnTo>
                  <a:lnTo>
                    <a:pt x="57913" y="249039"/>
                  </a:lnTo>
                  <a:lnTo>
                    <a:pt x="61977" y="252437"/>
                  </a:lnTo>
                  <a:lnTo>
                    <a:pt x="66146" y="255705"/>
                  </a:lnTo>
                  <a:lnTo>
                    <a:pt x="70417" y="258839"/>
                  </a:lnTo>
                  <a:lnTo>
                    <a:pt x="74785" y="261836"/>
                  </a:lnTo>
                  <a:lnTo>
                    <a:pt x="79246" y="264693"/>
                  </a:lnTo>
                  <a:lnTo>
                    <a:pt x="83795" y="267407"/>
                  </a:lnTo>
                  <a:lnTo>
                    <a:pt x="88428" y="269976"/>
                  </a:lnTo>
                  <a:lnTo>
                    <a:pt x="93140" y="272397"/>
                  </a:lnTo>
                  <a:lnTo>
                    <a:pt x="97926" y="274667"/>
                  </a:lnTo>
                  <a:lnTo>
                    <a:pt x="102782" y="276784"/>
                  </a:lnTo>
                  <a:lnTo>
                    <a:pt x="107702" y="278747"/>
                  </a:lnTo>
                  <a:lnTo>
                    <a:pt x="112682" y="280552"/>
                  </a:lnTo>
                  <a:lnTo>
                    <a:pt x="117717" y="282199"/>
                  </a:lnTo>
                  <a:lnTo>
                    <a:pt x="122801" y="283686"/>
                  </a:lnTo>
                  <a:lnTo>
                    <a:pt x="127930" y="285011"/>
                  </a:lnTo>
                  <a:lnTo>
                    <a:pt x="133099" y="286172"/>
                  </a:lnTo>
                  <a:lnTo>
                    <a:pt x="138301" y="287170"/>
                  </a:lnTo>
                  <a:lnTo>
                    <a:pt x="143533" y="288002"/>
                  </a:lnTo>
                  <a:lnTo>
                    <a:pt x="148788" y="288667"/>
                  </a:lnTo>
                  <a:lnTo>
                    <a:pt x="154062" y="289166"/>
                  </a:lnTo>
                  <a:lnTo>
                    <a:pt x="159349" y="289498"/>
                  </a:lnTo>
                  <a:lnTo>
                    <a:pt x="164643" y="289662"/>
                  </a:lnTo>
                  <a:lnTo>
                    <a:pt x="169941" y="289658"/>
                  </a:lnTo>
                  <a:lnTo>
                    <a:pt x="175235" y="289486"/>
                  </a:lnTo>
                  <a:lnTo>
                    <a:pt x="180522" y="289146"/>
                  </a:lnTo>
                  <a:lnTo>
                    <a:pt x="185795" y="288639"/>
                  </a:lnTo>
                  <a:lnTo>
                    <a:pt x="191049" y="287966"/>
                  </a:lnTo>
                  <a:lnTo>
                    <a:pt x="196279" y="287126"/>
                  </a:lnTo>
                  <a:lnTo>
                    <a:pt x="201480" y="286121"/>
                  </a:lnTo>
                  <a:lnTo>
                    <a:pt x="206647" y="284952"/>
                  </a:lnTo>
                  <a:lnTo>
                    <a:pt x="211774" y="283619"/>
                  </a:lnTo>
                  <a:lnTo>
                    <a:pt x="216856" y="282125"/>
                  </a:lnTo>
                  <a:lnTo>
                    <a:pt x="221888" y="280470"/>
                  </a:lnTo>
                  <a:lnTo>
                    <a:pt x="226866" y="278657"/>
                  </a:lnTo>
                  <a:lnTo>
                    <a:pt x="231783" y="276687"/>
                  </a:lnTo>
                  <a:lnTo>
                    <a:pt x="236636" y="274562"/>
                  </a:lnTo>
                  <a:lnTo>
                    <a:pt x="241418" y="272285"/>
                  </a:lnTo>
                  <a:lnTo>
                    <a:pt x="246127" y="269857"/>
                  </a:lnTo>
                  <a:lnTo>
                    <a:pt x="250755" y="267281"/>
                  </a:lnTo>
                  <a:lnTo>
                    <a:pt x="255300" y="264560"/>
                  </a:lnTo>
                  <a:lnTo>
                    <a:pt x="259757" y="261696"/>
                  </a:lnTo>
                  <a:lnTo>
                    <a:pt x="264120" y="258693"/>
                  </a:lnTo>
                  <a:lnTo>
                    <a:pt x="268386" y="255552"/>
                  </a:lnTo>
                  <a:lnTo>
                    <a:pt x="272551" y="252278"/>
                  </a:lnTo>
                  <a:lnTo>
                    <a:pt x="276610" y="248874"/>
                  </a:lnTo>
                  <a:lnTo>
                    <a:pt x="280558" y="245343"/>
                  </a:lnTo>
                  <a:lnTo>
                    <a:pt x="284393" y="241689"/>
                  </a:lnTo>
                  <a:lnTo>
                    <a:pt x="288110" y="237915"/>
                  </a:lnTo>
                  <a:lnTo>
                    <a:pt x="291706" y="234025"/>
                  </a:lnTo>
                  <a:lnTo>
                    <a:pt x="295177" y="230023"/>
                  </a:lnTo>
                  <a:lnTo>
                    <a:pt x="298519" y="225913"/>
                  </a:lnTo>
                  <a:lnTo>
                    <a:pt x="301729" y="221699"/>
                  </a:lnTo>
                  <a:lnTo>
                    <a:pt x="304804" y="217385"/>
                  </a:lnTo>
                  <a:lnTo>
                    <a:pt x="307741" y="212977"/>
                  </a:lnTo>
                  <a:lnTo>
                    <a:pt x="310537" y="208477"/>
                  </a:lnTo>
                  <a:lnTo>
                    <a:pt x="313189" y="203892"/>
                  </a:lnTo>
                  <a:lnTo>
                    <a:pt x="315694" y="199224"/>
                  </a:lnTo>
                  <a:lnTo>
                    <a:pt x="318050" y="194479"/>
                  </a:lnTo>
                  <a:lnTo>
                    <a:pt x="320254" y="189663"/>
                  </a:lnTo>
                  <a:lnTo>
                    <a:pt x="322305" y="184778"/>
                  </a:lnTo>
                  <a:lnTo>
                    <a:pt x="324200" y="179832"/>
                  </a:lnTo>
                  <a:lnTo>
                    <a:pt x="325937" y="174827"/>
                  </a:lnTo>
                  <a:lnTo>
                    <a:pt x="327515" y="169770"/>
                  </a:lnTo>
                  <a:lnTo>
                    <a:pt x="328932" y="164666"/>
                  </a:lnTo>
                  <a:lnTo>
                    <a:pt x="330186" y="159519"/>
                  </a:lnTo>
                  <a:lnTo>
                    <a:pt x="331277" y="154336"/>
                  </a:lnTo>
                  <a:lnTo>
                    <a:pt x="332203" y="149120"/>
                  </a:lnTo>
                  <a:lnTo>
                    <a:pt x="332963" y="143877"/>
                  </a:lnTo>
                  <a:lnTo>
                    <a:pt x="333557" y="138614"/>
                  </a:lnTo>
                  <a:lnTo>
                    <a:pt x="333983" y="133333"/>
                  </a:lnTo>
                  <a:lnTo>
                    <a:pt x="334242" y="128042"/>
                  </a:lnTo>
                  <a:lnTo>
                    <a:pt x="334334" y="122746"/>
                  </a:lnTo>
                  <a:lnTo>
                    <a:pt x="334257" y="117449"/>
                  </a:lnTo>
                  <a:lnTo>
                    <a:pt x="334013" y="112158"/>
                  </a:lnTo>
                  <a:lnTo>
                    <a:pt x="333601" y="106876"/>
                  </a:lnTo>
                  <a:lnTo>
                    <a:pt x="333022" y="101611"/>
                  </a:lnTo>
                  <a:lnTo>
                    <a:pt x="332276" y="96366"/>
                  </a:lnTo>
                  <a:lnTo>
                    <a:pt x="331365" y="91148"/>
                  </a:lnTo>
                  <a:lnTo>
                    <a:pt x="330289" y="85961"/>
                  </a:lnTo>
                  <a:lnTo>
                    <a:pt x="329049" y="80811"/>
                  </a:lnTo>
                  <a:lnTo>
                    <a:pt x="327646" y="75703"/>
                  </a:lnTo>
                  <a:lnTo>
                    <a:pt x="326082" y="70641"/>
                  </a:lnTo>
                  <a:lnTo>
                    <a:pt x="324359" y="65632"/>
                  </a:lnTo>
                  <a:lnTo>
                    <a:pt x="322478" y="60680"/>
                  </a:lnTo>
                  <a:lnTo>
                    <a:pt x="320441" y="55790"/>
                  </a:lnTo>
                  <a:lnTo>
                    <a:pt x="318250" y="50967"/>
                  </a:lnTo>
                  <a:lnTo>
                    <a:pt x="315907" y="46216"/>
                  </a:lnTo>
                  <a:lnTo>
                    <a:pt x="313415" y="41542"/>
                  </a:lnTo>
                  <a:lnTo>
                    <a:pt x="310776" y="36949"/>
                  </a:lnTo>
                  <a:lnTo>
                    <a:pt x="307992" y="32441"/>
                  </a:lnTo>
                  <a:lnTo>
                    <a:pt x="305068" y="28025"/>
                  </a:lnTo>
                  <a:lnTo>
                    <a:pt x="302005" y="23703"/>
                  </a:lnTo>
                  <a:lnTo>
                    <a:pt x="298806" y="19480"/>
                  </a:lnTo>
                  <a:lnTo>
                    <a:pt x="295476" y="15361"/>
                  </a:lnTo>
                  <a:lnTo>
                    <a:pt x="292016" y="11349"/>
                  </a:lnTo>
                  <a:lnTo>
                    <a:pt x="288431" y="7449"/>
                  </a:lnTo>
                  <a:lnTo>
                    <a:pt x="284725" y="3665"/>
                  </a:lnTo>
                  <a:lnTo>
                    <a:pt x="280900" y="0"/>
                  </a:lnTo>
                  <a:lnTo>
                    <a:pt x="167166" y="1225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488720" y="1322571"/>
              <a:ext cx="113733" cy="167167"/>
            </a:xfrm>
            <a:custGeom>
              <a:avLst/>
              <a:pathLst>
                <a:path w="113733" h="167167">
                  <a:moveTo>
                    <a:pt x="113733" y="44653"/>
                  </a:moveTo>
                  <a:lnTo>
                    <a:pt x="109501" y="40857"/>
                  </a:lnTo>
                  <a:lnTo>
                    <a:pt x="105143" y="37206"/>
                  </a:lnTo>
                  <a:lnTo>
                    <a:pt x="100663" y="33706"/>
                  </a:lnTo>
                  <a:lnTo>
                    <a:pt x="96066" y="30360"/>
                  </a:lnTo>
                  <a:lnTo>
                    <a:pt x="91359" y="27172"/>
                  </a:lnTo>
                  <a:lnTo>
                    <a:pt x="86545" y="24147"/>
                  </a:lnTo>
                  <a:lnTo>
                    <a:pt x="81632" y="21286"/>
                  </a:lnTo>
                  <a:lnTo>
                    <a:pt x="76624" y="18595"/>
                  </a:lnTo>
                  <a:lnTo>
                    <a:pt x="71527" y="16075"/>
                  </a:lnTo>
                  <a:lnTo>
                    <a:pt x="66348" y="13730"/>
                  </a:lnTo>
                  <a:lnTo>
                    <a:pt x="61092" y="11563"/>
                  </a:lnTo>
                  <a:lnTo>
                    <a:pt x="55766" y="9575"/>
                  </a:lnTo>
                  <a:lnTo>
                    <a:pt x="50375" y="7770"/>
                  </a:lnTo>
                  <a:lnTo>
                    <a:pt x="44925" y="6149"/>
                  </a:lnTo>
                  <a:lnTo>
                    <a:pt x="39424" y="4715"/>
                  </a:lnTo>
                  <a:lnTo>
                    <a:pt x="33877" y="3468"/>
                  </a:lnTo>
                  <a:lnTo>
                    <a:pt x="28291" y="2411"/>
                  </a:lnTo>
                  <a:lnTo>
                    <a:pt x="22672" y="1544"/>
                  </a:lnTo>
                  <a:lnTo>
                    <a:pt x="17027" y="869"/>
                  </a:lnTo>
                  <a:lnTo>
                    <a:pt x="11362" y="386"/>
                  </a:lnTo>
                  <a:lnTo>
                    <a:pt x="568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4390" y="1681503"/>
              <a:ext cx="92134" cy="167167"/>
            </a:xfrm>
            <a:custGeom>
              <a:avLst/>
              <a:pathLst>
                <a:path w="92134" h="167167">
                  <a:moveTo>
                    <a:pt x="92134" y="0"/>
                  </a:moveTo>
                  <a:lnTo>
                    <a:pt x="86395" y="98"/>
                  </a:lnTo>
                  <a:lnTo>
                    <a:pt x="80663" y="394"/>
                  </a:lnTo>
                  <a:lnTo>
                    <a:pt x="74944" y="886"/>
                  </a:lnTo>
                  <a:lnTo>
                    <a:pt x="69245" y="1574"/>
                  </a:lnTo>
                  <a:lnTo>
                    <a:pt x="63574" y="2457"/>
                  </a:lnTo>
                  <a:lnTo>
                    <a:pt x="57936" y="3535"/>
                  </a:lnTo>
                  <a:lnTo>
                    <a:pt x="52339" y="4805"/>
                  </a:lnTo>
                  <a:lnTo>
                    <a:pt x="46788" y="6267"/>
                  </a:lnTo>
                  <a:lnTo>
                    <a:pt x="41291" y="7919"/>
                  </a:lnTo>
                  <a:lnTo>
                    <a:pt x="35854" y="9758"/>
                  </a:lnTo>
                  <a:lnTo>
                    <a:pt x="30483" y="11783"/>
                  </a:lnTo>
                  <a:lnTo>
                    <a:pt x="25185" y="13991"/>
                  </a:lnTo>
                  <a:lnTo>
                    <a:pt x="19966" y="16380"/>
                  </a:lnTo>
                  <a:lnTo>
                    <a:pt x="14831" y="18947"/>
                  </a:lnTo>
                  <a:lnTo>
                    <a:pt x="9788" y="21688"/>
                  </a:lnTo>
                  <a:lnTo>
                    <a:pt x="4842" y="24601"/>
                  </a:lnTo>
                  <a:lnTo>
                    <a:pt x="0" y="27681"/>
                  </a:lnTo>
                  <a:lnTo>
                    <a:pt x="921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919360" y="1681503"/>
              <a:ext cx="334319" cy="334330"/>
            </a:xfrm>
            <a:custGeom>
              <a:avLst/>
              <a:pathLst>
                <a:path w="334319" h="334330">
                  <a:moveTo>
                    <a:pt x="75030" y="27681"/>
                  </a:moveTo>
                  <a:lnTo>
                    <a:pt x="70660" y="30668"/>
                  </a:lnTo>
                  <a:lnTo>
                    <a:pt x="66387" y="33792"/>
                  </a:lnTo>
                  <a:lnTo>
                    <a:pt x="62216" y="37049"/>
                  </a:lnTo>
                  <a:lnTo>
                    <a:pt x="58149" y="40437"/>
                  </a:lnTo>
                  <a:lnTo>
                    <a:pt x="54191" y="43951"/>
                  </a:lnTo>
                  <a:lnTo>
                    <a:pt x="50347" y="47590"/>
                  </a:lnTo>
                  <a:lnTo>
                    <a:pt x="46620" y="51348"/>
                  </a:lnTo>
                  <a:lnTo>
                    <a:pt x="43014" y="55222"/>
                  </a:lnTo>
                  <a:lnTo>
                    <a:pt x="39532" y="59209"/>
                  </a:lnTo>
                  <a:lnTo>
                    <a:pt x="36178" y="63303"/>
                  </a:lnTo>
                  <a:lnTo>
                    <a:pt x="32956" y="67502"/>
                  </a:lnTo>
                  <a:lnTo>
                    <a:pt x="29868" y="71801"/>
                  </a:lnTo>
                  <a:lnTo>
                    <a:pt x="26918" y="76195"/>
                  </a:lnTo>
                  <a:lnTo>
                    <a:pt x="24108" y="80681"/>
                  </a:lnTo>
                  <a:lnTo>
                    <a:pt x="21442" y="85253"/>
                  </a:lnTo>
                  <a:lnTo>
                    <a:pt x="18922" y="89908"/>
                  </a:lnTo>
                  <a:lnTo>
                    <a:pt x="16550" y="94640"/>
                  </a:lnTo>
                  <a:lnTo>
                    <a:pt x="14329" y="99444"/>
                  </a:lnTo>
                  <a:lnTo>
                    <a:pt x="12262" y="104317"/>
                  </a:lnTo>
                  <a:lnTo>
                    <a:pt x="10350" y="109252"/>
                  </a:lnTo>
                  <a:lnTo>
                    <a:pt x="8595" y="114245"/>
                  </a:lnTo>
                  <a:lnTo>
                    <a:pt x="6999" y="119292"/>
                  </a:lnTo>
                  <a:lnTo>
                    <a:pt x="5564" y="124387"/>
                  </a:lnTo>
                  <a:lnTo>
                    <a:pt x="4290" y="129524"/>
                  </a:lnTo>
                  <a:lnTo>
                    <a:pt x="3180" y="134699"/>
                  </a:lnTo>
                  <a:lnTo>
                    <a:pt x="2235" y="139907"/>
                  </a:lnTo>
                  <a:lnTo>
                    <a:pt x="1454" y="145142"/>
                  </a:lnTo>
                  <a:lnTo>
                    <a:pt x="840" y="150399"/>
                  </a:lnTo>
                  <a:lnTo>
                    <a:pt x="393" y="155673"/>
                  </a:lnTo>
                  <a:lnTo>
                    <a:pt x="112" y="160959"/>
                  </a:lnTo>
                  <a:lnTo>
                    <a:pt x="0" y="166250"/>
                  </a:lnTo>
                  <a:lnTo>
                    <a:pt x="54" y="171543"/>
                  </a:lnTo>
                  <a:lnTo>
                    <a:pt x="277" y="176831"/>
                  </a:lnTo>
                  <a:lnTo>
                    <a:pt x="666" y="182110"/>
                  </a:lnTo>
                  <a:lnTo>
                    <a:pt x="1223" y="187373"/>
                  </a:lnTo>
                  <a:lnTo>
                    <a:pt x="1946" y="192617"/>
                  </a:lnTo>
                  <a:lnTo>
                    <a:pt x="2834" y="197834"/>
                  </a:lnTo>
                  <a:lnTo>
                    <a:pt x="3887" y="203021"/>
                  </a:lnTo>
                  <a:lnTo>
                    <a:pt x="5104" y="208172"/>
                  </a:lnTo>
                  <a:lnTo>
                    <a:pt x="6484" y="213282"/>
                  </a:lnTo>
                  <a:lnTo>
                    <a:pt x="8024" y="218346"/>
                  </a:lnTo>
                  <a:lnTo>
                    <a:pt x="9724" y="223359"/>
                  </a:lnTo>
                  <a:lnTo>
                    <a:pt x="11582" y="228315"/>
                  </a:lnTo>
                  <a:lnTo>
                    <a:pt x="13596" y="233210"/>
                  </a:lnTo>
                  <a:lnTo>
                    <a:pt x="15764" y="238038"/>
                  </a:lnTo>
                  <a:lnTo>
                    <a:pt x="18083" y="242796"/>
                  </a:lnTo>
                  <a:lnTo>
                    <a:pt x="20552" y="247478"/>
                  </a:lnTo>
                  <a:lnTo>
                    <a:pt x="23168" y="252079"/>
                  </a:lnTo>
                  <a:lnTo>
                    <a:pt x="25928" y="256595"/>
                  </a:lnTo>
                  <a:lnTo>
                    <a:pt x="28830" y="261021"/>
                  </a:lnTo>
                  <a:lnTo>
                    <a:pt x="31871" y="265354"/>
                  </a:lnTo>
                  <a:lnTo>
                    <a:pt x="35047" y="269588"/>
                  </a:lnTo>
                  <a:lnTo>
                    <a:pt x="38356" y="273719"/>
                  </a:lnTo>
                  <a:lnTo>
                    <a:pt x="41794" y="277743"/>
                  </a:lnTo>
                  <a:lnTo>
                    <a:pt x="45357" y="281657"/>
                  </a:lnTo>
                  <a:lnTo>
                    <a:pt x="49043" y="285456"/>
                  </a:lnTo>
                  <a:lnTo>
                    <a:pt x="52847" y="289136"/>
                  </a:lnTo>
                  <a:lnTo>
                    <a:pt x="56766" y="292694"/>
                  </a:lnTo>
                  <a:lnTo>
                    <a:pt x="60795" y="296126"/>
                  </a:lnTo>
                  <a:lnTo>
                    <a:pt x="64931" y="299429"/>
                  </a:lnTo>
                  <a:lnTo>
                    <a:pt x="69169" y="302599"/>
                  </a:lnTo>
                  <a:lnTo>
                    <a:pt x="73506" y="305634"/>
                  </a:lnTo>
                  <a:lnTo>
                    <a:pt x="77936" y="308529"/>
                  </a:lnTo>
                  <a:lnTo>
                    <a:pt x="82456" y="311283"/>
                  </a:lnTo>
                  <a:lnTo>
                    <a:pt x="87061" y="313893"/>
                  </a:lnTo>
                  <a:lnTo>
                    <a:pt x="91747" y="316355"/>
                  </a:lnTo>
                  <a:lnTo>
                    <a:pt x="96507" y="318668"/>
                  </a:lnTo>
                  <a:lnTo>
                    <a:pt x="101339" y="320829"/>
                  </a:lnTo>
                  <a:lnTo>
                    <a:pt x="106237" y="322836"/>
                  </a:lnTo>
                  <a:lnTo>
                    <a:pt x="111196" y="324687"/>
                  </a:lnTo>
                  <a:lnTo>
                    <a:pt x="116210" y="326380"/>
                  </a:lnTo>
                  <a:lnTo>
                    <a:pt x="121276" y="327913"/>
                  </a:lnTo>
                  <a:lnTo>
                    <a:pt x="126388" y="329285"/>
                  </a:lnTo>
                  <a:lnTo>
                    <a:pt x="131541" y="330495"/>
                  </a:lnTo>
                  <a:lnTo>
                    <a:pt x="136730" y="331541"/>
                  </a:lnTo>
                  <a:lnTo>
                    <a:pt x="141949" y="332422"/>
                  </a:lnTo>
                  <a:lnTo>
                    <a:pt x="147193" y="333137"/>
                  </a:lnTo>
                  <a:lnTo>
                    <a:pt x="152457" y="333686"/>
                  </a:lnTo>
                  <a:lnTo>
                    <a:pt x="157736" y="334068"/>
                  </a:lnTo>
                  <a:lnTo>
                    <a:pt x="163025" y="334283"/>
                  </a:lnTo>
                  <a:lnTo>
                    <a:pt x="168318" y="334330"/>
                  </a:lnTo>
                  <a:lnTo>
                    <a:pt x="173609" y="334210"/>
                  </a:lnTo>
                  <a:lnTo>
                    <a:pt x="178894" y="333922"/>
                  </a:lnTo>
                  <a:lnTo>
                    <a:pt x="184168" y="333467"/>
                  </a:lnTo>
                  <a:lnTo>
                    <a:pt x="189424" y="332846"/>
                  </a:lnTo>
                  <a:lnTo>
                    <a:pt x="194658" y="332058"/>
                  </a:lnTo>
                  <a:lnTo>
                    <a:pt x="199864" y="331105"/>
                  </a:lnTo>
                  <a:lnTo>
                    <a:pt x="205038" y="329988"/>
                  </a:lnTo>
                  <a:lnTo>
                    <a:pt x="210173" y="328707"/>
                  </a:lnTo>
                  <a:lnTo>
                    <a:pt x="215266" y="327264"/>
                  </a:lnTo>
                  <a:lnTo>
                    <a:pt x="220310" y="325661"/>
                  </a:lnTo>
                  <a:lnTo>
                    <a:pt x="225301" y="323899"/>
                  </a:lnTo>
                  <a:lnTo>
                    <a:pt x="230234" y="321980"/>
                  </a:lnTo>
                  <a:lnTo>
                    <a:pt x="235104" y="319906"/>
                  </a:lnTo>
                  <a:lnTo>
                    <a:pt x="239905" y="317679"/>
                  </a:lnTo>
                  <a:lnTo>
                    <a:pt x="244633" y="315300"/>
                  </a:lnTo>
                  <a:lnTo>
                    <a:pt x="249284" y="312774"/>
                  </a:lnTo>
                  <a:lnTo>
                    <a:pt x="253853" y="310101"/>
                  </a:lnTo>
                  <a:lnTo>
                    <a:pt x="258334" y="307285"/>
                  </a:lnTo>
                  <a:lnTo>
                    <a:pt x="262724" y="304328"/>
                  </a:lnTo>
                  <a:lnTo>
                    <a:pt x="267019" y="301234"/>
                  </a:lnTo>
                  <a:lnTo>
                    <a:pt x="271213" y="298006"/>
                  </a:lnTo>
                  <a:lnTo>
                    <a:pt x="275303" y="294646"/>
                  </a:lnTo>
                  <a:lnTo>
                    <a:pt x="279285" y="291159"/>
                  </a:lnTo>
                  <a:lnTo>
                    <a:pt x="283154" y="287547"/>
                  </a:lnTo>
                  <a:lnTo>
                    <a:pt x="286907" y="283815"/>
                  </a:lnTo>
                  <a:lnTo>
                    <a:pt x="290540" y="279965"/>
                  </a:lnTo>
                  <a:lnTo>
                    <a:pt x="294049" y="276003"/>
                  </a:lnTo>
                  <a:lnTo>
                    <a:pt x="297431" y="271932"/>
                  </a:lnTo>
                  <a:lnTo>
                    <a:pt x="300682" y="267755"/>
                  </a:lnTo>
                  <a:lnTo>
                    <a:pt x="303800" y="263478"/>
                  </a:lnTo>
                  <a:lnTo>
                    <a:pt x="306780" y="259104"/>
                  </a:lnTo>
                  <a:lnTo>
                    <a:pt x="309621" y="254638"/>
                  </a:lnTo>
                  <a:lnTo>
                    <a:pt x="312319" y="250084"/>
                  </a:lnTo>
                  <a:lnTo>
                    <a:pt x="314871" y="245447"/>
                  </a:lnTo>
                  <a:lnTo>
                    <a:pt x="317275" y="240732"/>
                  </a:lnTo>
                  <a:lnTo>
                    <a:pt x="319529" y="235943"/>
                  </a:lnTo>
                  <a:lnTo>
                    <a:pt x="321630" y="231085"/>
                  </a:lnTo>
                  <a:lnTo>
                    <a:pt x="323576" y="226162"/>
                  </a:lnTo>
                  <a:lnTo>
                    <a:pt x="325365" y="221181"/>
                  </a:lnTo>
                  <a:lnTo>
                    <a:pt x="326996" y="216146"/>
                  </a:lnTo>
                  <a:lnTo>
                    <a:pt x="328466" y="211061"/>
                  </a:lnTo>
                  <a:lnTo>
                    <a:pt x="329775" y="205933"/>
                  </a:lnTo>
                  <a:lnTo>
                    <a:pt x="330921" y="200765"/>
                  </a:lnTo>
                  <a:lnTo>
                    <a:pt x="331902" y="195564"/>
                  </a:lnTo>
                  <a:lnTo>
                    <a:pt x="332719" y="190335"/>
                  </a:lnTo>
                  <a:lnTo>
                    <a:pt x="333369" y="185082"/>
                  </a:lnTo>
                  <a:lnTo>
                    <a:pt x="333853" y="179811"/>
                  </a:lnTo>
                  <a:lnTo>
                    <a:pt x="334170" y="174528"/>
                  </a:lnTo>
                  <a:lnTo>
                    <a:pt x="334319" y="169237"/>
                  </a:lnTo>
                  <a:lnTo>
                    <a:pt x="334301" y="163944"/>
                  </a:lnTo>
                  <a:lnTo>
                    <a:pt x="334115" y="158654"/>
                  </a:lnTo>
                  <a:lnTo>
                    <a:pt x="333762" y="153373"/>
                  </a:lnTo>
                  <a:lnTo>
                    <a:pt x="333242" y="148106"/>
                  </a:lnTo>
                  <a:lnTo>
                    <a:pt x="332555" y="142858"/>
                  </a:lnTo>
                  <a:lnTo>
                    <a:pt x="331702" y="137634"/>
                  </a:lnTo>
                  <a:lnTo>
                    <a:pt x="330685" y="132440"/>
                  </a:lnTo>
                  <a:lnTo>
                    <a:pt x="329504" y="127280"/>
                  </a:lnTo>
                  <a:lnTo>
                    <a:pt x="328160" y="122161"/>
                  </a:lnTo>
                  <a:lnTo>
                    <a:pt x="326654" y="117087"/>
                  </a:lnTo>
                  <a:lnTo>
                    <a:pt x="324989" y="112063"/>
                  </a:lnTo>
                  <a:lnTo>
                    <a:pt x="323165" y="107094"/>
                  </a:lnTo>
                  <a:lnTo>
                    <a:pt x="321185" y="102185"/>
                  </a:lnTo>
                  <a:lnTo>
                    <a:pt x="319051" y="97342"/>
                  </a:lnTo>
                  <a:lnTo>
                    <a:pt x="316764" y="92568"/>
                  </a:lnTo>
                  <a:lnTo>
                    <a:pt x="314327" y="87870"/>
                  </a:lnTo>
                  <a:lnTo>
                    <a:pt x="311743" y="83251"/>
                  </a:lnTo>
                  <a:lnTo>
                    <a:pt x="309014" y="78715"/>
                  </a:lnTo>
                  <a:lnTo>
                    <a:pt x="306143" y="74269"/>
                  </a:lnTo>
                  <a:lnTo>
                    <a:pt x="303132" y="69916"/>
                  </a:lnTo>
                  <a:lnTo>
                    <a:pt x="299985" y="65660"/>
                  </a:lnTo>
                  <a:lnTo>
                    <a:pt x="296705" y="61506"/>
                  </a:lnTo>
                  <a:lnTo>
                    <a:pt x="293295" y="57458"/>
                  </a:lnTo>
                  <a:lnTo>
                    <a:pt x="289759" y="53520"/>
                  </a:lnTo>
                  <a:lnTo>
                    <a:pt x="286099" y="49696"/>
                  </a:lnTo>
                  <a:lnTo>
                    <a:pt x="282321" y="45989"/>
                  </a:lnTo>
                  <a:lnTo>
                    <a:pt x="278427" y="42405"/>
                  </a:lnTo>
                  <a:lnTo>
                    <a:pt x="274421" y="38945"/>
                  </a:lnTo>
                  <a:lnTo>
                    <a:pt x="270308" y="35613"/>
                  </a:lnTo>
                  <a:lnTo>
                    <a:pt x="266092" y="32414"/>
                  </a:lnTo>
                  <a:lnTo>
                    <a:pt x="261776" y="29350"/>
                  </a:lnTo>
                  <a:lnTo>
                    <a:pt x="257366" y="26423"/>
                  </a:lnTo>
                  <a:lnTo>
                    <a:pt x="252865" y="23638"/>
                  </a:lnTo>
                  <a:lnTo>
                    <a:pt x="248278" y="20997"/>
                  </a:lnTo>
                  <a:lnTo>
                    <a:pt x="243610" y="18503"/>
                  </a:lnTo>
                  <a:lnTo>
                    <a:pt x="238865" y="16157"/>
                  </a:lnTo>
                  <a:lnTo>
                    <a:pt x="234048" y="13963"/>
                  </a:lnTo>
                  <a:lnTo>
                    <a:pt x="229164" y="11922"/>
                  </a:lnTo>
                  <a:lnTo>
                    <a:pt x="224219" y="10037"/>
                  </a:lnTo>
                  <a:lnTo>
                    <a:pt x="219216" y="8310"/>
                  </a:lnTo>
                  <a:lnTo>
                    <a:pt x="214160" y="6741"/>
                  </a:lnTo>
                  <a:lnTo>
                    <a:pt x="209058" y="5334"/>
                  </a:lnTo>
                  <a:lnTo>
                    <a:pt x="203914" y="4089"/>
                  </a:lnTo>
                  <a:lnTo>
                    <a:pt x="198732" y="3007"/>
                  </a:lnTo>
                  <a:lnTo>
                    <a:pt x="193520" y="2090"/>
                  </a:lnTo>
                  <a:lnTo>
                    <a:pt x="188280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2456" y="2126963"/>
              <a:ext cx="118830" cy="167167"/>
            </a:xfrm>
            <a:custGeom>
              <a:avLst/>
              <a:pathLst>
                <a:path w="118830" h="167167">
                  <a:moveTo>
                    <a:pt x="118830" y="0"/>
                  </a:moveTo>
                  <a:lnTo>
                    <a:pt x="113324" y="90"/>
                  </a:lnTo>
                  <a:lnTo>
                    <a:pt x="107823" y="362"/>
                  </a:lnTo>
                  <a:lnTo>
                    <a:pt x="102335" y="815"/>
                  </a:lnTo>
                  <a:lnTo>
                    <a:pt x="96864" y="1449"/>
                  </a:lnTo>
                  <a:lnTo>
                    <a:pt x="91417" y="2263"/>
                  </a:lnTo>
                  <a:lnTo>
                    <a:pt x="86000" y="3255"/>
                  </a:lnTo>
                  <a:lnTo>
                    <a:pt x="80619" y="4425"/>
                  </a:lnTo>
                  <a:lnTo>
                    <a:pt x="75279" y="5772"/>
                  </a:lnTo>
                  <a:lnTo>
                    <a:pt x="69986" y="7295"/>
                  </a:lnTo>
                  <a:lnTo>
                    <a:pt x="64746" y="8990"/>
                  </a:lnTo>
                  <a:lnTo>
                    <a:pt x="59565" y="10858"/>
                  </a:lnTo>
                  <a:lnTo>
                    <a:pt x="54449" y="12895"/>
                  </a:lnTo>
                  <a:lnTo>
                    <a:pt x="49402" y="15099"/>
                  </a:lnTo>
                  <a:lnTo>
                    <a:pt x="44430" y="17469"/>
                  </a:lnTo>
                  <a:lnTo>
                    <a:pt x="39540" y="20001"/>
                  </a:lnTo>
                  <a:lnTo>
                    <a:pt x="34735" y="22692"/>
                  </a:lnTo>
                  <a:lnTo>
                    <a:pt x="30022" y="25541"/>
                  </a:lnTo>
                  <a:lnTo>
                    <a:pt x="25405" y="28543"/>
                  </a:lnTo>
                  <a:lnTo>
                    <a:pt x="20889" y="31696"/>
                  </a:lnTo>
                  <a:lnTo>
                    <a:pt x="16480" y="34995"/>
                  </a:lnTo>
                  <a:lnTo>
                    <a:pt x="12182" y="38439"/>
                  </a:lnTo>
                  <a:lnTo>
                    <a:pt x="7999" y="42021"/>
                  </a:lnTo>
                  <a:lnTo>
                    <a:pt x="3937" y="45740"/>
                  </a:lnTo>
                  <a:lnTo>
                    <a:pt x="0" y="49591"/>
                  </a:lnTo>
                  <a:lnTo>
                    <a:pt x="1188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614130" y="2130531"/>
              <a:ext cx="334323" cy="330760"/>
            </a:xfrm>
            <a:custGeom>
              <a:avLst/>
              <a:pathLst>
                <a:path w="334323" h="330760">
                  <a:moveTo>
                    <a:pt x="48326" y="46023"/>
                  </a:moveTo>
                  <a:lnTo>
                    <a:pt x="44665" y="49842"/>
                  </a:lnTo>
                  <a:lnTo>
                    <a:pt x="41126" y="53776"/>
                  </a:lnTo>
                  <a:lnTo>
                    <a:pt x="37714" y="57819"/>
                  </a:lnTo>
                  <a:lnTo>
                    <a:pt x="34431" y="61968"/>
                  </a:lnTo>
                  <a:lnTo>
                    <a:pt x="31282" y="66219"/>
                  </a:lnTo>
                  <a:lnTo>
                    <a:pt x="28268" y="70567"/>
                  </a:lnTo>
                  <a:lnTo>
                    <a:pt x="25394" y="75009"/>
                  </a:lnTo>
                  <a:lnTo>
                    <a:pt x="22661" y="79539"/>
                  </a:lnTo>
                  <a:lnTo>
                    <a:pt x="20074" y="84154"/>
                  </a:lnTo>
                  <a:lnTo>
                    <a:pt x="17633" y="88848"/>
                  </a:lnTo>
                  <a:lnTo>
                    <a:pt x="15343" y="93617"/>
                  </a:lnTo>
                  <a:lnTo>
                    <a:pt x="13204" y="98456"/>
                  </a:lnTo>
                  <a:lnTo>
                    <a:pt x="11220" y="103361"/>
                  </a:lnTo>
                  <a:lnTo>
                    <a:pt x="9392" y="108325"/>
                  </a:lnTo>
                  <a:lnTo>
                    <a:pt x="7722" y="113345"/>
                  </a:lnTo>
                  <a:lnTo>
                    <a:pt x="6211" y="118416"/>
                  </a:lnTo>
                  <a:lnTo>
                    <a:pt x="4862" y="123531"/>
                  </a:lnTo>
                  <a:lnTo>
                    <a:pt x="3675" y="128687"/>
                  </a:lnTo>
                  <a:lnTo>
                    <a:pt x="2652" y="133878"/>
                  </a:lnTo>
                  <a:lnTo>
                    <a:pt x="1794" y="139099"/>
                  </a:lnTo>
                  <a:lnTo>
                    <a:pt x="1102" y="144344"/>
                  </a:lnTo>
                  <a:lnTo>
                    <a:pt x="576" y="149608"/>
                  </a:lnTo>
                  <a:lnTo>
                    <a:pt x="216" y="154886"/>
                  </a:lnTo>
                  <a:lnTo>
                    <a:pt x="24" y="160173"/>
                  </a:lnTo>
                  <a:lnTo>
                    <a:pt x="0" y="165464"/>
                  </a:lnTo>
                  <a:lnTo>
                    <a:pt x="142" y="170753"/>
                  </a:lnTo>
                  <a:lnTo>
                    <a:pt x="452" y="176034"/>
                  </a:lnTo>
                  <a:lnTo>
                    <a:pt x="929" y="181303"/>
                  </a:lnTo>
                  <a:lnTo>
                    <a:pt x="1573" y="186555"/>
                  </a:lnTo>
                  <a:lnTo>
                    <a:pt x="2382" y="191783"/>
                  </a:lnTo>
                  <a:lnTo>
                    <a:pt x="3356" y="196983"/>
                  </a:lnTo>
                  <a:lnTo>
                    <a:pt x="4495" y="202150"/>
                  </a:lnTo>
                  <a:lnTo>
                    <a:pt x="5796" y="207278"/>
                  </a:lnTo>
                  <a:lnTo>
                    <a:pt x="7259" y="212362"/>
                  </a:lnTo>
                  <a:lnTo>
                    <a:pt x="8882" y="217397"/>
                  </a:lnTo>
                  <a:lnTo>
                    <a:pt x="10664" y="222379"/>
                  </a:lnTo>
                  <a:lnTo>
                    <a:pt x="12602" y="227302"/>
                  </a:lnTo>
                  <a:lnTo>
                    <a:pt x="14696" y="232161"/>
                  </a:lnTo>
                  <a:lnTo>
                    <a:pt x="16942" y="236951"/>
                  </a:lnTo>
                  <a:lnTo>
                    <a:pt x="19338" y="241668"/>
                  </a:lnTo>
                  <a:lnTo>
                    <a:pt x="21882" y="246306"/>
                  </a:lnTo>
                  <a:lnTo>
                    <a:pt x="24572" y="250862"/>
                  </a:lnTo>
                  <a:lnTo>
                    <a:pt x="27405" y="255330"/>
                  </a:lnTo>
                  <a:lnTo>
                    <a:pt x="30378" y="259707"/>
                  </a:lnTo>
                  <a:lnTo>
                    <a:pt x="33488" y="263987"/>
                  </a:lnTo>
                  <a:lnTo>
                    <a:pt x="36731" y="268166"/>
                  </a:lnTo>
                  <a:lnTo>
                    <a:pt x="40106" y="272241"/>
                  </a:lnTo>
                  <a:lnTo>
                    <a:pt x="43607" y="276207"/>
                  </a:lnTo>
                  <a:lnTo>
                    <a:pt x="47232" y="280061"/>
                  </a:lnTo>
                  <a:lnTo>
                    <a:pt x="50978" y="283797"/>
                  </a:lnTo>
                  <a:lnTo>
                    <a:pt x="54840" y="287413"/>
                  </a:lnTo>
                  <a:lnTo>
                    <a:pt x="58814" y="290906"/>
                  </a:lnTo>
                  <a:lnTo>
                    <a:pt x="62897" y="294270"/>
                  </a:lnTo>
                  <a:lnTo>
                    <a:pt x="67084" y="297504"/>
                  </a:lnTo>
                  <a:lnTo>
                    <a:pt x="71371" y="300604"/>
                  </a:lnTo>
                  <a:lnTo>
                    <a:pt x="75755" y="303566"/>
                  </a:lnTo>
                  <a:lnTo>
                    <a:pt x="80230" y="306388"/>
                  </a:lnTo>
                  <a:lnTo>
                    <a:pt x="84792" y="309068"/>
                  </a:lnTo>
                  <a:lnTo>
                    <a:pt x="89436" y="311601"/>
                  </a:lnTo>
                  <a:lnTo>
                    <a:pt x="94159" y="313987"/>
                  </a:lnTo>
                  <a:lnTo>
                    <a:pt x="98954" y="316221"/>
                  </a:lnTo>
                  <a:lnTo>
                    <a:pt x="103818" y="318303"/>
                  </a:lnTo>
                  <a:lnTo>
                    <a:pt x="108745" y="320230"/>
                  </a:lnTo>
                  <a:lnTo>
                    <a:pt x="113731" y="322000"/>
                  </a:lnTo>
                  <a:lnTo>
                    <a:pt x="118770" y="323611"/>
                  </a:lnTo>
                  <a:lnTo>
                    <a:pt x="123858" y="325062"/>
                  </a:lnTo>
                  <a:lnTo>
                    <a:pt x="128989" y="326351"/>
                  </a:lnTo>
                  <a:lnTo>
                    <a:pt x="134158" y="327478"/>
                  </a:lnTo>
                  <a:lnTo>
                    <a:pt x="139361" y="328440"/>
                  </a:lnTo>
                  <a:lnTo>
                    <a:pt x="144591" y="329237"/>
                  </a:lnTo>
                  <a:lnTo>
                    <a:pt x="149844" y="329868"/>
                  </a:lnTo>
                  <a:lnTo>
                    <a:pt x="155114" y="330333"/>
                  </a:lnTo>
                  <a:lnTo>
                    <a:pt x="160396" y="330630"/>
                  </a:lnTo>
                  <a:lnTo>
                    <a:pt x="165685" y="330760"/>
                  </a:lnTo>
                  <a:lnTo>
                    <a:pt x="170976" y="330723"/>
                  </a:lnTo>
                  <a:lnTo>
                    <a:pt x="176262" y="330519"/>
                  </a:lnTo>
                  <a:lnTo>
                    <a:pt x="181540" y="330147"/>
                  </a:lnTo>
                  <a:lnTo>
                    <a:pt x="186803" y="329608"/>
                  </a:lnTo>
                  <a:lnTo>
                    <a:pt x="192046" y="328904"/>
                  </a:lnTo>
                  <a:lnTo>
                    <a:pt x="197265" y="328033"/>
                  </a:lnTo>
                  <a:lnTo>
                    <a:pt x="202453" y="326998"/>
                  </a:lnTo>
                  <a:lnTo>
                    <a:pt x="207606" y="325799"/>
                  </a:lnTo>
                  <a:lnTo>
                    <a:pt x="212719" y="324438"/>
                  </a:lnTo>
                  <a:lnTo>
                    <a:pt x="217785" y="322916"/>
                  </a:lnTo>
                  <a:lnTo>
                    <a:pt x="222802" y="321234"/>
                  </a:lnTo>
                  <a:lnTo>
                    <a:pt x="227762" y="319394"/>
                  </a:lnTo>
                  <a:lnTo>
                    <a:pt x="232662" y="317398"/>
                  </a:lnTo>
                  <a:lnTo>
                    <a:pt x="237496" y="315248"/>
                  </a:lnTo>
                  <a:lnTo>
                    <a:pt x="242259" y="312946"/>
                  </a:lnTo>
                  <a:lnTo>
                    <a:pt x="246948" y="310495"/>
                  </a:lnTo>
                  <a:lnTo>
                    <a:pt x="251556" y="307897"/>
                  </a:lnTo>
                  <a:lnTo>
                    <a:pt x="256080" y="305154"/>
                  </a:lnTo>
                  <a:lnTo>
                    <a:pt x="260515" y="302269"/>
                  </a:lnTo>
                  <a:lnTo>
                    <a:pt x="264856" y="299245"/>
                  </a:lnTo>
                  <a:lnTo>
                    <a:pt x="269100" y="296085"/>
                  </a:lnTo>
                  <a:lnTo>
                    <a:pt x="273241" y="292793"/>
                  </a:lnTo>
                  <a:lnTo>
                    <a:pt x="277276" y="289371"/>
                  </a:lnTo>
                  <a:lnTo>
                    <a:pt x="281201" y="285824"/>
                  </a:lnTo>
                  <a:lnTo>
                    <a:pt x="285012" y="282154"/>
                  </a:lnTo>
                  <a:lnTo>
                    <a:pt x="288704" y="278365"/>
                  </a:lnTo>
                  <a:lnTo>
                    <a:pt x="292275" y="274461"/>
                  </a:lnTo>
                  <a:lnTo>
                    <a:pt x="295721" y="270446"/>
                  </a:lnTo>
                  <a:lnTo>
                    <a:pt x="299038" y="266324"/>
                  </a:lnTo>
                  <a:lnTo>
                    <a:pt x="302222" y="262099"/>
                  </a:lnTo>
                  <a:lnTo>
                    <a:pt x="305271" y="257776"/>
                  </a:lnTo>
                  <a:lnTo>
                    <a:pt x="308182" y="253358"/>
                  </a:lnTo>
                  <a:lnTo>
                    <a:pt x="310952" y="248851"/>
                  </a:lnTo>
                  <a:lnTo>
                    <a:pt x="313578" y="244258"/>
                  </a:lnTo>
                  <a:lnTo>
                    <a:pt x="316057" y="239584"/>
                  </a:lnTo>
                  <a:lnTo>
                    <a:pt x="318387" y="234834"/>
                  </a:lnTo>
                  <a:lnTo>
                    <a:pt x="320565" y="230013"/>
                  </a:lnTo>
                  <a:lnTo>
                    <a:pt x="322590" y="225125"/>
                  </a:lnTo>
                  <a:lnTo>
                    <a:pt x="324459" y="220175"/>
                  </a:lnTo>
                  <a:lnTo>
                    <a:pt x="326171" y="215169"/>
                  </a:lnTo>
                  <a:lnTo>
                    <a:pt x="327723" y="210111"/>
                  </a:lnTo>
                  <a:lnTo>
                    <a:pt x="329114" y="205007"/>
                  </a:lnTo>
                  <a:lnTo>
                    <a:pt x="330344" y="199861"/>
                  </a:lnTo>
                  <a:lnTo>
                    <a:pt x="331409" y="194679"/>
                  </a:lnTo>
                  <a:lnTo>
                    <a:pt x="332311" y="189466"/>
                  </a:lnTo>
                  <a:lnTo>
                    <a:pt x="333046" y="184227"/>
                  </a:lnTo>
                  <a:lnTo>
                    <a:pt x="333616" y="178967"/>
                  </a:lnTo>
                  <a:lnTo>
                    <a:pt x="334019" y="173692"/>
                  </a:lnTo>
                  <a:lnTo>
                    <a:pt x="334255" y="168406"/>
                  </a:lnTo>
                  <a:lnTo>
                    <a:pt x="334323" y="163116"/>
                  </a:lnTo>
                  <a:lnTo>
                    <a:pt x="334224" y="157826"/>
                  </a:lnTo>
                  <a:lnTo>
                    <a:pt x="333958" y="152543"/>
                  </a:lnTo>
                  <a:lnTo>
                    <a:pt x="333524" y="147270"/>
                  </a:lnTo>
                  <a:lnTo>
                    <a:pt x="332924" y="142013"/>
                  </a:lnTo>
                  <a:lnTo>
                    <a:pt x="332158" y="136778"/>
                  </a:lnTo>
                  <a:lnTo>
                    <a:pt x="331227" y="131570"/>
                  </a:lnTo>
                  <a:lnTo>
                    <a:pt x="330131" y="126395"/>
                  </a:lnTo>
                  <a:lnTo>
                    <a:pt x="328872" y="121256"/>
                  </a:lnTo>
                  <a:lnTo>
                    <a:pt x="327451" y="116160"/>
                  </a:lnTo>
                  <a:lnTo>
                    <a:pt x="325870" y="111111"/>
                  </a:lnTo>
                  <a:lnTo>
                    <a:pt x="324129" y="106115"/>
                  </a:lnTo>
                  <a:lnTo>
                    <a:pt x="322232" y="101176"/>
                  </a:lnTo>
                  <a:lnTo>
                    <a:pt x="320179" y="96300"/>
                  </a:lnTo>
                  <a:lnTo>
                    <a:pt x="317972" y="91492"/>
                  </a:lnTo>
                  <a:lnTo>
                    <a:pt x="315615" y="86755"/>
                  </a:lnTo>
                  <a:lnTo>
                    <a:pt x="313109" y="82096"/>
                  </a:lnTo>
                  <a:lnTo>
                    <a:pt x="310457" y="77518"/>
                  </a:lnTo>
                  <a:lnTo>
                    <a:pt x="307661" y="73027"/>
                  </a:lnTo>
                  <a:lnTo>
                    <a:pt x="304725" y="68626"/>
                  </a:lnTo>
                  <a:lnTo>
                    <a:pt x="301650" y="64320"/>
                  </a:lnTo>
                  <a:lnTo>
                    <a:pt x="298441" y="60114"/>
                  </a:lnTo>
                  <a:lnTo>
                    <a:pt x="295101" y="56011"/>
                  </a:lnTo>
                  <a:lnTo>
                    <a:pt x="291632" y="52016"/>
                  </a:lnTo>
                  <a:lnTo>
                    <a:pt x="288039" y="48133"/>
                  </a:lnTo>
                  <a:lnTo>
                    <a:pt x="284324" y="44366"/>
                  </a:lnTo>
                  <a:lnTo>
                    <a:pt x="280493" y="40718"/>
                  </a:lnTo>
                  <a:lnTo>
                    <a:pt x="276547" y="37193"/>
                  </a:lnTo>
                  <a:lnTo>
                    <a:pt x="272492" y="33795"/>
                  </a:lnTo>
                  <a:lnTo>
                    <a:pt x="268332" y="30526"/>
                  </a:lnTo>
                  <a:lnTo>
                    <a:pt x="264070" y="27391"/>
                  </a:lnTo>
                  <a:lnTo>
                    <a:pt x="259712" y="24393"/>
                  </a:lnTo>
                  <a:lnTo>
                    <a:pt x="255260" y="21534"/>
                  </a:lnTo>
                  <a:lnTo>
                    <a:pt x="250720" y="18817"/>
                  </a:lnTo>
                  <a:lnTo>
                    <a:pt x="246097" y="16245"/>
                  </a:lnTo>
                  <a:lnTo>
                    <a:pt x="241394" y="13821"/>
                  </a:lnTo>
                  <a:lnTo>
                    <a:pt x="236618" y="11546"/>
                  </a:lnTo>
                  <a:lnTo>
                    <a:pt x="231771" y="9425"/>
                  </a:lnTo>
                  <a:lnTo>
                    <a:pt x="226860" y="7457"/>
                  </a:lnTo>
                  <a:lnTo>
                    <a:pt x="221889" y="5646"/>
                  </a:lnTo>
                  <a:lnTo>
                    <a:pt x="216863" y="3993"/>
                  </a:lnTo>
                  <a:lnTo>
                    <a:pt x="211788" y="2500"/>
                  </a:lnTo>
                  <a:lnTo>
                    <a:pt x="206667" y="1168"/>
                  </a:lnTo>
                  <a:lnTo>
                    <a:pt x="201508" y="0"/>
                  </a:lnTo>
                  <a:lnTo>
                    <a:pt x="167157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781287" y="2126963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4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2" y="4126"/>
                  </a:lnTo>
                  <a:lnTo>
                    <a:pt x="125076" y="5382"/>
                  </a:lnTo>
                  <a:lnTo>
                    <a:pt x="119952" y="6802"/>
                  </a:lnTo>
                  <a:lnTo>
                    <a:pt x="114876" y="8384"/>
                  </a:lnTo>
                  <a:lnTo>
                    <a:pt x="109853" y="10127"/>
                  </a:lnTo>
                  <a:lnTo>
                    <a:pt x="104888" y="12029"/>
                  </a:lnTo>
                  <a:lnTo>
                    <a:pt x="99986" y="14087"/>
                  </a:lnTo>
                  <a:lnTo>
                    <a:pt x="95152" y="16301"/>
                  </a:lnTo>
                  <a:lnTo>
                    <a:pt x="90390" y="18667"/>
                  </a:lnTo>
                  <a:lnTo>
                    <a:pt x="85707" y="21183"/>
                  </a:lnTo>
                  <a:lnTo>
                    <a:pt x="81105" y="23847"/>
                  </a:lnTo>
                  <a:lnTo>
                    <a:pt x="76591" y="26656"/>
                  </a:lnTo>
                  <a:lnTo>
                    <a:pt x="72168" y="29607"/>
                  </a:lnTo>
                  <a:lnTo>
                    <a:pt x="67842" y="32698"/>
                  </a:lnTo>
                  <a:lnTo>
                    <a:pt x="63616" y="35924"/>
                  </a:lnTo>
                  <a:lnTo>
                    <a:pt x="59495" y="39283"/>
                  </a:lnTo>
                  <a:lnTo>
                    <a:pt x="55482" y="42771"/>
                  </a:lnTo>
                  <a:lnTo>
                    <a:pt x="51583" y="46386"/>
                  </a:lnTo>
                  <a:lnTo>
                    <a:pt x="47800" y="50122"/>
                  </a:lnTo>
                  <a:lnTo>
                    <a:pt x="44138" y="53977"/>
                  </a:lnTo>
                  <a:lnTo>
                    <a:pt x="40601" y="57946"/>
                  </a:lnTo>
                  <a:lnTo>
                    <a:pt x="37192" y="62026"/>
                  </a:lnTo>
                  <a:lnTo>
                    <a:pt x="33914" y="66212"/>
                  </a:lnTo>
                  <a:lnTo>
                    <a:pt x="30771" y="70500"/>
                  </a:lnTo>
                  <a:lnTo>
                    <a:pt x="27765" y="74886"/>
                  </a:lnTo>
                  <a:lnTo>
                    <a:pt x="24901" y="79366"/>
                  </a:lnTo>
                  <a:lnTo>
                    <a:pt x="22181" y="83934"/>
                  </a:lnTo>
                  <a:lnTo>
                    <a:pt x="19607" y="88587"/>
                  </a:lnTo>
                  <a:lnTo>
                    <a:pt x="17183" y="93319"/>
                  </a:lnTo>
                  <a:lnTo>
                    <a:pt x="14911" y="98125"/>
                  </a:lnTo>
                  <a:lnTo>
                    <a:pt x="12792" y="103002"/>
                  </a:lnTo>
                  <a:lnTo>
                    <a:pt x="10829" y="107943"/>
                  </a:lnTo>
                  <a:lnTo>
                    <a:pt x="9025" y="112944"/>
                  </a:lnTo>
                  <a:lnTo>
                    <a:pt x="7381" y="118000"/>
                  </a:lnTo>
                  <a:lnTo>
                    <a:pt x="5898" y="123106"/>
                  </a:lnTo>
                  <a:lnTo>
                    <a:pt x="4578" y="128257"/>
                  </a:lnTo>
                  <a:lnTo>
                    <a:pt x="3423" y="133447"/>
                  </a:lnTo>
                  <a:lnTo>
                    <a:pt x="2434" y="138670"/>
                  </a:lnTo>
                  <a:lnTo>
                    <a:pt x="1611" y="143923"/>
                  </a:lnTo>
                  <a:lnTo>
                    <a:pt x="955" y="149200"/>
                  </a:lnTo>
                  <a:lnTo>
                    <a:pt x="468" y="154494"/>
                  </a:lnTo>
                  <a:lnTo>
                    <a:pt x="149" y="159801"/>
                  </a:lnTo>
                  <a:lnTo>
                    <a:pt x="0" y="165116"/>
                  </a:lnTo>
                  <a:lnTo>
                    <a:pt x="19" y="170433"/>
                  </a:lnTo>
                  <a:lnTo>
                    <a:pt x="207" y="175746"/>
                  </a:lnTo>
                  <a:lnTo>
                    <a:pt x="564" y="181051"/>
                  </a:lnTo>
                  <a:lnTo>
                    <a:pt x="1090" y="186342"/>
                  </a:lnTo>
                  <a:lnTo>
                    <a:pt x="1784" y="191613"/>
                  </a:lnTo>
                  <a:lnTo>
                    <a:pt x="2645" y="196860"/>
                  </a:lnTo>
                  <a:lnTo>
                    <a:pt x="3673" y="202076"/>
                  </a:lnTo>
                  <a:lnTo>
                    <a:pt x="4865" y="207258"/>
                  </a:lnTo>
                  <a:lnTo>
                    <a:pt x="6222" y="212398"/>
                  </a:lnTo>
                  <a:lnTo>
                    <a:pt x="7742" y="217493"/>
                  </a:lnTo>
                  <a:lnTo>
                    <a:pt x="9423" y="222537"/>
                  </a:lnTo>
                  <a:lnTo>
                    <a:pt x="11264" y="227525"/>
                  </a:lnTo>
                  <a:lnTo>
                    <a:pt x="13262" y="232452"/>
                  </a:lnTo>
                  <a:lnTo>
                    <a:pt x="15416" y="237313"/>
                  </a:lnTo>
                  <a:lnTo>
                    <a:pt x="17724" y="242103"/>
                  </a:lnTo>
                  <a:lnTo>
                    <a:pt x="20182" y="246817"/>
                  </a:lnTo>
                  <a:lnTo>
                    <a:pt x="22790" y="251451"/>
                  </a:lnTo>
                  <a:lnTo>
                    <a:pt x="25543" y="255999"/>
                  </a:lnTo>
                  <a:lnTo>
                    <a:pt x="28440" y="260458"/>
                  </a:lnTo>
                  <a:lnTo>
                    <a:pt x="31477" y="264822"/>
                  </a:lnTo>
                  <a:lnTo>
                    <a:pt x="34651" y="269087"/>
                  </a:lnTo>
                  <a:lnTo>
                    <a:pt x="37959" y="273250"/>
                  </a:lnTo>
                  <a:lnTo>
                    <a:pt x="41398" y="277305"/>
                  </a:lnTo>
                  <a:lnTo>
                    <a:pt x="44964" y="281248"/>
                  </a:lnTo>
                  <a:lnTo>
                    <a:pt x="48654" y="285076"/>
                  </a:lnTo>
                  <a:lnTo>
                    <a:pt x="52463" y="288785"/>
                  </a:lnTo>
                  <a:lnTo>
                    <a:pt x="56389" y="292371"/>
                  </a:lnTo>
                  <a:lnTo>
                    <a:pt x="60427" y="295830"/>
                  </a:lnTo>
                  <a:lnTo>
                    <a:pt x="64572" y="299159"/>
                  </a:lnTo>
                  <a:lnTo>
                    <a:pt x="68822" y="302354"/>
                  </a:lnTo>
                  <a:lnTo>
                    <a:pt x="73171" y="305413"/>
                  </a:lnTo>
                  <a:lnTo>
                    <a:pt x="77615" y="308332"/>
                  </a:lnTo>
                  <a:lnTo>
                    <a:pt x="82149" y="311108"/>
                  </a:lnTo>
                  <a:lnTo>
                    <a:pt x="86770" y="313739"/>
                  </a:lnTo>
                  <a:lnTo>
                    <a:pt x="91471" y="316221"/>
                  </a:lnTo>
                  <a:lnTo>
                    <a:pt x="96250" y="318552"/>
                  </a:lnTo>
                  <a:lnTo>
                    <a:pt x="101100" y="320731"/>
                  </a:lnTo>
                  <a:lnTo>
                    <a:pt x="106017" y="322753"/>
                  </a:lnTo>
                  <a:lnTo>
                    <a:pt x="110996" y="324619"/>
                  </a:lnTo>
                  <a:lnTo>
                    <a:pt x="116031" y="326325"/>
                  </a:lnTo>
                  <a:lnTo>
                    <a:pt x="121119" y="327871"/>
                  </a:lnTo>
                  <a:lnTo>
                    <a:pt x="126252" y="329253"/>
                  </a:lnTo>
                  <a:lnTo>
                    <a:pt x="131428" y="330472"/>
                  </a:lnTo>
                  <a:lnTo>
                    <a:pt x="136639" y="331526"/>
                  </a:lnTo>
                  <a:lnTo>
                    <a:pt x="141881" y="332413"/>
                  </a:lnTo>
                  <a:lnTo>
                    <a:pt x="147149" y="333133"/>
                  </a:lnTo>
                  <a:lnTo>
                    <a:pt x="152437" y="333685"/>
                  </a:lnTo>
                  <a:lnTo>
                    <a:pt x="157740" y="334069"/>
                  </a:lnTo>
                  <a:lnTo>
                    <a:pt x="163053" y="334284"/>
                  </a:lnTo>
                  <a:lnTo>
                    <a:pt x="168369" y="334330"/>
                  </a:lnTo>
                  <a:lnTo>
                    <a:pt x="173685" y="334207"/>
                  </a:lnTo>
                  <a:lnTo>
                    <a:pt x="178993" y="333915"/>
                  </a:lnTo>
                  <a:lnTo>
                    <a:pt x="184290" y="333454"/>
                  </a:lnTo>
                  <a:lnTo>
                    <a:pt x="189570" y="332825"/>
                  </a:lnTo>
                  <a:lnTo>
                    <a:pt x="194826" y="332028"/>
                  </a:lnTo>
                  <a:lnTo>
                    <a:pt x="200055" y="331065"/>
                  </a:lnTo>
                  <a:lnTo>
                    <a:pt x="205251" y="329936"/>
                  </a:lnTo>
                  <a:lnTo>
                    <a:pt x="210408" y="328642"/>
                  </a:lnTo>
                  <a:lnTo>
                    <a:pt x="215521" y="327185"/>
                  </a:lnTo>
                  <a:lnTo>
                    <a:pt x="220585" y="325565"/>
                  </a:lnTo>
                  <a:lnTo>
                    <a:pt x="225596" y="323786"/>
                  </a:lnTo>
                  <a:lnTo>
                    <a:pt x="230547" y="321848"/>
                  </a:lnTo>
                  <a:lnTo>
                    <a:pt x="235434" y="319754"/>
                  </a:lnTo>
                  <a:lnTo>
                    <a:pt x="240252" y="317506"/>
                  </a:lnTo>
                  <a:lnTo>
                    <a:pt x="244996" y="315105"/>
                  </a:lnTo>
                  <a:lnTo>
                    <a:pt x="249661" y="312555"/>
                  </a:lnTo>
                  <a:lnTo>
                    <a:pt x="254243" y="309857"/>
                  </a:lnTo>
                  <a:lnTo>
                    <a:pt x="258736" y="307016"/>
                  </a:lnTo>
                  <a:lnTo>
                    <a:pt x="263137" y="304033"/>
                  </a:lnTo>
                  <a:lnTo>
                    <a:pt x="267441" y="300911"/>
                  </a:lnTo>
                  <a:lnTo>
                    <a:pt x="271644" y="297654"/>
                  </a:lnTo>
                  <a:lnTo>
                    <a:pt x="275741" y="294265"/>
                  </a:lnTo>
                  <a:lnTo>
                    <a:pt x="279728" y="290748"/>
                  </a:lnTo>
                  <a:lnTo>
                    <a:pt x="283601" y="287105"/>
                  </a:lnTo>
                  <a:lnTo>
                    <a:pt x="287356" y="283341"/>
                  </a:lnTo>
                  <a:lnTo>
                    <a:pt x="290990" y="279460"/>
                  </a:lnTo>
                  <a:lnTo>
                    <a:pt x="294498" y="275465"/>
                  </a:lnTo>
                  <a:lnTo>
                    <a:pt x="297878" y="271361"/>
                  </a:lnTo>
                  <a:lnTo>
                    <a:pt x="301125" y="267151"/>
                  </a:lnTo>
                  <a:lnTo>
                    <a:pt x="304237" y="262840"/>
                  </a:lnTo>
                  <a:lnTo>
                    <a:pt x="307210" y="258432"/>
                  </a:lnTo>
                  <a:lnTo>
                    <a:pt x="310042" y="253932"/>
                  </a:lnTo>
                  <a:lnTo>
                    <a:pt x="312729" y="249344"/>
                  </a:lnTo>
                  <a:lnTo>
                    <a:pt x="315268" y="244673"/>
                  </a:lnTo>
                  <a:lnTo>
                    <a:pt x="317658" y="239924"/>
                  </a:lnTo>
                  <a:lnTo>
                    <a:pt x="319896" y="235101"/>
                  </a:lnTo>
                  <a:lnTo>
                    <a:pt x="321979" y="230209"/>
                  </a:lnTo>
                  <a:lnTo>
                    <a:pt x="323906" y="225253"/>
                  </a:lnTo>
                  <a:lnTo>
                    <a:pt x="325673" y="220239"/>
                  </a:lnTo>
                  <a:lnTo>
                    <a:pt x="327281" y="215171"/>
                  </a:lnTo>
                  <a:lnTo>
                    <a:pt x="328727" y="210055"/>
                  </a:lnTo>
                  <a:lnTo>
                    <a:pt x="330009" y="204895"/>
                  </a:lnTo>
                  <a:lnTo>
                    <a:pt x="331126" y="199697"/>
                  </a:lnTo>
                  <a:lnTo>
                    <a:pt x="332078" y="194466"/>
                  </a:lnTo>
                  <a:lnTo>
                    <a:pt x="332863" y="189207"/>
                  </a:lnTo>
                  <a:lnTo>
                    <a:pt x="333480" y="183926"/>
                  </a:lnTo>
                  <a:lnTo>
                    <a:pt x="333928" y="178628"/>
                  </a:lnTo>
                  <a:lnTo>
                    <a:pt x="334209" y="173319"/>
                  </a:lnTo>
                  <a:lnTo>
                    <a:pt x="334320" y="168003"/>
                  </a:lnTo>
                  <a:lnTo>
                    <a:pt x="334262" y="162687"/>
                  </a:lnTo>
                  <a:lnTo>
                    <a:pt x="334035" y="157375"/>
                  </a:lnTo>
                  <a:lnTo>
                    <a:pt x="333639" y="152073"/>
                  </a:lnTo>
                  <a:lnTo>
                    <a:pt x="333075" y="146786"/>
                  </a:lnTo>
                  <a:lnTo>
                    <a:pt x="332343" y="141520"/>
                  </a:lnTo>
                  <a:lnTo>
                    <a:pt x="331443" y="136279"/>
                  </a:lnTo>
                  <a:lnTo>
                    <a:pt x="330378" y="131070"/>
                  </a:lnTo>
                  <a:lnTo>
                    <a:pt x="329148" y="125898"/>
                  </a:lnTo>
                  <a:lnTo>
                    <a:pt x="327753" y="12076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2650963"/>
              <a:ext cx="160598" cy="149268"/>
            </a:xfrm>
            <a:custGeom>
              <a:avLst/>
              <a:pathLst>
                <a:path w="160598" h="149268">
                  <a:moveTo>
                    <a:pt x="160598" y="102868"/>
                  </a:moveTo>
                  <a:lnTo>
                    <a:pt x="158985" y="97610"/>
                  </a:lnTo>
                  <a:lnTo>
                    <a:pt x="157200" y="92408"/>
                  </a:lnTo>
                  <a:lnTo>
                    <a:pt x="155244" y="87268"/>
                  </a:lnTo>
                  <a:lnTo>
                    <a:pt x="153121" y="82194"/>
                  </a:lnTo>
                  <a:lnTo>
                    <a:pt x="150831" y="77193"/>
                  </a:lnTo>
                  <a:lnTo>
                    <a:pt x="148379" y="72271"/>
                  </a:lnTo>
                  <a:lnTo>
                    <a:pt x="145766" y="67431"/>
                  </a:lnTo>
                  <a:lnTo>
                    <a:pt x="142995" y="62680"/>
                  </a:lnTo>
                  <a:lnTo>
                    <a:pt x="140069" y="58023"/>
                  </a:lnTo>
                  <a:lnTo>
                    <a:pt x="136992" y="53465"/>
                  </a:lnTo>
                  <a:lnTo>
                    <a:pt x="133766" y="49010"/>
                  </a:lnTo>
                  <a:lnTo>
                    <a:pt x="130395" y="44664"/>
                  </a:lnTo>
                  <a:lnTo>
                    <a:pt x="126884" y="40431"/>
                  </a:lnTo>
                  <a:lnTo>
                    <a:pt x="123235" y="36316"/>
                  </a:lnTo>
                  <a:lnTo>
                    <a:pt x="119453" y="32324"/>
                  </a:lnTo>
                  <a:lnTo>
                    <a:pt x="115541" y="28457"/>
                  </a:lnTo>
                  <a:lnTo>
                    <a:pt x="111504" y="24722"/>
                  </a:lnTo>
                  <a:lnTo>
                    <a:pt x="107347" y="21121"/>
                  </a:lnTo>
                  <a:lnTo>
                    <a:pt x="103073" y="17659"/>
                  </a:lnTo>
                  <a:lnTo>
                    <a:pt x="98688" y="14340"/>
                  </a:lnTo>
                  <a:lnTo>
                    <a:pt x="94196" y="11166"/>
                  </a:lnTo>
                  <a:lnTo>
                    <a:pt x="89602" y="8143"/>
                  </a:lnTo>
                  <a:lnTo>
                    <a:pt x="84911" y="5271"/>
                  </a:lnTo>
                  <a:lnTo>
                    <a:pt x="80128" y="2556"/>
                  </a:lnTo>
                  <a:lnTo>
                    <a:pt x="75259" y="0"/>
                  </a:lnTo>
                  <a:lnTo>
                    <a:pt x="0" y="149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2633064"/>
              <a:ext cx="75259" cy="167167"/>
            </a:xfrm>
            <a:custGeom>
              <a:avLst/>
              <a:pathLst>
                <a:path w="75259" h="167167">
                  <a:moveTo>
                    <a:pt x="75259" y="17899"/>
                  </a:moveTo>
                  <a:lnTo>
                    <a:pt x="69849" y="15292"/>
                  </a:lnTo>
                  <a:lnTo>
                    <a:pt x="64350" y="12882"/>
                  </a:lnTo>
                  <a:lnTo>
                    <a:pt x="58767" y="10670"/>
                  </a:lnTo>
                  <a:lnTo>
                    <a:pt x="53109" y="8660"/>
                  </a:lnTo>
                  <a:lnTo>
                    <a:pt x="47382" y="6855"/>
                  </a:lnTo>
                  <a:lnTo>
                    <a:pt x="41594" y="5257"/>
                  </a:lnTo>
                  <a:lnTo>
                    <a:pt x="35752" y="3867"/>
                  </a:lnTo>
                  <a:lnTo>
                    <a:pt x="29864" y="2689"/>
                  </a:lnTo>
                  <a:lnTo>
                    <a:pt x="23937" y="1722"/>
                  </a:lnTo>
                  <a:lnTo>
                    <a:pt x="17980" y="969"/>
                  </a:lnTo>
                  <a:lnTo>
                    <a:pt x="11999" y="431"/>
                  </a:lnTo>
                  <a:lnTo>
                    <a:pt x="600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358832" y="3170392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6" y="11987"/>
                  </a:lnTo>
                  <a:lnTo>
                    <a:pt x="100091" y="14038"/>
                  </a:lnTo>
                  <a:lnTo>
                    <a:pt x="95264" y="16244"/>
                  </a:lnTo>
                  <a:lnTo>
                    <a:pt x="90509" y="18602"/>
                  </a:lnTo>
                  <a:lnTo>
                    <a:pt x="85831" y="21110"/>
                  </a:lnTo>
                  <a:lnTo>
                    <a:pt x="81236" y="23765"/>
                  </a:lnTo>
                  <a:lnTo>
                    <a:pt x="76727" y="26565"/>
                  </a:lnTo>
                  <a:lnTo>
                    <a:pt x="72309" y="29506"/>
                  </a:lnTo>
                  <a:lnTo>
                    <a:pt x="67987" y="32586"/>
                  </a:lnTo>
                  <a:lnTo>
                    <a:pt x="63764" y="35802"/>
                  </a:lnTo>
                  <a:lnTo>
                    <a:pt x="59646" y="39150"/>
                  </a:lnTo>
                  <a:lnTo>
                    <a:pt x="55637" y="42627"/>
                  </a:lnTo>
                  <a:lnTo>
                    <a:pt x="51739" y="46230"/>
                  </a:lnTo>
                  <a:lnTo>
                    <a:pt x="47958" y="49955"/>
                  </a:lnTo>
                  <a:lnTo>
                    <a:pt x="44297" y="53797"/>
                  </a:lnTo>
                  <a:lnTo>
                    <a:pt x="40760" y="57754"/>
                  </a:lnTo>
                  <a:lnTo>
                    <a:pt x="37351" y="61822"/>
                  </a:lnTo>
                  <a:lnTo>
                    <a:pt x="34072" y="65995"/>
                  </a:lnTo>
                  <a:lnTo>
                    <a:pt x="30927" y="70271"/>
                  </a:lnTo>
                  <a:lnTo>
                    <a:pt x="27920" y="74644"/>
                  </a:lnTo>
                  <a:lnTo>
                    <a:pt x="25053" y="79110"/>
                  </a:lnTo>
                  <a:lnTo>
                    <a:pt x="22329" y="83666"/>
                  </a:lnTo>
                  <a:lnTo>
                    <a:pt x="19751" y="88305"/>
                  </a:lnTo>
                  <a:lnTo>
                    <a:pt x="17322" y="93024"/>
                  </a:lnTo>
                  <a:lnTo>
                    <a:pt x="15044" y="97818"/>
                  </a:lnTo>
                  <a:lnTo>
                    <a:pt x="12919" y="102681"/>
                  </a:lnTo>
                  <a:lnTo>
                    <a:pt x="10950" y="107610"/>
                  </a:lnTo>
                  <a:lnTo>
                    <a:pt x="9138" y="112598"/>
                  </a:lnTo>
                  <a:lnTo>
                    <a:pt x="7485" y="117642"/>
                  </a:lnTo>
                  <a:lnTo>
                    <a:pt x="5994" y="122735"/>
                  </a:lnTo>
                  <a:lnTo>
                    <a:pt x="4664" y="127874"/>
                  </a:lnTo>
                  <a:lnTo>
                    <a:pt x="3499" y="133051"/>
                  </a:lnTo>
                  <a:lnTo>
                    <a:pt x="2498" y="138264"/>
                  </a:lnTo>
                  <a:lnTo>
                    <a:pt x="1664" y="143505"/>
                  </a:lnTo>
                  <a:lnTo>
                    <a:pt x="996" y="148770"/>
                  </a:lnTo>
                  <a:lnTo>
                    <a:pt x="496" y="154054"/>
                  </a:lnTo>
                  <a:lnTo>
                    <a:pt x="163" y="159351"/>
                  </a:lnTo>
                  <a:lnTo>
                    <a:pt x="0" y="164656"/>
                  </a:lnTo>
                  <a:lnTo>
                    <a:pt x="4" y="169963"/>
                  </a:lnTo>
                  <a:lnTo>
                    <a:pt x="177" y="175268"/>
                  </a:lnTo>
                  <a:lnTo>
                    <a:pt x="518" y="180565"/>
                  </a:lnTo>
                  <a:lnTo>
                    <a:pt x="1028" y="185847"/>
                  </a:lnTo>
                  <a:lnTo>
                    <a:pt x="1704" y="191112"/>
                  </a:lnTo>
                  <a:lnTo>
                    <a:pt x="2548" y="196352"/>
                  </a:lnTo>
                  <a:lnTo>
                    <a:pt x="3557" y="201562"/>
                  </a:lnTo>
                  <a:lnTo>
                    <a:pt x="4732" y="206738"/>
                  </a:lnTo>
                  <a:lnTo>
                    <a:pt x="6070" y="211874"/>
                  </a:lnTo>
                  <a:lnTo>
                    <a:pt x="7570" y="216965"/>
                  </a:lnTo>
                  <a:lnTo>
                    <a:pt x="9231" y="222006"/>
                  </a:lnTo>
                  <a:lnTo>
                    <a:pt x="11052" y="226991"/>
                  </a:lnTo>
                  <a:lnTo>
                    <a:pt x="13030" y="231916"/>
                  </a:lnTo>
                  <a:lnTo>
                    <a:pt x="15163" y="236776"/>
                  </a:lnTo>
                  <a:lnTo>
                    <a:pt x="17449" y="241566"/>
                  </a:lnTo>
                  <a:lnTo>
                    <a:pt x="19886" y="246281"/>
                  </a:lnTo>
                  <a:lnTo>
                    <a:pt x="22472" y="250916"/>
                  </a:lnTo>
                  <a:lnTo>
                    <a:pt x="25204" y="255466"/>
                  </a:lnTo>
                  <a:lnTo>
                    <a:pt x="28078" y="259928"/>
                  </a:lnTo>
                  <a:lnTo>
                    <a:pt x="31093" y="264296"/>
                  </a:lnTo>
                  <a:lnTo>
                    <a:pt x="34245" y="268566"/>
                  </a:lnTo>
                  <a:lnTo>
                    <a:pt x="37531" y="272734"/>
                  </a:lnTo>
                  <a:lnTo>
                    <a:pt x="40948" y="276795"/>
                  </a:lnTo>
                  <a:lnTo>
                    <a:pt x="44491" y="280746"/>
                  </a:lnTo>
                  <a:lnTo>
                    <a:pt x="48159" y="284583"/>
                  </a:lnTo>
                  <a:lnTo>
                    <a:pt x="51946" y="288301"/>
                  </a:lnTo>
                  <a:lnTo>
                    <a:pt x="55850" y="291897"/>
                  </a:lnTo>
                  <a:lnTo>
                    <a:pt x="59865" y="295367"/>
                  </a:lnTo>
                  <a:lnTo>
                    <a:pt x="63989" y="298708"/>
                  </a:lnTo>
                  <a:lnTo>
                    <a:pt x="68217" y="301917"/>
                  </a:lnTo>
                  <a:lnTo>
                    <a:pt x="72544" y="304990"/>
                  </a:lnTo>
                  <a:lnTo>
                    <a:pt x="76967" y="307923"/>
                  </a:lnTo>
                  <a:lnTo>
                    <a:pt x="81481" y="310715"/>
                  </a:lnTo>
                  <a:lnTo>
                    <a:pt x="86081" y="313362"/>
                  </a:lnTo>
                  <a:lnTo>
                    <a:pt x="90763" y="315862"/>
                  </a:lnTo>
                  <a:lnTo>
                    <a:pt x="95522" y="318212"/>
                  </a:lnTo>
                  <a:lnTo>
                    <a:pt x="100353" y="320410"/>
                  </a:lnTo>
                  <a:lnTo>
                    <a:pt x="105251" y="322453"/>
                  </a:lnTo>
                  <a:lnTo>
                    <a:pt x="110212" y="324340"/>
                  </a:lnTo>
                  <a:lnTo>
                    <a:pt x="115230" y="326068"/>
                  </a:lnTo>
                  <a:lnTo>
                    <a:pt x="120301" y="327636"/>
                  </a:lnTo>
                  <a:lnTo>
                    <a:pt x="125419" y="329042"/>
                  </a:lnTo>
                  <a:lnTo>
                    <a:pt x="130578" y="330285"/>
                  </a:lnTo>
                  <a:lnTo>
                    <a:pt x="135775" y="331364"/>
                  </a:lnTo>
                  <a:lnTo>
                    <a:pt x="141003" y="332277"/>
                  </a:lnTo>
                  <a:lnTo>
                    <a:pt x="146258" y="333024"/>
                  </a:lnTo>
                  <a:lnTo>
                    <a:pt x="151534" y="333604"/>
                  </a:lnTo>
                  <a:lnTo>
                    <a:pt x="156825" y="334015"/>
                  </a:lnTo>
                  <a:lnTo>
                    <a:pt x="162127" y="334259"/>
                  </a:lnTo>
                  <a:lnTo>
                    <a:pt x="167434" y="334334"/>
                  </a:lnTo>
                  <a:lnTo>
                    <a:pt x="172740" y="334241"/>
                  </a:lnTo>
                  <a:lnTo>
                    <a:pt x="178041" y="333979"/>
                  </a:lnTo>
                  <a:lnTo>
                    <a:pt x="183331" y="333549"/>
                  </a:lnTo>
                  <a:lnTo>
                    <a:pt x="188605" y="332952"/>
                  </a:lnTo>
                  <a:lnTo>
                    <a:pt x="193857" y="332187"/>
                  </a:lnTo>
                  <a:lnTo>
                    <a:pt x="199082" y="331256"/>
                  </a:lnTo>
                  <a:lnTo>
                    <a:pt x="204275" y="330159"/>
                  </a:lnTo>
                  <a:lnTo>
                    <a:pt x="209431" y="328899"/>
                  </a:lnTo>
                  <a:lnTo>
                    <a:pt x="214544" y="327475"/>
                  </a:lnTo>
                  <a:lnTo>
                    <a:pt x="219609" y="325889"/>
                  </a:lnTo>
                  <a:lnTo>
                    <a:pt x="224621" y="324144"/>
                  </a:lnTo>
                  <a:lnTo>
                    <a:pt x="229575" y="322241"/>
                  </a:lnTo>
                  <a:lnTo>
                    <a:pt x="234467" y="320181"/>
                  </a:lnTo>
                  <a:lnTo>
                    <a:pt x="239290" y="317966"/>
                  </a:lnTo>
                  <a:lnTo>
                    <a:pt x="244041" y="315600"/>
                  </a:lnTo>
                  <a:lnTo>
                    <a:pt x="248714" y="313084"/>
                  </a:lnTo>
                  <a:lnTo>
                    <a:pt x="253305" y="310422"/>
                  </a:lnTo>
                  <a:lnTo>
                    <a:pt x="257809" y="307614"/>
                  </a:lnTo>
                  <a:lnTo>
                    <a:pt x="262222" y="304665"/>
                  </a:lnTo>
                  <a:lnTo>
                    <a:pt x="266539" y="301578"/>
                  </a:lnTo>
                  <a:lnTo>
                    <a:pt x="270756" y="298355"/>
                  </a:lnTo>
                  <a:lnTo>
                    <a:pt x="274868" y="295000"/>
                  </a:lnTo>
                  <a:lnTo>
                    <a:pt x="278872" y="291516"/>
                  </a:lnTo>
                  <a:lnTo>
                    <a:pt x="282763" y="287907"/>
                  </a:lnTo>
                  <a:lnTo>
                    <a:pt x="286538" y="284175"/>
                  </a:lnTo>
                  <a:lnTo>
                    <a:pt x="290192" y="280326"/>
                  </a:lnTo>
                  <a:lnTo>
                    <a:pt x="293723" y="276363"/>
                  </a:lnTo>
                  <a:lnTo>
                    <a:pt x="297125" y="272290"/>
                  </a:lnTo>
                  <a:lnTo>
                    <a:pt x="300397" y="268111"/>
                  </a:lnTo>
                  <a:lnTo>
                    <a:pt x="303534" y="263830"/>
                  </a:lnTo>
                  <a:lnTo>
                    <a:pt x="306534" y="259452"/>
                  </a:lnTo>
                  <a:lnTo>
                    <a:pt x="309393" y="254980"/>
                  </a:lnTo>
                  <a:lnTo>
                    <a:pt x="312109" y="250421"/>
                  </a:lnTo>
                  <a:lnTo>
                    <a:pt x="314679" y="245777"/>
                  </a:lnTo>
                  <a:lnTo>
                    <a:pt x="317100" y="241054"/>
                  </a:lnTo>
                  <a:lnTo>
                    <a:pt x="319370" y="236256"/>
                  </a:lnTo>
                  <a:lnTo>
                    <a:pt x="321487" y="231389"/>
                  </a:lnTo>
                  <a:lnTo>
                    <a:pt x="323448" y="226457"/>
                  </a:lnTo>
                  <a:lnTo>
                    <a:pt x="325251" y="221466"/>
                  </a:lnTo>
                  <a:lnTo>
                    <a:pt x="326895" y="216419"/>
                  </a:lnTo>
                  <a:lnTo>
                    <a:pt x="328378" y="211323"/>
                  </a:lnTo>
                  <a:lnTo>
                    <a:pt x="329699" y="206183"/>
                  </a:lnTo>
                  <a:lnTo>
                    <a:pt x="330855" y="201003"/>
                  </a:lnTo>
                  <a:lnTo>
                    <a:pt x="331847" y="195789"/>
                  </a:lnTo>
                  <a:lnTo>
                    <a:pt x="332673" y="190546"/>
                  </a:lnTo>
                  <a:lnTo>
                    <a:pt x="333331" y="185280"/>
                  </a:lnTo>
                  <a:lnTo>
                    <a:pt x="333823" y="179995"/>
                  </a:lnTo>
                  <a:lnTo>
                    <a:pt x="334146" y="174697"/>
                  </a:lnTo>
                  <a:lnTo>
                    <a:pt x="334301" y="169392"/>
                  </a:lnTo>
                  <a:lnTo>
                    <a:pt x="334287" y="164085"/>
                  </a:lnTo>
                  <a:lnTo>
                    <a:pt x="334105" y="158780"/>
                  </a:lnTo>
                  <a:lnTo>
                    <a:pt x="333755" y="153485"/>
                  </a:lnTo>
                  <a:lnTo>
                    <a:pt x="333236" y="148203"/>
                  </a:lnTo>
                  <a:lnTo>
                    <a:pt x="332551" y="142940"/>
                  </a:lnTo>
                  <a:lnTo>
                    <a:pt x="331698" y="137701"/>
                  </a:lnTo>
                  <a:lnTo>
                    <a:pt x="330680" y="132492"/>
                  </a:lnTo>
                  <a:lnTo>
                    <a:pt x="329497" y="127318"/>
                  </a:lnTo>
                  <a:lnTo>
                    <a:pt x="328150" y="122185"/>
                  </a:lnTo>
                  <a:lnTo>
                    <a:pt x="326641" y="117096"/>
                  </a:lnTo>
                  <a:lnTo>
                    <a:pt x="324971" y="112058"/>
                  </a:lnTo>
                  <a:lnTo>
                    <a:pt x="323142" y="107076"/>
                  </a:lnTo>
                  <a:lnTo>
                    <a:pt x="321156" y="102154"/>
                  </a:lnTo>
                  <a:lnTo>
                    <a:pt x="319014" y="97298"/>
                  </a:lnTo>
                  <a:lnTo>
                    <a:pt x="316720" y="92512"/>
                  </a:lnTo>
                  <a:lnTo>
                    <a:pt x="314274" y="87802"/>
                  </a:lnTo>
                  <a:lnTo>
                    <a:pt x="311681" y="83171"/>
                  </a:lnTo>
                  <a:lnTo>
                    <a:pt x="308941" y="78625"/>
                  </a:lnTo>
                  <a:lnTo>
                    <a:pt x="306059" y="74169"/>
                  </a:lnTo>
                  <a:lnTo>
                    <a:pt x="303037" y="69806"/>
                  </a:lnTo>
                  <a:lnTo>
                    <a:pt x="299878" y="65541"/>
                  </a:lnTo>
                  <a:lnTo>
                    <a:pt x="296585" y="61379"/>
                  </a:lnTo>
                  <a:lnTo>
                    <a:pt x="293161" y="57323"/>
                  </a:lnTo>
                  <a:lnTo>
                    <a:pt x="289611" y="53378"/>
                  </a:lnTo>
                  <a:lnTo>
                    <a:pt x="285937" y="49548"/>
                  </a:lnTo>
                  <a:lnTo>
                    <a:pt x="282143" y="45836"/>
                  </a:lnTo>
                  <a:lnTo>
                    <a:pt x="278233" y="42247"/>
                  </a:lnTo>
                  <a:lnTo>
                    <a:pt x="274212" y="38783"/>
                  </a:lnTo>
                  <a:lnTo>
                    <a:pt x="270082" y="3544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25980" y="3205842"/>
              <a:ext cx="102934" cy="131717"/>
            </a:xfrm>
            <a:custGeom>
              <a:avLst/>
              <a:pathLst>
                <a:path w="102934" h="131717">
                  <a:moveTo>
                    <a:pt x="102934" y="0"/>
                  </a:moveTo>
                  <a:lnTo>
                    <a:pt x="0" y="131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25980" y="3201078"/>
              <a:ext cx="102934" cy="136481"/>
            </a:xfrm>
            <a:custGeom>
              <a:avLst/>
              <a:pathLst>
                <a:path w="102934" h="136481">
                  <a:moveTo>
                    <a:pt x="102934" y="4764"/>
                  </a:moveTo>
                  <a:lnTo>
                    <a:pt x="96528" y="0"/>
                  </a:lnTo>
                  <a:lnTo>
                    <a:pt x="0" y="1364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25980" y="3170392"/>
              <a:ext cx="96528" cy="167167"/>
            </a:xfrm>
            <a:custGeom>
              <a:avLst/>
              <a:pathLst>
                <a:path w="96528" h="167167">
                  <a:moveTo>
                    <a:pt x="96528" y="30685"/>
                  </a:moveTo>
                  <a:lnTo>
                    <a:pt x="91805" y="27464"/>
                  </a:lnTo>
                  <a:lnTo>
                    <a:pt x="86974" y="24407"/>
                  </a:lnTo>
                  <a:lnTo>
                    <a:pt x="82042" y="21517"/>
                  </a:lnTo>
                  <a:lnTo>
                    <a:pt x="77014" y="18797"/>
                  </a:lnTo>
                  <a:lnTo>
                    <a:pt x="71896" y="16250"/>
                  </a:lnTo>
                  <a:lnTo>
                    <a:pt x="66694" y="13880"/>
                  </a:lnTo>
                  <a:lnTo>
                    <a:pt x="61413" y="11689"/>
                  </a:lnTo>
                  <a:lnTo>
                    <a:pt x="56061" y="9680"/>
                  </a:lnTo>
                  <a:lnTo>
                    <a:pt x="50644" y="7856"/>
                  </a:lnTo>
                  <a:lnTo>
                    <a:pt x="45167" y="6217"/>
                  </a:lnTo>
                  <a:lnTo>
                    <a:pt x="39637" y="4767"/>
                  </a:lnTo>
                  <a:lnTo>
                    <a:pt x="34061" y="3506"/>
                  </a:lnTo>
                  <a:lnTo>
                    <a:pt x="28445" y="2437"/>
                  </a:lnTo>
                  <a:lnTo>
                    <a:pt x="22796" y="1561"/>
                  </a:lnTo>
                  <a:lnTo>
                    <a:pt x="17120" y="879"/>
                  </a:lnTo>
                  <a:lnTo>
                    <a:pt x="11425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423589" y="3707720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2" y="1335"/>
                  </a:lnTo>
                  <a:lnTo>
                    <a:pt x="140840" y="2084"/>
                  </a:lnTo>
                  <a:lnTo>
                    <a:pt x="135634" y="2999"/>
                  </a:lnTo>
                  <a:lnTo>
                    <a:pt x="130460" y="4078"/>
                  </a:lnTo>
                  <a:lnTo>
                    <a:pt x="125322" y="5319"/>
                  </a:lnTo>
                  <a:lnTo>
                    <a:pt x="120226" y="6723"/>
                  </a:lnTo>
                  <a:lnTo>
                    <a:pt x="115177" y="8287"/>
                  </a:lnTo>
                  <a:lnTo>
                    <a:pt x="110181" y="10009"/>
                  </a:lnTo>
                  <a:lnTo>
                    <a:pt x="105241" y="11889"/>
                  </a:lnTo>
                  <a:lnTo>
                    <a:pt x="100363" y="13924"/>
                  </a:lnTo>
                  <a:lnTo>
                    <a:pt x="95551" y="16113"/>
                  </a:lnTo>
                  <a:lnTo>
                    <a:pt x="90812" y="18452"/>
                  </a:lnTo>
                  <a:lnTo>
                    <a:pt x="86148" y="20940"/>
                  </a:lnTo>
                  <a:lnTo>
                    <a:pt x="81566" y="23574"/>
                  </a:lnTo>
                  <a:lnTo>
                    <a:pt x="77069" y="26352"/>
                  </a:lnTo>
                  <a:lnTo>
                    <a:pt x="72663" y="29270"/>
                  </a:lnTo>
                  <a:lnTo>
                    <a:pt x="68350" y="32327"/>
                  </a:lnTo>
                  <a:lnTo>
                    <a:pt x="64137" y="35518"/>
                  </a:lnTo>
                  <a:lnTo>
                    <a:pt x="60026" y="38840"/>
                  </a:lnTo>
                  <a:lnTo>
                    <a:pt x="56023" y="42291"/>
                  </a:lnTo>
                  <a:lnTo>
                    <a:pt x="52131" y="45867"/>
                  </a:lnTo>
                  <a:lnTo>
                    <a:pt x="48353" y="49564"/>
                  </a:lnTo>
                  <a:lnTo>
                    <a:pt x="44695" y="53379"/>
                  </a:lnTo>
                  <a:lnTo>
                    <a:pt x="41159" y="57308"/>
                  </a:lnTo>
                  <a:lnTo>
                    <a:pt x="37749" y="61346"/>
                  </a:lnTo>
                  <a:lnTo>
                    <a:pt x="34468" y="65490"/>
                  </a:lnTo>
                  <a:lnTo>
                    <a:pt x="31320" y="69736"/>
                  </a:lnTo>
                  <a:lnTo>
                    <a:pt x="28308" y="74079"/>
                  </a:lnTo>
                  <a:lnTo>
                    <a:pt x="25434" y="78515"/>
                  </a:lnTo>
                  <a:lnTo>
                    <a:pt x="22702" y="83040"/>
                  </a:lnTo>
                  <a:lnTo>
                    <a:pt x="20115" y="87649"/>
                  </a:lnTo>
                  <a:lnTo>
                    <a:pt x="17674" y="92337"/>
                  </a:lnTo>
                  <a:lnTo>
                    <a:pt x="15383" y="97100"/>
                  </a:lnTo>
                  <a:lnTo>
                    <a:pt x="13244" y="101933"/>
                  </a:lnTo>
                  <a:lnTo>
                    <a:pt x="11259" y="106832"/>
                  </a:lnTo>
                  <a:lnTo>
                    <a:pt x="9429" y="111791"/>
                  </a:lnTo>
                  <a:lnTo>
                    <a:pt x="7758" y="116805"/>
                  </a:lnTo>
                  <a:lnTo>
                    <a:pt x="6245" y="121869"/>
                  </a:lnTo>
                  <a:lnTo>
                    <a:pt x="4893" y="126979"/>
                  </a:lnTo>
                  <a:lnTo>
                    <a:pt x="3704" y="132129"/>
                  </a:lnTo>
                  <a:lnTo>
                    <a:pt x="2678" y="137314"/>
                  </a:lnTo>
                  <a:lnTo>
                    <a:pt x="1816" y="142529"/>
                  </a:lnTo>
                  <a:lnTo>
                    <a:pt x="1120" y="147768"/>
                  </a:lnTo>
                  <a:lnTo>
                    <a:pt x="590" y="153027"/>
                  </a:lnTo>
                  <a:lnTo>
                    <a:pt x="226" y="158300"/>
                  </a:lnTo>
                  <a:lnTo>
                    <a:pt x="29" y="163582"/>
                  </a:lnTo>
                  <a:lnTo>
                    <a:pt x="0" y="168867"/>
                  </a:lnTo>
                  <a:lnTo>
                    <a:pt x="137" y="174151"/>
                  </a:lnTo>
                  <a:lnTo>
                    <a:pt x="441" y="179428"/>
                  </a:lnTo>
                  <a:lnTo>
                    <a:pt x="912" y="184692"/>
                  </a:lnTo>
                  <a:lnTo>
                    <a:pt x="1549" y="189939"/>
                  </a:lnTo>
                  <a:lnTo>
                    <a:pt x="2352" y="195163"/>
                  </a:lnTo>
                  <a:lnTo>
                    <a:pt x="3319" y="200360"/>
                  </a:lnTo>
                  <a:lnTo>
                    <a:pt x="4451" y="205523"/>
                  </a:lnTo>
                  <a:lnTo>
                    <a:pt x="5744" y="210647"/>
                  </a:lnTo>
                  <a:lnTo>
                    <a:pt x="7200" y="215728"/>
                  </a:lnTo>
                  <a:lnTo>
                    <a:pt x="8815" y="220761"/>
                  </a:lnTo>
                  <a:lnTo>
                    <a:pt x="10588" y="225740"/>
                  </a:lnTo>
                  <a:lnTo>
                    <a:pt x="12518" y="230661"/>
                  </a:lnTo>
                  <a:lnTo>
                    <a:pt x="14603" y="235518"/>
                  </a:lnTo>
                  <a:lnTo>
                    <a:pt x="16840" y="240307"/>
                  </a:lnTo>
                  <a:lnTo>
                    <a:pt x="19228" y="245022"/>
                  </a:lnTo>
                  <a:lnTo>
                    <a:pt x="21763" y="249660"/>
                  </a:lnTo>
                  <a:lnTo>
                    <a:pt x="24443" y="254215"/>
                  </a:lnTo>
                  <a:lnTo>
                    <a:pt x="27267" y="258684"/>
                  </a:lnTo>
                  <a:lnTo>
                    <a:pt x="30230" y="263060"/>
                  </a:lnTo>
                  <a:lnTo>
                    <a:pt x="33330" y="267341"/>
                  </a:lnTo>
                  <a:lnTo>
                    <a:pt x="36564" y="271522"/>
                  </a:lnTo>
                  <a:lnTo>
                    <a:pt x="39928" y="275599"/>
                  </a:lnTo>
                  <a:lnTo>
                    <a:pt x="43420" y="279567"/>
                  </a:lnTo>
                  <a:lnTo>
                    <a:pt x="47035" y="283422"/>
                  </a:lnTo>
                  <a:lnTo>
                    <a:pt x="50770" y="287162"/>
                  </a:lnTo>
                  <a:lnTo>
                    <a:pt x="54622" y="290781"/>
                  </a:lnTo>
                  <a:lnTo>
                    <a:pt x="58586" y="294277"/>
                  </a:lnTo>
                  <a:lnTo>
                    <a:pt x="62659" y="297646"/>
                  </a:lnTo>
                  <a:lnTo>
                    <a:pt x="66836" y="300885"/>
                  </a:lnTo>
                  <a:lnTo>
                    <a:pt x="71114" y="303989"/>
                  </a:lnTo>
                  <a:lnTo>
                    <a:pt x="75487" y="306957"/>
                  </a:lnTo>
                  <a:lnTo>
                    <a:pt x="79952" y="309786"/>
                  </a:lnTo>
                  <a:lnTo>
                    <a:pt x="84505" y="312471"/>
                  </a:lnTo>
                  <a:lnTo>
                    <a:pt x="89140" y="315012"/>
                  </a:lnTo>
                  <a:lnTo>
                    <a:pt x="93853" y="317404"/>
                  </a:lnTo>
                  <a:lnTo>
                    <a:pt x="98639" y="319647"/>
                  </a:lnTo>
                  <a:lnTo>
                    <a:pt x="103494" y="321737"/>
                  </a:lnTo>
                  <a:lnTo>
                    <a:pt x="108412" y="323672"/>
                  </a:lnTo>
                  <a:lnTo>
                    <a:pt x="113389" y="325451"/>
                  </a:lnTo>
                  <a:lnTo>
                    <a:pt x="118420" y="327072"/>
                  </a:lnTo>
                  <a:lnTo>
                    <a:pt x="123500" y="328533"/>
                  </a:lnTo>
                  <a:lnTo>
                    <a:pt x="128623" y="329832"/>
                  </a:lnTo>
                  <a:lnTo>
                    <a:pt x="133785" y="330969"/>
                  </a:lnTo>
                  <a:lnTo>
                    <a:pt x="138980" y="331942"/>
                  </a:lnTo>
                  <a:lnTo>
                    <a:pt x="144203" y="332751"/>
                  </a:lnTo>
                  <a:lnTo>
                    <a:pt x="149449" y="333394"/>
                  </a:lnTo>
                  <a:lnTo>
                    <a:pt x="154713" y="333870"/>
                  </a:lnTo>
                  <a:lnTo>
                    <a:pt x="159990" y="334181"/>
                  </a:lnTo>
                  <a:lnTo>
                    <a:pt x="165273" y="334324"/>
                  </a:lnTo>
                  <a:lnTo>
                    <a:pt x="170559" y="334300"/>
                  </a:lnTo>
                  <a:lnTo>
                    <a:pt x="175841" y="334109"/>
                  </a:lnTo>
                  <a:lnTo>
                    <a:pt x="181114" y="333751"/>
                  </a:lnTo>
                  <a:lnTo>
                    <a:pt x="186374" y="333226"/>
                  </a:lnTo>
                  <a:lnTo>
                    <a:pt x="191614" y="332536"/>
                  </a:lnTo>
                  <a:lnTo>
                    <a:pt x="196829" y="331680"/>
                  </a:lnTo>
                  <a:lnTo>
                    <a:pt x="202016" y="330660"/>
                  </a:lnTo>
                  <a:lnTo>
                    <a:pt x="207167" y="329476"/>
                  </a:lnTo>
                  <a:lnTo>
                    <a:pt x="212278" y="328130"/>
                  </a:lnTo>
                  <a:lnTo>
                    <a:pt x="217344" y="326623"/>
                  </a:lnTo>
                  <a:lnTo>
                    <a:pt x="222360" y="324957"/>
                  </a:lnTo>
                  <a:lnTo>
                    <a:pt x="227321" y="323133"/>
                  </a:lnTo>
                  <a:lnTo>
                    <a:pt x="232222" y="321153"/>
                  </a:lnTo>
                  <a:lnTo>
                    <a:pt x="237057" y="319019"/>
                  </a:lnTo>
                  <a:lnTo>
                    <a:pt x="241823" y="316733"/>
                  </a:lnTo>
                  <a:lnTo>
                    <a:pt x="246514" y="314298"/>
                  </a:lnTo>
                  <a:lnTo>
                    <a:pt x="251126" y="311716"/>
                  </a:lnTo>
                  <a:lnTo>
                    <a:pt x="255654" y="308989"/>
                  </a:lnTo>
                  <a:lnTo>
                    <a:pt x="260093" y="306121"/>
                  </a:lnTo>
                  <a:lnTo>
                    <a:pt x="264439" y="303113"/>
                  </a:lnTo>
                  <a:lnTo>
                    <a:pt x="268689" y="299970"/>
                  </a:lnTo>
                  <a:lnTo>
                    <a:pt x="272836" y="296693"/>
                  </a:lnTo>
                  <a:lnTo>
                    <a:pt x="276878" y="293288"/>
                  </a:lnTo>
                  <a:lnTo>
                    <a:pt x="280811" y="289756"/>
                  </a:lnTo>
                  <a:lnTo>
                    <a:pt x="284629" y="286102"/>
                  </a:lnTo>
                  <a:lnTo>
                    <a:pt x="288331" y="282329"/>
                  </a:lnTo>
                  <a:lnTo>
                    <a:pt x="291911" y="278440"/>
                  </a:lnTo>
                  <a:lnTo>
                    <a:pt x="295366" y="274441"/>
                  </a:lnTo>
                  <a:lnTo>
                    <a:pt x="298694" y="270334"/>
                  </a:lnTo>
                  <a:lnTo>
                    <a:pt x="301889" y="266124"/>
                  </a:lnTo>
                  <a:lnTo>
                    <a:pt x="304950" y="261815"/>
                  </a:lnTo>
                  <a:lnTo>
                    <a:pt x="307874" y="257412"/>
                  </a:lnTo>
                  <a:lnTo>
                    <a:pt x="310656" y="252918"/>
                  </a:lnTo>
                  <a:lnTo>
                    <a:pt x="313296" y="248338"/>
                  </a:lnTo>
                  <a:lnTo>
                    <a:pt x="315789" y="243678"/>
                  </a:lnTo>
                  <a:lnTo>
                    <a:pt x="318133" y="238941"/>
                  </a:lnTo>
                  <a:lnTo>
                    <a:pt x="320327" y="234132"/>
                  </a:lnTo>
                  <a:lnTo>
                    <a:pt x="322367" y="229256"/>
                  </a:lnTo>
                  <a:lnTo>
                    <a:pt x="324253" y="224318"/>
                  </a:lnTo>
                  <a:lnTo>
                    <a:pt x="325981" y="219323"/>
                  </a:lnTo>
                  <a:lnTo>
                    <a:pt x="327550" y="214276"/>
                  </a:lnTo>
                  <a:lnTo>
                    <a:pt x="328960" y="209182"/>
                  </a:lnTo>
                  <a:lnTo>
                    <a:pt x="330207" y="204046"/>
                  </a:lnTo>
                  <a:lnTo>
                    <a:pt x="331291" y="198873"/>
                  </a:lnTo>
                  <a:lnTo>
                    <a:pt x="332212" y="193668"/>
                  </a:lnTo>
                  <a:lnTo>
                    <a:pt x="332967" y="188437"/>
                  </a:lnTo>
                  <a:lnTo>
                    <a:pt x="333557" y="183184"/>
                  </a:lnTo>
                  <a:lnTo>
                    <a:pt x="333980" y="177916"/>
                  </a:lnTo>
                  <a:lnTo>
                    <a:pt x="334236" y="172637"/>
                  </a:lnTo>
                  <a:lnTo>
                    <a:pt x="334326" y="167352"/>
                  </a:lnTo>
                  <a:lnTo>
                    <a:pt x="334248" y="162067"/>
                  </a:lnTo>
                  <a:lnTo>
                    <a:pt x="334003" y="156787"/>
                  </a:lnTo>
                  <a:lnTo>
                    <a:pt x="333592" y="151518"/>
                  </a:lnTo>
                  <a:lnTo>
                    <a:pt x="333014" y="146264"/>
                  </a:lnTo>
                  <a:lnTo>
                    <a:pt x="332270" y="141031"/>
                  </a:lnTo>
                  <a:lnTo>
                    <a:pt x="331361" y="135824"/>
                  </a:lnTo>
                  <a:lnTo>
                    <a:pt x="330288" y="130649"/>
                  </a:lnTo>
                  <a:lnTo>
                    <a:pt x="329052" y="125510"/>
                  </a:lnTo>
                  <a:lnTo>
                    <a:pt x="327654" y="120412"/>
                  </a:lnTo>
                  <a:lnTo>
                    <a:pt x="326096" y="115362"/>
                  </a:lnTo>
                  <a:lnTo>
                    <a:pt x="324379" y="110363"/>
                  </a:lnTo>
                  <a:lnTo>
                    <a:pt x="322504" y="105421"/>
                  </a:lnTo>
                  <a:lnTo>
                    <a:pt x="320475" y="100541"/>
                  </a:lnTo>
                  <a:lnTo>
                    <a:pt x="318292" y="95727"/>
                  </a:lnTo>
                  <a:lnTo>
                    <a:pt x="315958" y="90985"/>
                  </a:lnTo>
                  <a:lnTo>
                    <a:pt x="313475" y="86319"/>
                  </a:lnTo>
                  <a:lnTo>
                    <a:pt x="310846" y="81734"/>
                  </a:lnTo>
                  <a:lnTo>
                    <a:pt x="308073" y="77234"/>
                  </a:lnTo>
                  <a:lnTo>
                    <a:pt x="305159" y="72824"/>
                  </a:lnTo>
                  <a:lnTo>
                    <a:pt x="302108" y="68508"/>
                  </a:lnTo>
                  <a:lnTo>
                    <a:pt x="298921" y="64291"/>
                  </a:lnTo>
                  <a:lnTo>
                    <a:pt x="295603" y="60177"/>
                  </a:lnTo>
                  <a:lnTo>
                    <a:pt x="292157" y="56170"/>
                  </a:lnTo>
                  <a:lnTo>
                    <a:pt x="288585" y="52274"/>
                  </a:lnTo>
                  <a:lnTo>
                    <a:pt x="284892" y="48492"/>
                  </a:lnTo>
                  <a:lnTo>
                    <a:pt x="281081" y="44829"/>
                  </a:lnTo>
                  <a:lnTo>
                    <a:pt x="277157" y="41289"/>
                  </a:lnTo>
                  <a:lnTo>
                    <a:pt x="273122" y="37874"/>
                  </a:lnTo>
                  <a:lnTo>
                    <a:pt x="268982" y="34589"/>
                  </a:lnTo>
                  <a:lnTo>
                    <a:pt x="264740" y="31436"/>
                  </a:lnTo>
                  <a:lnTo>
                    <a:pt x="260400" y="28419"/>
                  </a:lnTo>
                  <a:lnTo>
                    <a:pt x="255967" y="25541"/>
                  </a:lnTo>
                  <a:lnTo>
                    <a:pt x="251445" y="22804"/>
                  </a:lnTo>
                  <a:lnTo>
                    <a:pt x="246839" y="20212"/>
                  </a:lnTo>
                  <a:lnTo>
                    <a:pt x="242154" y="17766"/>
                  </a:lnTo>
                  <a:lnTo>
                    <a:pt x="237393" y="15470"/>
                  </a:lnTo>
                  <a:lnTo>
                    <a:pt x="232562" y="13325"/>
                  </a:lnTo>
                  <a:lnTo>
                    <a:pt x="227666" y="11334"/>
                  </a:lnTo>
                  <a:lnTo>
                    <a:pt x="222709" y="9499"/>
                  </a:lnTo>
                  <a:lnTo>
                    <a:pt x="217697" y="7822"/>
                  </a:lnTo>
                  <a:lnTo>
                    <a:pt x="212634" y="6304"/>
                  </a:lnTo>
                  <a:lnTo>
                    <a:pt x="207526" y="4947"/>
                  </a:lnTo>
                  <a:lnTo>
                    <a:pt x="202377" y="375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3711108"/>
              <a:ext cx="35218" cy="163779"/>
            </a:xfrm>
            <a:custGeom>
              <a:avLst/>
              <a:pathLst>
                <a:path w="35218" h="163779">
                  <a:moveTo>
                    <a:pt x="35218" y="364"/>
                  </a:moveTo>
                  <a:lnTo>
                    <a:pt x="33482" y="0"/>
                  </a:lnTo>
                  <a:lnTo>
                    <a:pt x="0" y="163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3707720"/>
              <a:ext cx="33482" cy="167167"/>
            </a:xfrm>
            <a:custGeom>
              <a:avLst/>
              <a:pathLst>
                <a:path w="33482" h="167167">
                  <a:moveTo>
                    <a:pt x="33482" y="3387"/>
                  </a:moveTo>
                  <a:lnTo>
                    <a:pt x="26851" y="2170"/>
                  </a:lnTo>
                  <a:lnTo>
                    <a:pt x="20176" y="1222"/>
                  </a:lnTo>
                  <a:lnTo>
                    <a:pt x="13469" y="543"/>
                  </a:lnTo>
                  <a:lnTo>
                    <a:pt x="6740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14131" y="4213821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4" y="2088"/>
                  </a:lnTo>
                  <a:lnTo>
                    <a:pt x="135604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1" y="8301"/>
                  </a:lnTo>
                  <a:lnTo>
                    <a:pt x="110130" y="10027"/>
                  </a:lnTo>
                  <a:lnTo>
                    <a:pt x="105187" y="11910"/>
                  </a:lnTo>
                  <a:lnTo>
                    <a:pt x="100305" y="13948"/>
                  </a:lnTo>
                  <a:lnTo>
                    <a:pt x="95490" y="16140"/>
                  </a:lnTo>
                  <a:lnTo>
                    <a:pt x="90748" y="18484"/>
                  </a:lnTo>
                  <a:lnTo>
                    <a:pt x="86081" y="20976"/>
                  </a:lnTo>
                  <a:lnTo>
                    <a:pt x="81496" y="23614"/>
                  </a:lnTo>
                  <a:lnTo>
                    <a:pt x="76997" y="26397"/>
                  </a:lnTo>
                  <a:lnTo>
                    <a:pt x="72588" y="29320"/>
                  </a:lnTo>
                  <a:lnTo>
                    <a:pt x="68273" y="32381"/>
                  </a:lnTo>
                  <a:lnTo>
                    <a:pt x="64058" y="35577"/>
                  </a:lnTo>
                  <a:lnTo>
                    <a:pt x="59946" y="38906"/>
                  </a:lnTo>
                  <a:lnTo>
                    <a:pt x="55941" y="42362"/>
                  </a:lnTo>
                  <a:lnTo>
                    <a:pt x="52048" y="45944"/>
                  </a:lnTo>
                  <a:lnTo>
                    <a:pt x="48270" y="49647"/>
                  </a:lnTo>
                  <a:lnTo>
                    <a:pt x="44611" y="53467"/>
                  </a:lnTo>
                  <a:lnTo>
                    <a:pt x="41074" y="57402"/>
                  </a:lnTo>
                  <a:lnTo>
                    <a:pt x="37664" y="61446"/>
                  </a:lnTo>
                  <a:lnTo>
                    <a:pt x="34384" y="65596"/>
                  </a:lnTo>
                  <a:lnTo>
                    <a:pt x="31237" y="69848"/>
                  </a:lnTo>
                  <a:lnTo>
                    <a:pt x="28225" y="74198"/>
                  </a:lnTo>
                  <a:lnTo>
                    <a:pt x="25353" y="78640"/>
                  </a:lnTo>
                  <a:lnTo>
                    <a:pt x="22623" y="83171"/>
                  </a:lnTo>
                  <a:lnTo>
                    <a:pt x="20038" y="87787"/>
                  </a:lnTo>
                  <a:lnTo>
                    <a:pt x="17600" y="92482"/>
                  </a:lnTo>
                  <a:lnTo>
                    <a:pt x="15311" y="97251"/>
                  </a:lnTo>
                  <a:lnTo>
                    <a:pt x="13175" y="102091"/>
                  </a:lnTo>
                  <a:lnTo>
                    <a:pt x="11193" y="106996"/>
                  </a:lnTo>
                  <a:lnTo>
                    <a:pt x="9367" y="111961"/>
                  </a:lnTo>
                  <a:lnTo>
                    <a:pt x="7699" y="116981"/>
                  </a:lnTo>
                  <a:lnTo>
                    <a:pt x="6191" y="122052"/>
                  </a:lnTo>
                  <a:lnTo>
                    <a:pt x="4844" y="127167"/>
                  </a:lnTo>
                  <a:lnTo>
                    <a:pt x="3660" y="132323"/>
                  </a:lnTo>
                  <a:lnTo>
                    <a:pt x="2639" y="137514"/>
                  </a:lnTo>
                  <a:lnTo>
                    <a:pt x="1783" y="142734"/>
                  </a:lnTo>
                  <a:lnTo>
                    <a:pt x="1093" y="147979"/>
                  </a:lnTo>
                  <a:lnTo>
                    <a:pt x="569" y="153243"/>
                  </a:lnTo>
                  <a:lnTo>
                    <a:pt x="212" y="158521"/>
                  </a:lnTo>
                  <a:lnTo>
                    <a:pt x="22" y="163808"/>
                  </a:lnTo>
                  <a:lnTo>
                    <a:pt x="0" y="169098"/>
                  </a:lnTo>
                  <a:lnTo>
                    <a:pt x="144" y="174386"/>
                  </a:lnTo>
                  <a:lnTo>
                    <a:pt x="456" y="179667"/>
                  </a:lnTo>
                  <a:lnTo>
                    <a:pt x="935" y="184936"/>
                  </a:lnTo>
                  <a:lnTo>
                    <a:pt x="1581" y="190186"/>
                  </a:lnTo>
                  <a:lnTo>
                    <a:pt x="2392" y="195414"/>
                  </a:lnTo>
                  <a:lnTo>
                    <a:pt x="3368" y="200613"/>
                  </a:lnTo>
                  <a:lnTo>
                    <a:pt x="4509" y="205779"/>
                  </a:lnTo>
                  <a:lnTo>
                    <a:pt x="5812" y="210906"/>
                  </a:lnTo>
                  <a:lnTo>
                    <a:pt x="7277" y="215989"/>
                  </a:lnTo>
                  <a:lnTo>
                    <a:pt x="8902" y="221024"/>
                  </a:lnTo>
                  <a:lnTo>
                    <a:pt x="10685" y="226004"/>
                  </a:lnTo>
                  <a:lnTo>
                    <a:pt x="12625" y="230926"/>
                  </a:lnTo>
                  <a:lnTo>
                    <a:pt x="14720" y="235783"/>
                  </a:lnTo>
                  <a:lnTo>
                    <a:pt x="16967" y="240572"/>
                  </a:lnTo>
                  <a:lnTo>
                    <a:pt x="19365" y="245288"/>
                  </a:lnTo>
                  <a:lnTo>
                    <a:pt x="21911" y="249925"/>
                  </a:lnTo>
                  <a:lnTo>
                    <a:pt x="24602" y="254479"/>
                  </a:lnTo>
                  <a:lnTo>
                    <a:pt x="27436" y="258946"/>
                  </a:lnTo>
                  <a:lnTo>
                    <a:pt x="30410" y="263321"/>
                  </a:lnTo>
                  <a:lnTo>
                    <a:pt x="33521" y="267600"/>
                  </a:lnTo>
                  <a:lnTo>
                    <a:pt x="36766" y="271778"/>
                  </a:lnTo>
                  <a:lnTo>
                    <a:pt x="40142" y="275852"/>
                  </a:lnTo>
                  <a:lnTo>
                    <a:pt x="43644" y="279816"/>
                  </a:lnTo>
                  <a:lnTo>
                    <a:pt x="47270" y="283668"/>
                  </a:lnTo>
                  <a:lnTo>
                    <a:pt x="51017" y="287403"/>
                  </a:lnTo>
                  <a:lnTo>
                    <a:pt x="54879" y="291017"/>
                  </a:lnTo>
                  <a:lnTo>
                    <a:pt x="58854" y="294508"/>
                  </a:lnTo>
                  <a:lnTo>
                    <a:pt x="62938" y="297871"/>
                  </a:lnTo>
                  <a:lnTo>
                    <a:pt x="67126" y="301103"/>
                  </a:lnTo>
                  <a:lnTo>
                    <a:pt x="71414" y="304201"/>
                  </a:lnTo>
                  <a:lnTo>
                    <a:pt x="75798" y="307162"/>
                  </a:lnTo>
                  <a:lnTo>
                    <a:pt x="80273" y="309983"/>
                  </a:lnTo>
                  <a:lnTo>
                    <a:pt x="84836" y="312660"/>
                  </a:lnTo>
                  <a:lnTo>
                    <a:pt x="89481" y="315192"/>
                  </a:lnTo>
                  <a:lnTo>
                    <a:pt x="94203" y="317576"/>
                  </a:lnTo>
                  <a:lnTo>
                    <a:pt x="98999" y="319809"/>
                  </a:lnTo>
                  <a:lnTo>
                    <a:pt x="103863" y="321889"/>
                  </a:lnTo>
                  <a:lnTo>
                    <a:pt x="108790" y="323814"/>
                  </a:lnTo>
                  <a:lnTo>
                    <a:pt x="113776" y="325583"/>
                  </a:lnTo>
                  <a:lnTo>
                    <a:pt x="118815" y="327192"/>
                  </a:lnTo>
                  <a:lnTo>
                    <a:pt x="123903" y="328642"/>
                  </a:lnTo>
                  <a:lnTo>
                    <a:pt x="129034" y="329930"/>
                  </a:lnTo>
                  <a:lnTo>
                    <a:pt x="134203" y="331054"/>
                  </a:lnTo>
                  <a:lnTo>
                    <a:pt x="139405" y="332015"/>
                  </a:lnTo>
                  <a:lnTo>
                    <a:pt x="144635" y="332810"/>
                  </a:lnTo>
                  <a:lnTo>
                    <a:pt x="149888" y="333440"/>
                  </a:lnTo>
                  <a:lnTo>
                    <a:pt x="155158" y="333903"/>
                  </a:lnTo>
                  <a:lnTo>
                    <a:pt x="160440" y="334199"/>
                  </a:lnTo>
                  <a:lnTo>
                    <a:pt x="165728" y="334328"/>
                  </a:lnTo>
                  <a:lnTo>
                    <a:pt x="171018" y="334290"/>
                  </a:lnTo>
                  <a:lnTo>
                    <a:pt x="176304" y="334084"/>
                  </a:lnTo>
                  <a:lnTo>
                    <a:pt x="181581" y="333711"/>
                  </a:lnTo>
                  <a:lnTo>
                    <a:pt x="186844" y="333171"/>
                  </a:lnTo>
                  <a:lnTo>
                    <a:pt x="192086" y="332465"/>
                  </a:lnTo>
                  <a:lnTo>
                    <a:pt x="197304" y="331593"/>
                  </a:lnTo>
                  <a:lnTo>
                    <a:pt x="202492" y="330557"/>
                  </a:lnTo>
                  <a:lnTo>
                    <a:pt x="207644" y="329357"/>
                  </a:lnTo>
                  <a:lnTo>
                    <a:pt x="212756" y="327995"/>
                  </a:lnTo>
                  <a:lnTo>
                    <a:pt x="217822" y="326471"/>
                  </a:lnTo>
                  <a:lnTo>
                    <a:pt x="222837" y="324788"/>
                  </a:lnTo>
                  <a:lnTo>
                    <a:pt x="227797" y="322948"/>
                  </a:lnTo>
                  <a:lnTo>
                    <a:pt x="232696" y="320951"/>
                  </a:lnTo>
                  <a:lnTo>
                    <a:pt x="237529" y="318800"/>
                  </a:lnTo>
                  <a:lnTo>
                    <a:pt x="242291" y="316497"/>
                  </a:lnTo>
                  <a:lnTo>
                    <a:pt x="246979" y="314045"/>
                  </a:lnTo>
                  <a:lnTo>
                    <a:pt x="251586" y="311446"/>
                  </a:lnTo>
                  <a:lnTo>
                    <a:pt x="256109" y="308702"/>
                  </a:lnTo>
                  <a:lnTo>
                    <a:pt x="260543" y="305817"/>
                  </a:lnTo>
                  <a:lnTo>
                    <a:pt x="264884" y="302792"/>
                  </a:lnTo>
                  <a:lnTo>
                    <a:pt x="269126" y="299632"/>
                  </a:lnTo>
                  <a:lnTo>
                    <a:pt x="273266" y="296339"/>
                  </a:lnTo>
                  <a:lnTo>
                    <a:pt x="277300" y="292917"/>
                  </a:lnTo>
                  <a:lnTo>
                    <a:pt x="281224" y="289369"/>
                  </a:lnTo>
                  <a:lnTo>
                    <a:pt x="285034" y="285698"/>
                  </a:lnTo>
                  <a:lnTo>
                    <a:pt x="288725" y="281909"/>
                  </a:lnTo>
                  <a:lnTo>
                    <a:pt x="292295" y="278005"/>
                  </a:lnTo>
                  <a:lnTo>
                    <a:pt x="295740" y="273990"/>
                  </a:lnTo>
                  <a:lnTo>
                    <a:pt x="299055" y="269868"/>
                  </a:lnTo>
                  <a:lnTo>
                    <a:pt x="302239" y="265643"/>
                  </a:lnTo>
                  <a:lnTo>
                    <a:pt x="305287" y="261319"/>
                  </a:lnTo>
                  <a:lnTo>
                    <a:pt x="308197" y="256901"/>
                  </a:lnTo>
                  <a:lnTo>
                    <a:pt x="310966" y="252394"/>
                  </a:lnTo>
                  <a:lnTo>
                    <a:pt x="313591" y="247801"/>
                  </a:lnTo>
                  <a:lnTo>
                    <a:pt x="316069" y="243127"/>
                  </a:lnTo>
                  <a:lnTo>
                    <a:pt x="318398" y="238377"/>
                  </a:lnTo>
                  <a:lnTo>
                    <a:pt x="320575" y="233556"/>
                  </a:lnTo>
                  <a:lnTo>
                    <a:pt x="322599" y="228668"/>
                  </a:lnTo>
                  <a:lnTo>
                    <a:pt x="324467" y="223719"/>
                  </a:lnTo>
                  <a:lnTo>
                    <a:pt x="326178" y="218713"/>
                  </a:lnTo>
                  <a:lnTo>
                    <a:pt x="327729" y="213655"/>
                  </a:lnTo>
                  <a:lnTo>
                    <a:pt x="329120" y="208551"/>
                  </a:lnTo>
                  <a:lnTo>
                    <a:pt x="330348" y="203406"/>
                  </a:lnTo>
                  <a:lnTo>
                    <a:pt x="331413" y="198224"/>
                  </a:lnTo>
                  <a:lnTo>
                    <a:pt x="332313" y="193011"/>
                  </a:lnTo>
                  <a:lnTo>
                    <a:pt x="333048" y="187772"/>
                  </a:lnTo>
                  <a:lnTo>
                    <a:pt x="333617" y="182513"/>
                  </a:lnTo>
                  <a:lnTo>
                    <a:pt x="334020" y="177238"/>
                  </a:lnTo>
                  <a:lnTo>
                    <a:pt x="334255" y="171953"/>
                  </a:lnTo>
                  <a:lnTo>
                    <a:pt x="334322" y="166663"/>
                  </a:lnTo>
                  <a:lnTo>
                    <a:pt x="334223" y="161374"/>
                  </a:lnTo>
                  <a:lnTo>
                    <a:pt x="333956" y="156091"/>
                  </a:lnTo>
                  <a:lnTo>
                    <a:pt x="333522" y="150818"/>
                  </a:lnTo>
                  <a:lnTo>
                    <a:pt x="332921" y="145563"/>
                  </a:lnTo>
                  <a:lnTo>
                    <a:pt x="332155" y="140328"/>
                  </a:lnTo>
                  <a:lnTo>
                    <a:pt x="331223" y="135121"/>
                  </a:lnTo>
                  <a:lnTo>
                    <a:pt x="330127" y="129946"/>
                  </a:lnTo>
                  <a:lnTo>
                    <a:pt x="328867" y="124807"/>
                  </a:lnTo>
                  <a:lnTo>
                    <a:pt x="327446" y="119712"/>
                  </a:lnTo>
                  <a:lnTo>
                    <a:pt x="325864" y="114664"/>
                  </a:lnTo>
                  <a:lnTo>
                    <a:pt x="324123" y="109668"/>
                  </a:lnTo>
                  <a:lnTo>
                    <a:pt x="322226" y="104730"/>
                  </a:lnTo>
                  <a:lnTo>
                    <a:pt x="320172" y="99855"/>
                  </a:lnTo>
                  <a:lnTo>
                    <a:pt x="317966" y="95047"/>
                  </a:lnTo>
                  <a:lnTo>
                    <a:pt x="315608" y="90311"/>
                  </a:lnTo>
                  <a:lnTo>
                    <a:pt x="313102" y="85652"/>
                  </a:lnTo>
                  <a:lnTo>
                    <a:pt x="310450" y="81075"/>
                  </a:lnTo>
                  <a:lnTo>
                    <a:pt x="307654" y="76584"/>
                  </a:lnTo>
                  <a:lnTo>
                    <a:pt x="304717" y="72184"/>
                  </a:lnTo>
                  <a:lnTo>
                    <a:pt x="301643" y="67879"/>
                  </a:lnTo>
                  <a:lnTo>
                    <a:pt x="298434" y="63673"/>
                  </a:lnTo>
                  <a:lnTo>
                    <a:pt x="295094" y="59571"/>
                  </a:lnTo>
                  <a:lnTo>
                    <a:pt x="291625" y="55577"/>
                  </a:lnTo>
                  <a:lnTo>
                    <a:pt x="288032" y="51694"/>
                  </a:lnTo>
                  <a:lnTo>
                    <a:pt x="284318" y="47927"/>
                  </a:lnTo>
                  <a:lnTo>
                    <a:pt x="280486" y="44280"/>
                  </a:lnTo>
                  <a:lnTo>
                    <a:pt x="276541" y="40755"/>
                  </a:lnTo>
                  <a:lnTo>
                    <a:pt x="272486" y="37358"/>
                  </a:lnTo>
                  <a:lnTo>
                    <a:pt x="268326" y="34090"/>
                  </a:lnTo>
                  <a:lnTo>
                    <a:pt x="264065" y="30955"/>
                  </a:lnTo>
                  <a:lnTo>
                    <a:pt x="259706" y="27957"/>
                  </a:lnTo>
                  <a:lnTo>
                    <a:pt x="255255" y="25098"/>
                  </a:lnTo>
                  <a:lnTo>
                    <a:pt x="250715" y="22382"/>
                  </a:lnTo>
                  <a:lnTo>
                    <a:pt x="246092" y="19810"/>
                  </a:lnTo>
                  <a:lnTo>
                    <a:pt x="241390" y="17386"/>
                  </a:lnTo>
                  <a:lnTo>
                    <a:pt x="236614" y="15113"/>
                  </a:lnTo>
                  <a:lnTo>
                    <a:pt x="231768" y="12991"/>
                  </a:lnTo>
                  <a:lnTo>
                    <a:pt x="226857" y="11024"/>
                  </a:lnTo>
                  <a:lnTo>
                    <a:pt x="221886" y="9213"/>
                  </a:lnTo>
                  <a:lnTo>
                    <a:pt x="216861" y="7560"/>
                  </a:lnTo>
                  <a:lnTo>
                    <a:pt x="211786" y="6067"/>
                  </a:lnTo>
                  <a:lnTo>
                    <a:pt x="206666" y="4736"/>
                  </a:lnTo>
                  <a:lnTo>
                    <a:pt x="201507" y="356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781287" y="4217033"/>
              <a:ext cx="34351" cy="163955"/>
            </a:xfrm>
            <a:custGeom>
              <a:avLst/>
              <a:pathLst>
                <a:path w="34351" h="163955">
                  <a:moveTo>
                    <a:pt x="34351" y="355"/>
                  </a:moveTo>
                  <a:lnTo>
                    <a:pt x="32612" y="0"/>
                  </a:lnTo>
                  <a:lnTo>
                    <a:pt x="0" y="163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781287" y="4213821"/>
              <a:ext cx="32612" cy="167167"/>
            </a:xfrm>
            <a:custGeom>
              <a:avLst/>
              <a:pathLst>
                <a:path w="32612" h="167167">
                  <a:moveTo>
                    <a:pt x="32612" y="3212"/>
                  </a:moveTo>
                  <a:lnTo>
                    <a:pt x="26150" y="2058"/>
                  </a:lnTo>
                  <a:lnTo>
                    <a:pt x="19648" y="1158"/>
                  </a:lnTo>
                  <a:lnTo>
                    <a:pt x="13115" y="515"/>
                  </a:lnTo>
                  <a:lnTo>
                    <a:pt x="656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57" y="4659281"/>
              <a:ext cx="167167" cy="224527"/>
            </a:xfrm>
            <a:custGeom>
              <a:avLst/>
              <a:pathLst>
                <a:path w="167167" h="224527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5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4" y="4180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4" y="8495"/>
                  </a:lnTo>
                  <a:lnTo>
                    <a:pt x="109501" y="10260"/>
                  </a:lnTo>
                  <a:lnTo>
                    <a:pt x="104508" y="12187"/>
                  </a:lnTo>
                  <a:lnTo>
                    <a:pt x="99579" y="14272"/>
                  </a:lnTo>
                  <a:lnTo>
                    <a:pt x="94719" y="16514"/>
                  </a:lnTo>
                  <a:lnTo>
                    <a:pt x="89934" y="18910"/>
                  </a:lnTo>
                  <a:lnTo>
                    <a:pt x="85227" y="21459"/>
                  </a:lnTo>
                  <a:lnTo>
                    <a:pt x="80605" y="24156"/>
                  </a:lnTo>
                  <a:lnTo>
                    <a:pt x="76071" y="27001"/>
                  </a:lnTo>
                  <a:lnTo>
                    <a:pt x="71631" y="29989"/>
                  </a:lnTo>
                  <a:lnTo>
                    <a:pt x="67288" y="33117"/>
                  </a:lnTo>
                  <a:lnTo>
                    <a:pt x="63048" y="36383"/>
                  </a:lnTo>
                  <a:lnTo>
                    <a:pt x="58915" y="39783"/>
                  </a:lnTo>
                  <a:lnTo>
                    <a:pt x="54893" y="43314"/>
                  </a:lnTo>
                  <a:lnTo>
                    <a:pt x="50986" y="46972"/>
                  </a:lnTo>
                  <a:lnTo>
                    <a:pt x="47198" y="50752"/>
                  </a:lnTo>
                  <a:lnTo>
                    <a:pt x="43532" y="54652"/>
                  </a:lnTo>
                  <a:lnTo>
                    <a:pt x="39994" y="58668"/>
                  </a:lnTo>
                  <a:lnTo>
                    <a:pt x="36586" y="62794"/>
                  </a:lnTo>
                  <a:lnTo>
                    <a:pt x="33312" y="67028"/>
                  </a:lnTo>
                  <a:lnTo>
                    <a:pt x="30175" y="71364"/>
                  </a:lnTo>
                  <a:lnTo>
                    <a:pt x="27178" y="75799"/>
                  </a:lnTo>
                  <a:lnTo>
                    <a:pt x="24325" y="80327"/>
                  </a:lnTo>
                  <a:lnTo>
                    <a:pt x="21618" y="84944"/>
                  </a:lnTo>
                  <a:lnTo>
                    <a:pt x="19061" y="89646"/>
                  </a:lnTo>
                  <a:lnTo>
                    <a:pt x="16655" y="94426"/>
                  </a:lnTo>
                  <a:lnTo>
                    <a:pt x="14403" y="99282"/>
                  </a:lnTo>
                  <a:lnTo>
                    <a:pt x="12309" y="104207"/>
                  </a:lnTo>
                  <a:lnTo>
                    <a:pt x="10373" y="109196"/>
                  </a:lnTo>
                  <a:lnTo>
                    <a:pt x="8597" y="114245"/>
                  </a:lnTo>
                  <a:lnTo>
                    <a:pt x="6984" y="119349"/>
                  </a:lnTo>
                  <a:lnTo>
                    <a:pt x="5536" y="124501"/>
                  </a:lnTo>
                  <a:lnTo>
                    <a:pt x="4253" y="129697"/>
                  </a:lnTo>
                  <a:lnTo>
                    <a:pt x="3137" y="134931"/>
                  </a:lnTo>
                  <a:lnTo>
                    <a:pt x="2189" y="140199"/>
                  </a:lnTo>
                  <a:lnTo>
                    <a:pt x="1410" y="145494"/>
                  </a:lnTo>
                  <a:lnTo>
                    <a:pt x="801" y="150811"/>
                  </a:lnTo>
                  <a:lnTo>
                    <a:pt x="363" y="156145"/>
                  </a:lnTo>
                  <a:lnTo>
                    <a:pt x="96" y="161490"/>
                  </a:lnTo>
                  <a:lnTo>
                    <a:pt x="0" y="166842"/>
                  </a:lnTo>
                  <a:lnTo>
                    <a:pt x="75" y="172193"/>
                  </a:lnTo>
                  <a:lnTo>
                    <a:pt x="321" y="177540"/>
                  </a:lnTo>
                  <a:lnTo>
                    <a:pt x="739" y="182875"/>
                  </a:lnTo>
                  <a:lnTo>
                    <a:pt x="1327" y="188195"/>
                  </a:lnTo>
                  <a:lnTo>
                    <a:pt x="2085" y="193493"/>
                  </a:lnTo>
                  <a:lnTo>
                    <a:pt x="3012" y="198764"/>
                  </a:lnTo>
                  <a:lnTo>
                    <a:pt x="4108" y="204003"/>
                  </a:lnTo>
                  <a:lnTo>
                    <a:pt x="5371" y="209204"/>
                  </a:lnTo>
                  <a:lnTo>
                    <a:pt x="6799" y="214361"/>
                  </a:lnTo>
                  <a:lnTo>
                    <a:pt x="8392" y="219471"/>
                  </a:lnTo>
                  <a:lnTo>
                    <a:pt x="10148" y="22452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929506" y="4826449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929506" y="4826449"/>
              <a:ext cx="157018" cy="85369"/>
            </a:xfrm>
            <a:custGeom>
              <a:avLst/>
              <a:pathLst>
                <a:path w="157018" h="85369">
                  <a:moveTo>
                    <a:pt x="0" y="57359"/>
                  </a:moveTo>
                  <a:lnTo>
                    <a:pt x="2831" y="64586"/>
                  </a:lnTo>
                  <a:lnTo>
                    <a:pt x="5995" y="71673"/>
                  </a:lnTo>
                  <a:lnTo>
                    <a:pt x="9485" y="78606"/>
                  </a:lnTo>
                  <a:lnTo>
                    <a:pt x="13293" y="85369"/>
                  </a:lnTo>
                  <a:lnTo>
                    <a:pt x="1570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942799" y="4659281"/>
              <a:ext cx="310886" cy="334317"/>
            </a:xfrm>
            <a:custGeom>
              <a:avLst/>
              <a:pathLst>
                <a:path w="310886" h="334317">
                  <a:moveTo>
                    <a:pt x="0" y="252537"/>
                  </a:moveTo>
                  <a:lnTo>
                    <a:pt x="2794" y="257075"/>
                  </a:lnTo>
                  <a:lnTo>
                    <a:pt x="5731" y="261521"/>
                  </a:lnTo>
                  <a:lnTo>
                    <a:pt x="8809" y="265872"/>
                  </a:lnTo>
                  <a:lnTo>
                    <a:pt x="12024" y="270122"/>
                  </a:lnTo>
                  <a:lnTo>
                    <a:pt x="15372" y="274268"/>
                  </a:lnTo>
                  <a:lnTo>
                    <a:pt x="18852" y="278305"/>
                  </a:lnTo>
                  <a:lnTo>
                    <a:pt x="22458" y="282229"/>
                  </a:lnTo>
                  <a:lnTo>
                    <a:pt x="26187" y="286036"/>
                  </a:lnTo>
                  <a:lnTo>
                    <a:pt x="30036" y="289722"/>
                  </a:lnTo>
                  <a:lnTo>
                    <a:pt x="34000" y="293284"/>
                  </a:lnTo>
                  <a:lnTo>
                    <a:pt x="38076" y="296717"/>
                  </a:lnTo>
                  <a:lnTo>
                    <a:pt x="42259" y="300019"/>
                  </a:lnTo>
                  <a:lnTo>
                    <a:pt x="46545" y="303186"/>
                  </a:lnTo>
                  <a:lnTo>
                    <a:pt x="50930" y="306214"/>
                  </a:lnTo>
                  <a:lnTo>
                    <a:pt x="55410" y="309101"/>
                  </a:lnTo>
                  <a:lnTo>
                    <a:pt x="59979" y="311844"/>
                  </a:lnTo>
                  <a:lnTo>
                    <a:pt x="64633" y="314440"/>
                  </a:lnTo>
                  <a:lnTo>
                    <a:pt x="69368" y="316887"/>
                  </a:lnTo>
                  <a:lnTo>
                    <a:pt x="74178" y="319181"/>
                  </a:lnTo>
                  <a:lnTo>
                    <a:pt x="79059" y="321320"/>
                  </a:lnTo>
                  <a:lnTo>
                    <a:pt x="84005" y="323303"/>
                  </a:lnTo>
                  <a:lnTo>
                    <a:pt x="89013" y="325127"/>
                  </a:lnTo>
                  <a:lnTo>
                    <a:pt x="94075" y="326791"/>
                  </a:lnTo>
                  <a:lnTo>
                    <a:pt x="99189" y="328293"/>
                  </a:lnTo>
                  <a:lnTo>
                    <a:pt x="104347" y="329630"/>
                  </a:lnTo>
                  <a:lnTo>
                    <a:pt x="109546" y="330803"/>
                  </a:lnTo>
                  <a:lnTo>
                    <a:pt x="114779" y="331809"/>
                  </a:lnTo>
                  <a:lnTo>
                    <a:pt x="120042" y="332648"/>
                  </a:lnTo>
                  <a:lnTo>
                    <a:pt x="125329" y="333319"/>
                  </a:lnTo>
                  <a:lnTo>
                    <a:pt x="130635" y="333821"/>
                  </a:lnTo>
                  <a:lnTo>
                    <a:pt x="135953" y="334154"/>
                  </a:lnTo>
                  <a:lnTo>
                    <a:pt x="141280" y="334317"/>
                  </a:lnTo>
                  <a:lnTo>
                    <a:pt x="146609" y="334309"/>
                  </a:lnTo>
                  <a:lnTo>
                    <a:pt x="151936" y="334133"/>
                  </a:lnTo>
                  <a:lnTo>
                    <a:pt x="157254" y="333786"/>
                  </a:lnTo>
                  <a:lnTo>
                    <a:pt x="162558" y="333270"/>
                  </a:lnTo>
                  <a:lnTo>
                    <a:pt x="167843" y="332585"/>
                  </a:lnTo>
                  <a:lnTo>
                    <a:pt x="173103" y="331733"/>
                  </a:lnTo>
                  <a:lnTo>
                    <a:pt x="178334" y="330712"/>
                  </a:lnTo>
                  <a:lnTo>
                    <a:pt x="183530" y="329526"/>
                  </a:lnTo>
                  <a:lnTo>
                    <a:pt x="188685" y="328175"/>
                  </a:lnTo>
                  <a:lnTo>
                    <a:pt x="193794" y="326660"/>
                  </a:lnTo>
                  <a:lnTo>
                    <a:pt x="198853" y="324983"/>
                  </a:lnTo>
                  <a:lnTo>
                    <a:pt x="203855" y="323145"/>
                  </a:lnTo>
                  <a:lnTo>
                    <a:pt x="208796" y="321149"/>
                  </a:lnTo>
                  <a:lnTo>
                    <a:pt x="213672" y="318997"/>
                  </a:lnTo>
                  <a:lnTo>
                    <a:pt x="218476" y="316690"/>
                  </a:lnTo>
                  <a:lnTo>
                    <a:pt x="223204" y="314232"/>
                  </a:lnTo>
                  <a:lnTo>
                    <a:pt x="227851" y="311623"/>
                  </a:lnTo>
                  <a:lnTo>
                    <a:pt x="232413" y="308868"/>
                  </a:lnTo>
                  <a:lnTo>
                    <a:pt x="236885" y="305969"/>
                  </a:lnTo>
                  <a:lnTo>
                    <a:pt x="241262" y="302929"/>
                  </a:lnTo>
                  <a:lnTo>
                    <a:pt x="245540" y="299751"/>
                  </a:lnTo>
                  <a:lnTo>
                    <a:pt x="249714" y="296439"/>
                  </a:lnTo>
                  <a:lnTo>
                    <a:pt x="253781" y="292994"/>
                  </a:lnTo>
                  <a:lnTo>
                    <a:pt x="257736" y="289422"/>
                  </a:lnTo>
                  <a:lnTo>
                    <a:pt x="261575" y="285726"/>
                  </a:lnTo>
                  <a:lnTo>
                    <a:pt x="265294" y="281909"/>
                  </a:lnTo>
                  <a:lnTo>
                    <a:pt x="268890" y="277976"/>
                  </a:lnTo>
                  <a:lnTo>
                    <a:pt x="272359" y="273930"/>
                  </a:lnTo>
                  <a:lnTo>
                    <a:pt x="275696" y="269775"/>
                  </a:lnTo>
                  <a:lnTo>
                    <a:pt x="278900" y="265516"/>
                  </a:lnTo>
                  <a:lnTo>
                    <a:pt x="281966" y="261158"/>
                  </a:lnTo>
                  <a:lnTo>
                    <a:pt x="284892" y="256703"/>
                  </a:lnTo>
                  <a:lnTo>
                    <a:pt x="287674" y="252158"/>
                  </a:lnTo>
                  <a:lnTo>
                    <a:pt x="290310" y="247526"/>
                  </a:lnTo>
                  <a:lnTo>
                    <a:pt x="292797" y="242813"/>
                  </a:lnTo>
                  <a:lnTo>
                    <a:pt x="295133" y="238023"/>
                  </a:lnTo>
                  <a:lnTo>
                    <a:pt x="297314" y="233161"/>
                  </a:lnTo>
                  <a:lnTo>
                    <a:pt x="299340" y="228231"/>
                  </a:lnTo>
                  <a:lnTo>
                    <a:pt x="301207" y="223240"/>
                  </a:lnTo>
                  <a:lnTo>
                    <a:pt x="302915" y="218192"/>
                  </a:lnTo>
                  <a:lnTo>
                    <a:pt x="304460" y="213091"/>
                  </a:lnTo>
                  <a:lnTo>
                    <a:pt x="305842" y="207945"/>
                  </a:lnTo>
                  <a:lnTo>
                    <a:pt x="307060" y="202756"/>
                  </a:lnTo>
                  <a:lnTo>
                    <a:pt x="308111" y="197532"/>
                  </a:lnTo>
                  <a:lnTo>
                    <a:pt x="308996" y="192276"/>
                  </a:lnTo>
                  <a:lnTo>
                    <a:pt x="309712" y="186996"/>
                  </a:lnTo>
                  <a:lnTo>
                    <a:pt x="310260" y="181695"/>
                  </a:lnTo>
                  <a:lnTo>
                    <a:pt x="310638" y="176379"/>
                  </a:lnTo>
                  <a:lnTo>
                    <a:pt x="310847" y="171054"/>
                  </a:lnTo>
                  <a:lnTo>
                    <a:pt x="310886" y="165725"/>
                  </a:lnTo>
                  <a:lnTo>
                    <a:pt x="310755" y="160397"/>
                  </a:lnTo>
                  <a:lnTo>
                    <a:pt x="310454" y="155076"/>
                  </a:lnTo>
                  <a:lnTo>
                    <a:pt x="309984" y="149768"/>
                  </a:lnTo>
                  <a:lnTo>
                    <a:pt x="309345" y="144477"/>
                  </a:lnTo>
                  <a:lnTo>
                    <a:pt x="308538" y="139209"/>
                  </a:lnTo>
                  <a:lnTo>
                    <a:pt x="307563" y="133970"/>
                  </a:lnTo>
                  <a:lnTo>
                    <a:pt x="306421" y="128764"/>
                  </a:lnTo>
                  <a:lnTo>
                    <a:pt x="305115" y="123598"/>
                  </a:lnTo>
                  <a:lnTo>
                    <a:pt x="303644" y="118476"/>
                  </a:lnTo>
                  <a:lnTo>
                    <a:pt x="302010" y="113403"/>
                  </a:lnTo>
                  <a:lnTo>
                    <a:pt x="300216" y="108385"/>
                  </a:lnTo>
                  <a:lnTo>
                    <a:pt x="298263" y="103426"/>
                  </a:lnTo>
                  <a:lnTo>
                    <a:pt x="296153" y="98533"/>
                  </a:lnTo>
                  <a:lnTo>
                    <a:pt x="293887" y="93709"/>
                  </a:lnTo>
                  <a:lnTo>
                    <a:pt x="291470" y="88960"/>
                  </a:lnTo>
                  <a:lnTo>
                    <a:pt x="288902" y="84290"/>
                  </a:lnTo>
                  <a:lnTo>
                    <a:pt x="286186" y="79704"/>
                  </a:lnTo>
                  <a:lnTo>
                    <a:pt x="283326" y="75208"/>
                  </a:lnTo>
                  <a:lnTo>
                    <a:pt x="280324" y="70805"/>
                  </a:lnTo>
                  <a:lnTo>
                    <a:pt x="277183" y="66499"/>
                  </a:lnTo>
                  <a:lnTo>
                    <a:pt x="273906" y="62297"/>
                  </a:lnTo>
                  <a:lnTo>
                    <a:pt x="270497" y="58200"/>
                  </a:lnTo>
                  <a:lnTo>
                    <a:pt x="266959" y="54215"/>
                  </a:lnTo>
                  <a:lnTo>
                    <a:pt x="263296" y="50344"/>
                  </a:lnTo>
                  <a:lnTo>
                    <a:pt x="259512" y="46592"/>
                  </a:lnTo>
                  <a:lnTo>
                    <a:pt x="255609" y="42962"/>
                  </a:lnTo>
                  <a:lnTo>
                    <a:pt x="251593" y="39459"/>
                  </a:lnTo>
                  <a:lnTo>
                    <a:pt x="247468" y="36086"/>
                  </a:lnTo>
                  <a:lnTo>
                    <a:pt x="243237" y="32845"/>
                  </a:lnTo>
                  <a:lnTo>
                    <a:pt x="238905" y="29742"/>
                  </a:lnTo>
                  <a:lnTo>
                    <a:pt x="234476" y="26778"/>
                  </a:lnTo>
                  <a:lnTo>
                    <a:pt x="229955" y="23956"/>
                  </a:lnTo>
                  <a:lnTo>
                    <a:pt x="225346" y="21280"/>
                  </a:lnTo>
                  <a:lnTo>
                    <a:pt x="220654" y="18753"/>
                  </a:lnTo>
                  <a:lnTo>
                    <a:pt x="215884" y="16376"/>
                  </a:lnTo>
                  <a:lnTo>
                    <a:pt x="211041" y="14152"/>
                  </a:lnTo>
                  <a:lnTo>
                    <a:pt x="206130" y="12084"/>
                  </a:lnTo>
                  <a:lnTo>
                    <a:pt x="201155" y="10174"/>
                  </a:lnTo>
                  <a:lnTo>
                    <a:pt x="196121" y="8423"/>
                  </a:lnTo>
                  <a:lnTo>
                    <a:pt x="191034" y="6834"/>
                  </a:lnTo>
                  <a:lnTo>
                    <a:pt x="185900" y="5407"/>
                  </a:lnTo>
                  <a:lnTo>
                    <a:pt x="180722" y="4145"/>
                  </a:lnTo>
                  <a:lnTo>
                    <a:pt x="175507" y="3049"/>
                  </a:lnTo>
                  <a:lnTo>
                    <a:pt x="170259" y="2119"/>
                  </a:lnTo>
                  <a:lnTo>
                    <a:pt x="164985" y="1357"/>
                  </a:lnTo>
                  <a:lnTo>
                    <a:pt x="159689" y="764"/>
                  </a:lnTo>
                  <a:lnTo>
                    <a:pt x="154376" y="339"/>
                  </a:lnTo>
                  <a:lnTo>
                    <a:pt x="149053" y="84"/>
                  </a:lnTo>
                  <a:lnTo>
                    <a:pt x="143725" y="0"/>
                  </a:lnTo>
                  <a:lnTo>
                    <a:pt x="1437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5172" y="5018213"/>
              <a:ext cx="3548" cy="167167"/>
            </a:xfrm>
            <a:custGeom>
              <a:avLst/>
              <a:pathLst>
                <a:path w="3548" h="167167">
                  <a:moveTo>
                    <a:pt x="3548" y="0"/>
                  </a:moveTo>
                  <a:lnTo>
                    <a:pt x="0" y="37"/>
                  </a:lnTo>
                  <a:lnTo>
                    <a:pt x="354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321555" y="5018251"/>
              <a:ext cx="334331" cy="334286"/>
            </a:xfrm>
            <a:custGeom>
              <a:avLst/>
              <a:pathLst>
                <a:path w="334331" h="334286">
                  <a:moveTo>
                    <a:pt x="163617" y="0"/>
                  </a:moveTo>
                  <a:lnTo>
                    <a:pt x="158317" y="196"/>
                  </a:lnTo>
                  <a:lnTo>
                    <a:pt x="153026" y="561"/>
                  </a:lnTo>
                  <a:lnTo>
                    <a:pt x="147749" y="1093"/>
                  </a:lnTo>
                  <a:lnTo>
                    <a:pt x="142492" y="1793"/>
                  </a:lnTo>
                  <a:lnTo>
                    <a:pt x="137259" y="2659"/>
                  </a:lnTo>
                  <a:lnTo>
                    <a:pt x="132057" y="3690"/>
                  </a:lnTo>
                  <a:lnTo>
                    <a:pt x="126890" y="4886"/>
                  </a:lnTo>
                  <a:lnTo>
                    <a:pt x="121763" y="6245"/>
                  </a:lnTo>
                  <a:lnTo>
                    <a:pt x="116683" y="7766"/>
                  </a:lnTo>
                  <a:lnTo>
                    <a:pt x="111653" y="9448"/>
                  </a:lnTo>
                  <a:lnTo>
                    <a:pt x="106679" y="11288"/>
                  </a:lnTo>
                  <a:lnTo>
                    <a:pt x="101765" y="13286"/>
                  </a:lnTo>
                  <a:lnTo>
                    <a:pt x="96918" y="15438"/>
                  </a:lnTo>
                  <a:lnTo>
                    <a:pt x="92141" y="17742"/>
                  </a:lnTo>
                  <a:lnTo>
                    <a:pt x="87440" y="20197"/>
                  </a:lnTo>
                  <a:lnTo>
                    <a:pt x="82819" y="22800"/>
                  </a:lnTo>
                  <a:lnTo>
                    <a:pt x="78283" y="25549"/>
                  </a:lnTo>
                  <a:lnTo>
                    <a:pt x="73837" y="28439"/>
                  </a:lnTo>
                  <a:lnTo>
                    <a:pt x="69484" y="31470"/>
                  </a:lnTo>
                  <a:lnTo>
                    <a:pt x="65230" y="34637"/>
                  </a:lnTo>
                  <a:lnTo>
                    <a:pt x="61078" y="37937"/>
                  </a:lnTo>
                  <a:lnTo>
                    <a:pt x="57034" y="41367"/>
                  </a:lnTo>
                  <a:lnTo>
                    <a:pt x="53100" y="44924"/>
                  </a:lnTo>
                  <a:lnTo>
                    <a:pt x="49280" y="48604"/>
                  </a:lnTo>
                  <a:lnTo>
                    <a:pt x="45580" y="52403"/>
                  </a:lnTo>
                  <a:lnTo>
                    <a:pt x="42002" y="56318"/>
                  </a:lnTo>
                  <a:lnTo>
                    <a:pt x="38549" y="60344"/>
                  </a:lnTo>
                  <a:lnTo>
                    <a:pt x="35227" y="64478"/>
                  </a:lnTo>
                  <a:lnTo>
                    <a:pt x="32037" y="68715"/>
                  </a:lnTo>
                  <a:lnTo>
                    <a:pt x="28983" y="73051"/>
                  </a:lnTo>
                  <a:lnTo>
                    <a:pt x="26068" y="77482"/>
                  </a:lnTo>
                  <a:lnTo>
                    <a:pt x="23295" y="82003"/>
                  </a:lnTo>
                  <a:lnTo>
                    <a:pt x="20667" y="86610"/>
                  </a:lnTo>
                  <a:lnTo>
                    <a:pt x="18187" y="91297"/>
                  </a:lnTo>
                  <a:lnTo>
                    <a:pt x="15856" y="96061"/>
                  </a:lnTo>
                  <a:lnTo>
                    <a:pt x="13678" y="100897"/>
                  </a:lnTo>
                  <a:lnTo>
                    <a:pt x="11654" y="105799"/>
                  </a:lnTo>
                  <a:lnTo>
                    <a:pt x="9787" y="110763"/>
                  </a:lnTo>
                  <a:lnTo>
                    <a:pt x="8078" y="115784"/>
                  </a:lnTo>
                  <a:lnTo>
                    <a:pt x="6529" y="120857"/>
                  </a:lnTo>
                  <a:lnTo>
                    <a:pt x="5142" y="125976"/>
                  </a:lnTo>
                  <a:lnTo>
                    <a:pt x="3918" y="131136"/>
                  </a:lnTo>
                  <a:lnTo>
                    <a:pt x="2859" y="136333"/>
                  </a:lnTo>
                  <a:lnTo>
                    <a:pt x="1964" y="141560"/>
                  </a:lnTo>
                  <a:lnTo>
                    <a:pt x="1236" y="146814"/>
                  </a:lnTo>
                  <a:lnTo>
                    <a:pt x="675" y="152088"/>
                  </a:lnTo>
                  <a:lnTo>
                    <a:pt x="282" y="157377"/>
                  </a:lnTo>
                  <a:lnTo>
                    <a:pt x="57" y="162675"/>
                  </a:lnTo>
                  <a:lnTo>
                    <a:pt x="0" y="167979"/>
                  </a:lnTo>
                  <a:lnTo>
                    <a:pt x="111" y="173281"/>
                  </a:lnTo>
                  <a:lnTo>
                    <a:pt x="390" y="178577"/>
                  </a:lnTo>
                  <a:lnTo>
                    <a:pt x="837" y="183862"/>
                  </a:lnTo>
                  <a:lnTo>
                    <a:pt x="1451" y="189130"/>
                  </a:lnTo>
                  <a:lnTo>
                    <a:pt x="2233" y="194376"/>
                  </a:lnTo>
                  <a:lnTo>
                    <a:pt x="3180" y="199594"/>
                  </a:lnTo>
                  <a:lnTo>
                    <a:pt x="4292" y="204780"/>
                  </a:lnTo>
                  <a:lnTo>
                    <a:pt x="5569" y="209927"/>
                  </a:lnTo>
                  <a:lnTo>
                    <a:pt x="7008" y="215032"/>
                  </a:lnTo>
                  <a:lnTo>
                    <a:pt x="8608" y="220088"/>
                  </a:lnTo>
                  <a:lnTo>
                    <a:pt x="10368" y="225091"/>
                  </a:lnTo>
                  <a:lnTo>
                    <a:pt x="12285" y="230036"/>
                  </a:lnTo>
                  <a:lnTo>
                    <a:pt x="14359" y="234918"/>
                  </a:lnTo>
                  <a:lnTo>
                    <a:pt x="16586" y="239731"/>
                  </a:lnTo>
                  <a:lnTo>
                    <a:pt x="18965" y="244471"/>
                  </a:lnTo>
                  <a:lnTo>
                    <a:pt x="21493" y="249133"/>
                  </a:lnTo>
                  <a:lnTo>
                    <a:pt x="24168" y="253713"/>
                  </a:lnTo>
                  <a:lnTo>
                    <a:pt x="26986" y="258206"/>
                  </a:lnTo>
                  <a:lnTo>
                    <a:pt x="29946" y="262607"/>
                  </a:lnTo>
                  <a:lnTo>
                    <a:pt x="33044" y="266912"/>
                  </a:lnTo>
                  <a:lnTo>
                    <a:pt x="36277" y="271116"/>
                  </a:lnTo>
                  <a:lnTo>
                    <a:pt x="39641" y="275216"/>
                  </a:lnTo>
                  <a:lnTo>
                    <a:pt x="43134" y="279207"/>
                  </a:lnTo>
                  <a:lnTo>
                    <a:pt x="46752" y="283085"/>
                  </a:lnTo>
                  <a:lnTo>
                    <a:pt x="50491" y="286846"/>
                  </a:lnTo>
                  <a:lnTo>
                    <a:pt x="54347" y="290487"/>
                  </a:lnTo>
                  <a:lnTo>
                    <a:pt x="58317" y="294004"/>
                  </a:lnTo>
                  <a:lnTo>
                    <a:pt x="62397" y="297393"/>
                  </a:lnTo>
                  <a:lnTo>
                    <a:pt x="66582" y="300651"/>
                  </a:lnTo>
                  <a:lnTo>
                    <a:pt x="70868" y="303774"/>
                  </a:lnTo>
                  <a:lnTo>
                    <a:pt x="75251" y="306760"/>
                  </a:lnTo>
                  <a:lnTo>
                    <a:pt x="79727" y="309606"/>
                  </a:lnTo>
                  <a:lnTo>
                    <a:pt x="84290" y="312308"/>
                  </a:lnTo>
                  <a:lnTo>
                    <a:pt x="88937" y="314864"/>
                  </a:lnTo>
                  <a:lnTo>
                    <a:pt x="93663" y="317271"/>
                  </a:lnTo>
                  <a:lnTo>
                    <a:pt x="98463" y="319527"/>
                  </a:lnTo>
                  <a:lnTo>
                    <a:pt x="103332" y="321630"/>
                  </a:lnTo>
                  <a:lnTo>
                    <a:pt x="108265" y="323577"/>
                  </a:lnTo>
                  <a:lnTo>
                    <a:pt x="113258" y="325366"/>
                  </a:lnTo>
                  <a:lnTo>
                    <a:pt x="118305" y="326997"/>
                  </a:lnTo>
                  <a:lnTo>
                    <a:pt x="123401" y="328466"/>
                  </a:lnTo>
                  <a:lnTo>
                    <a:pt x="128541" y="329773"/>
                  </a:lnTo>
                  <a:lnTo>
                    <a:pt x="133719" y="330917"/>
                  </a:lnTo>
                  <a:lnTo>
                    <a:pt x="138932" y="331895"/>
                  </a:lnTo>
                  <a:lnTo>
                    <a:pt x="144173" y="332708"/>
                  </a:lnTo>
                  <a:lnTo>
                    <a:pt x="149437" y="333354"/>
                  </a:lnTo>
                  <a:lnTo>
                    <a:pt x="154719" y="333833"/>
                  </a:lnTo>
                  <a:lnTo>
                    <a:pt x="160013" y="334144"/>
                  </a:lnTo>
                  <a:lnTo>
                    <a:pt x="165315" y="334286"/>
                  </a:lnTo>
                  <a:lnTo>
                    <a:pt x="170619" y="334261"/>
                  </a:lnTo>
                  <a:lnTo>
                    <a:pt x="175919" y="334067"/>
                  </a:lnTo>
                  <a:lnTo>
                    <a:pt x="181210" y="333706"/>
                  </a:lnTo>
                  <a:lnTo>
                    <a:pt x="186487" y="333176"/>
                  </a:lnTo>
                  <a:lnTo>
                    <a:pt x="191745" y="332480"/>
                  </a:lnTo>
                  <a:lnTo>
                    <a:pt x="196978" y="331617"/>
                  </a:lnTo>
                  <a:lnTo>
                    <a:pt x="202181" y="330588"/>
                  </a:lnTo>
                  <a:lnTo>
                    <a:pt x="207348" y="329395"/>
                  </a:lnTo>
                  <a:lnTo>
                    <a:pt x="212475" y="328039"/>
                  </a:lnTo>
                  <a:lnTo>
                    <a:pt x="217557" y="326521"/>
                  </a:lnTo>
                  <a:lnTo>
                    <a:pt x="222588" y="324842"/>
                  </a:lnTo>
                  <a:lnTo>
                    <a:pt x="227563" y="323004"/>
                  </a:lnTo>
                  <a:lnTo>
                    <a:pt x="232477" y="321010"/>
                  </a:lnTo>
                  <a:lnTo>
                    <a:pt x="237326" y="318861"/>
                  </a:lnTo>
                  <a:lnTo>
                    <a:pt x="242104" y="316559"/>
                  </a:lnTo>
                  <a:lnTo>
                    <a:pt x="246806" y="314106"/>
                  </a:lnTo>
                  <a:lnTo>
                    <a:pt x="251429" y="311506"/>
                  </a:lnTo>
                  <a:lnTo>
                    <a:pt x="255966" y="308760"/>
                  </a:lnTo>
                  <a:lnTo>
                    <a:pt x="260414" y="305872"/>
                  </a:lnTo>
                  <a:lnTo>
                    <a:pt x="264769" y="302844"/>
                  </a:lnTo>
                  <a:lnTo>
                    <a:pt x="269025" y="299679"/>
                  </a:lnTo>
                  <a:lnTo>
                    <a:pt x="273178" y="296381"/>
                  </a:lnTo>
                  <a:lnTo>
                    <a:pt x="277225" y="292953"/>
                  </a:lnTo>
                  <a:lnTo>
                    <a:pt x="281161" y="289399"/>
                  </a:lnTo>
                  <a:lnTo>
                    <a:pt x="284982" y="285721"/>
                  </a:lnTo>
                  <a:lnTo>
                    <a:pt x="288685" y="281924"/>
                  </a:lnTo>
                  <a:lnTo>
                    <a:pt x="292265" y="278011"/>
                  </a:lnTo>
                  <a:lnTo>
                    <a:pt x="295720" y="273987"/>
                  </a:lnTo>
                  <a:lnTo>
                    <a:pt x="299045" y="269855"/>
                  </a:lnTo>
                  <a:lnTo>
                    <a:pt x="302237" y="265620"/>
                  </a:lnTo>
                  <a:lnTo>
                    <a:pt x="305294" y="261285"/>
                  </a:lnTo>
                  <a:lnTo>
                    <a:pt x="308211" y="256856"/>
                  </a:lnTo>
                  <a:lnTo>
                    <a:pt x="310986" y="252337"/>
                  </a:lnTo>
                  <a:lnTo>
                    <a:pt x="313617" y="247732"/>
                  </a:lnTo>
                  <a:lnTo>
                    <a:pt x="316100" y="243045"/>
                  </a:lnTo>
                  <a:lnTo>
                    <a:pt x="318433" y="238282"/>
                  </a:lnTo>
                  <a:lnTo>
                    <a:pt x="320614" y="233448"/>
                  </a:lnTo>
                  <a:lnTo>
                    <a:pt x="322641" y="228547"/>
                  </a:lnTo>
                  <a:lnTo>
                    <a:pt x="324511" y="223584"/>
                  </a:lnTo>
                  <a:lnTo>
                    <a:pt x="326223" y="218564"/>
                  </a:lnTo>
                  <a:lnTo>
                    <a:pt x="327774" y="213493"/>
                  </a:lnTo>
                  <a:lnTo>
                    <a:pt x="329164" y="208374"/>
                  </a:lnTo>
                  <a:lnTo>
                    <a:pt x="330391" y="203215"/>
                  </a:lnTo>
                  <a:lnTo>
                    <a:pt x="331454" y="198019"/>
                  </a:lnTo>
                  <a:lnTo>
                    <a:pt x="332351" y="192791"/>
                  </a:lnTo>
                  <a:lnTo>
                    <a:pt x="333082" y="187539"/>
                  </a:lnTo>
                  <a:lnTo>
                    <a:pt x="333646" y="182265"/>
                  </a:lnTo>
                  <a:lnTo>
                    <a:pt x="334042" y="176976"/>
                  </a:lnTo>
                  <a:lnTo>
                    <a:pt x="334270" y="171678"/>
                  </a:lnTo>
                  <a:lnTo>
                    <a:pt x="334331" y="166374"/>
                  </a:lnTo>
                  <a:lnTo>
                    <a:pt x="334222" y="161072"/>
                  </a:lnTo>
                  <a:lnTo>
                    <a:pt x="333946" y="155775"/>
                  </a:lnTo>
                  <a:lnTo>
                    <a:pt x="333502" y="150490"/>
                  </a:lnTo>
                  <a:lnTo>
                    <a:pt x="332891" y="145222"/>
                  </a:lnTo>
                  <a:lnTo>
                    <a:pt x="332112" y="139976"/>
                  </a:lnTo>
                  <a:lnTo>
                    <a:pt x="331168" y="134757"/>
                  </a:lnTo>
                  <a:lnTo>
                    <a:pt x="330058" y="129571"/>
                  </a:lnTo>
                  <a:lnTo>
                    <a:pt x="328785" y="124423"/>
                  </a:lnTo>
                  <a:lnTo>
                    <a:pt x="327349" y="119317"/>
                  </a:lnTo>
                  <a:lnTo>
                    <a:pt x="325752" y="114260"/>
                  </a:lnTo>
                  <a:lnTo>
                    <a:pt x="323995" y="109256"/>
                  </a:lnTo>
                  <a:lnTo>
                    <a:pt x="322080" y="104310"/>
                  </a:lnTo>
                  <a:lnTo>
                    <a:pt x="320009" y="99427"/>
                  </a:lnTo>
                  <a:lnTo>
                    <a:pt x="317784" y="94613"/>
                  </a:lnTo>
                  <a:lnTo>
                    <a:pt x="315408" y="89871"/>
                  </a:lnTo>
                  <a:lnTo>
                    <a:pt x="312883" y="85207"/>
                  </a:lnTo>
                  <a:lnTo>
                    <a:pt x="310211" y="80626"/>
                  </a:lnTo>
                  <a:lnTo>
                    <a:pt x="307395" y="76132"/>
                  </a:lnTo>
                  <a:lnTo>
                    <a:pt x="304438" y="71729"/>
                  </a:lnTo>
                  <a:lnTo>
                    <a:pt x="301342" y="67423"/>
                  </a:lnTo>
                  <a:lnTo>
                    <a:pt x="298112" y="63216"/>
                  </a:lnTo>
                  <a:lnTo>
                    <a:pt x="294749" y="59115"/>
                  </a:lnTo>
                  <a:lnTo>
                    <a:pt x="291259" y="55122"/>
                  </a:lnTo>
                  <a:lnTo>
                    <a:pt x="287643" y="51242"/>
                  </a:lnTo>
                  <a:lnTo>
                    <a:pt x="283906" y="47478"/>
                  </a:lnTo>
                  <a:lnTo>
                    <a:pt x="280052" y="43835"/>
                  </a:lnTo>
                  <a:lnTo>
                    <a:pt x="276084" y="40316"/>
                  </a:lnTo>
                  <a:lnTo>
                    <a:pt x="272006" y="36925"/>
                  </a:lnTo>
                  <a:lnTo>
                    <a:pt x="267823" y="33665"/>
                  </a:lnTo>
                  <a:lnTo>
                    <a:pt x="263539" y="30539"/>
                  </a:lnTo>
                  <a:lnTo>
                    <a:pt x="259157" y="27550"/>
                  </a:lnTo>
                  <a:lnTo>
                    <a:pt x="254683" y="24702"/>
                  </a:lnTo>
                  <a:lnTo>
                    <a:pt x="250121" y="21998"/>
                  </a:lnTo>
                  <a:lnTo>
                    <a:pt x="245475" y="19439"/>
                  </a:lnTo>
                  <a:lnTo>
                    <a:pt x="240751" y="17029"/>
                  </a:lnTo>
                  <a:lnTo>
                    <a:pt x="235952" y="14770"/>
                  </a:lnTo>
                  <a:lnTo>
                    <a:pt x="231085" y="12665"/>
                  </a:lnTo>
                  <a:lnTo>
                    <a:pt x="226153" y="10715"/>
                  </a:lnTo>
                  <a:lnTo>
                    <a:pt x="221161" y="8923"/>
                  </a:lnTo>
                  <a:lnTo>
                    <a:pt x="216115" y="7289"/>
                  </a:lnTo>
                  <a:lnTo>
                    <a:pt x="167165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488720" y="5018213"/>
              <a:ext cx="48950" cy="167167"/>
            </a:xfrm>
            <a:custGeom>
              <a:avLst/>
              <a:pathLst>
                <a:path w="48950" h="167167">
                  <a:moveTo>
                    <a:pt x="48950" y="7327"/>
                  </a:move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797334" y="5269756"/>
              <a:ext cx="167166" cy="248694"/>
            </a:xfrm>
            <a:custGeom>
              <a:avLst/>
              <a:pathLst>
                <a:path w="167166" h="248694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1" y="769"/>
                  </a:lnTo>
                  <a:lnTo>
                    <a:pt x="145825" y="1367"/>
                  </a:lnTo>
                  <a:lnTo>
                    <a:pt x="140530" y="2135"/>
                  </a:lnTo>
                  <a:lnTo>
                    <a:pt x="135263" y="3072"/>
                  </a:lnTo>
                  <a:lnTo>
                    <a:pt x="130029" y="4177"/>
                  </a:lnTo>
                  <a:lnTo>
                    <a:pt x="124833" y="5449"/>
                  </a:lnTo>
                  <a:lnTo>
                    <a:pt x="119680" y="6886"/>
                  </a:lnTo>
                  <a:lnTo>
                    <a:pt x="114575" y="8488"/>
                  </a:lnTo>
                  <a:lnTo>
                    <a:pt x="109525" y="10252"/>
                  </a:lnTo>
                  <a:lnTo>
                    <a:pt x="104533" y="12177"/>
                  </a:lnTo>
                  <a:lnTo>
                    <a:pt x="99606" y="14260"/>
                  </a:lnTo>
                  <a:lnTo>
                    <a:pt x="94748" y="16500"/>
                  </a:lnTo>
                  <a:lnTo>
                    <a:pt x="89964" y="18895"/>
                  </a:lnTo>
                  <a:lnTo>
                    <a:pt x="85259" y="21441"/>
                  </a:lnTo>
                  <a:lnTo>
                    <a:pt x="80638" y="24136"/>
                  </a:lnTo>
                  <a:lnTo>
                    <a:pt x="76105" y="26978"/>
                  </a:lnTo>
                  <a:lnTo>
                    <a:pt x="71666" y="29964"/>
                  </a:lnTo>
                  <a:lnTo>
                    <a:pt x="67325" y="33090"/>
                  </a:lnTo>
                  <a:lnTo>
                    <a:pt x="63086" y="36354"/>
                  </a:lnTo>
                  <a:lnTo>
                    <a:pt x="58953" y="39751"/>
                  </a:lnTo>
                  <a:lnTo>
                    <a:pt x="54931" y="43279"/>
                  </a:lnTo>
                  <a:lnTo>
                    <a:pt x="51025" y="46934"/>
                  </a:lnTo>
                  <a:lnTo>
                    <a:pt x="47237" y="50712"/>
                  </a:lnTo>
                  <a:lnTo>
                    <a:pt x="43572" y="54609"/>
                  </a:lnTo>
                  <a:lnTo>
                    <a:pt x="40034" y="58621"/>
                  </a:lnTo>
                  <a:lnTo>
                    <a:pt x="36625" y="62745"/>
                  </a:lnTo>
                  <a:lnTo>
                    <a:pt x="33351" y="66975"/>
                  </a:lnTo>
                  <a:lnTo>
                    <a:pt x="30213" y="71308"/>
                  </a:lnTo>
                  <a:lnTo>
                    <a:pt x="27216" y="75740"/>
                  </a:lnTo>
                  <a:lnTo>
                    <a:pt x="24362" y="80265"/>
                  </a:lnTo>
                  <a:lnTo>
                    <a:pt x="21655" y="84879"/>
                  </a:lnTo>
                  <a:lnTo>
                    <a:pt x="19096" y="89577"/>
                  </a:lnTo>
                  <a:lnTo>
                    <a:pt x="16689" y="94355"/>
                  </a:lnTo>
                  <a:lnTo>
                    <a:pt x="14437" y="99207"/>
                  </a:lnTo>
                  <a:lnTo>
                    <a:pt x="12340" y="104129"/>
                  </a:lnTo>
                  <a:lnTo>
                    <a:pt x="10402" y="109115"/>
                  </a:lnTo>
                  <a:lnTo>
                    <a:pt x="8625" y="114161"/>
                  </a:lnTo>
                  <a:lnTo>
                    <a:pt x="7010" y="119262"/>
                  </a:lnTo>
                  <a:lnTo>
                    <a:pt x="5559" y="124411"/>
                  </a:lnTo>
                  <a:lnTo>
                    <a:pt x="4274" y="129604"/>
                  </a:lnTo>
                  <a:lnTo>
                    <a:pt x="3155" y="134835"/>
                  </a:lnTo>
                  <a:lnTo>
                    <a:pt x="2205" y="140100"/>
                  </a:lnTo>
                  <a:lnTo>
                    <a:pt x="1423" y="145392"/>
                  </a:lnTo>
                  <a:lnTo>
                    <a:pt x="811" y="150707"/>
                  </a:lnTo>
                  <a:lnTo>
                    <a:pt x="370" y="156038"/>
                  </a:lnTo>
                  <a:lnTo>
                    <a:pt x="99" y="161381"/>
                  </a:lnTo>
                  <a:lnTo>
                    <a:pt x="0" y="166730"/>
                  </a:lnTo>
                  <a:lnTo>
                    <a:pt x="71" y="172079"/>
                  </a:lnTo>
                  <a:lnTo>
                    <a:pt x="314" y="177424"/>
                  </a:lnTo>
                  <a:lnTo>
                    <a:pt x="728" y="182757"/>
                  </a:lnTo>
                  <a:lnTo>
                    <a:pt x="1312" y="188075"/>
                  </a:lnTo>
                  <a:lnTo>
                    <a:pt x="2066" y="193372"/>
                  </a:lnTo>
                  <a:lnTo>
                    <a:pt x="2989" y="198641"/>
                  </a:lnTo>
                  <a:lnTo>
                    <a:pt x="4080" y="203878"/>
                  </a:lnTo>
                  <a:lnTo>
                    <a:pt x="5338" y="209078"/>
                  </a:lnTo>
                  <a:lnTo>
                    <a:pt x="6762" y="214235"/>
                  </a:lnTo>
                  <a:lnTo>
                    <a:pt x="8350" y="219343"/>
                  </a:lnTo>
                  <a:lnTo>
                    <a:pt x="10101" y="224399"/>
                  </a:lnTo>
                  <a:lnTo>
                    <a:pt x="12013" y="229395"/>
                  </a:lnTo>
                  <a:lnTo>
                    <a:pt x="14084" y="234328"/>
                  </a:lnTo>
                  <a:lnTo>
                    <a:pt x="16311" y="239192"/>
                  </a:lnTo>
                  <a:lnTo>
                    <a:pt x="18693" y="243982"/>
                  </a:lnTo>
                  <a:lnTo>
                    <a:pt x="21227" y="24869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818561" y="5269756"/>
              <a:ext cx="313097" cy="334325"/>
            </a:xfrm>
            <a:custGeom>
              <a:avLst/>
              <a:pathLst>
                <a:path w="313097" h="334325">
                  <a:moveTo>
                    <a:pt x="0" y="248694"/>
                  </a:moveTo>
                  <a:lnTo>
                    <a:pt x="2669" y="253298"/>
                  </a:lnTo>
                  <a:lnTo>
                    <a:pt x="5484" y="257816"/>
                  </a:lnTo>
                  <a:lnTo>
                    <a:pt x="8441" y="262241"/>
                  </a:lnTo>
                  <a:lnTo>
                    <a:pt x="11537" y="266570"/>
                  </a:lnTo>
                  <a:lnTo>
                    <a:pt x="14770" y="270799"/>
                  </a:lnTo>
                  <a:lnTo>
                    <a:pt x="18135" y="274922"/>
                  </a:lnTo>
                  <a:lnTo>
                    <a:pt x="21630" y="278936"/>
                  </a:lnTo>
                  <a:lnTo>
                    <a:pt x="25251" y="282837"/>
                  </a:lnTo>
                  <a:lnTo>
                    <a:pt x="28995" y="286620"/>
                  </a:lnTo>
                  <a:lnTo>
                    <a:pt x="32857" y="290282"/>
                  </a:lnTo>
                  <a:lnTo>
                    <a:pt x="36834" y="293820"/>
                  </a:lnTo>
                  <a:lnTo>
                    <a:pt x="40921" y="297229"/>
                  </a:lnTo>
                  <a:lnTo>
                    <a:pt x="45115" y="300507"/>
                  </a:lnTo>
                  <a:lnTo>
                    <a:pt x="49411" y="303649"/>
                  </a:lnTo>
                  <a:lnTo>
                    <a:pt x="53805" y="306652"/>
                  </a:lnTo>
                  <a:lnTo>
                    <a:pt x="58292" y="309515"/>
                  </a:lnTo>
                  <a:lnTo>
                    <a:pt x="62868" y="312233"/>
                  </a:lnTo>
                  <a:lnTo>
                    <a:pt x="67528" y="314804"/>
                  </a:lnTo>
                  <a:lnTo>
                    <a:pt x="72268" y="317225"/>
                  </a:lnTo>
                  <a:lnTo>
                    <a:pt x="77083" y="319495"/>
                  </a:lnTo>
                  <a:lnTo>
                    <a:pt x="81967" y="321610"/>
                  </a:lnTo>
                  <a:lnTo>
                    <a:pt x="86916" y="323568"/>
                  </a:lnTo>
                  <a:lnTo>
                    <a:pt x="91925" y="325368"/>
                  </a:lnTo>
                  <a:lnTo>
                    <a:pt x="96989" y="327007"/>
                  </a:lnTo>
                  <a:lnTo>
                    <a:pt x="102102" y="328484"/>
                  </a:lnTo>
                  <a:lnTo>
                    <a:pt x="107260" y="329798"/>
                  </a:lnTo>
                  <a:lnTo>
                    <a:pt x="112457" y="330947"/>
                  </a:lnTo>
                  <a:lnTo>
                    <a:pt x="117688" y="331930"/>
                  </a:lnTo>
                  <a:lnTo>
                    <a:pt x="122947" y="332746"/>
                  </a:lnTo>
                  <a:lnTo>
                    <a:pt x="128230" y="333394"/>
                  </a:lnTo>
                  <a:lnTo>
                    <a:pt x="133531" y="333873"/>
                  </a:lnTo>
                  <a:lnTo>
                    <a:pt x="138844" y="334184"/>
                  </a:lnTo>
                  <a:lnTo>
                    <a:pt x="144165" y="334325"/>
                  </a:lnTo>
                  <a:lnTo>
                    <a:pt x="149487" y="334297"/>
                  </a:lnTo>
                  <a:lnTo>
                    <a:pt x="154806" y="334099"/>
                  </a:lnTo>
                  <a:lnTo>
                    <a:pt x="160116" y="333732"/>
                  </a:lnTo>
                  <a:lnTo>
                    <a:pt x="165411" y="333196"/>
                  </a:lnTo>
                  <a:lnTo>
                    <a:pt x="170687" y="332492"/>
                  </a:lnTo>
                  <a:lnTo>
                    <a:pt x="175938" y="331621"/>
                  </a:lnTo>
                  <a:lnTo>
                    <a:pt x="181158" y="330582"/>
                  </a:lnTo>
                  <a:lnTo>
                    <a:pt x="186342" y="329378"/>
                  </a:lnTo>
                  <a:lnTo>
                    <a:pt x="191486" y="328010"/>
                  </a:lnTo>
                  <a:lnTo>
                    <a:pt x="196583" y="326478"/>
                  </a:lnTo>
                  <a:lnTo>
                    <a:pt x="201629" y="324785"/>
                  </a:lnTo>
                  <a:lnTo>
                    <a:pt x="206619" y="322933"/>
                  </a:lnTo>
                  <a:lnTo>
                    <a:pt x="211547" y="320922"/>
                  </a:lnTo>
                  <a:lnTo>
                    <a:pt x="216408" y="318755"/>
                  </a:lnTo>
                  <a:lnTo>
                    <a:pt x="221198" y="316435"/>
                  </a:lnTo>
                  <a:lnTo>
                    <a:pt x="225912" y="313964"/>
                  </a:lnTo>
                  <a:lnTo>
                    <a:pt x="230545" y="311343"/>
                  </a:lnTo>
                  <a:lnTo>
                    <a:pt x="235092" y="308577"/>
                  </a:lnTo>
                  <a:lnTo>
                    <a:pt x="239549" y="305667"/>
                  </a:lnTo>
                  <a:lnTo>
                    <a:pt x="243910" y="302617"/>
                  </a:lnTo>
                  <a:lnTo>
                    <a:pt x="248173" y="299429"/>
                  </a:lnTo>
                  <a:lnTo>
                    <a:pt x="252331" y="296107"/>
                  </a:lnTo>
                  <a:lnTo>
                    <a:pt x="256382" y="292655"/>
                  </a:lnTo>
                  <a:lnTo>
                    <a:pt x="260321" y="289075"/>
                  </a:lnTo>
                  <a:lnTo>
                    <a:pt x="264144" y="285372"/>
                  </a:lnTo>
                  <a:lnTo>
                    <a:pt x="267847" y="281549"/>
                  </a:lnTo>
                  <a:lnTo>
                    <a:pt x="271427" y="277610"/>
                  </a:lnTo>
                  <a:lnTo>
                    <a:pt x="274879" y="273559"/>
                  </a:lnTo>
                  <a:lnTo>
                    <a:pt x="278201" y="269401"/>
                  </a:lnTo>
                  <a:lnTo>
                    <a:pt x="281389" y="265138"/>
                  </a:lnTo>
                  <a:lnTo>
                    <a:pt x="284439" y="260776"/>
                  </a:lnTo>
                  <a:lnTo>
                    <a:pt x="287349" y="256320"/>
                  </a:lnTo>
                  <a:lnTo>
                    <a:pt x="290115" y="251773"/>
                  </a:lnTo>
                  <a:lnTo>
                    <a:pt x="292736" y="247140"/>
                  </a:lnTo>
                  <a:lnTo>
                    <a:pt x="295207" y="242426"/>
                  </a:lnTo>
                  <a:lnTo>
                    <a:pt x="297527" y="237636"/>
                  </a:lnTo>
                  <a:lnTo>
                    <a:pt x="299694" y="232775"/>
                  </a:lnTo>
                  <a:lnTo>
                    <a:pt x="301705" y="227847"/>
                  </a:lnTo>
                  <a:lnTo>
                    <a:pt x="303557" y="222857"/>
                  </a:lnTo>
                  <a:lnTo>
                    <a:pt x="305250" y="217811"/>
                  </a:lnTo>
                  <a:lnTo>
                    <a:pt x="306782" y="212714"/>
                  </a:lnTo>
                  <a:lnTo>
                    <a:pt x="308150" y="207570"/>
                  </a:lnTo>
                  <a:lnTo>
                    <a:pt x="309354" y="202386"/>
                  </a:lnTo>
                  <a:lnTo>
                    <a:pt x="310393" y="197165"/>
                  </a:lnTo>
                  <a:lnTo>
                    <a:pt x="311264" y="191915"/>
                  </a:lnTo>
                  <a:lnTo>
                    <a:pt x="311969" y="186639"/>
                  </a:lnTo>
                  <a:lnTo>
                    <a:pt x="312504" y="181344"/>
                  </a:lnTo>
                  <a:lnTo>
                    <a:pt x="312871" y="176034"/>
                  </a:lnTo>
                  <a:lnTo>
                    <a:pt x="313069" y="170715"/>
                  </a:lnTo>
                  <a:lnTo>
                    <a:pt x="313097" y="165393"/>
                  </a:lnTo>
                  <a:lnTo>
                    <a:pt x="312956" y="160072"/>
                  </a:lnTo>
                  <a:lnTo>
                    <a:pt x="312645" y="154759"/>
                  </a:lnTo>
                  <a:lnTo>
                    <a:pt x="312166" y="149458"/>
                  </a:lnTo>
                  <a:lnTo>
                    <a:pt x="311518" y="144175"/>
                  </a:lnTo>
                  <a:lnTo>
                    <a:pt x="310702" y="138916"/>
                  </a:lnTo>
                  <a:lnTo>
                    <a:pt x="309719" y="133685"/>
                  </a:lnTo>
                  <a:lnTo>
                    <a:pt x="308570" y="128488"/>
                  </a:lnTo>
                  <a:lnTo>
                    <a:pt x="307256" y="123330"/>
                  </a:lnTo>
                  <a:lnTo>
                    <a:pt x="305779" y="118217"/>
                  </a:lnTo>
                  <a:lnTo>
                    <a:pt x="304140" y="113153"/>
                  </a:lnTo>
                  <a:lnTo>
                    <a:pt x="302340" y="108144"/>
                  </a:lnTo>
                  <a:lnTo>
                    <a:pt x="300382" y="103195"/>
                  </a:lnTo>
                  <a:lnTo>
                    <a:pt x="298267" y="98310"/>
                  </a:lnTo>
                  <a:lnTo>
                    <a:pt x="295998" y="93496"/>
                  </a:lnTo>
                  <a:lnTo>
                    <a:pt x="293576" y="88756"/>
                  </a:lnTo>
                  <a:lnTo>
                    <a:pt x="291005" y="84096"/>
                  </a:lnTo>
                  <a:lnTo>
                    <a:pt x="288287" y="79520"/>
                  </a:lnTo>
                  <a:lnTo>
                    <a:pt x="285425" y="75033"/>
                  </a:lnTo>
                  <a:lnTo>
                    <a:pt x="282421" y="70639"/>
                  </a:lnTo>
                  <a:lnTo>
                    <a:pt x="279279" y="66343"/>
                  </a:lnTo>
                  <a:lnTo>
                    <a:pt x="276001" y="62149"/>
                  </a:lnTo>
                  <a:lnTo>
                    <a:pt x="272592" y="58062"/>
                  </a:lnTo>
                  <a:lnTo>
                    <a:pt x="269055" y="54085"/>
                  </a:lnTo>
                  <a:lnTo>
                    <a:pt x="265392" y="50223"/>
                  </a:lnTo>
                  <a:lnTo>
                    <a:pt x="261609" y="46479"/>
                  </a:lnTo>
                  <a:lnTo>
                    <a:pt x="257708" y="42858"/>
                  </a:lnTo>
                  <a:lnTo>
                    <a:pt x="253694" y="39363"/>
                  </a:lnTo>
                  <a:lnTo>
                    <a:pt x="249571" y="35997"/>
                  </a:lnTo>
                  <a:lnTo>
                    <a:pt x="245342" y="32765"/>
                  </a:lnTo>
                  <a:lnTo>
                    <a:pt x="241013" y="29668"/>
                  </a:lnTo>
                  <a:lnTo>
                    <a:pt x="236588" y="26711"/>
                  </a:lnTo>
                  <a:lnTo>
                    <a:pt x="232070" y="23897"/>
                  </a:lnTo>
                  <a:lnTo>
                    <a:pt x="227466" y="21227"/>
                  </a:lnTo>
                  <a:lnTo>
                    <a:pt x="222778" y="18706"/>
                  </a:lnTo>
                  <a:lnTo>
                    <a:pt x="218013" y="16335"/>
                  </a:lnTo>
                  <a:lnTo>
                    <a:pt x="213175" y="14117"/>
                  </a:lnTo>
                  <a:lnTo>
                    <a:pt x="208268" y="12054"/>
                  </a:lnTo>
                  <a:lnTo>
                    <a:pt x="203299" y="10148"/>
                  </a:lnTo>
                  <a:lnTo>
                    <a:pt x="198271" y="8402"/>
                  </a:lnTo>
                  <a:lnTo>
                    <a:pt x="193190" y="6816"/>
                  </a:lnTo>
                  <a:lnTo>
                    <a:pt x="188062" y="5394"/>
                  </a:lnTo>
                  <a:lnTo>
                    <a:pt x="182890" y="4135"/>
                  </a:lnTo>
                  <a:lnTo>
                    <a:pt x="177681" y="3041"/>
                  </a:lnTo>
                  <a:lnTo>
                    <a:pt x="172440" y="2113"/>
                  </a:lnTo>
                  <a:lnTo>
                    <a:pt x="167172" y="1353"/>
                  </a:lnTo>
                  <a:lnTo>
                    <a:pt x="161883" y="762"/>
                  </a:lnTo>
                  <a:lnTo>
                    <a:pt x="156577" y="338"/>
                  </a:lnTo>
                  <a:lnTo>
                    <a:pt x="151261" y="84"/>
                  </a:lnTo>
                  <a:lnTo>
                    <a:pt x="145939" y="0"/>
                  </a:lnTo>
                  <a:lnTo>
                    <a:pt x="1459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3235" y="5399291"/>
              <a:ext cx="42980" cy="167167"/>
            </a:xfrm>
            <a:custGeom>
              <a:avLst/>
              <a:pathLst>
                <a:path w="42980" h="167167">
                  <a:moveTo>
                    <a:pt x="42980" y="0"/>
                  </a:moveTo>
                  <a:lnTo>
                    <a:pt x="36772" y="115"/>
                  </a:lnTo>
                  <a:lnTo>
                    <a:pt x="30572" y="461"/>
                  </a:lnTo>
                  <a:lnTo>
                    <a:pt x="24389" y="1036"/>
                  </a:lnTo>
                  <a:lnTo>
                    <a:pt x="18232" y="1842"/>
                  </a:lnTo>
                  <a:lnTo>
                    <a:pt x="12109" y="2875"/>
                  </a:lnTo>
                  <a:lnTo>
                    <a:pt x="6029" y="4135"/>
                  </a:lnTo>
                  <a:lnTo>
                    <a:pt x="0" y="5619"/>
                  </a:lnTo>
                  <a:lnTo>
                    <a:pt x="429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319056" y="5404464"/>
              <a:ext cx="334316" cy="329159"/>
            </a:xfrm>
            <a:custGeom>
              <a:avLst/>
              <a:pathLst>
                <a:path w="334316" h="329159">
                  <a:moveTo>
                    <a:pt x="124178" y="447"/>
                  </a:moveTo>
                  <a:lnTo>
                    <a:pt x="119076" y="1891"/>
                  </a:lnTo>
                  <a:lnTo>
                    <a:pt x="114022" y="3497"/>
                  </a:lnTo>
                  <a:lnTo>
                    <a:pt x="109021" y="5262"/>
                  </a:lnTo>
                  <a:lnTo>
                    <a:pt x="104079" y="7185"/>
                  </a:lnTo>
                  <a:lnTo>
                    <a:pt x="99200" y="9264"/>
                  </a:lnTo>
                  <a:lnTo>
                    <a:pt x="94390" y="11496"/>
                  </a:lnTo>
                  <a:lnTo>
                    <a:pt x="89653" y="13880"/>
                  </a:lnTo>
                  <a:lnTo>
                    <a:pt x="84994" y="16413"/>
                  </a:lnTo>
                  <a:lnTo>
                    <a:pt x="80418" y="19092"/>
                  </a:lnTo>
                  <a:lnTo>
                    <a:pt x="75929" y="21915"/>
                  </a:lnTo>
                  <a:lnTo>
                    <a:pt x="71532" y="24879"/>
                  </a:lnTo>
                  <a:lnTo>
                    <a:pt x="67231" y="27981"/>
                  </a:lnTo>
                  <a:lnTo>
                    <a:pt x="63030" y="31218"/>
                  </a:lnTo>
                  <a:lnTo>
                    <a:pt x="58935" y="34587"/>
                  </a:lnTo>
                  <a:lnTo>
                    <a:pt x="54948" y="38084"/>
                  </a:lnTo>
                  <a:lnTo>
                    <a:pt x="51074" y="41705"/>
                  </a:lnTo>
                  <a:lnTo>
                    <a:pt x="47317" y="45448"/>
                  </a:lnTo>
                  <a:lnTo>
                    <a:pt x="43681" y="49308"/>
                  </a:lnTo>
                  <a:lnTo>
                    <a:pt x="40169" y="53281"/>
                  </a:lnTo>
                  <a:lnTo>
                    <a:pt x="36784" y="57364"/>
                  </a:lnTo>
                  <a:lnTo>
                    <a:pt x="33531" y="61551"/>
                  </a:lnTo>
                  <a:lnTo>
                    <a:pt x="30413" y="65840"/>
                  </a:lnTo>
                  <a:lnTo>
                    <a:pt x="27432" y="70226"/>
                  </a:lnTo>
                  <a:lnTo>
                    <a:pt x="24591" y="74704"/>
                  </a:lnTo>
                  <a:lnTo>
                    <a:pt x="21894" y="79270"/>
                  </a:lnTo>
                  <a:lnTo>
                    <a:pt x="19343" y="83919"/>
                  </a:lnTo>
                  <a:lnTo>
                    <a:pt x="16941" y="88647"/>
                  </a:lnTo>
                  <a:lnTo>
                    <a:pt x="14690" y="93449"/>
                  </a:lnTo>
                  <a:lnTo>
                    <a:pt x="12593" y="98319"/>
                  </a:lnTo>
                  <a:lnTo>
                    <a:pt x="10651" y="103254"/>
                  </a:lnTo>
                  <a:lnTo>
                    <a:pt x="8867" y="108248"/>
                  </a:lnTo>
                  <a:lnTo>
                    <a:pt x="7242" y="113295"/>
                  </a:lnTo>
                  <a:lnTo>
                    <a:pt x="5777" y="118392"/>
                  </a:lnTo>
                  <a:lnTo>
                    <a:pt x="4476" y="123533"/>
                  </a:lnTo>
                  <a:lnTo>
                    <a:pt x="3338" y="128712"/>
                  </a:lnTo>
                  <a:lnTo>
                    <a:pt x="2364" y="133925"/>
                  </a:lnTo>
                  <a:lnTo>
                    <a:pt x="1557" y="139166"/>
                  </a:lnTo>
                  <a:lnTo>
                    <a:pt x="916" y="144431"/>
                  </a:lnTo>
                  <a:lnTo>
                    <a:pt x="443" y="149712"/>
                  </a:lnTo>
                  <a:lnTo>
                    <a:pt x="137" y="155007"/>
                  </a:lnTo>
                  <a:lnTo>
                    <a:pt x="0" y="160308"/>
                  </a:lnTo>
                  <a:lnTo>
                    <a:pt x="30" y="165611"/>
                  </a:lnTo>
                  <a:lnTo>
                    <a:pt x="229" y="170910"/>
                  </a:lnTo>
                  <a:lnTo>
                    <a:pt x="596" y="176200"/>
                  </a:lnTo>
                  <a:lnTo>
                    <a:pt x="1130" y="181476"/>
                  </a:lnTo>
                  <a:lnTo>
                    <a:pt x="1832" y="186732"/>
                  </a:lnTo>
                  <a:lnTo>
                    <a:pt x="2699" y="191964"/>
                  </a:lnTo>
                  <a:lnTo>
                    <a:pt x="3733" y="197165"/>
                  </a:lnTo>
                  <a:lnTo>
                    <a:pt x="4931" y="202331"/>
                  </a:lnTo>
                  <a:lnTo>
                    <a:pt x="6292" y="207457"/>
                  </a:lnTo>
                  <a:lnTo>
                    <a:pt x="7815" y="212536"/>
                  </a:lnTo>
                  <a:lnTo>
                    <a:pt x="9498" y="217565"/>
                  </a:lnTo>
                  <a:lnTo>
                    <a:pt x="11340" y="222538"/>
                  </a:lnTo>
                  <a:lnTo>
                    <a:pt x="13339" y="227449"/>
                  </a:lnTo>
                  <a:lnTo>
                    <a:pt x="15492" y="232295"/>
                  </a:lnTo>
                  <a:lnTo>
                    <a:pt x="17798" y="237071"/>
                  </a:lnTo>
                  <a:lnTo>
                    <a:pt x="20255" y="241770"/>
                  </a:lnTo>
                  <a:lnTo>
                    <a:pt x="22859" y="246390"/>
                  </a:lnTo>
                  <a:lnTo>
                    <a:pt x="25609" y="250924"/>
                  </a:lnTo>
                  <a:lnTo>
                    <a:pt x="28500" y="255369"/>
                  </a:lnTo>
                  <a:lnTo>
                    <a:pt x="31532" y="259720"/>
                  </a:lnTo>
                  <a:lnTo>
                    <a:pt x="34700" y="263973"/>
                  </a:lnTo>
                  <a:lnTo>
                    <a:pt x="38001" y="268123"/>
                  </a:lnTo>
                  <a:lnTo>
                    <a:pt x="41432" y="272166"/>
                  </a:lnTo>
                  <a:lnTo>
                    <a:pt x="44990" y="276099"/>
                  </a:lnTo>
                  <a:lnTo>
                    <a:pt x="48671" y="279916"/>
                  </a:lnTo>
                  <a:lnTo>
                    <a:pt x="52471" y="283615"/>
                  </a:lnTo>
                  <a:lnTo>
                    <a:pt x="56386" y="287192"/>
                  </a:lnTo>
                  <a:lnTo>
                    <a:pt x="60413" y="290642"/>
                  </a:lnTo>
                  <a:lnTo>
                    <a:pt x="64547" y="293964"/>
                  </a:lnTo>
                  <a:lnTo>
                    <a:pt x="68785" y="297152"/>
                  </a:lnTo>
                  <a:lnTo>
                    <a:pt x="73121" y="300204"/>
                  </a:lnTo>
                  <a:lnTo>
                    <a:pt x="77552" y="303117"/>
                  </a:lnTo>
                  <a:lnTo>
                    <a:pt x="82074" y="305888"/>
                  </a:lnTo>
                  <a:lnTo>
                    <a:pt x="86681" y="308515"/>
                  </a:lnTo>
                  <a:lnTo>
                    <a:pt x="91369" y="310994"/>
                  </a:lnTo>
                  <a:lnTo>
                    <a:pt x="96133" y="313323"/>
                  </a:lnTo>
                  <a:lnTo>
                    <a:pt x="100968" y="315499"/>
                  </a:lnTo>
                  <a:lnTo>
                    <a:pt x="105871" y="317522"/>
                  </a:lnTo>
                  <a:lnTo>
                    <a:pt x="110835" y="319387"/>
                  </a:lnTo>
                  <a:lnTo>
                    <a:pt x="115855" y="321095"/>
                  </a:lnTo>
                  <a:lnTo>
                    <a:pt x="120927" y="322642"/>
                  </a:lnTo>
                  <a:lnTo>
                    <a:pt x="126046" y="324027"/>
                  </a:lnTo>
                  <a:lnTo>
                    <a:pt x="131206" y="325250"/>
                  </a:lnTo>
                  <a:lnTo>
                    <a:pt x="136403" y="326308"/>
                  </a:lnTo>
                  <a:lnTo>
                    <a:pt x="141630" y="327201"/>
                  </a:lnTo>
                  <a:lnTo>
                    <a:pt x="146883" y="327927"/>
                  </a:lnTo>
                  <a:lnTo>
                    <a:pt x="152156" y="328487"/>
                  </a:lnTo>
                  <a:lnTo>
                    <a:pt x="157445" y="328879"/>
                  </a:lnTo>
                  <a:lnTo>
                    <a:pt x="162743" y="329103"/>
                  </a:lnTo>
                  <a:lnTo>
                    <a:pt x="168046" y="329159"/>
                  </a:lnTo>
                  <a:lnTo>
                    <a:pt x="173347" y="329047"/>
                  </a:lnTo>
                  <a:lnTo>
                    <a:pt x="178643" y="328767"/>
                  </a:lnTo>
                  <a:lnTo>
                    <a:pt x="183927" y="328318"/>
                  </a:lnTo>
                  <a:lnTo>
                    <a:pt x="189194" y="327703"/>
                  </a:lnTo>
                  <a:lnTo>
                    <a:pt x="194439" y="326921"/>
                  </a:lnTo>
                  <a:lnTo>
                    <a:pt x="199656" y="325972"/>
                  </a:lnTo>
                  <a:lnTo>
                    <a:pt x="204841" y="324859"/>
                  </a:lnTo>
                  <a:lnTo>
                    <a:pt x="209988" y="323582"/>
                  </a:lnTo>
                  <a:lnTo>
                    <a:pt x="215092" y="322142"/>
                  </a:lnTo>
                  <a:lnTo>
                    <a:pt x="220147" y="320541"/>
                  </a:lnTo>
                  <a:lnTo>
                    <a:pt x="225150" y="318781"/>
                  </a:lnTo>
                  <a:lnTo>
                    <a:pt x="230093" y="316862"/>
                  </a:lnTo>
                  <a:lnTo>
                    <a:pt x="234974" y="314788"/>
                  </a:lnTo>
                  <a:lnTo>
                    <a:pt x="239786" y="312560"/>
                  </a:lnTo>
                  <a:lnTo>
                    <a:pt x="244525" y="310181"/>
                  </a:lnTo>
                  <a:lnTo>
                    <a:pt x="249187" y="307652"/>
                  </a:lnTo>
                  <a:lnTo>
                    <a:pt x="253766" y="304977"/>
                  </a:lnTo>
                  <a:lnTo>
                    <a:pt x="258257" y="302158"/>
                  </a:lnTo>
                  <a:lnTo>
                    <a:pt x="262657" y="299198"/>
                  </a:lnTo>
                  <a:lnTo>
                    <a:pt x="266961" y="296100"/>
                  </a:lnTo>
                  <a:lnTo>
                    <a:pt x="271164" y="292867"/>
                  </a:lnTo>
                  <a:lnTo>
                    <a:pt x="275263" y="289502"/>
                  </a:lnTo>
                  <a:lnTo>
                    <a:pt x="279253" y="286009"/>
                  </a:lnTo>
                  <a:lnTo>
                    <a:pt x="283130" y="282391"/>
                  </a:lnTo>
                  <a:lnTo>
                    <a:pt x="286891" y="278652"/>
                  </a:lnTo>
                  <a:lnTo>
                    <a:pt x="290531" y="274796"/>
                  </a:lnTo>
                  <a:lnTo>
                    <a:pt x="294047" y="270826"/>
                  </a:lnTo>
                  <a:lnTo>
                    <a:pt x="297435" y="266746"/>
                  </a:lnTo>
                  <a:lnTo>
                    <a:pt x="300692" y="262562"/>
                  </a:lnTo>
                  <a:lnTo>
                    <a:pt x="303814" y="258275"/>
                  </a:lnTo>
                  <a:lnTo>
                    <a:pt x="306800" y="253893"/>
                  </a:lnTo>
                  <a:lnTo>
                    <a:pt x="309644" y="249417"/>
                  </a:lnTo>
                  <a:lnTo>
                    <a:pt x="312345" y="244854"/>
                  </a:lnTo>
                  <a:lnTo>
                    <a:pt x="314901" y="240207"/>
                  </a:lnTo>
                  <a:lnTo>
                    <a:pt x="317307" y="235481"/>
                  </a:lnTo>
                  <a:lnTo>
                    <a:pt x="319562" y="230682"/>
                  </a:lnTo>
                  <a:lnTo>
                    <a:pt x="321664" y="225813"/>
                  </a:lnTo>
                  <a:lnTo>
                    <a:pt x="323611" y="220880"/>
                  </a:lnTo>
                  <a:lnTo>
                    <a:pt x="325400" y="215888"/>
                  </a:lnTo>
                  <a:lnTo>
                    <a:pt x="327030" y="210842"/>
                  </a:lnTo>
                  <a:lnTo>
                    <a:pt x="328499" y="205747"/>
                  </a:lnTo>
                  <a:lnTo>
                    <a:pt x="329805" y="200607"/>
                  </a:lnTo>
                  <a:lnTo>
                    <a:pt x="330948" y="195429"/>
                  </a:lnTo>
                  <a:lnTo>
                    <a:pt x="331926" y="190217"/>
                  </a:lnTo>
                  <a:lnTo>
                    <a:pt x="332739" y="184976"/>
                  </a:lnTo>
                  <a:lnTo>
                    <a:pt x="333384" y="179713"/>
                  </a:lnTo>
                  <a:lnTo>
                    <a:pt x="333863" y="174432"/>
                  </a:lnTo>
                  <a:lnTo>
                    <a:pt x="334173" y="169138"/>
                  </a:lnTo>
                  <a:lnTo>
                    <a:pt x="334316" y="163837"/>
                  </a:lnTo>
                  <a:lnTo>
                    <a:pt x="334290" y="158534"/>
                  </a:lnTo>
                  <a:lnTo>
                    <a:pt x="334096" y="153234"/>
                  </a:lnTo>
                  <a:lnTo>
                    <a:pt x="333734" y="147944"/>
                  </a:lnTo>
                  <a:lnTo>
                    <a:pt x="333205" y="142667"/>
                  </a:lnTo>
                  <a:lnTo>
                    <a:pt x="332508" y="137410"/>
                  </a:lnTo>
                  <a:lnTo>
                    <a:pt x="331645" y="132178"/>
                  </a:lnTo>
                  <a:lnTo>
                    <a:pt x="330617" y="126976"/>
                  </a:lnTo>
                  <a:lnTo>
                    <a:pt x="329424" y="121809"/>
                  </a:lnTo>
                  <a:lnTo>
                    <a:pt x="328068" y="116682"/>
                  </a:lnTo>
                  <a:lnTo>
                    <a:pt x="326549" y="111601"/>
                  </a:lnTo>
                  <a:lnTo>
                    <a:pt x="324871" y="106571"/>
                  </a:lnTo>
                  <a:lnTo>
                    <a:pt x="323033" y="101596"/>
                  </a:lnTo>
                  <a:lnTo>
                    <a:pt x="321039" y="96682"/>
                  </a:lnTo>
                  <a:lnTo>
                    <a:pt x="318890" y="91834"/>
                  </a:lnTo>
                  <a:lnTo>
                    <a:pt x="316589" y="87057"/>
                  </a:lnTo>
                  <a:lnTo>
                    <a:pt x="314137" y="82355"/>
                  </a:lnTo>
                  <a:lnTo>
                    <a:pt x="311537" y="77733"/>
                  </a:lnTo>
                  <a:lnTo>
                    <a:pt x="308791" y="73196"/>
                  </a:lnTo>
                  <a:lnTo>
                    <a:pt x="305903" y="68748"/>
                  </a:lnTo>
                  <a:lnTo>
                    <a:pt x="302876" y="64395"/>
                  </a:lnTo>
                  <a:lnTo>
                    <a:pt x="299712" y="60139"/>
                  </a:lnTo>
                  <a:lnTo>
                    <a:pt x="296415" y="55986"/>
                  </a:lnTo>
                  <a:lnTo>
                    <a:pt x="292987" y="51939"/>
                  </a:lnTo>
                  <a:lnTo>
                    <a:pt x="289433" y="48004"/>
                  </a:lnTo>
                  <a:lnTo>
                    <a:pt x="285756" y="44183"/>
                  </a:lnTo>
                  <a:lnTo>
                    <a:pt x="281959" y="40480"/>
                  </a:lnTo>
                  <a:lnTo>
                    <a:pt x="278047" y="36900"/>
                  </a:lnTo>
                  <a:lnTo>
                    <a:pt x="274024" y="33446"/>
                  </a:lnTo>
                  <a:lnTo>
                    <a:pt x="269893" y="30121"/>
                  </a:lnTo>
                  <a:lnTo>
                    <a:pt x="265658" y="26928"/>
                  </a:lnTo>
                  <a:lnTo>
                    <a:pt x="261325" y="23872"/>
                  </a:lnTo>
                  <a:lnTo>
                    <a:pt x="256896" y="20955"/>
                  </a:lnTo>
                  <a:lnTo>
                    <a:pt x="252377" y="18179"/>
                  </a:lnTo>
                  <a:lnTo>
                    <a:pt x="247773" y="15549"/>
                  </a:lnTo>
                  <a:lnTo>
                    <a:pt x="243087" y="13066"/>
                  </a:lnTo>
                  <a:lnTo>
                    <a:pt x="238325" y="10732"/>
                  </a:lnTo>
                  <a:lnTo>
                    <a:pt x="233492" y="8551"/>
                  </a:lnTo>
                  <a:lnTo>
                    <a:pt x="228591" y="6524"/>
                  </a:lnTo>
                  <a:lnTo>
                    <a:pt x="223629" y="4654"/>
                  </a:lnTo>
                  <a:lnTo>
                    <a:pt x="218610" y="2942"/>
                  </a:lnTo>
                  <a:lnTo>
                    <a:pt x="213539" y="1390"/>
                  </a:lnTo>
                  <a:lnTo>
                    <a:pt x="208422" y="0"/>
                  </a:lnTo>
                  <a:lnTo>
                    <a:pt x="167158" y="161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486215" y="5399291"/>
              <a:ext cx="41263" cy="167167"/>
            </a:xfrm>
            <a:custGeom>
              <a:avLst/>
              <a:pathLst>
                <a:path w="41263" h="167167">
                  <a:moveTo>
                    <a:pt x="41263" y="5172"/>
                  </a:moveTo>
                  <a:lnTo>
                    <a:pt x="34495" y="3597"/>
                  </a:lnTo>
                  <a:lnTo>
                    <a:pt x="27668" y="2305"/>
                  </a:lnTo>
                  <a:lnTo>
                    <a:pt x="20793" y="1298"/>
                  </a:lnTo>
                  <a:lnTo>
                    <a:pt x="13882" y="577"/>
                  </a:lnTo>
                  <a:lnTo>
                    <a:pt x="6947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856386" y="5399291"/>
              <a:ext cx="190149" cy="334325"/>
            </a:xfrm>
            <a:custGeom>
              <a:avLst/>
              <a:pathLst>
                <a:path w="190149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023544" y="5566459"/>
              <a:ext cx="128940" cy="165578"/>
            </a:xfrm>
            <a:custGeom>
              <a:avLst/>
              <a:pathLst>
                <a:path w="128940" h="165578">
                  <a:moveTo>
                    <a:pt x="22991" y="165578"/>
                  </a:moveTo>
                  <a:lnTo>
                    <a:pt x="28569" y="164708"/>
                  </a:lnTo>
                  <a:lnTo>
                    <a:pt x="34114" y="163649"/>
                  </a:lnTo>
                  <a:lnTo>
                    <a:pt x="39620" y="162404"/>
                  </a:lnTo>
                  <a:lnTo>
                    <a:pt x="45080" y="160974"/>
                  </a:lnTo>
                  <a:lnTo>
                    <a:pt x="50490" y="159360"/>
                  </a:lnTo>
                  <a:lnTo>
                    <a:pt x="55842" y="157564"/>
                  </a:lnTo>
                  <a:lnTo>
                    <a:pt x="61130" y="155589"/>
                  </a:lnTo>
                  <a:lnTo>
                    <a:pt x="66348" y="153436"/>
                  </a:lnTo>
                  <a:lnTo>
                    <a:pt x="71491" y="151108"/>
                  </a:lnTo>
                  <a:lnTo>
                    <a:pt x="76552" y="148608"/>
                  </a:lnTo>
                  <a:lnTo>
                    <a:pt x="81526" y="145939"/>
                  </a:lnTo>
                  <a:lnTo>
                    <a:pt x="86407" y="143103"/>
                  </a:lnTo>
                  <a:lnTo>
                    <a:pt x="91190" y="140104"/>
                  </a:lnTo>
                  <a:lnTo>
                    <a:pt x="95868" y="136945"/>
                  </a:lnTo>
                  <a:lnTo>
                    <a:pt x="100437" y="133630"/>
                  </a:lnTo>
                  <a:lnTo>
                    <a:pt x="104892" y="130163"/>
                  </a:lnTo>
                  <a:lnTo>
                    <a:pt x="109227" y="126547"/>
                  </a:lnTo>
                  <a:lnTo>
                    <a:pt x="113437" y="122787"/>
                  </a:lnTo>
                  <a:lnTo>
                    <a:pt x="117518" y="118887"/>
                  </a:lnTo>
                  <a:lnTo>
                    <a:pt x="121466" y="114851"/>
                  </a:lnTo>
                  <a:lnTo>
                    <a:pt x="125274" y="110685"/>
                  </a:lnTo>
                  <a:lnTo>
                    <a:pt x="128940" y="106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023544" y="5399291"/>
              <a:ext cx="167156" cy="273559"/>
            </a:xfrm>
            <a:custGeom>
              <a:avLst/>
              <a:pathLst>
                <a:path w="167156" h="273559">
                  <a:moveTo>
                    <a:pt x="128940" y="273559"/>
                  </a:moveTo>
                  <a:lnTo>
                    <a:pt x="132308" y="269340"/>
                  </a:lnTo>
                  <a:lnTo>
                    <a:pt x="135538" y="265015"/>
                  </a:lnTo>
                  <a:lnTo>
                    <a:pt x="138627" y="260587"/>
                  </a:lnTo>
                  <a:lnTo>
                    <a:pt x="141571" y="256062"/>
                  </a:lnTo>
                  <a:lnTo>
                    <a:pt x="144368" y="251445"/>
                  </a:lnTo>
                  <a:lnTo>
                    <a:pt x="147014" y="246739"/>
                  </a:lnTo>
                  <a:lnTo>
                    <a:pt x="149507" y="241951"/>
                  </a:lnTo>
                  <a:lnTo>
                    <a:pt x="151843" y="237084"/>
                  </a:lnTo>
                  <a:lnTo>
                    <a:pt x="154022" y="232145"/>
                  </a:lnTo>
                  <a:lnTo>
                    <a:pt x="156040" y="227137"/>
                  </a:lnTo>
                  <a:lnTo>
                    <a:pt x="157895" y="222068"/>
                  </a:lnTo>
                  <a:lnTo>
                    <a:pt x="159585" y="216941"/>
                  </a:lnTo>
                  <a:lnTo>
                    <a:pt x="161109" y="211762"/>
                  </a:lnTo>
                  <a:lnTo>
                    <a:pt x="162465" y="206536"/>
                  </a:lnTo>
                  <a:lnTo>
                    <a:pt x="163651" y="201270"/>
                  </a:lnTo>
                  <a:lnTo>
                    <a:pt x="164667" y="195968"/>
                  </a:lnTo>
                  <a:lnTo>
                    <a:pt x="165511" y="190636"/>
                  </a:lnTo>
                  <a:lnTo>
                    <a:pt x="166183" y="185279"/>
                  </a:lnTo>
                  <a:lnTo>
                    <a:pt x="166681" y="179904"/>
                  </a:lnTo>
                  <a:lnTo>
                    <a:pt x="167005" y="174515"/>
                  </a:lnTo>
                  <a:lnTo>
                    <a:pt x="167156" y="169119"/>
                  </a:lnTo>
                  <a:lnTo>
                    <a:pt x="167131" y="163720"/>
                  </a:lnTo>
                  <a:lnTo>
                    <a:pt x="166933" y="158325"/>
                  </a:lnTo>
                  <a:lnTo>
                    <a:pt x="166560" y="152940"/>
                  </a:lnTo>
                  <a:lnTo>
                    <a:pt x="166014" y="147569"/>
                  </a:lnTo>
                  <a:lnTo>
                    <a:pt x="165295" y="142219"/>
                  </a:lnTo>
                  <a:lnTo>
                    <a:pt x="164403" y="136894"/>
                  </a:lnTo>
                  <a:lnTo>
                    <a:pt x="163340" y="131601"/>
                  </a:lnTo>
                  <a:lnTo>
                    <a:pt x="162106" y="126346"/>
                  </a:lnTo>
                  <a:lnTo>
                    <a:pt x="160704" y="121133"/>
                  </a:lnTo>
                  <a:lnTo>
                    <a:pt x="159133" y="115968"/>
                  </a:lnTo>
                  <a:lnTo>
                    <a:pt x="157397" y="110856"/>
                  </a:lnTo>
                  <a:lnTo>
                    <a:pt x="155497" y="105803"/>
                  </a:lnTo>
                  <a:lnTo>
                    <a:pt x="153434" y="100814"/>
                  </a:lnTo>
                  <a:lnTo>
                    <a:pt x="151212" y="95894"/>
                  </a:lnTo>
                  <a:lnTo>
                    <a:pt x="148832" y="91049"/>
                  </a:lnTo>
                  <a:lnTo>
                    <a:pt x="146296" y="86283"/>
                  </a:lnTo>
                  <a:lnTo>
                    <a:pt x="143608" y="81601"/>
                  </a:lnTo>
                  <a:lnTo>
                    <a:pt x="140770" y="77009"/>
                  </a:lnTo>
                  <a:lnTo>
                    <a:pt x="137786" y="72510"/>
                  </a:lnTo>
                  <a:lnTo>
                    <a:pt x="134657" y="68110"/>
                  </a:lnTo>
                  <a:lnTo>
                    <a:pt x="131389" y="63814"/>
                  </a:lnTo>
                  <a:lnTo>
                    <a:pt x="127983" y="59625"/>
                  </a:lnTo>
                  <a:lnTo>
                    <a:pt x="124444" y="55549"/>
                  </a:lnTo>
                  <a:lnTo>
                    <a:pt x="120775" y="51589"/>
                  </a:lnTo>
                  <a:lnTo>
                    <a:pt x="116980" y="47749"/>
                  </a:lnTo>
                  <a:lnTo>
                    <a:pt x="113063" y="44034"/>
                  </a:lnTo>
                  <a:lnTo>
                    <a:pt x="109028" y="40448"/>
                  </a:lnTo>
                  <a:lnTo>
                    <a:pt x="104879" y="36993"/>
                  </a:lnTo>
                  <a:lnTo>
                    <a:pt x="100621" y="33675"/>
                  </a:lnTo>
                  <a:lnTo>
                    <a:pt x="96258" y="30495"/>
                  </a:lnTo>
                  <a:lnTo>
                    <a:pt x="91795" y="27458"/>
                  </a:lnTo>
                  <a:lnTo>
                    <a:pt x="87236" y="24567"/>
                  </a:lnTo>
                  <a:lnTo>
                    <a:pt x="82586" y="21825"/>
                  </a:lnTo>
                  <a:lnTo>
                    <a:pt x="77850" y="19234"/>
                  </a:lnTo>
                  <a:lnTo>
                    <a:pt x="73033" y="16797"/>
                  </a:lnTo>
                  <a:lnTo>
                    <a:pt x="68139" y="14517"/>
                  </a:lnTo>
                  <a:lnTo>
                    <a:pt x="63175" y="12397"/>
                  </a:lnTo>
                  <a:lnTo>
                    <a:pt x="58144" y="10437"/>
                  </a:lnTo>
                  <a:lnTo>
                    <a:pt x="53053" y="8642"/>
                  </a:lnTo>
                  <a:lnTo>
                    <a:pt x="47907" y="7011"/>
                  </a:lnTo>
                  <a:lnTo>
                    <a:pt x="42710" y="5548"/>
                  </a:lnTo>
                  <a:lnTo>
                    <a:pt x="37470" y="4253"/>
                  </a:lnTo>
                  <a:lnTo>
                    <a:pt x="32190" y="3128"/>
                  </a:lnTo>
                  <a:lnTo>
                    <a:pt x="26876" y="2174"/>
                  </a:lnTo>
                  <a:lnTo>
                    <a:pt x="21534" y="1392"/>
                  </a:lnTo>
                  <a:lnTo>
                    <a:pt x="16170" y="783"/>
                  </a:lnTo>
                  <a:lnTo>
                    <a:pt x="10789" y="348"/>
                  </a:lnTo>
                  <a:lnTo>
                    <a:pt x="539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2455" y="5269756"/>
              <a:ext cx="132802" cy="167167"/>
            </a:xfrm>
            <a:custGeom>
              <a:avLst/>
              <a:pathLst>
                <a:path w="132802" h="167167">
                  <a:moveTo>
                    <a:pt x="132802" y="0"/>
                  </a:moveTo>
                  <a:lnTo>
                    <a:pt x="127322" y="89"/>
                  </a:lnTo>
                  <a:lnTo>
                    <a:pt x="121848" y="359"/>
                  </a:lnTo>
                  <a:lnTo>
                    <a:pt x="116385" y="808"/>
                  </a:lnTo>
                  <a:lnTo>
                    <a:pt x="110941" y="1435"/>
                  </a:lnTo>
                  <a:lnTo>
                    <a:pt x="105519" y="2241"/>
                  </a:lnTo>
                  <a:lnTo>
                    <a:pt x="100127" y="3224"/>
                  </a:lnTo>
                  <a:lnTo>
                    <a:pt x="94770" y="4383"/>
                  </a:lnTo>
                  <a:lnTo>
                    <a:pt x="89454" y="5717"/>
                  </a:lnTo>
                  <a:lnTo>
                    <a:pt x="84185" y="7225"/>
                  </a:lnTo>
                  <a:lnTo>
                    <a:pt x="78968" y="8905"/>
                  </a:lnTo>
                  <a:lnTo>
                    <a:pt x="73809" y="10755"/>
                  </a:lnTo>
                  <a:lnTo>
                    <a:pt x="68713" y="12773"/>
                  </a:lnTo>
                  <a:lnTo>
                    <a:pt x="63686" y="14957"/>
                  </a:lnTo>
                  <a:lnTo>
                    <a:pt x="58733" y="17304"/>
                  </a:lnTo>
                  <a:lnTo>
                    <a:pt x="53860" y="19813"/>
                  </a:lnTo>
                  <a:lnTo>
                    <a:pt x="49072" y="22480"/>
                  </a:lnTo>
                  <a:lnTo>
                    <a:pt x="44374" y="25303"/>
                  </a:lnTo>
                  <a:lnTo>
                    <a:pt x="39771" y="28278"/>
                  </a:lnTo>
                  <a:lnTo>
                    <a:pt x="35268" y="31402"/>
                  </a:lnTo>
                  <a:lnTo>
                    <a:pt x="30870" y="34673"/>
                  </a:lnTo>
                  <a:lnTo>
                    <a:pt x="26581" y="38086"/>
                  </a:lnTo>
                  <a:lnTo>
                    <a:pt x="22406" y="41637"/>
                  </a:lnTo>
                  <a:lnTo>
                    <a:pt x="18351" y="45324"/>
                  </a:lnTo>
                  <a:lnTo>
                    <a:pt x="14418" y="49141"/>
                  </a:lnTo>
                  <a:lnTo>
                    <a:pt x="10612" y="53085"/>
                  </a:lnTo>
                  <a:lnTo>
                    <a:pt x="6938" y="57152"/>
                  </a:lnTo>
                  <a:lnTo>
                    <a:pt x="3399" y="61338"/>
                  </a:lnTo>
                  <a:lnTo>
                    <a:pt x="0" y="65637"/>
                  </a:lnTo>
                  <a:lnTo>
                    <a:pt x="1328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390145" y="5335393"/>
              <a:ext cx="155112" cy="101530"/>
            </a:xfrm>
            <a:custGeom>
              <a:avLst/>
              <a:pathLst>
                <a:path w="155112" h="101530">
                  <a:moveTo>
                    <a:pt x="22310" y="0"/>
                  </a:moveTo>
                  <a:lnTo>
                    <a:pt x="18484" y="5209"/>
                  </a:lnTo>
                  <a:lnTo>
                    <a:pt x="14863" y="10562"/>
                  </a:lnTo>
                  <a:lnTo>
                    <a:pt x="11452" y="16051"/>
                  </a:lnTo>
                  <a:lnTo>
                    <a:pt x="8255" y="21668"/>
                  </a:lnTo>
                  <a:lnTo>
                    <a:pt x="5278" y="27404"/>
                  </a:lnTo>
                  <a:lnTo>
                    <a:pt x="2525" y="33251"/>
                  </a:lnTo>
                  <a:lnTo>
                    <a:pt x="0" y="39200"/>
                  </a:lnTo>
                  <a:lnTo>
                    <a:pt x="155112" y="1015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378091" y="5269756"/>
              <a:ext cx="334323" cy="334328"/>
            </a:xfrm>
            <a:custGeom>
              <a:avLst/>
              <a:pathLst>
                <a:path w="334323" h="334328">
                  <a:moveTo>
                    <a:pt x="12054" y="104837"/>
                  </a:moveTo>
                  <a:lnTo>
                    <a:pt x="10159" y="109776"/>
                  </a:lnTo>
                  <a:lnTo>
                    <a:pt x="8422" y="114772"/>
                  </a:lnTo>
                  <a:lnTo>
                    <a:pt x="6844" y="119821"/>
                  </a:lnTo>
                  <a:lnTo>
                    <a:pt x="5426" y="124916"/>
                  </a:lnTo>
                  <a:lnTo>
                    <a:pt x="4171" y="130055"/>
                  </a:lnTo>
                  <a:lnTo>
                    <a:pt x="3078" y="135230"/>
                  </a:lnTo>
                  <a:lnTo>
                    <a:pt x="2150" y="140437"/>
                  </a:lnTo>
                  <a:lnTo>
                    <a:pt x="1387" y="145671"/>
                  </a:lnTo>
                  <a:lnTo>
                    <a:pt x="790" y="150927"/>
                  </a:lnTo>
                  <a:lnTo>
                    <a:pt x="359" y="156199"/>
                  </a:lnTo>
                  <a:lnTo>
                    <a:pt x="96" y="161482"/>
                  </a:lnTo>
                  <a:lnTo>
                    <a:pt x="0" y="166770"/>
                  </a:lnTo>
                  <a:lnTo>
                    <a:pt x="71" y="172059"/>
                  </a:lnTo>
                  <a:lnTo>
                    <a:pt x="309" y="177343"/>
                  </a:lnTo>
                  <a:lnTo>
                    <a:pt x="715" y="182617"/>
                  </a:lnTo>
                  <a:lnTo>
                    <a:pt x="1287" y="187875"/>
                  </a:lnTo>
                  <a:lnTo>
                    <a:pt x="2025" y="193113"/>
                  </a:lnTo>
                  <a:lnTo>
                    <a:pt x="2928" y="198325"/>
                  </a:lnTo>
                  <a:lnTo>
                    <a:pt x="3996" y="203505"/>
                  </a:lnTo>
                  <a:lnTo>
                    <a:pt x="5228" y="208649"/>
                  </a:lnTo>
                  <a:lnTo>
                    <a:pt x="6621" y="213752"/>
                  </a:lnTo>
                  <a:lnTo>
                    <a:pt x="8175" y="218808"/>
                  </a:lnTo>
                  <a:lnTo>
                    <a:pt x="9889" y="223812"/>
                  </a:lnTo>
                  <a:lnTo>
                    <a:pt x="11760" y="228759"/>
                  </a:lnTo>
                  <a:lnTo>
                    <a:pt x="13786" y="233645"/>
                  </a:lnTo>
                  <a:lnTo>
                    <a:pt x="15966" y="238465"/>
                  </a:lnTo>
                  <a:lnTo>
                    <a:pt x="18297" y="243213"/>
                  </a:lnTo>
                  <a:lnTo>
                    <a:pt x="20778" y="247884"/>
                  </a:lnTo>
                  <a:lnTo>
                    <a:pt x="23405" y="252475"/>
                  </a:lnTo>
                  <a:lnTo>
                    <a:pt x="26176" y="256981"/>
                  </a:lnTo>
                  <a:lnTo>
                    <a:pt x="29088" y="261396"/>
                  </a:lnTo>
                  <a:lnTo>
                    <a:pt x="32138" y="265718"/>
                  </a:lnTo>
                  <a:lnTo>
                    <a:pt x="35323" y="269940"/>
                  </a:lnTo>
                  <a:lnTo>
                    <a:pt x="38641" y="274060"/>
                  </a:lnTo>
                  <a:lnTo>
                    <a:pt x="42087" y="278073"/>
                  </a:lnTo>
                  <a:lnTo>
                    <a:pt x="45658" y="281974"/>
                  </a:lnTo>
                  <a:lnTo>
                    <a:pt x="49351" y="285761"/>
                  </a:lnTo>
                  <a:lnTo>
                    <a:pt x="53162" y="289429"/>
                  </a:lnTo>
                  <a:lnTo>
                    <a:pt x="57088" y="292975"/>
                  </a:lnTo>
                  <a:lnTo>
                    <a:pt x="61123" y="296394"/>
                  </a:lnTo>
                  <a:lnTo>
                    <a:pt x="65264" y="299685"/>
                  </a:lnTo>
                  <a:lnTo>
                    <a:pt x="69508" y="302842"/>
                  </a:lnTo>
                  <a:lnTo>
                    <a:pt x="73849" y="305864"/>
                  </a:lnTo>
                  <a:lnTo>
                    <a:pt x="78284" y="308747"/>
                  </a:lnTo>
                  <a:lnTo>
                    <a:pt x="82808" y="311488"/>
                  </a:lnTo>
                  <a:lnTo>
                    <a:pt x="87416" y="314085"/>
                  </a:lnTo>
                  <a:lnTo>
                    <a:pt x="92104" y="316534"/>
                  </a:lnTo>
                  <a:lnTo>
                    <a:pt x="96867" y="318834"/>
                  </a:lnTo>
                  <a:lnTo>
                    <a:pt x="101701" y="320982"/>
                  </a:lnTo>
                  <a:lnTo>
                    <a:pt x="106600" y="322977"/>
                  </a:lnTo>
                  <a:lnTo>
                    <a:pt x="111559" y="324815"/>
                  </a:lnTo>
                  <a:lnTo>
                    <a:pt x="116575" y="326495"/>
                  </a:lnTo>
                  <a:lnTo>
                    <a:pt x="121641" y="328016"/>
                  </a:lnTo>
                  <a:lnTo>
                    <a:pt x="126753" y="329376"/>
                  </a:lnTo>
                  <a:lnTo>
                    <a:pt x="131905" y="330573"/>
                  </a:lnTo>
                  <a:lnTo>
                    <a:pt x="137092" y="331607"/>
                  </a:lnTo>
                  <a:lnTo>
                    <a:pt x="142310" y="332476"/>
                  </a:lnTo>
                  <a:lnTo>
                    <a:pt x="147552" y="333180"/>
                  </a:lnTo>
                  <a:lnTo>
                    <a:pt x="152814" y="333717"/>
                  </a:lnTo>
                  <a:lnTo>
                    <a:pt x="158090" y="334088"/>
                  </a:lnTo>
                  <a:lnTo>
                    <a:pt x="163376" y="334291"/>
                  </a:lnTo>
                  <a:lnTo>
                    <a:pt x="168665" y="334328"/>
                  </a:lnTo>
                  <a:lnTo>
                    <a:pt x="173953" y="334197"/>
                  </a:lnTo>
                  <a:lnTo>
                    <a:pt x="179234" y="333898"/>
                  </a:lnTo>
                  <a:lnTo>
                    <a:pt x="184503" y="333433"/>
                  </a:lnTo>
                  <a:lnTo>
                    <a:pt x="189754" y="332801"/>
                  </a:lnTo>
                  <a:lnTo>
                    <a:pt x="194983" y="332004"/>
                  </a:lnTo>
                  <a:lnTo>
                    <a:pt x="200184" y="331041"/>
                  </a:lnTo>
                  <a:lnTo>
                    <a:pt x="205352" y="329915"/>
                  </a:lnTo>
                  <a:lnTo>
                    <a:pt x="210482" y="328625"/>
                  </a:lnTo>
                  <a:lnTo>
                    <a:pt x="215569" y="327174"/>
                  </a:lnTo>
                  <a:lnTo>
                    <a:pt x="220607" y="325562"/>
                  </a:lnTo>
                  <a:lnTo>
                    <a:pt x="225591" y="323792"/>
                  </a:lnTo>
                  <a:lnTo>
                    <a:pt x="230517" y="321866"/>
                  </a:lnTo>
                  <a:lnTo>
                    <a:pt x="235380" y="319784"/>
                  </a:lnTo>
                  <a:lnTo>
                    <a:pt x="240174" y="317549"/>
                  </a:lnTo>
                  <a:lnTo>
                    <a:pt x="244895" y="315164"/>
                  </a:lnTo>
                  <a:lnTo>
                    <a:pt x="249538" y="312631"/>
                  </a:lnTo>
                  <a:lnTo>
                    <a:pt x="254099" y="309952"/>
                  </a:lnTo>
                  <a:lnTo>
                    <a:pt x="258573" y="307130"/>
                  </a:lnTo>
                  <a:lnTo>
                    <a:pt x="262955" y="304168"/>
                  </a:lnTo>
                  <a:lnTo>
                    <a:pt x="267242" y="301069"/>
                  </a:lnTo>
                  <a:lnTo>
                    <a:pt x="271428" y="297836"/>
                  </a:lnTo>
                  <a:lnTo>
                    <a:pt x="275510" y="294472"/>
                  </a:lnTo>
                  <a:lnTo>
                    <a:pt x="279483" y="290981"/>
                  </a:lnTo>
                  <a:lnTo>
                    <a:pt x="283344" y="287365"/>
                  </a:lnTo>
                  <a:lnTo>
                    <a:pt x="287089" y="283630"/>
                  </a:lnTo>
                  <a:lnTo>
                    <a:pt x="290713" y="279777"/>
                  </a:lnTo>
                  <a:lnTo>
                    <a:pt x="294214" y="275812"/>
                  </a:lnTo>
                  <a:lnTo>
                    <a:pt x="297588" y="271738"/>
                  </a:lnTo>
                  <a:lnTo>
                    <a:pt x="300831" y="267560"/>
                  </a:lnTo>
                  <a:lnTo>
                    <a:pt x="303940" y="263281"/>
                  </a:lnTo>
                  <a:lnTo>
                    <a:pt x="306913" y="258906"/>
                  </a:lnTo>
                  <a:lnTo>
                    <a:pt x="309745" y="254438"/>
                  </a:lnTo>
                  <a:lnTo>
                    <a:pt x="312435" y="249884"/>
                  </a:lnTo>
                  <a:lnTo>
                    <a:pt x="314979" y="245247"/>
                  </a:lnTo>
                  <a:lnTo>
                    <a:pt x="317375" y="240531"/>
                  </a:lnTo>
                  <a:lnTo>
                    <a:pt x="319621" y="235742"/>
                  </a:lnTo>
                  <a:lnTo>
                    <a:pt x="321714" y="230885"/>
                  </a:lnTo>
                  <a:lnTo>
                    <a:pt x="323653" y="225963"/>
                  </a:lnTo>
                  <a:lnTo>
                    <a:pt x="325435" y="220983"/>
                  </a:lnTo>
                  <a:lnTo>
                    <a:pt x="327058" y="215949"/>
                  </a:lnTo>
                  <a:lnTo>
                    <a:pt x="328521" y="210866"/>
                  </a:lnTo>
                  <a:lnTo>
                    <a:pt x="329823" y="205739"/>
                  </a:lnTo>
                  <a:lnTo>
                    <a:pt x="330962" y="200574"/>
                  </a:lnTo>
                  <a:lnTo>
                    <a:pt x="331937" y="195375"/>
                  </a:lnTo>
                  <a:lnTo>
                    <a:pt x="332747" y="190148"/>
                  </a:lnTo>
                  <a:lnTo>
                    <a:pt x="333391" y="184898"/>
                  </a:lnTo>
                  <a:lnTo>
                    <a:pt x="333869" y="179630"/>
                  </a:lnTo>
                  <a:lnTo>
                    <a:pt x="334180" y="174350"/>
                  </a:lnTo>
                  <a:lnTo>
                    <a:pt x="334323" y="169062"/>
                  </a:lnTo>
                  <a:lnTo>
                    <a:pt x="334299" y="163773"/>
                  </a:lnTo>
                  <a:lnTo>
                    <a:pt x="334108" y="158487"/>
                  </a:lnTo>
                  <a:lnTo>
                    <a:pt x="333750" y="153210"/>
                  </a:lnTo>
                  <a:lnTo>
                    <a:pt x="333225" y="147946"/>
                  </a:lnTo>
                  <a:lnTo>
                    <a:pt x="332534" y="142702"/>
                  </a:lnTo>
                  <a:lnTo>
                    <a:pt x="331677" y="137483"/>
                  </a:lnTo>
                  <a:lnTo>
                    <a:pt x="330656" y="132293"/>
                  </a:lnTo>
                  <a:lnTo>
                    <a:pt x="329471" y="127138"/>
                  </a:lnTo>
                  <a:lnTo>
                    <a:pt x="328123" y="122023"/>
                  </a:lnTo>
                  <a:lnTo>
                    <a:pt x="326614" y="116954"/>
                  </a:lnTo>
                  <a:lnTo>
                    <a:pt x="324946" y="111934"/>
                  </a:lnTo>
                  <a:lnTo>
                    <a:pt x="323119" y="106970"/>
                  </a:lnTo>
                  <a:lnTo>
                    <a:pt x="321137" y="102066"/>
                  </a:lnTo>
                  <a:lnTo>
                    <a:pt x="319000" y="97228"/>
                  </a:lnTo>
                  <a:lnTo>
                    <a:pt x="316711" y="92459"/>
                  </a:lnTo>
                  <a:lnTo>
                    <a:pt x="314273" y="87765"/>
                  </a:lnTo>
                  <a:lnTo>
                    <a:pt x="311687" y="83151"/>
                  </a:lnTo>
                  <a:lnTo>
                    <a:pt x="308957" y="78621"/>
                  </a:lnTo>
                  <a:lnTo>
                    <a:pt x="306085" y="74179"/>
                  </a:lnTo>
                  <a:lnTo>
                    <a:pt x="303073" y="69831"/>
                  </a:lnTo>
                  <a:lnTo>
                    <a:pt x="299926" y="65580"/>
                  </a:lnTo>
                  <a:lnTo>
                    <a:pt x="296645" y="61430"/>
                  </a:lnTo>
                  <a:lnTo>
                    <a:pt x="293235" y="57387"/>
                  </a:lnTo>
                  <a:lnTo>
                    <a:pt x="289699" y="53453"/>
                  </a:lnTo>
                  <a:lnTo>
                    <a:pt x="286040" y="49634"/>
                  </a:lnTo>
                  <a:lnTo>
                    <a:pt x="282262" y="45932"/>
                  </a:lnTo>
                  <a:lnTo>
                    <a:pt x="278369" y="42351"/>
                  </a:lnTo>
                  <a:lnTo>
                    <a:pt x="274364" y="38895"/>
                  </a:lnTo>
                  <a:lnTo>
                    <a:pt x="270252" y="35568"/>
                  </a:lnTo>
                  <a:lnTo>
                    <a:pt x="266037" y="32373"/>
                  </a:lnTo>
                  <a:lnTo>
                    <a:pt x="261723" y="29312"/>
                  </a:lnTo>
                  <a:lnTo>
                    <a:pt x="257315" y="26390"/>
                  </a:lnTo>
                  <a:lnTo>
                    <a:pt x="252816" y="23608"/>
                  </a:lnTo>
                  <a:lnTo>
                    <a:pt x="248231" y="20970"/>
                  </a:lnTo>
                  <a:lnTo>
                    <a:pt x="243565" y="18479"/>
                  </a:lnTo>
                  <a:lnTo>
                    <a:pt x="238823" y="16136"/>
                  </a:lnTo>
                  <a:lnTo>
                    <a:pt x="234009" y="13945"/>
                  </a:lnTo>
                  <a:lnTo>
                    <a:pt x="229128" y="11907"/>
                  </a:lnTo>
                  <a:lnTo>
                    <a:pt x="224185" y="10024"/>
                  </a:lnTo>
                  <a:lnTo>
                    <a:pt x="219184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4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3884" y="5018213"/>
              <a:ext cx="167154" cy="206709"/>
            </a:xfrm>
            <a:custGeom>
              <a:avLst/>
              <a:pathLst>
                <a:path w="167154" h="206709">
                  <a:moveTo>
                    <a:pt x="167154" y="0"/>
                  </a:moveTo>
                  <a:lnTo>
                    <a:pt x="161753" y="87"/>
                  </a:lnTo>
                  <a:lnTo>
                    <a:pt x="156357" y="348"/>
                  </a:lnTo>
                  <a:lnTo>
                    <a:pt x="150973" y="784"/>
                  </a:lnTo>
                  <a:lnTo>
                    <a:pt x="145606" y="1394"/>
                  </a:lnTo>
                  <a:lnTo>
                    <a:pt x="140262" y="2177"/>
                  </a:lnTo>
                  <a:lnTo>
                    <a:pt x="134945" y="3132"/>
                  </a:lnTo>
                  <a:lnTo>
                    <a:pt x="129662" y="4258"/>
                  </a:lnTo>
                  <a:lnTo>
                    <a:pt x="124418" y="5554"/>
                  </a:lnTo>
                  <a:lnTo>
                    <a:pt x="119219" y="7019"/>
                  </a:lnTo>
                  <a:lnTo>
                    <a:pt x="114070" y="8652"/>
                  </a:lnTo>
                  <a:lnTo>
                    <a:pt x="108976" y="10450"/>
                  </a:lnTo>
                  <a:lnTo>
                    <a:pt x="103943" y="12411"/>
                  </a:lnTo>
                  <a:lnTo>
                    <a:pt x="98976" y="14534"/>
                  </a:lnTo>
                  <a:lnTo>
                    <a:pt x="94081" y="16816"/>
                  </a:lnTo>
                  <a:lnTo>
                    <a:pt x="89261" y="19256"/>
                  </a:lnTo>
                  <a:lnTo>
                    <a:pt x="84523" y="21850"/>
                  </a:lnTo>
                  <a:lnTo>
                    <a:pt x="79871" y="24595"/>
                  </a:lnTo>
                  <a:lnTo>
                    <a:pt x="75310" y="27490"/>
                  </a:lnTo>
                  <a:lnTo>
                    <a:pt x="70845" y="30530"/>
                  </a:lnTo>
                  <a:lnTo>
                    <a:pt x="66481" y="33713"/>
                  </a:lnTo>
                  <a:lnTo>
                    <a:pt x="62222" y="37035"/>
                  </a:lnTo>
                  <a:lnTo>
                    <a:pt x="58072" y="40493"/>
                  </a:lnTo>
                  <a:lnTo>
                    <a:pt x="54037" y="44084"/>
                  </a:lnTo>
                  <a:lnTo>
                    <a:pt x="50119" y="47803"/>
                  </a:lnTo>
                  <a:lnTo>
                    <a:pt x="46324" y="51646"/>
                  </a:lnTo>
                  <a:lnTo>
                    <a:pt x="42654" y="55610"/>
                  </a:lnTo>
                  <a:lnTo>
                    <a:pt x="39115" y="59691"/>
                  </a:lnTo>
                  <a:lnTo>
                    <a:pt x="35710" y="63884"/>
                  </a:lnTo>
                  <a:lnTo>
                    <a:pt x="32441" y="68184"/>
                  </a:lnTo>
                  <a:lnTo>
                    <a:pt x="29314" y="72588"/>
                  </a:lnTo>
                  <a:lnTo>
                    <a:pt x="26330" y="77091"/>
                  </a:lnTo>
                  <a:lnTo>
                    <a:pt x="23493" y="81688"/>
                  </a:lnTo>
                  <a:lnTo>
                    <a:pt x="20807" y="86374"/>
                  </a:lnTo>
                  <a:lnTo>
                    <a:pt x="18273" y="91145"/>
                  </a:lnTo>
                  <a:lnTo>
                    <a:pt x="15894" y="95995"/>
                  </a:lnTo>
                  <a:lnTo>
                    <a:pt x="13674" y="100919"/>
                  </a:lnTo>
                  <a:lnTo>
                    <a:pt x="11613" y="105912"/>
                  </a:lnTo>
                  <a:lnTo>
                    <a:pt x="9716" y="110969"/>
                  </a:lnTo>
                  <a:lnTo>
                    <a:pt x="7982" y="116085"/>
                  </a:lnTo>
                  <a:lnTo>
                    <a:pt x="6415" y="121255"/>
                  </a:lnTo>
                  <a:lnTo>
                    <a:pt x="5015" y="126472"/>
                  </a:lnTo>
                  <a:lnTo>
                    <a:pt x="3785" y="131731"/>
                  </a:lnTo>
                  <a:lnTo>
                    <a:pt x="2726" y="137028"/>
                  </a:lnTo>
                  <a:lnTo>
                    <a:pt x="1838" y="142356"/>
                  </a:lnTo>
                  <a:lnTo>
                    <a:pt x="1122" y="147710"/>
                  </a:lnTo>
                  <a:lnTo>
                    <a:pt x="580" y="153085"/>
                  </a:lnTo>
                  <a:lnTo>
                    <a:pt x="212" y="158474"/>
                  </a:lnTo>
                  <a:lnTo>
                    <a:pt x="19" y="163872"/>
                  </a:lnTo>
                  <a:lnTo>
                    <a:pt x="0" y="169274"/>
                  </a:lnTo>
                  <a:lnTo>
                    <a:pt x="155" y="174673"/>
                  </a:lnTo>
                  <a:lnTo>
                    <a:pt x="485" y="180065"/>
                  </a:lnTo>
                  <a:lnTo>
                    <a:pt x="988" y="185443"/>
                  </a:lnTo>
                  <a:lnTo>
                    <a:pt x="1665" y="190802"/>
                  </a:lnTo>
                  <a:lnTo>
                    <a:pt x="2515" y="196136"/>
                  </a:lnTo>
                  <a:lnTo>
                    <a:pt x="3537" y="201440"/>
                  </a:lnTo>
                  <a:lnTo>
                    <a:pt x="4730" y="206709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58615" y="5185380"/>
              <a:ext cx="162423" cy="39541"/>
            </a:xfrm>
            <a:custGeom>
              <a:avLst/>
              <a:pathLst>
                <a:path w="162423" h="39541">
                  <a:moveTo>
                    <a:pt x="0" y="39541"/>
                  </a:moveTo>
                  <a:lnTo>
                    <a:pt x="1624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58615" y="5185380"/>
              <a:ext cx="162423" cy="39541"/>
            </a:xfrm>
            <a:custGeom>
              <a:avLst/>
              <a:pathLst>
                <a:path w="162423" h="39541">
                  <a:moveTo>
                    <a:pt x="0" y="39541"/>
                  </a:moveTo>
                  <a:lnTo>
                    <a:pt x="1624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858615" y="5185380"/>
              <a:ext cx="162423" cy="39541"/>
            </a:xfrm>
            <a:custGeom>
              <a:avLst/>
              <a:pathLst>
                <a:path w="162423" h="39541">
                  <a:moveTo>
                    <a:pt x="0" y="39541"/>
                  </a:moveTo>
                  <a:lnTo>
                    <a:pt x="1624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858615" y="5185380"/>
              <a:ext cx="162423" cy="97251"/>
            </a:xfrm>
            <a:custGeom>
              <a:avLst/>
              <a:pathLst>
                <a:path w="162423" h="97251">
                  <a:moveTo>
                    <a:pt x="0" y="39541"/>
                  </a:moveTo>
                  <a:lnTo>
                    <a:pt x="1471" y="45158"/>
                  </a:lnTo>
                  <a:lnTo>
                    <a:pt x="3136" y="50720"/>
                  </a:lnTo>
                  <a:lnTo>
                    <a:pt x="4994" y="56222"/>
                  </a:lnTo>
                  <a:lnTo>
                    <a:pt x="7041" y="61655"/>
                  </a:lnTo>
                  <a:lnTo>
                    <a:pt x="9276" y="67014"/>
                  </a:lnTo>
                  <a:lnTo>
                    <a:pt x="11696" y="72292"/>
                  </a:lnTo>
                  <a:lnTo>
                    <a:pt x="14297" y="77483"/>
                  </a:lnTo>
                  <a:lnTo>
                    <a:pt x="17077" y="82580"/>
                  </a:lnTo>
                  <a:lnTo>
                    <a:pt x="20033" y="87578"/>
                  </a:lnTo>
                  <a:lnTo>
                    <a:pt x="23160" y="92470"/>
                  </a:lnTo>
                  <a:lnTo>
                    <a:pt x="26455" y="97251"/>
                  </a:lnTo>
                  <a:lnTo>
                    <a:pt x="16242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885071" y="5018213"/>
              <a:ext cx="303116" cy="334334"/>
            </a:xfrm>
            <a:custGeom>
              <a:avLst/>
              <a:pathLst>
                <a:path w="303116" h="334334">
                  <a:moveTo>
                    <a:pt x="0" y="264418"/>
                  </a:moveTo>
                  <a:lnTo>
                    <a:pt x="3152" y="268681"/>
                  </a:lnTo>
                  <a:lnTo>
                    <a:pt x="6438" y="272842"/>
                  </a:lnTo>
                  <a:lnTo>
                    <a:pt x="9854" y="276896"/>
                  </a:lnTo>
                  <a:lnTo>
                    <a:pt x="13397" y="280840"/>
                  </a:lnTo>
                  <a:lnTo>
                    <a:pt x="17064" y="284670"/>
                  </a:lnTo>
                  <a:lnTo>
                    <a:pt x="20850" y="288381"/>
                  </a:lnTo>
                  <a:lnTo>
                    <a:pt x="24752" y="291971"/>
                  </a:lnTo>
                  <a:lnTo>
                    <a:pt x="28765" y="295435"/>
                  </a:lnTo>
                  <a:lnTo>
                    <a:pt x="32887" y="298770"/>
                  </a:lnTo>
                  <a:lnTo>
                    <a:pt x="37112" y="301973"/>
                  </a:lnTo>
                  <a:lnTo>
                    <a:pt x="41437" y="305040"/>
                  </a:lnTo>
                  <a:lnTo>
                    <a:pt x="45856" y="307968"/>
                  </a:lnTo>
                  <a:lnTo>
                    <a:pt x="50367" y="310755"/>
                  </a:lnTo>
                  <a:lnTo>
                    <a:pt x="54963" y="313397"/>
                  </a:lnTo>
                  <a:lnTo>
                    <a:pt x="59641" y="315893"/>
                  </a:lnTo>
                  <a:lnTo>
                    <a:pt x="64396" y="318238"/>
                  </a:lnTo>
                  <a:lnTo>
                    <a:pt x="69223" y="320432"/>
                  </a:lnTo>
                  <a:lnTo>
                    <a:pt x="74116" y="322471"/>
                  </a:lnTo>
                  <a:lnTo>
                    <a:pt x="79073" y="324355"/>
                  </a:lnTo>
                  <a:lnTo>
                    <a:pt x="84086" y="326080"/>
                  </a:lnTo>
                  <a:lnTo>
                    <a:pt x="89151" y="327645"/>
                  </a:lnTo>
                  <a:lnTo>
                    <a:pt x="94264" y="329049"/>
                  </a:lnTo>
                  <a:lnTo>
                    <a:pt x="99418" y="330290"/>
                  </a:lnTo>
                  <a:lnTo>
                    <a:pt x="104610" y="331367"/>
                  </a:lnTo>
                  <a:lnTo>
                    <a:pt x="109833" y="332279"/>
                  </a:lnTo>
                  <a:lnTo>
                    <a:pt x="115082" y="333025"/>
                  </a:lnTo>
                  <a:lnTo>
                    <a:pt x="120352" y="333603"/>
                  </a:lnTo>
                  <a:lnTo>
                    <a:pt x="125638" y="334015"/>
                  </a:lnTo>
                  <a:lnTo>
                    <a:pt x="130934" y="334259"/>
                  </a:lnTo>
                  <a:lnTo>
                    <a:pt x="136235" y="334334"/>
                  </a:lnTo>
                  <a:lnTo>
                    <a:pt x="141536" y="334242"/>
                  </a:lnTo>
                  <a:lnTo>
                    <a:pt x="146832" y="333981"/>
                  </a:lnTo>
                  <a:lnTo>
                    <a:pt x="152116" y="333553"/>
                  </a:lnTo>
                  <a:lnTo>
                    <a:pt x="157384" y="332957"/>
                  </a:lnTo>
                  <a:lnTo>
                    <a:pt x="162631" y="332194"/>
                  </a:lnTo>
                  <a:lnTo>
                    <a:pt x="167851" y="331266"/>
                  </a:lnTo>
                  <a:lnTo>
                    <a:pt x="173039" y="330172"/>
                  </a:lnTo>
                  <a:lnTo>
                    <a:pt x="178189" y="328914"/>
                  </a:lnTo>
                  <a:lnTo>
                    <a:pt x="183297" y="327494"/>
                  </a:lnTo>
                  <a:lnTo>
                    <a:pt x="188358" y="325913"/>
                  </a:lnTo>
                  <a:lnTo>
                    <a:pt x="193366" y="324171"/>
                  </a:lnTo>
                  <a:lnTo>
                    <a:pt x="198316" y="322272"/>
                  </a:lnTo>
                  <a:lnTo>
                    <a:pt x="203203" y="320217"/>
                  </a:lnTo>
                  <a:lnTo>
                    <a:pt x="208023" y="318008"/>
                  </a:lnTo>
                  <a:lnTo>
                    <a:pt x="212770" y="315647"/>
                  </a:lnTo>
                  <a:lnTo>
                    <a:pt x="217440" y="313137"/>
                  </a:lnTo>
                  <a:lnTo>
                    <a:pt x="222028" y="310480"/>
                  </a:lnTo>
                  <a:lnTo>
                    <a:pt x="226529" y="307678"/>
                  </a:lnTo>
                  <a:lnTo>
                    <a:pt x="230939" y="304736"/>
                  </a:lnTo>
                  <a:lnTo>
                    <a:pt x="235254" y="301655"/>
                  </a:lnTo>
                  <a:lnTo>
                    <a:pt x="239469" y="298439"/>
                  </a:lnTo>
                  <a:lnTo>
                    <a:pt x="243580" y="295090"/>
                  </a:lnTo>
                  <a:lnTo>
                    <a:pt x="247582" y="291614"/>
                  </a:lnTo>
                  <a:lnTo>
                    <a:pt x="251473" y="288011"/>
                  </a:lnTo>
                  <a:lnTo>
                    <a:pt x="255247" y="284288"/>
                  </a:lnTo>
                  <a:lnTo>
                    <a:pt x="258901" y="280446"/>
                  </a:lnTo>
                  <a:lnTo>
                    <a:pt x="262431" y="276491"/>
                  </a:lnTo>
                  <a:lnTo>
                    <a:pt x="265835" y="272425"/>
                  </a:lnTo>
                  <a:lnTo>
                    <a:pt x="269107" y="268254"/>
                  </a:lnTo>
                  <a:lnTo>
                    <a:pt x="272246" y="263981"/>
                  </a:lnTo>
                  <a:lnTo>
                    <a:pt x="275248" y="259611"/>
                  </a:lnTo>
                  <a:lnTo>
                    <a:pt x="278109" y="255148"/>
                  </a:lnTo>
                  <a:lnTo>
                    <a:pt x="280828" y="250596"/>
                  </a:lnTo>
                  <a:lnTo>
                    <a:pt x="283400" y="245960"/>
                  </a:lnTo>
                  <a:lnTo>
                    <a:pt x="285825" y="241245"/>
                  </a:lnTo>
                  <a:lnTo>
                    <a:pt x="288099" y="236456"/>
                  </a:lnTo>
                  <a:lnTo>
                    <a:pt x="290219" y="231596"/>
                  </a:lnTo>
                  <a:lnTo>
                    <a:pt x="292185" y="226672"/>
                  </a:lnTo>
                  <a:lnTo>
                    <a:pt x="293994" y="221688"/>
                  </a:lnTo>
                  <a:lnTo>
                    <a:pt x="295643" y="216650"/>
                  </a:lnTo>
                  <a:lnTo>
                    <a:pt x="297132" y="211561"/>
                  </a:lnTo>
                  <a:lnTo>
                    <a:pt x="298459" y="206428"/>
                  </a:lnTo>
                  <a:lnTo>
                    <a:pt x="299622" y="201255"/>
                  </a:lnTo>
                  <a:lnTo>
                    <a:pt x="300621" y="196049"/>
                  </a:lnTo>
                  <a:lnTo>
                    <a:pt x="301454" y="190813"/>
                  </a:lnTo>
                  <a:lnTo>
                    <a:pt x="302120" y="185553"/>
                  </a:lnTo>
                  <a:lnTo>
                    <a:pt x="302620" y="180275"/>
                  </a:lnTo>
                  <a:lnTo>
                    <a:pt x="302952" y="174983"/>
                  </a:lnTo>
                  <a:lnTo>
                    <a:pt x="303116" y="169684"/>
                  </a:lnTo>
                  <a:lnTo>
                    <a:pt x="303111" y="164382"/>
                  </a:lnTo>
                  <a:lnTo>
                    <a:pt x="302939" y="159083"/>
                  </a:lnTo>
                  <a:lnTo>
                    <a:pt x="302599" y="153792"/>
                  </a:lnTo>
                  <a:lnTo>
                    <a:pt x="302091" y="148515"/>
                  </a:lnTo>
                  <a:lnTo>
                    <a:pt x="301416" y="143256"/>
                  </a:lnTo>
                  <a:lnTo>
                    <a:pt x="300574" y="138021"/>
                  </a:lnTo>
                  <a:lnTo>
                    <a:pt x="299567" y="132816"/>
                  </a:lnTo>
                  <a:lnTo>
                    <a:pt x="298395" y="127645"/>
                  </a:lnTo>
                  <a:lnTo>
                    <a:pt x="297060" y="122514"/>
                  </a:lnTo>
                  <a:lnTo>
                    <a:pt x="295563" y="117428"/>
                  </a:lnTo>
                  <a:lnTo>
                    <a:pt x="293906" y="112392"/>
                  </a:lnTo>
                  <a:lnTo>
                    <a:pt x="292089" y="107411"/>
                  </a:lnTo>
                  <a:lnTo>
                    <a:pt x="290116" y="102490"/>
                  </a:lnTo>
                  <a:lnTo>
                    <a:pt x="287987" y="97634"/>
                  </a:lnTo>
                  <a:lnTo>
                    <a:pt x="285706" y="92849"/>
                  </a:lnTo>
                  <a:lnTo>
                    <a:pt x="283274" y="88137"/>
                  </a:lnTo>
                  <a:lnTo>
                    <a:pt x="280694" y="83506"/>
                  </a:lnTo>
                  <a:lnTo>
                    <a:pt x="277968" y="78958"/>
                  </a:lnTo>
                  <a:lnTo>
                    <a:pt x="275099" y="74500"/>
                  </a:lnTo>
                  <a:lnTo>
                    <a:pt x="272090" y="70134"/>
                  </a:lnTo>
                  <a:lnTo>
                    <a:pt x="268945" y="65866"/>
                  </a:lnTo>
                  <a:lnTo>
                    <a:pt x="265666" y="61700"/>
                  </a:lnTo>
                  <a:lnTo>
                    <a:pt x="262256" y="57640"/>
                  </a:lnTo>
                  <a:lnTo>
                    <a:pt x="258719" y="53691"/>
                  </a:lnTo>
                  <a:lnTo>
                    <a:pt x="255059" y="49855"/>
                  </a:lnTo>
                  <a:lnTo>
                    <a:pt x="251279" y="46137"/>
                  </a:lnTo>
                  <a:lnTo>
                    <a:pt x="247383" y="42541"/>
                  </a:lnTo>
                  <a:lnTo>
                    <a:pt x="243375" y="39071"/>
                  </a:lnTo>
                  <a:lnTo>
                    <a:pt x="239258" y="35729"/>
                  </a:lnTo>
                  <a:lnTo>
                    <a:pt x="235038" y="32520"/>
                  </a:lnTo>
                  <a:lnTo>
                    <a:pt x="230719" y="29446"/>
                  </a:lnTo>
                  <a:lnTo>
                    <a:pt x="226304" y="26510"/>
                  </a:lnTo>
                  <a:lnTo>
                    <a:pt x="221798" y="23716"/>
                  </a:lnTo>
                  <a:lnTo>
                    <a:pt x="217205" y="21067"/>
                  </a:lnTo>
                  <a:lnTo>
                    <a:pt x="212532" y="18564"/>
                  </a:lnTo>
                  <a:lnTo>
                    <a:pt x="207781" y="16211"/>
                  </a:lnTo>
                  <a:lnTo>
                    <a:pt x="202957" y="14009"/>
                  </a:lnTo>
                  <a:lnTo>
                    <a:pt x="198067" y="11962"/>
                  </a:lnTo>
                  <a:lnTo>
                    <a:pt x="193114" y="10071"/>
                  </a:lnTo>
                  <a:lnTo>
                    <a:pt x="188103" y="8338"/>
                  </a:lnTo>
                  <a:lnTo>
                    <a:pt x="183040" y="6764"/>
                  </a:lnTo>
                  <a:lnTo>
                    <a:pt x="177930" y="5352"/>
                  </a:lnTo>
                  <a:lnTo>
                    <a:pt x="172777" y="4103"/>
                  </a:lnTo>
                  <a:lnTo>
                    <a:pt x="167588" y="3017"/>
                  </a:lnTo>
                  <a:lnTo>
                    <a:pt x="162366" y="2097"/>
                  </a:lnTo>
                  <a:lnTo>
                    <a:pt x="157118" y="1343"/>
                  </a:lnTo>
                  <a:lnTo>
                    <a:pt x="151849" y="756"/>
                  </a:lnTo>
                  <a:lnTo>
                    <a:pt x="146564" y="336"/>
                  </a:lnTo>
                  <a:lnTo>
                    <a:pt x="141268" y="84"/>
                  </a:lnTo>
                  <a:lnTo>
                    <a:pt x="135967" y="0"/>
                  </a:lnTo>
                  <a:lnTo>
                    <a:pt x="1359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256069" y="4659281"/>
              <a:ext cx="167165" cy="313537"/>
            </a:xfrm>
            <a:custGeom>
              <a:avLst/>
              <a:pathLst>
                <a:path w="167165" h="313537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7" y="1381"/>
                  </a:lnTo>
                  <a:lnTo>
                    <a:pt x="140396" y="2157"/>
                  </a:lnTo>
                  <a:lnTo>
                    <a:pt x="135104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7" y="6955"/>
                  </a:lnTo>
                  <a:lnTo>
                    <a:pt x="114319" y="8572"/>
                  </a:lnTo>
                  <a:lnTo>
                    <a:pt x="109246" y="10354"/>
                  </a:lnTo>
                  <a:lnTo>
                    <a:pt x="104233" y="12297"/>
                  </a:lnTo>
                  <a:lnTo>
                    <a:pt x="99286" y="14401"/>
                  </a:lnTo>
                  <a:lnTo>
                    <a:pt x="94408" y="16663"/>
                  </a:lnTo>
                  <a:lnTo>
                    <a:pt x="89606" y="19081"/>
                  </a:lnTo>
                  <a:lnTo>
                    <a:pt x="84883" y="21651"/>
                  </a:lnTo>
                  <a:lnTo>
                    <a:pt x="80246" y="24373"/>
                  </a:lnTo>
                  <a:lnTo>
                    <a:pt x="75699" y="27242"/>
                  </a:lnTo>
                  <a:lnTo>
                    <a:pt x="71247" y="30256"/>
                  </a:lnTo>
                  <a:lnTo>
                    <a:pt x="66894" y="33411"/>
                  </a:lnTo>
                  <a:lnTo>
                    <a:pt x="62644" y="36705"/>
                  </a:lnTo>
                  <a:lnTo>
                    <a:pt x="58503" y="40133"/>
                  </a:lnTo>
                  <a:lnTo>
                    <a:pt x="54474" y="43693"/>
                  </a:lnTo>
                  <a:lnTo>
                    <a:pt x="50561" y="47381"/>
                  </a:lnTo>
                  <a:lnTo>
                    <a:pt x="46769" y="51193"/>
                  </a:lnTo>
                  <a:lnTo>
                    <a:pt x="43102" y="55125"/>
                  </a:lnTo>
                  <a:lnTo>
                    <a:pt x="39563" y="59172"/>
                  </a:lnTo>
                  <a:lnTo>
                    <a:pt x="36156" y="63332"/>
                  </a:lnTo>
                  <a:lnTo>
                    <a:pt x="32885" y="67598"/>
                  </a:lnTo>
                  <a:lnTo>
                    <a:pt x="29752" y="71968"/>
                  </a:lnTo>
                  <a:lnTo>
                    <a:pt x="26762" y="76436"/>
                  </a:lnTo>
                  <a:lnTo>
                    <a:pt x="23917" y="80998"/>
                  </a:lnTo>
                  <a:lnTo>
                    <a:pt x="21220" y="85650"/>
                  </a:lnTo>
                  <a:lnTo>
                    <a:pt x="18674" y="90385"/>
                  </a:lnTo>
                  <a:lnTo>
                    <a:pt x="16281" y="95200"/>
                  </a:lnTo>
                  <a:lnTo>
                    <a:pt x="14045" y="100090"/>
                  </a:lnTo>
                  <a:lnTo>
                    <a:pt x="11967" y="105048"/>
                  </a:lnTo>
                  <a:lnTo>
                    <a:pt x="10050" y="110071"/>
                  </a:lnTo>
                  <a:lnTo>
                    <a:pt x="8295" y="115153"/>
                  </a:lnTo>
                  <a:lnTo>
                    <a:pt x="6705" y="120289"/>
                  </a:lnTo>
                  <a:lnTo>
                    <a:pt x="5280" y="125474"/>
                  </a:lnTo>
                  <a:lnTo>
                    <a:pt x="4023" y="130701"/>
                  </a:lnTo>
                  <a:lnTo>
                    <a:pt x="2935" y="135967"/>
                  </a:lnTo>
                  <a:lnTo>
                    <a:pt x="2016" y="141264"/>
                  </a:lnTo>
                  <a:lnTo>
                    <a:pt x="1269" y="146588"/>
                  </a:lnTo>
                  <a:lnTo>
                    <a:pt x="693" y="151934"/>
                  </a:lnTo>
                  <a:lnTo>
                    <a:pt x="289" y="157295"/>
                  </a:lnTo>
                  <a:lnTo>
                    <a:pt x="58" y="162667"/>
                  </a:lnTo>
                  <a:lnTo>
                    <a:pt x="0" y="168043"/>
                  </a:lnTo>
                  <a:lnTo>
                    <a:pt x="114" y="173419"/>
                  </a:lnTo>
                  <a:lnTo>
                    <a:pt x="402" y="178787"/>
                  </a:lnTo>
                  <a:lnTo>
                    <a:pt x="862" y="184144"/>
                  </a:lnTo>
                  <a:lnTo>
                    <a:pt x="1494" y="189484"/>
                  </a:lnTo>
                  <a:lnTo>
                    <a:pt x="2297" y="194800"/>
                  </a:lnTo>
                  <a:lnTo>
                    <a:pt x="3271" y="200087"/>
                  </a:lnTo>
                  <a:lnTo>
                    <a:pt x="4414" y="205341"/>
                  </a:lnTo>
                  <a:lnTo>
                    <a:pt x="5726" y="210555"/>
                  </a:lnTo>
                  <a:lnTo>
                    <a:pt x="7205" y="215724"/>
                  </a:lnTo>
                  <a:lnTo>
                    <a:pt x="8849" y="220843"/>
                  </a:lnTo>
                  <a:lnTo>
                    <a:pt x="10657" y="225907"/>
                  </a:lnTo>
                  <a:lnTo>
                    <a:pt x="12627" y="230909"/>
                  </a:lnTo>
                  <a:lnTo>
                    <a:pt x="14757" y="235846"/>
                  </a:lnTo>
                  <a:lnTo>
                    <a:pt x="17044" y="240712"/>
                  </a:lnTo>
                  <a:lnTo>
                    <a:pt x="19487" y="245501"/>
                  </a:lnTo>
                  <a:lnTo>
                    <a:pt x="22082" y="250210"/>
                  </a:lnTo>
                  <a:lnTo>
                    <a:pt x="24828" y="254832"/>
                  </a:lnTo>
                  <a:lnTo>
                    <a:pt x="27721" y="259364"/>
                  </a:lnTo>
                  <a:lnTo>
                    <a:pt x="30758" y="263801"/>
                  </a:lnTo>
                  <a:lnTo>
                    <a:pt x="33936" y="268138"/>
                  </a:lnTo>
                  <a:lnTo>
                    <a:pt x="37252" y="272370"/>
                  </a:lnTo>
                  <a:lnTo>
                    <a:pt x="40702" y="276493"/>
                  </a:lnTo>
                  <a:lnTo>
                    <a:pt x="44284" y="280504"/>
                  </a:lnTo>
                  <a:lnTo>
                    <a:pt x="47992" y="284397"/>
                  </a:lnTo>
                  <a:lnTo>
                    <a:pt x="51823" y="288168"/>
                  </a:lnTo>
                  <a:lnTo>
                    <a:pt x="55774" y="291815"/>
                  </a:lnTo>
                  <a:lnTo>
                    <a:pt x="59840" y="295333"/>
                  </a:lnTo>
                  <a:lnTo>
                    <a:pt x="64018" y="298718"/>
                  </a:lnTo>
                  <a:lnTo>
                    <a:pt x="68301" y="301967"/>
                  </a:lnTo>
                  <a:lnTo>
                    <a:pt x="72688" y="305076"/>
                  </a:lnTo>
                  <a:lnTo>
                    <a:pt x="77171" y="308043"/>
                  </a:lnTo>
                  <a:lnTo>
                    <a:pt x="81748" y="310865"/>
                  </a:lnTo>
                  <a:lnTo>
                    <a:pt x="86414" y="31353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342483" y="4826449"/>
              <a:ext cx="80751" cy="146370"/>
            </a:xfrm>
            <a:custGeom>
              <a:avLst/>
              <a:pathLst>
                <a:path w="80751" h="146370">
                  <a:moveTo>
                    <a:pt x="0" y="146370"/>
                  </a:moveTo>
                  <a:lnTo>
                    <a:pt x="807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342483" y="4826449"/>
              <a:ext cx="80751" cy="146370"/>
            </a:xfrm>
            <a:custGeom>
              <a:avLst/>
              <a:pathLst>
                <a:path w="80751" h="146370">
                  <a:moveTo>
                    <a:pt x="0" y="146370"/>
                  </a:moveTo>
                  <a:lnTo>
                    <a:pt x="807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342483" y="4826449"/>
              <a:ext cx="102863" cy="167167"/>
            </a:xfrm>
            <a:custGeom>
              <a:avLst/>
              <a:pathLst>
                <a:path w="102863" h="167167">
                  <a:moveTo>
                    <a:pt x="0" y="146370"/>
                  </a:moveTo>
                  <a:lnTo>
                    <a:pt x="4950" y="148993"/>
                  </a:lnTo>
                  <a:lnTo>
                    <a:pt x="9985" y="151450"/>
                  </a:lnTo>
                  <a:lnTo>
                    <a:pt x="15100" y="153736"/>
                  </a:lnTo>
                  <a:lnTo>
                    <a:pt x="20289" y="155850"/>
                  </a:lnTo>
                  <a:lnTo>
                    <a:pt x="25545" y="157788"/>
                  </a:lnTo>
                  <a:lnTo>
                    <a:pt x="30864" y="159550"/>
                  </a:lnTo>
                  <a:lnTo>
                    <a:pt x="36238" y="161132"/>
                  </a:lnTo>
                  <a:lnTo>
                    <a:pt x="41663" y="162533"/>
                  </a:lnTo>
                  <a:lnTo>
                    <a:pt x="47131" y="163751"/>
                  </a:lnTo>
                  <a:lnTo>
                    <a:pt x="52637" y="164786"/>
                  </a:lnTo>
                  <a:lnTo>
                    <a:pt x="58175" y="165636"/>
                  </a:lnTo>
                  <a:lnTo>
                    <a:pt x="63738" y="166299"/>
                  </a:lnTo>
                  <a:lnTo>
                    <a:pt x="69320" y="166776"/>
                  </a:lnTo>
                  <a:lnTo>
                    <a:pt x="74916" y="167065"/>
                  </a:lnTo>
                  <a:lnTo>
                    <a:pt x="80517" y="167167"/>
                  </a:lnTo>
                  <a:lnTo>
                    <a:pt x="86119" y="167081"/>
                  </a:lnTo>
                  <a:lnTo>
                    <a:pt x="91715" y="166807"/>
                  </a:lnTo>
                  <a:lnTo>
                    <a:pt x="97299" y="166346"/>
                  </a:lnTo>
                  <a:lnTo>
                    <a:pt x="102863" y="165698"/>
                  </a:lnTo>
                  <a:lnTo>
                    <a:pt x="807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423235" y="4659281"/>
              <a:ext cx="167166" cy="332865"/>
            </a:xfrm>
            <a:custGeom>
              <a:avLst/>
              <a:pathLst>
                <a:path w="167166" h="332865">
                  <a:moveTo>
                    <a:pt x="22112" y="332865"/>
                  </a:moveTo>
                  <a:lnTo>
                    <a:pt x="27404" y="332073"/>
                  </a:lnTo>
                  <a:lnTo>
                    <a:pt x="32668" y="331111"/>
                  </a:lnTo>
                  <a:lnTo>
                    <a:pt x="37898" y="329982"/>
                  </a:lnTo>
                  <a:lnTo>
                    <a:pt x="43089" y="328685"/>
                  </a:lnTo>
                  <a:lnTo>
                    <a:pt x="48237" y="327224"/>
                  </a:lnTo>
                  <a:lnTo>
                    <a:pt x="53334" y="325598"/>
                  </a:lnTo>
                  <a:lnTo>
                    <a:pt x="58378" y="323810"/>
                  </a:lnTo>
                  <a:lnTo>
                    <a:pt x="63361" y="321861"/>
                  </a:lnTo>
                  <a:lnTo>
                    <a:pt x="68279" y="319754"/>
                  </a:lnTo>
                  <a:lnTo>
                    <a:pt x="73128" y="317491"/>
                  </a:lnTo>
                  <a:lnTo>
                    <a:pt x="77901" y="315073"/>
                  </a:lnTo>
                  <a:lnTo>
                    <a:pt x="82595" y="312504"/>
                  </a:lnTo>
                  <a:lnTo>
                    <a:pt x="87204" y="309786"/>
                  </a:lnTo>
                  <a:lnTo>
                    <a:pt x="91724" y="306922"/>
                  </a:lnTo>
                  <a:lnTo>
                    <a:pt x="96150" y="303915"/>
                  </a:lnTo>
                  <a:lnTo>
                    <a:pt x="100477" y="300768"/>
                  </a:lnTo>
                  <a:lnTo>
                    <a:pt x="104701" y="297484"/>
                  </a:lnTo>
                  <a:lnTo>
                    <a:pt x="108818" y="294066"/>
                  </a:lnTo>
                  <a:lnTo>
                    <a:pt x="112824" y="290518"/>
                  </a:lnTo>
                  <a:lnTo>
                    <a:pt x="116714" y="286844"/>
                  </a:lnTo>
                  <a:lnTo>
                    <a:pt x="120484" y="283048"/>
                  </a:lnTo>
                  <a:lnTo>
                    <a:pt x="124131" y="279132"/>
                  </a:lnTo>
                  <a:lnTo>
                    <a:pt x="127651" y="275102"/>
                  </a:lnTo>
                  <a:lnTo>
                    <a:pt x="131040" y="270961"/>
                  </a:lnTo>
                  <a:lnTo>
                    <a:pt x="134295" y="266714"/>
                  </a:lnTo>
                  <a:lnTo>
                    <a:pt x="137412" y="262365"/>
                  </a:lnTo>
                  <a:lnTo>
                    <a:pt x="140388" y="257919"/>
                  </a:lnTo>
                  <a:lnTo>
                    <a:pt x="143221" y="253379"/>
                  </a:lnTo>
                  <a:lnTo>
                    <a:pt x="145907" y="248751"/>
                  </a:lnTo>
                  <a:lnTo>
                    <a:pt x="148443" y="244040"/>
                  </a:lnTo>
                  <a:lnTo>
                    <a:pt x="150827" y="239250"/>
                  </a:lnTo>
                  <a:lnTo>
                    <a:pt x="153057" y="234386"/>
                  </a:lnTo>
                  <a:lnTo>
                    <a:pt x="155130" y="229453"/>
                  </a:lnTo>
                  <a:lnTo>
                    <a:pt x="157044" y="224456"/>
                  </a:lnTo>
                  <a:lnTo>
                    <a:pt x="158797" y="219400"/>
                  </a:lnTo>
                  <a:lnTo>
                    <a:pt x="160387" y="214291"/>
                  </a:lnTo>
                  <a:lnTo>
                    <a:pt x="161813" y="209134"/>
                  </a:lnTo>
                  <a:lnTo>
                    <a:pt x="163074" y="203934"/>
                  </a:lnTo>
                  <a:lnTo>
                    <a:pt x="164167" y="198696"/>
                  </a:lnTo>
                  <a:lnTo>
                    <a:pt x="165092" y="193426"/>
                  </a:lnTo>
                  <a:lnTo>
                    <a:pt x="165847" y="188129"/>
                  </a:lnTo>
                  <a:lnTo>
                    <a:pt x="166433" y="182810"/>
                  </a:lnTo>
                  <a:lnTo>
                    <a:pt x="166849" y="177475"/>
                  </a:lnTo>
                  <a:lnTo>
                    <a:pt x="167093" y="172130"/>
                  </a:lnTo>
                  <a:lnTo>
                    <a:pt x="167166" y="166780"/>
                  </a:lnTo>
                  <a:lnTo>
                    <a:pt x="167068" y="161430"/>
                  </a:lnTo>
                  <a:lnTo>
                    <a:pt x="166799" y="156086"/>
                  </a:lnTo>
                  <a:lnTo>
                    <a:pt x="166359" y="150753"/>
                  </a:lnTo>
                  <a:lnTo>
                    <a:pt x="165749" y="145438"/>
                  </a:lnTo>
                  <a:lnTo>
                    <a:pt x="164968" y="140144"/>
                  </a:lnTo>
                  <a:lnTo>
                    <a:pt x="164019" y="134878"/>
                  </a:lnTo>
                  <a:lnTo>
                    <a:pt x="162902" y="129645"/>
                  </a:lnTo>
                  <a:lnTo>
                    <a:pt x="161617" y="124451"/>
                  </a:lnTo>
                  <a:lnTo>
                    <a:pt x="160167" y="119300"/>
                  </a:lnTo>
                  <a:lnTo>
                    <a:pt x="158553" y="114199"/>
                  </a:lnTo>
                  <a:lnTo>
                    <a:pt x="156777" y="109152"/>
                  </a:lnTo>
                  <a:lnTo>
                    <a:pt x="154840" y="104164"/>
                  </a:lnTo>
                  <a:lnTo>
                    <a:pt x="152744" y="99240"/>
                  </a:lnTo>
                  <a:lnTo>
                    <a:pt x="150492" y="94387"/>
                  </a:lnTo>
                  <a:lnTo>
                    <a:pt x="148086" y="89608"/>
                  </a:lnTo>
                  <a:lnTo>
                    <a:pt x="145528" y="84908"/>
                  </a:lnTo>
                  <a:lnTo>
                    <a:pt x="142820" y="80293"/>
                  </a:lnTo>
                  <a:lnTo>
                    <a:pt x="139967" y="75766"/>
                  </a:lnTo>
                  <a:lnTo>
                    <a:pt x="136970" y="71333"/>
                  </a:lnTo>
                  <a:lnTo>
                    <a:pt x="133833" y="66999"/>
                  </a:lnTo>
                  <a:lnTo>
                    <a:pt x="130558" y="62767"/>
                  </a:lnTo>
                  <a:lnTo>
                    <a:pt x="127150" y="58642"/>
                  </a:lnTo>
                  <a:lnTo>
                    <a:pt x="123612" y="54628"/>
                  </a:lnTo>
                  <a:lnTo>
                    <a:pt x="119947" y="50730"/>
                  </a:lnTo>
                  <a:lnTo>
                    <a:pt x="116159" y="46951"/>
                  </a:lnTo>
                  <a:lnTo>
                    <a:pt x="112252" y="43295"/>
                  </a:lnTo>
                  <a:lnTo>
                    <a:pt x="108230" y="39765"/>
                  </a:lnTo>
                  <a:lnTo>
                    <a:pt x="104097" y="36367"/>
                  </a:lnTo>
                  <a:lnTo>
                    <a:pt x="99857" y="33102"/>
                  </a:lnTo>
                  <a:lnTo>
                    <a:pt x="95516" y="29975"/>
                  </a:lnTo>
                  <a:lnTo>
                    <a:pt x="91076" y="26988"/>
                  </a:lnTo>
                  <a:lnTo>
                    <a:pt x="86543" y="24145"/>
                  </a:lnTo>
                  <a:lnTo>
                    <a:pt x="81921" y="21449"/>
                  </a:lnTo>
                  <a:lnTo>
                    <a:pt x="77216" y="18902"/>
                  </a:lnTo>
                  <a:lnTo>
                    <a:pt x="72431" y="16506"/>
                  </a:lnTo>
                  <a:lnTo>
                    <a:pt x="67572" y="14265"/>
                  </a:lnTo>
                  <a:lnTo>
                    <a:pt x="62644" y="12181"/>
                  </a:lnTo>
                  <a:lnTo>
                    <a:pt x="57652" y="10256"/>
                  </a:lnTo>
                  <a:lnTo>
                    <a:pt x="52600" y="8491"/>
                  </a:lnTo>
                  <a:lnTo>
                    <a:pt x="47495" y="6889"/>
                  </a:lnTo>
                  <a:lnTo>
                    <a:pt x="42341" y="5451"/>
                  </a:lnTo>
                  <a:lnTo>
                    <a:pt x="37144" y="4178"/>
                  </a:lnTo>
                  <a:lnTo>
                    <a:pt x="31908" y="3073"/>
                  </a:lnTo>
                  <a:lnTo>
                    <a:pt x="26640" y="2136"/>
                  </a:lnTo>
                  <a:lnTo>
                    <a:pt x="21345" y="1368"/>
                  </a:lnTo>
                  <a:lnTo>
                    <a:pt x="16028" y="770"/>
                  </a:lnTo>
                  <a:lnTo>
                    <a:pt x="10694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561314" y="4213821"/>
              <a:ext cx="205837" cy="334325"/>
            </a:xfrm>
            <a:custGeom>
              <a:avLst/>
              <a:pathLst>
                <a:path w="205837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28472" y="4380988"/>
              <a:ext cx="38679" cy="162631"/>
            </a:xfrm>
            <a:custGeom>
              <a:avLst/>
              <a:pathLst>
                <a:path w="38679" h="162631">
                  <a:moveTo>
                    <a:pt x="38679" y="1626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28472" y="4380988"/>
              <a:ext cx="138001" cy="162631"/>
            </a:xfrm>
            <a:custGeom>
              <a:avLst/>
              <a:pathLst>
                <a:path w="138001" h="162631">
                  <a:moveTo>
                    <a:pt x="38679" y="162631"/>
                  </a:moveTo>
                  <a:lnTo>
                    <a:pt x="44109" y="161243"/>
                  </a:lnTo>
                  <a:lnTo>
                    <a:pt x="49489" y="159673"/>
                  </a:lnTo>
                  <a:lnTo>
                    <a:pt x="54814" y="157924"/>
                  </a:lnTo>
                  <a:lnTo>
                    <a:pt x="60078" y="155998"/>
                  </a:lnTo>
                  <a:lnTo>
                    <a:pt x="65273" y="153896"/>
                  </a:lnTo>
                  <a:lnTo>
                    <a:pt x="70396" y="151622"/>
                  </a:lnTo>
                  <a:lnTo>
                    <a:pt x="75439" y="149177"/>
                  </a:lnTo>
                  <a:lnTo>
                    <a:pt x="80397" y="146564"/>
                  </a:lnTo>
                  <a:lnTo>
                    <a:pt x="85265" y="143786"/>
                  </a:lnTo>
                  <a:lnTo>
                    <a:pt x="90038" y="140847"/>
                  </a:lnTo>
                  <a:lnTo>
                    <a:pt x="94709" y="137750"/>
                  </a:lnTo>
                  <a:lnTo>
                    <a:pt x="99273" y="134497"/>
                  </a:lnTo>
                  <a:lnTo>
                    <a:pt x="103726" y="131094"/>
                  </a:lnTo>
                  <a:lnTo>
                    <a:pt x="108062" y="127543"/>
                  </a:lnTo>
                  <a:lnTo>
                    <a:pt x="112277" y="123849"/>
                  </a:lnTo>
                  <a:lnTo>
                    <a:pt x="116366" y="120015"/>
                  </a:lnTo>
                  <a:lnTo>
                    <a:pt x="120324" y="116047"/>
                  </a:lnTo>
                  <a:lnTo>
                    <a:pt x="124146" y="111948"/>
                  </a:lnTo>
                  <a:lnTo>
                    <a:pt x="127829" y="107724"/>
                  </a:lnTo>
                  <a:lnTo>
                    <a:pt x="131369" y="103378"/>
                  </a:lnTo>
                  <a:lnTo>
                    <a:pt x="134760" y="98916"/>
                  </a:lnTo>
                  <a:lnTo>
                    <a:pt x="138001" y="94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728472" y="4213821"/>
              <a:ext cx="167163" cy="261510"/>
            </a:xfrm>
            <a:custGeom>
              <a:avLst/>
              <a:pathLst>
                <a:path w="167163" h="261510">
                  <a:moveTo>
                    <a:pt x="138001" y="261510"/>
                  </a:moveTo>
                  <a:lnTo>
                    <a:pt x="140941" y="257058"/>
                  </a:lnTo>
                  <a:lnTo>
                    <a:pt x="143738" y="252514"/>
                  </a:lnTo>
                  <a:lnTo>
                    <a:pt x="146389" y="247884"/>
                  </a:lnTo>
                  <a:lnTo>
                    <a:pt x="148890" y="243171"/>
                  </a:lnTo>
                  <a:lnTo>
                    <a:pt x="151240" y="238381"/>
                  </a:lnTo>
                  <a:lnTo>
                    <a:pt x="153435" y="233518"/>
                  </a:lnTo>
                  <a:lnTo>
                    <a:pt x="155474" y="228587"/>
                  </a:lnTo>
                  <a:lnTo>
                    <a:pt x="157355" y="223594"/>
                  </a:lnTo>
                  <a:lnTo>
                    <a:pt x="159076" y="218544"/>
                  </a:lnTo>
                  <a:lnTo>
                    <a:pt x="160635" y="213441"/>
                  </a:lnTo>
                  <a:lnTo>
                    <a:pt x="162030" y="208291"/>
                  </a:lnTo>
                  <a:lnTo>
                    <a:pt x="163259" y="203099"/>
                  </a:lnTo>
                  <a:lnTo>
                    <a:pt x="164323" y="197871"/>
                  </a:lnTo>
                  <a:lnTo>
                    <a:pt x="165219" y="192611"/>
                  </a:lnTo>
                  <a:lnTo>
                    <a:pt x="165947" y="187326"/>
                  </a:lnTo>
                  <a:lnTo>
                    <a:pt x="166506" y="182020"/>
                  </a:lnTo>
                  <a:lnTo>
                    <a:pt x="166895" y="176698"/>
                  </a:lnTo>
                  <a:lnTo>
                    <a:pt x="167114" y="171367"/>
                  </a:lnTo>
                  <a:lnTo>
                    <a:pt x="167163" y="166032"/>
                  </a:lnTo>
                  <a:lnTo>
                    <a:pt x="167042" y="160698"/>
                  </a:lnTo>
                  <a:lnTo>
                    <a:pt x="166750" y="155370"/>
                  </a:lnTo>
                  <a:lnTo>
                    <a:pt x="166289" y="150055"/>
                  </a:lnTo>
                  <a:lnTo>
                    <a:pt x="165658" y="144757"/>
                  </a:lnTo>
                  <a:lnTo>
                    <a:pt x="164858" y="139481"/>
                  </a:lnTo>
                  <a:lnTo>
                    <a:pt x="163891" y="134234"/>
                  </a:lnTo>
                  <a:lnTo>
                    <a:pt x="162756" y="129021"/>
                  </a:lnTo>
                  <a:lnTo>
                    <a:pt x="161456" y="123846"/>
                  </a:lnTo>
                  <a:lnTo>
                    <a:pt x="159991" y="118716"/>
                  </a:lnTo>
                  <a:lnTo>
                    <a:pt x="158364" y="113635"/>
                  </a:lnTo>
                  <a:lnTo>
                    <a:pt x="156575" y="108608"/>
                  </a:lnTo>
                  <a:lnTo>
                    <a:pt x="154626" y="103641"/>
                  </a:lnTo>
                  <a:lnTo>
                    <a:pt x="152520" y="98739"/>
                  </a:lnTo>
                  <a:lnTo>
                    <a:pt x="150259" y="93906"/>
                  </a:lnTo>
                  <a:lnTo>
                    <a:pt x="147844" y="89148"/>
                  </a:lnTo>
                  <a:lnTo>
                    <a:pt x="145279" y="84470"/>
                  </a:lnTo>
                  <a:lnTo>
                    <a:pt x="142566" y="79876"/>
                  </a:lnTo>
                  <a:lnTo>
                    <a:pt x="139708" y="75370"/>
                  </a:lnTo>
                  <a:lnTo>
                    <a:pt x="136707" y="70959"/>
                  </a:lnTo>
                  <a:lnTo>
                    <a:pt x="133567" y="66645"/>
                  </a:lnTo>
                  <a:lnTo>
                    <a:pt x="130291" y="62433"/>
                  </a:lnTo>
                  <a:lnTo>
                    <a:pt x="126882" y="58329"/>
                  </a:lnTo>
                  <a:lnTo>
                    <a:pt x="123344" y="54335"/>
                  </a:lnTo>
                  <a:lnTo>
                    <a:pt x="119681" y="50456"/>
                  </a:lnTo>
                  <a:lnTo>
                    <a:pt x="115895" y="46696"/>
                  </a:lnTo>
                  <a:lnTo>
                    <a:pt x="111991" y="43059"/>
                  </a:lnTo>
                  <a:lnTo>
                    <a:pt x="107974" y="39548"/>
                  </a:lnTo>
                  <a:lnTo>
                    <a:pt x="103846" y="36167"/>
                  </a:lnTo>
                  <a:lnTo>
                    <a:pt x="99612" y="32920"/>
                  </a:lnTo>
                  <a:lnTo>
                    <a:pt x="95277" y="29810"/>
                  </a:lnTo>
                  <a:lnTo>
                    <a:pt x="90845" y="26839"/>
                  </a:lnTo>
                  <a:lnTo>
                    <a:pt x="86321" y="24011"/>
                  </a:lnTo>
                  <a:lnTo>
                    <a:pt x="81708" y="21329"/>
                  </a:lnTo>
                  <a:lnTo>
                    <a:pt x="77013" y="18796"/>
                  </a:lnTo>
                  <a:lnTo>
                    <a:pt x="72238" y="16414"/>
                  </a:lnTo>
                  <a:lnTo>
                    <a:pt x="67391" y="14185"/>
                  </a:lnTo>
                  <a:lnTo>
                    <a:pt x="62474" y="12113"/>
                  </a:lnTo>
                  <a:lnTo>
                    <a:pt x="57494" y="10198"/>
                  </a:lnTo>
                  <a:lnTo>
                    <a:pt x="52455" y="8443"/>
                  </a:lnTo>
                  <a:lnTo>
                    <a:pt x="47363" y="6850"/>
                  </a:lnTo>
                  <a:lnTo>
                    <a:pt x="42223" y="5420"/>
                  </a:lnTo>
                  <a:lnTo>
                    <a:pt x="37040" y="4155"/>
                  </a:lnTo>
                  <a:lnTo>
                    <a:pt x="31819" y="3056"/>
                  </a:lnTo>
                  <a:lnTo>
                    <a:pt x="26565" y="2124"/>
                  </a:lnTo>
                  <a:lnTo>
                    <a:pt x="21285" y="1360"/>
                  </a:lnTo>
                  <a:lnTo>
                    <a:pt x="15982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51853" y="3707720"/>
              <a:ext cx="210995" cy="334325"/>
            </a:xfrm>
            <a:custGeom>
              <a:avLst/>
              <a:pathLst>
                <a:path w="210995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919011" y="3707741"/>
              <a:ext cx="167166" cy="328463"/>
            </a:xfrm>
            <a:custGeom>
              <a:avLst/>
              <a:pathLst>
                <a:path w="167166" h="328463">
                  <a:moveTo>
                    <a:pt x="43837" y="328463"/>
                  </a:moveTo>
                  <a:lnTo>
                    <a:pt x="48941" y="326989"/>
                  </a:lnTo>
                  <a:lnTo>
                    <a:pt x="53995" y="325353"/>
                  </a:lnTo>
                  <a:lnTo>
                    <a:pt x="58995" y="323557"/>
                  </a:lnTo>
                  <a:lnTo>
                    <a:pt x="63935" y="321603"/>
                  </a:lnTo>
                  <a:lnTo>
                    <a:pt x="68811" y="319494"/>
                  </a:lnTo>
                  <a:lnTo>
                    <a:pt x="73617" y="317230"/>
                  </a:lnTo>
                  <a:lnTo>
                    <a:pt x="78349" y="314815"/>
                  </a:lnTo>
                  <a:lnTo>
                    <a:pt x="83002" y="312251"/>
                  </a:lnTo>
                  <a:lnTo>
                    <a:pt x="87571" y="309540"/>
                  </a:lnTo>
                  <a:lnTo>
                    <a:pt x="92052" y="306686"/>
                  </a:lnTo>
                  <a:lnTo>
                    <a:pt x="96439" y="303690"/>
                  </a:lnTo>
                  <a:lnTo>
                    <a:pt x="100729" y="300557"/>
                  </a:lnTo>
                  <a:lnTo>
                    <a:pt x="104918" y="297288"/>
                  </a:lnTo>
                  <a:lnTo>
                    <a:pt x="109000" y="293889"/>
                  </a:lnTo>
                  <a:lnTo>
                    <a:pt x="112973" y="290361"/>
                  </a:lnTo>
                  <a:lnTo>
                    <a:pt x="116831" y="286709"/>
                  </a:lnTo>
                  <a:lnTo>
                    <a:pt x="120571" y="282936"/>
                  </a:lnTo>
                  <a:lnTo>
                    <a:pt x="124190" y="279047"/>
                  </a:lnTo>
                  <a:lnTo>
                    <a:pt x="127683" y="275044"/>
                  </a:lnTo>
                  <a:lnTo>
                    <a:pt x="131047" y="270932"/>
                  </a:lnTo>
                  <a:lnTo>
                    <a:pt x="134278" y="266715"/>
                  </a:lnTo>
                  <a:lnTo>
                    <a:pt x="137375" y="262398"/>
                  </a:lnTo>
                  <a:lnTo>
                    <a:pt x="140332" y="257985"/>
                  </a:lnTo>
                  <a:lnTo>
                    <a:pt x="143148" y="253480"/>
                  </a:lnTo>
                  <a:lnTo>
                    <a:pt x="145819" y="248888"/>
                  </a:lnTo>
                  <a:lnTo>
                    <a:pt x="148343" y="244213"/>
                  </a:lnTo>
                  <a:lnTo>
                    <a:pt x="150716" y="239460"/>
                  </a:lnTo>
                  <a:lnTo>
                    <a:pt x="152938" y="234634"/>
                  </a:lnTo>
                  <a:lnTo>
                    <a:pt x="155006" y="229740"/>
                  </a:lnTo>
                  <a:lnTo>
                    <a:pt x="156916" y="224783"/>
                  </a:lnTo>
                  <a:lnTo>
                    <a:pt x="158669" y="219768"/>
                  </a:lnTo>
                  <a:lnTo>
                    <a:pt x="160261" y="214699"/>
                  </a:lnTo>
                  <a:lnTo>
                    <a:pt x="161691" y="209583"/>
                  </a:lnTo>
                  <a:lnTo>
                    <a:pt x="162958" y="204424"/>
                  </a:lnTo>
                  <a:lnTo>
                    <a:pt x="164060" y="199227"/>
                  </a:lnTo>
                  <a:lnTo>
                    <a:pt x="164996" y="193997"/>
                  </a:lnTo>
                  <a:lnTo>
                    <a:pt x="165766" y="188741"/>
                  </a:lnTo>
                  <a:lnTo>
                    <a:pt x="166369" y="183462"/>
                  </a:lnTo>
                  <a:lnTo>
                    <a:pt x="166803" y="178168"/>
                  </a:lnTo>
                  <a:lnTo>
                    <a:pt x="167069" y="172862"/>
                  </a:lnTo>
                  <a:lnTo>
                    <a:pt x="167166" y="167550"/>
                  </a:lnTo>
                  <a:lnTo>
                    <a:pt x="167095" y="162238"/>
                  </a:lnTo>
                  <a:lnTo>
                    <a:pt x="166855" y="156931"/>
                  </a:lnTo>
                  <a:lnTo>
                    <a:pt x="166446" y="151634"/>
                  </a:lnTo>
                  <a:lnTo>
                    <a:pt x="165869" y="146353"/>
                  </a:lnTo>
                  <a:lnTo>
                    <a:pt x="165124" y="141092"/>
                  </a:lnTo>
                  <a:lnTo>
                    <a:pt x="164213" y="135858"/>
                  </a:lnTo>
                  <a:lnTo>
                    <a:pt x="163136" y="130656"/>
                  </a:lnTo>
                  <a:lnTo>
                    <a:pt x="161894" y="125491"/>
                  </a:lnTo>
                  <a:lnTo>
                    <a:pt x="160489" y="120367"/>
                  </a:lnTo>
                  <a:lnTo>
                    <a:pt x="158921" y="115291"/>
                  </a:lnTo>
                  <a:lnTo>
                    <a:pt x="157193" y="110268"/>
                  </a:lnTo>
                  <a:lnTo>
                    <a:pt x="155306" y="105301"/>
                  </a:lnTo>
                  <a:lnTo>
                    <a:pt x="153263" y="100398"/>
                  </a:lnTo>
                  <a:lnTo>
                    <a:pt x="151064" y="95561"/>
                  </a:lnTo>
                  <a:lnTo>
                    <a:pt x="148713" y="90797"/>
                  </a:lnTo>
                  <a:lnTo>
                    <a:pt x="146212" y="86110"/>
                  </a:lnTo>
                  <a:lnTo>
                    <a:pt x="143563" y="81505"/>
                  </a:lnTo>
                  <a:lnTo>
                    <a:pt x="140770" y="76986"/>
                  </a:lnTo>
                  <a:lnTo>
                    <a:pt x="137834" y="72559"/>
                  </a:lnTo>
                  <a:lnTo>
                    <a:pt x="134758" y="68227"/>
                  </a:lnTo>
                  <a:lnTo>
                    <a:pt x="131547" y="63994"/>
                  </a:lnTo>
                  <a:lnTo>
                    <a:pt x="128203" y="59866"/>
                  </a:lnTo>
                  <a:lnTo>
                    <a:pt x="124729" y="55847"/>
                  </a:lnTo>
                  <a:lnTo>
                    <a:pt x="121129" y="51940"/>
                  </a:lnTo>
                  <a:lnTo>
                    <a:pt x="117408" y="48149"/>
                  </a:lnTo>
                  <a:lnTo>
                    <a:pt x="113567" y="44478"/>
                  </a:lnTo>
                  <a:lnTo>
                    <a:pt x="109612" y="40931"/>
                  </a:lnTo>
                  <a:lnTo>
                    <a:pt x="105546" y="37512"/>
                  </a:lnTo>
                  <a:lnTo>
                    <a:pt x="101373" y="34223"/>
                  </a:lnTo>
                  <a:lnTo>
                    <a:pt x="97098" y="31069"/>
                  </a:lnTo>
                  <a:lnTo>
                    <a:pt x="92725" y="28053"/>
                  </a:lnTo>
                  <a:lnTo>
                    <a:pt x="88259" y="25176"/>
                  </a:lnTo>
                  <a:lnTo>
                    <a:pt x="83703" y="22444"/>
                  </a:lnTo>
                  <a:lnTo>
                    <a:pt x="79062" y="19857"/>
                  </a:lnTo>
                  <a:lnTo>
                    <a:pt x="74342" y="17419"/>
                  </a:lnTo>
                  <a:lnTo>
                    <a:pt x="69547" y="15132"/>
                  </a:lnTo>
                  <a:lnTo>
                    <a:pt x="64681" y="12999"/>
                  </a:lnTo>
                  <a:lnTo>
                    <a:pt x="59750" y="11022"/>
                  </a:lnTo>
                  <a:lnTo>
                    <a:pt x="54759" y="9202"/>
                  </a:lnTo>
                  <a:lnTo>
                    <a:pt x="49713" y="7541"/>
                  </a:lnTo>
                  <a:lnTo>
                    <a:pt x="44616" y="6042"/>
                  </a:lnTo>
                  <a:lnTo>
                    <a:pt x="39474" y="4706"/>
                  </a:lnTo>
                  <a:lnTo>
                    <a:pt x="34293" y="3534"/>
                  </a:lnTo>
                  <a:lnTo>
                    <a:pt x="29076" y="2527"/>
                  </a:lnTo>
                  <a:lnTo>
                    <a:pt x="23831" y="1686"/>
                  </a:lnTo>
                  <a:lnTo>
                    <a:pt x="18561" y="1012"/>
                  </a:lnTo>
                  <a:lnTo>
                    <a:pt x="13273" y="506"/>
                  </a:lnTo>
                  <a:lnTo>
                    <a:pt x="7971" y="168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tx82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2025-06-05T11:52:31Z</dcterms:modified>
  <cp:category/>
</cp:coreProperties>
</file>