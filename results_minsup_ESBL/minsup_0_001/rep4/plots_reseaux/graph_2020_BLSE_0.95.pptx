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42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32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60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153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212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00473" y="1518619"/>
              <a:ext cx="506924" cy="477449"/>
            </a:xfrm>
            <a:custGeom>
              <a:avLst/>
              <a:pathLst>
                <a:path w="506924" h="477449">
                  <a:moveTo>
                    <a:pt x="506924" y="0"/>
                  </a:moveTo>
                  <a:lnTo>
                    <a:pt x="0" y="477449"/>
                  </a:lnTo>
                </a:path>
              </a:pathLst>
            </a:custGeom>
            <a:ln w="261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42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26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30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38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30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12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30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36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97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42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25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28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38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28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261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42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48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51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42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53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38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42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9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36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42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06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40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42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99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41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42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103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529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42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107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45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42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115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54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42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115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54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38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36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212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223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64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153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119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223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212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119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164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261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191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43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32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32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189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46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19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45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32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32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217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48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32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227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50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32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227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508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41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33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143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36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24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261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60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114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36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60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127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36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60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115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39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60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143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38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191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50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60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60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189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64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219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67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60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60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217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67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60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227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71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60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47670" y="1223275"/>
              <a:ext cx="1847919" cy="1740472"/>
            </a:xfrm>
            <a:custGeom>
              <a:avLst/>
              <a:pathLst>
                <a:path w="1847919" h="1740472">
                  <a:moveTo>
                    <a:pt x="1847919" y="0"/>
                  </a:moveTo>
                  <a:lnTo>
                    <a:pt x="0" y="1740472"/>
                  </a:lnTo>
                </a:path>
              </a:pathLst>
            </a:custGeom>
            <a:ln w="227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7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4636719" y="1274694"/>
              <a:ext cx="479517" cy="4095589"/>
            </a:xfrm>
            <a:custGeom>
              <a:avLst/>
              <a:pathLst>
                <a:path w="479517" h="4095589">
                  <a:moveTo>
                    <a:pt x="0" y="0"/>
                  </a:moveTo>
                  <a:lnTo>
                    <a:pt x="479517" y="4095589"/>
                  </a:lnTo>
                </a:path>
              </a:pathLst>
            </a:custGeom>
            <a:ln w="285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248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153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3269826" y="1265715"/>
              <a:ext cx="1290193" cy="3538779"/>
            </a:xfrm>
            <a:custGeom>
              <a:avLst/>
              <a:pathLst>
                <a:path w="1290193" h="3538779">
                  <a:moveTo>
                    <a:pt x="1290193" y="0"/>
                  </a:moveTo>
                  <a:lnTo>
                    <a:pt x="0" y="3538779"/>
                  </a:lnTo>
                </a:path>
              </a:pathLst>
            </a:custGeom>
            <a:ln w="212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4709248" y="1248255"/>
              <a:ext cx="1944675" cy="2951732"/>
            </a:xfrm>
            <a:custGeom>
              <a:avLst/>
              <a:pathLst>
                <a:path w="1944675" h="2951732">
                  <a:moveTo>
                    <a:pt x="0" y="0"/>
                  </a:moveTo>
                  <a:lnTo>
                    <a:pt x="1944675" y="2951732"/>
                  </a:lnTo>
                </a:path>
              </a:pathLst>
            </a:custGeom>
            <a:ln w="261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674540" y="1265715"/>
              <a:ext cx="1351039" cy="3705671"/>
            </a:xfrm>
            <a:custGeom>
              <a:avLst/>
              <a:pathLst>
                <a:path w="1351039" h="3705671">
                  <a:moveTo>
                    <a:pt x="0" y="0"/>
                  </a:moveTo>
                  <a:lnTo>
                    <a:pt x="1351039" y="3705671"/>
                  </a:lnTo>
                </a:path>
              </a:pathLst>
            </a:custGeom>
            <a:ln w="15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46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81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153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153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197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1370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263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204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153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184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2076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153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316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325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153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301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305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153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324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327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153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3248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327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153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53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26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212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26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91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197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240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2857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212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212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162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138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212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131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121453" y="2498183"/>
              <a:ext cx="585825" cy="2467611"/>
            </a:xfrm>
            <a:custGeom>
              <a:avLst/>
              <a:pathLst>
                <a:path w="585825" h="2467611">
                  <a:moveTo>
                    <a:pt x="585825" y="0"/>
                  </a:moveTo>
                  <a:lnTo>
                    <a:pt x="0" y="2467611"/>
                  </a:lnTo>
                </a:path>
              </a:pathLst>
            </a:custGeom>
            <a:ln w="51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212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212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197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287692" y="1862905"/>
              <a:ext cx="1772857" cy="3524076"/>
            </a:xfrm>
            <a:custGeom>
              <a:avLst/>
              <a:pathLst>
                <a:path w="1772857" h="3524076">
                  <a:moveTo>
                    <a:pt x="0" y="0"/>
                  </a:moveTo>
                  <a:lnTo>
                    <a:pt x="1772857" y="3524076"/>
                  </a:lnTo>
                </a:path>
              </a:pathLst>
            </a:custGeom>
            <a:ln w="2604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184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212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3264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320126" y="1841537"/>
              <a:ext cx="2655153" cy="3158935"/>
            </a:xfrm>
            <a:custGeom>
              <a:avLst/>
              <a:pathLst>
                <a:path w="2655153" h="3158935">
                  <a:moveTo>
                    <a:pt x="0" y="0"/>
                  </a:moveTo>
                  <a:lnTo>
                    <a:pt x="2655153" y="3158935"/>
                  </a:lnTo>
                </a:path>
              </a:pathLst>
            </a:custGeom>
            <a:ln w="316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212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3228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38210" y="3170392"/>
              <a:ext cx="45568" cy="167167"/>
            </a:xfrm>
            <a:custGeom>
              <a:avLst/>
              <a:pathLst>
                <a:path w="45568" h="167167">
                  <a:moveTo>
                    <a:pt x="45568" y="0"/>
                  </a:moveTo>
                  <a:lnTo>
                    <a:pt x="38977" y="130"/>
                  </a:lnTo>
                  <a:lnTo>
                    <a:pt x="32396" y="519"/>
                  </a:lnTo>
                  <a:lnTo>
                    <a:pt x="25835" y="1168"/>
                  </a:lnTo>
                  <a:lnTo>
                    <a:pt x="19305" y="2076"/>
                  </a:lnTo>
                  <a:lnTo>
                    <a:pt x="12815" y="3240"/>
                  </a:lnTo>
                  <a:lnTo>
                    <a:pt x="6377" y="4659"/>
                  </a:lnTo>
                  <a:lnTo>
                    <a:pt x="0" y="6330"/>
                  </a:lnTo>
                  <a:lnTo>
                    <a:pt x="4556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38210" y="3176723"/>
              <a:ext cx="45568" cy="160836"/>
            </a:xfrm>
            <a:custGeom>
              <a:avLst/>
              <a:pathLst>
                <a:path w="45568" h="160836">
                  <a:moveTo>
                    <a:pt x="0" y="0"/>
                  </a:moveTo>
                  <a:lnTo>
                    <a:pt x="45568" y="1608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816611" y="3170492"/>
              <a:ext cx="334322" cy="334225"/>
            </a:xfrm>
            <a:custGeom>
              <a:avLst/>
              <a:pathLst>
                <a:path w="334322" h="334225">
                  <a:moveTo>
                    <a:pt x="121598" y="6230"/>
                  </a:moveTo>
                  <a:lnTo>
                    <a:pt x="116539" y="7750"/>
                  </a:lnTo>
                  <a:lnTo>
                    <a:pt x="111531" y="9429"/>
                  </a:lnTo>
                  <a:lnTo>
                    <a:pt x="106578" y="11266"/>
                  </a:lnTo>
                  <a:lnTo>
                    <a:pt x="101686" y="13258"/>
                  </a:lnTo>
                  <a:lnTo>
                    <a:pt x="96859" y="15403"/>
                  </a:lnTo>
                  <a:lnTo>
                    <a:pt x="92102" y="17700"/>
                  </a:lnTo>
                  <a:lnTo>
                    <a:pt x="87420" y="20147"/>
                  </a:lnTo>
                  <a:lnTo>
                    <a:pt x="82818" y="22740"/>
                  </a:lnTo>
                  <a:lnTo>
                    <a:pt x="78300" y="25477"/>
                  </a:lnTo>
                  <a:lnTo>
                    <a:pt x="73871" y="28355"/>
                  </a:lnTo>
                  <a:lnTo>
                    <a:pt x="69535" y="31372"/>
                  </a:lnTo>
                  <a:lnTo>
                    <a:pt x="65297" y="34524"/>
                  </a:lnTo>
                  <a:lnTo>
                    <a:pt x="61160" y="37809"/>
                  </a:lnTo>
                  <a:lnTo>
                    <a:pt x="57129" y="41223"/>
                  </a:lnTo>
                  <a:lnTo>
                    <a:pt x="53208" y="44762"/>
                  </a:lnTo>
                  <a:lnTo>
                    <a:pt x="49401" y="48424"/>
                  </a:lnTo>
                  <a:lnTo>
                    <a:pt x="45711" y="52204"/>
                  </a:lnTo>
                  <a:lnTo>
                    <a:pt x="42142" y="56099"/>
                  </a:lnTo>
                  <a:lnTo>
                    <a:pt x="38699" y="60104"/>
                  </a:lnTo>
                  <a:lnTo>
                    <a:pt x="35384" y="64217"/>
                  </a:lnTo>
                  <a:lnTo>
                    <a:pt x="32200" y="68432"/>
                  </a:lnTo>
                  <a:lnTo>
                    <a:pt x="29151" y="72745"/>
                  </a:lnTo>
                  <a:lnTo>
                    <a:pt x="26240" y="77153"/>
                  </a:lnTo>
                  <a:lnTo>
                    <a:pt x="23469" y="81650"/>
                  </a:lnTo>
                  <a:lnTo>
                    <a:pt x="20842" y="86233"/>
                  </a:lnTo>
                  <a:lnTo>
                    <a:pt x="18361" y="90897"/>
                  </a:lnTo>
                  <a:lnTo>
                    <a:pt x="16029" y="95636"/>
                  </a:lnTo>
                  <a:lnTo>
                    <a:pt x="13848" y="100447"/>
                  </a:lnTo>
                  <a:lnTo>
                    <a:pt x="11819" y="105324"/>
                  </a:lnTo>
                  <a:lnTo>
                    <a:pt x="9946" y="110263"/>
                  </a:lnTo>
                  <a:lnTo>
                    <a:pt x="8230" y="115259"/>
                  </a:lnTo>
                  <a:lnTo>
                    <a:pt x="6672" y="120306"/>
                  </a:lnTo>
                  <a:lnTo>
                    <a:pt x="5275" y="125401"/>
                  </a:lnTo>
                  <a:lnTo>
                    <a:pt x="4040" y="130536"/>
                  </a:lnTo>
                  <a:lnTo>
                    <a:pt x="2967" y="135709"/>
                  </a:lnTo>
                  <a:lnTo>
                    <a:pt x="2058" y="140912"/>
                  </a:lnTo>
                  <a:lnTo>
                    <a:pt x="1314" y="146142"/>
                  </a:lnTo>
                  <a:lnTo>
                    <a:pt x="736" y="151392"/>
                  </a:lnTo>
                  <a:lnTo>
                    <a:pt x="324" y="156659"/>
                  </a:lnTo>
                  <a:lnTo>
                    <a:pt x="78" y="161935"/>
                  </a:lnTo>
                  <a:lnTo>
                    <a:pt x="0" y="167217"/>
                  </a:lnTo>
                  <a:lnTo>
                    <a:pt x="88" y="172498"/>
                  </a:lnTo>
                  <a:lnTo>
                    <a:pt x="343" y="177775"/>
                  </a:lnTo>
                  <a:lnTo>
                    <a:pt x="764" y="183040"/>
                  </a:lnTo>
                  <a:lnTo>
                    <a:pt x="1352" y="188289"/>
                  </a:lnTo>
                  <a:lnTo>
                    <a:pt x="2105" y="193518"/>
                  </a:lnTo>
                  <a:lnTo>
                    <a:pt x="3024" y="198720"/>
                  </a:lnTo>
                  <a:lnTo>
                    <a:pt x="4106" y="203890"/>
                  </a:lnTo>
                  <a:lnTo>
                    <a:pt x="5350" y="209023"/>
                  </a:lnTo>
                  <a:lnTo>
                    <a:pt x="6757" y="214115"/>
                  </a:lnTo>
                  <a:lnTo>
                    <a:pt x="8323" y="219160"/>
                  </a:lnTo>
                  <a:lnTo>
                    <a:pt x="10049" y="224152"/>
                  </a:lnTo>
                  <a:lnTo>
                    <a:pt x="11931" y="229088"/>
                  </a:lnTo>
                  <a:lnTo>
                    <a:pt x="13968" y="233962"/>
                  </a:lnTo>
                  <a:lnTo>
                    <a:pt x="16158" y="238769"/>
                  </a:lnTo>
                  <a:lnTo>
                    <a:pt x="18499" y="243504"/>
                  </a:lnTo>
                  <a:lnTo>
                    <a:pt x="20988" y="248163"/>
                  </a:lnTo>
                  <a:lnTo>
                    <a:pt x="23623" y="252741"/>
                  </a:lnTo>
                  <a:lnTo>
                    <a:pt x="26402" y="257233"/>
                  </a:lnTo>
                  <a:lnTo>
                    <a:pt x="29321" y="261636"/>
                  </a:lnTo>
                  <a:lnTo>
                    <a:pt x="32377" y="265944"/>
                  </a:lnTo>
                  <a:lnTo>
                    <a:pt x="35569" y="270153"/>
                  </a:lnTo>
                  <a:lnTo>
                    <a:pt x="38891" y="274260"/>
                  </a:lnTo>
                  <a:lnTo>
                    <a:pt x="42342" y="278259"/>
                  </a:lnTo>
                  <a:lnTo>
                    <a:pt x="45918" y="282147"/>
                  </a:lnTo>
                  <a:lnTo>
                    <a:pt x="49614" y="285921"/>
                  </a:lnTo>
                  <a:lnTo>
                    <a:pt x="53428" y="289575"/>
                  </a:lnTo>
                  <a:lnTo>
                    <a:pt x="57355" y="293108"/>
                  </a:lnTo>
                  <a:lnTo>
                    <a:pt x="61393" y="296514"/>
                  </a:lnTo>
                  <a:lnTo>
                    <a:pt x="65535" y="299792"/>
                  </a:lnTo>
                  <a:lnTo>
                    <a:pt x="69779" y="302936"/>
                  </a:lnTo>
                  <a:lnTo>
                    <a:pt x="74121" y="305946"/>
                  </a:lnTo>
                  <a:lnTo>
                    <a:pt x="78555" y="308816"/>
                  </a:lnTo>
                  <a:lnTo>
                    <a:pt x="83078" y="311545"/>
                  </a:lnTo>
                  <a:lnTo>
                    <a:pt x="87685" y="314130"/>
                  </a:lnTo>
                  <a:lnTo>
                    <a:pt x="92371" y="316567"/>
                  </a:lnTo>
                  <a:lnTo>
                    <a:pt x="97132" y="318856"/>
                  </a:lnTo>
                  <a:lnTo>
                    <a:pt x="101962" y="320993"/>
                  </a:lnTo>
                  <a:lnTo>
                    <a:pt x="106858" y="322976"/>
                  </a:lnTo>
                  <a:lnTo>
                    <a:pt x="111814" y="324804"/>
                  </a:lnTo>
                  <a:lnTo>
                    <a:pt x="116826" y="326474"/>
                  </a:lnTo>
                  <a:lnTo>
                    <a:pt x="121887" y="327985"/>
                  </a:lnTo>
                  <a:lnTo>
                    <a:pt x="126994" y="329335"/>
                  </a:lnTo>
                  <a:lnTo>
                    <a:pt x="132141" y="330523"/>
                  </a:lnTo>
                  <a:lnTo>
                    <a:pt x="137323" y="331548"/>
                  </a:lnTo>
                  <a:lnTo>
                    <a:pt x="142535" y="332409"/>
                  </a:lnTo>
                  <a:lnTo>
                    <a:pt x="147771" y="333105"/>
                  </a:lnTo>
                  <a:lnTo>
                    <a:pt x="153026" y="333635"/>
                  </a:lnTo>
                  <a:lnTo>
                    <a:pt x="158296" y="333998"/>
                  </a:lnTo>
                  <a:lnTo>
                    <a:pt x="163575" y="334195"/>
                  </a:lnTo>
                  <a:lnTo>
                    <a:pt x="168857" y="334225"/>
                  </a:lnTo>
                  <a:lnTo>
                    <a:pt x="174138" y="334089"/>
                  </a:lnTo>
                  <a:lnTo>
                    <a:pt x="179411" y="333785"/>
                  </a:lnTo>
                  <a:lnTo>
                    <a:pt x="184672" y="333315"/>
                  </a:lnTo>
                  <a:lnTo>
                    <a:pt x="189916" y="332679"/>
                  </a:lnTo>
                  <a:lnTo>
                    <a:pt x="195137" y="331877"/>
                  </a:lnTo>
                  <a:lnTo>
                    <a:pt x="200331" y="330911"/>
                  </a:lnTo>
                  <a:lnTo>
                    <a:pt x="205491" y="329782"/>
                  </a:lnTo>
                  <a:lnTo>
                    <a:pt x="210613" y="328490"/>
                  </a:lnTo>
                  <a:lnTo>
                    <a:pt x="215691" y="327036"/>
                  </a:lnTo>
                  <a:lnTo>
                    <a:pt x="220721" y="325423"/>
                  </a:lnTo>
                  <a:lnTo>
                    <a:pt x="225698" y="323652"/>
                  </a:lnTo>
                  <a:lnTo>
                    <a:pt x="230616" y="321725"/>
                  </a:lnTo>
                  <a:lnTo>
                    <a:pt x="235470" y="319643"/>
                  </a:lnTo>
                  <a:lnTo>
                    <a:pt x="240257" y="317409"/>
                  </a:lnTo>
                  <a:lnTo>
                    <a:pt x="244971" y="315024"/>
                  </a:lnTo>
                  <a:lnTo>
                    <a:pt x="249606" y="312492"/>
                  </a:lnTo>
                  <a:lnTo>
                    <a:pt x="254160" y="309815"/>
                  </a:lnTo>
                  <a:lnTo>
                    <a:pt x="258627" y="306995"/>
                  </a:lnTo>
                  <a:lnTo>
                    <a:pt x="263002" y="304036"/>
                  </a:lnTo>
                  <a:lnTo>
                    <a:pt x="267282" y="300939"/>
                  </a:lnTo>
                  <a:lnTo>
                    <a:pt x="271461" y="297709"/>
                  </a:lnTo>
                  <a:lnTo>
                    <a:pt x="275537" y="294349"/>
                  </a:lnTo>
                  <a:lnTo>
                    <a:pt x="279504" y="290862"/>
                  </a:lnTo>
                  <a:lnTo>
                    <a:pt x="283360" y="287251"/>
                  </a:lnTo>
                  <a:lnTo>
                    <a:pt x="287099" y="283519"/>
                  </a:lnTo>
                  <a:lnTo>
                    <a:pt x="290718" y="279672"/>
                  </a:lnTo>
                  <a:lnTo>
                    <a:pt x="294214" y="275712"/>
                  </a:lnTo>
                  <a:lnTo>
                    <a:pt x="297584" y="271644"/>
                  </a:lnTo>
                  <a:lnTo>
                    <a:pt x="300823" y="267471"/>
                  </a:lnTo>
                  <a:lnTo>
                    <a:pt x="303928" y="263198"/>
                  </a:lnTo>
                  <a:lnTo>
                    <a:pt x="306897" y="258829"/>
                  </a:lnTo>
                  <a:lnTo>
                    <a:pt x="309727" y="254369"/>
                  </a:lnTo>
                  <a:lnTo>
                    <a:pt x="312414" y="249821"/>
                  </a:lnTo>
                  <a:lnTo>
                    <a:pt x="314956" y="245191"/>
                  </a:lnTo>
                  <a:lnTo>
                    <a:pt x="317350" y="240482"/>
                  </a:lnTo>
                  <a:lnTo>
                    <a:pt x="319595" y="235701"/>
                  </a:lnTo>
                  <a:lnTo>
                    <a:pt x="321687" y="230850"/>
                  </a:lnTo>
                  <a:lnTo>
                    <a:pt x="323625" y="225936"/>
                  </a:lnTo>
                  <a:lnTo>
                    <a:pt x="325407" y="220964"/>
                  </a:lnTo>
                  <a:lnTo>
                    <a:pt x="327031" y="215937"/>
                  </a:lnTo>
                  <a:lnTo>
                    <a:pt x="328495" y="210862"/>
                  </a:lnTo>
                  <a:lnTo>
                    <a:pt x="329799" y="205743"/>
                  </a:lnTo>
                  <a:lnTo>
                    <a:pt x="330939" y="200585"/>
                  </a:lnTo>
                  <a:lnTo>
                    <a:pt x="331917" y="195394"/>
                  </a:lnTo>
                  <a:lnTo>
                    <a:pt x="332729" y="190175"/>
                  </a:lnTo>
                  <a:lnTo>
                    <a:pt x="333377" y="184932"/>
                  </a:lnTo>
                  <a:lnTo>
                    <a:pt x="333858" y="179672"/>
                  </a:lnTo>
                  <a:lnTo>
                    <a:pt x="334173" y="174399"/>
                  </a:lnTo>
                  <a:lnTo>
                    <a:pt x="334322" y="169119"/>
                  </a:lnTo>
                  <a:lnTo>
                    <a:pt x="334303" y="163837"/>
                  </a:lnTo>
                  <a:lnTo>
                    <a:pt x="334118" y="158558"/>
                  </a:lnTo>
                  <a:lnTo>
                    <a:pt x="333765" y="153287"/>
                  </a:lnTo>
                  <a:lnTo>
                    <a:pt x="333247" y="148030"/>
                  </a:lnTo>
                  <a:lnTo>
                    <a:pt x="332563" y="142792"/>
                  </a:lnTo>
                  <a:lnTo>
                    <a:pt x="331713" y="137579"/>
                  </a:lnTo>
                  <a:lnTo>
                    <a:pt x="330699" y="132395"/>
                  </a:lnTo>
                  <a:lnTo>
                    <a:pt x="329522" y="127245"/>
                  </a:lnTo>
                  <a:lnTo>
                    <a:pt x="328183" y="122136"/>
                  </a:lnTo>
                  <a:lnTo>
                    <a:pt x="326683" y="117071"/>
                  </a:lnTo>
                  <a:lnTo>
                    <a:pt x="325024" y="112056"/>
                  </a:lnTo>
                  <a:lnTo>
                    <a:pt x="323207" y="107096"/>
                  </a:lnTo>
                  <a:lnTo>
                    <a:pt x="321234" y="102196"/>
                  </a:lnTo>
                  <a:lnTo>
                    <a:pt x="319108" y="97360"/>
                  </a:lnTo>
                  <a:lnTo>
                    <a:pt x="316829" y="92595"/>
                  </a:lnTo>
                  <a:lnTo>
                    <a:pt x="314402" y="87903"/>
                  </a:lnTo>
                  <a:lnTo>
                    <a:pt x="311827" y="83291"/>
                  </a:lnTo>
                  <a:lnTo>
                    <a:pt x="309108" y="78762"/>
                  </a:lnTo>
                  <a:lnTo>
                    <a:pt x="306247" y="74322"/>
                  </a:lnTo>
                  <a:lnTo>
                    <a:pt x="303247" y="69974"/>
                  </a:lnTo>
                  <a:lnTo>
                    <a:pt x="300112" y="65723"/>
                  </a:lnTo>
                  <a:lnTo>
                    <a:pt x="296844" y="61573"/>
                  </a:lnTo>
                  <a:lnTo>
                    <a:pt x="293446" y="57528"/>
                  </a:lnTo>
                  <a:lnTo>
                    <a:pt x="289922" y="53593"/>
                  </a:lnTo>
                  <a:lnTo>
                    <a:pt x="286275" y="49772"/>
                  </a:lnTo>
                  <a:lnTo>
                    <a:pt x="282510" y="46067"/>
                  </a:lnTo>
                  <a:lnTo>
                    <a:pt x="278629" y="42483"/>
                  </a:lnTo>
                  <a:lnTo>
                    <a:pt x="274638" y="39024"/>
                  </a:lnTo>
                  <a:lnTo>
                    <a:pt x="270538" y="35692"/>
                  </a:lnTo>
                  <a:lnTo>
                    <a:pt x="266336" y="32492"/>
                  </a:lnTo>
                  <a:lnTo>
                    <a:pt x="262035" y="29426"/>
                  </a:lnTo>
                  <a:lnTo>
                    <a:pt x="257639" y="26497"/>
                  </a:lnTo>
                  <a:lnTo>
                    <a:pt x="253152" y="23709"/>
                  </a:lnTo>
                  <a:lnTo>
                    <a:pt x="248580" y="21063"/>
                  </a:lnTo>
                  <a:lnTo>
                    <a:pt x="243926" y="18564"/>
                  </a:lnTo>
                  <a:lnTo>
                    <a:pt x="239196" y="16213"/>
                  </a:lnTo>
                  <a:lnTo>
                    <a:pt x="234394" y="14013"/>
                  </a:lnTo>
                  <a:lnTo>
                    <a:pt x="229525" y="11965"/>
                  </a:lnTo>
                  <a:lnTo>
                    <a:pt x="224593" y="10072"/>
                  </a:lnTo>
                  <a:lnTo>
                    <a:pt x="219604" y="8336"/>
                  </a:lnTo>
                  <a:lnTo>
                    <a:pt x="214563" y="6759"/>
                  </a:lnTo>
                  <a:lnTo>
                    <a:pt x="209474" y="5341"/>
                  </a:lnTo>
                  <a:lnTo>
                    <a:pt x="204344" y="4085"/>
                  </a:lnTo>
                  <a:lnTo>
                    <a:pt x="199176" y="2992"/>
                  </a:lnTo>
                  <a:lnTo>
                    <a:pt x="193976" y="2063"/>
                  </a:lnTo>
                  <a:lnTo>
                    <a:pt x="188749" y="1298"/>
                  </a:lnTo>
                  <a:lnTo>
                    <a:pt x="183501" y="699"/>
                  </a:lnTo>
                  <a:lnTo>
                    <a:pt x="178236" y="266"/>
                  </a:lnTo>
                  <a:lnTo>
                    <a:pt x="172961" y="0"/>
                  </a:lnTo>
                  <a:lnTo>
                    <a:pt x="167167" y="167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983779" y="3170392"/>
              <a:ext cx="5793" cy="167167"/>
            </a:xfrm>
            <a:custGeom>
              <a:avLst/>
              <a:pathLst>
                <a:path w="5793" h="167167">
                  <a:moveTo>
                    <a:pt x="5793" y="10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61515" y="2655501"/>
              <a:ext cx="161979" cy="167167"/>
            </a:xfrm>
            <a:custGeom>
              <a:avLst/>
              <a:pathLst>
                <a:path w="161979" h="167167">
                  <a:moveTo>
                    <a:pt x="161979" y="0"/>
                  </a:moveTo>
                  <a:lnTo>
                    <a:pt x="156594" y="86"/>
                  </a:lnTo>
                  <a:lnTo>
                    <a:pt x="151214" y="346"/>
                  </a:lnTo>
                  <a:lnTo>
                    <a:pt x="145846" y="780"/>
                  </a:lnTo>
                  <a:lnTo>
                    <a:pt x="140494" y="1386"/>
                  </a:lnTo>
                  <a:lnTo>
                    <a:pt x="135165" y="2164"/>
                  </a:lnTo>
                  <a:lnTo>
                    <a:pt x="129863" y="3114"/>
                  </a:lnTo>
                  <a:lnTo>
                    <a:pt x="124595" y="4233"/>
                  </a:lnTo>
                  <a:lnTo>
                    <a:pt x="119366" y="5522"/>
                  </a:lnTo>
                  <a:lnTo>
                    <a:pt x="114181" y="6979"/>
                  </a:lnTo>
                  <a:lnTo>
                    <a:pt x="109045" y="8602"/>
                  </a:lnTo>
                  <a:lnTo>
                    <a:pt x="103964" y="10389"/>
                  </a:lnTo>
                  <a:lnTo>
                    <a:pt x="98944" y="12340"/>
                  </a:lnTo>
                  <a:lnTo>
                    <a:pt x="93989" y="14451"/>
                  </a:lnTo>
                  <a:lnTo>
                    <a:pt x="89105" y="16720"/>
                  </a:lnTo>
                  <a:lnTo>
                    <a:pt x="84296" y="19146"/>
                  </a:lnTo>
                  <a:lnTo>
                    <a:pt x="79568" y="21725"/>
                  </a:lnTo>
                  <a:lnTo>
                    <a:pt x="74925" y="24455"/>
                  </a:lnTo>
                  <a:lnTo>
                    <a:pt x="70373" y="27334"/>
                  </a:lnTo>
                  <a:lnTo>
                    <a:pt x="65916" y="30357"/>
                  </a:lnTo>
                  <a:lnTo>
                    <a:pt x="61559" y="33523"/>
                  </a:lnTo>
                  <a:lnTo>
                    <a:pt x="57306" y="36827"/>
                  </a:lnTo>
                  <a:lnTo>
                    <a:pt x="53161" y="40267"/>
                  </a:lnTo>
                  <a:lnTo>
                    <a:pt x="49130" y="43838"/>
                  </a:lnTo>
                  <a:lnTo>
                    <a:pt x="45215" y="47538"/>
                  </a:lnTo>
                  <a:lnTo>
                    <a:pt x="41422" y="51361"/>
                  </a:lnTo>
                  <a:lnTo>
                    <a:pt x="37754" y="55305"/>
                  </a:lnTo>
                  <a:lnTo>
                    <a:pt x="34215" y="59365"/>
                  </a:lnTo>
                  <a:lnTo>
                    <a:pt x="30809" y="63537"/>
                  </a:lnTo>
                  <a:lnTo>
                    <a:pt x="27538" y="67816"/>
                  </a:lnTo>
                  <a:lnTo>
                    <a:pt x="24408" y="72199"/>
                  </a:lnTo>
                  <a:lnTo>
                    <a:pt x="21420" y="76680"/>
                  </a:lnTo>
                  <a:lnTo>
                    <a:pt x="18578" y="81255"/>
                  </a:lnTo>
                  <a:lnTo>
                    <a:pt x="15884" y="85919"/>
                  </a:lnTo>
                  <a:lnTo>
                    <a:pt x="13343" y="90667"/>
                  </a:lnTo>
                  <a:lnTo>
                    <a:pt x="10956" y="95495"/>
                  </a:lnTo>
                  <a:lnTo>
                    <a:pt x="8725" y="100398"/>
                  </a:lnTo>
                  <a:lnTo>
                    <a:pt x="6654" y="105369"/>
                  </a:lnTo>
                  <a:lnTo>
                    <a:pt x="4744" y="110405"/>
                  </a:lnTo>
                  <a:lnTo>
                    <a:pt x="2997" y="115500"/>
                  </a:lnTo>
                  <a:lnTo>
                    <a:pt x="1415" y="120648"/>
                  </a:lnTo>
                  <a:lnTo>
                    <a:pt x="0" y="125845"/>
                  </a:lnTo>
                  <a:lnTo>
                    <a:pt x="16197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61515" y="2781347"/>
              <a:ext cx="161979" cy="41322"/>
            </a:xfrm>
            <a:custGeom>
              <a:avLst/>
              <a:pathLst>
                <a:path w="161979" h="41322">
                  <a:moveTo>
                    <a:pt x="0" y="0"/>
                  </a:moveTo>
                  <a:lnTo>
                    <a:pt x="161979" y="4132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56329" y="2712410"/>
              <a:ext cx="334318" cy="277424"/>
            </a:xfrm>
            <a:custGeom>
              <a:avLst/>
              <a:pathLst>
                <a:path w="334318" h="277424">
                  <a:moveTo>
                    <a:pt x="5185" y="68936"/>
                  </a:moveTo>
                  <a:lnTo>
                    <a:pt x="3950" y="74119"/>
                  </a:lnTo>
                  <a:lnTo>
                    <a:pt x="2882" y="79338"/>
                  </a:lnTo>
                  <a:lnTo>
                    <a:pt x="1980" y="84589"/>
                  </a:lnTo>
                  <a:lnTo>
                    <a:pt x="1246" y="89866"/>
                  </a:lnTo>
                  <a:lnTo>
                    <a:pt x="680" y="95164"/>
                  </a:lnTo>
                  <a:lnTo>
                    <a:pt x="284" y="100477"/>
                  </a:lnTo>
                  <a:lnTo>
                    <a:pt x="57" y="105800"/>
                  </a:lnTo>
                  <a:lnTo>
                    <a:pt x="0" y="111128"/>
                  </a:lnTo>
                  <a:lnTo>
                    <a:pt x="112" y="116455"/>
                  </a:lnTo>
                  <a:lnTo>
                    <a:pt x="394" y="121775"/>
                  </a:lnTo>
                  <a:lnTo>
                    <a:pt x="846" y="127084"/>
                  </a:lnTo>
                  <a:lnTo>
                    <a:pt x="1467" y="132375"/>
                  </a:lnTo>
                  <a:lnTo>
                    <a:pt x="2256" y="137645"/>
                  </a:lnTo>
                  <a:lnTo>
                    <a:pt x="3212" y="142886"/>
                  </a:lnTo>
                  <a:lnTo>
                    <a:pt x="4335" y="148094"/>
                  </a:lnTo>
                  <a:lnTo>
                    <a:pt x="5624" y="153264"/>
                  </a:lnTo>
                  <a:lnTo>
                    <a:pt x="7076" y="158390"/>
                  </a:lnTo>
                  <a:lnTo>
                    <a:pt x="8692" y="163467"/>
                  </a:lnTo>
                  <a:lnTo>
                    <a:pt x="10468" y="168490"/>
                  </a:lnTo>
                  <a:lnTo>
                    <a:pt x="12403" y="173454"/>
                  </a:lnTo>
                  <a:lnTo>
                    <a:pt x="14495" y="178354"/>
                  </a:lnTo>
                  <a:lnTo>
                    <a:pt x="16743" y="183185"/>
                  </a:lnTo>
                  <a:lnTo>
                    <a:pt x="19143" y="187941"/>
                  </a:lnTo>
                  <a:lnTo>
                    <a:pt x="21694" y="192619"/>
                  </a:lnTo>
                  <a:lnTo>
                    <a:pt x="24393" y="197213"/>
                  </a:lnTo>
                  <a:lnTo>
                    <a:pt x="27236" y="201718"/>
                  </a:lnTo>
                  <a:lnTo>
                    <a:pt x="30222" y="206131"/>
                  </a:lnTo>
                  <a:lnTo>
                    <a:pt x="33347" y="210446"/>
                  </a:lnTo>
                  <a:lnTo>
                    <a:pt x="36608" y="214660"/>
                  </a:lnTo>
                  <a:lnTo>
                    <a:pt x="40001" y="218768"/>
                  </a:lnTo>
                  <a:lnTo>
                    <a:pt x="43523" y="222765"/>
                  </a:lnTo>
                  <a:lnTo>
                    <a:pt x="47172" y="226648"/>
                  </a:lnTo>
                  <a:lnTo>
                    <a:pt x="50942" y="230413"/>
                  </a:lnTo>
                  <a:lnTo>
                    <a:pt x="54830" y="234055"/>
                  </a:lnTo>
                  <a:lnTo>
                    <a:pt x="58832" y="237572"/>
                  </a:lnTo>
                  <a:lnTo>
                    <a:pt x="62944" y="240960"/>
                  </a:lnTo>
                  <a:lnTo>
                    <a:pt x="67162" y="244215"/>
                  </a:lnTo>
                  <a:lnTo>
                    <a:pt x="71482" y="247334"/>
                  </a:lnTo>
                  <a:lnTo>
                    <a:pt x="75899" y="250313"/>
                  </a:lnTo>
                  <a:lnTo>
                    <a:pt x="80408" y="253150"/>
                  </a:lnTo>
                  <a:lnTo>
                    <a:pt x="85006" y="255843"/>
                  </a:lnTo>
                  <a:lnTo>
                    <a:pt x="89687" y="258387"/>
                  </a:lnTo>
                  <a:lnTo>
                    <a:pt x="94447" y="260781"/>
                  </a:lnTo>
                  <a:lnTo>
                    <a:pt x="99281" y="263022"/>
                  </a:lnTo>
                  <a:lnTo>
                    <a:pt x="104183" y="265107"/>
                  </a:lnTo>
                  <a:lnTo>
                    <a:pt x="109150" y="267036"/>
                  </a:lnTo>
                  <a:lnTo>
                    <a:pt x="114176" y="268805"/>
                  </a:lnTo>
                  <a:lnTo>
                    <a:pt x="119255" y="270413"/>
                  </a:lnTo>
                  <a:lnTo>
                    <a:pt x="124383" y="271858"/>
                  </a:lnTo>
                  <a:lnTo>
                    <a:pt x="129555" y="273140"/>
                  </a:lnTo>
                  <a:lnTo>
                    <a:pt x="134765" y="274255"/>
                  </a:lnTo>
                  <a:lnTo>
                    <a:pt x="140007" y="275205"/>
                  </a:lnTo>
                  <a:lnTo>
                    <a:pt x="145277" y="275986"/>
                  </a:lnTo>
                  <a:lnTo>
                    <a:pt x="150570" y="276600"/>
                  </a:lnTo>
                  <a:lnTo>
                    <a:pt x="155879" y="277044"/>
                  </a:lnTo>
                  <a:lnTo>
                    <a:pt x="161200" y="277319"/>
                  </a:lnTo>
                  <a:lnTo>
                    <a:pt x="166527" y="277424"/>
                  </a:lnTo>
                  <a:lnTo>
                    <a:pt x="171854" y="277360"/>
                  </a:lnTo>
                  <a:lnTo>
                    <a:pt x="177177" y="277125"/>
                  </a:lnTo>
                  <a:lnTo>
                    <a:pt x="182490" y="276721"/>
                  </a:lnTo>
                  <a:lnTo>
                    <a:pt x="187787" y="276149"/>
                  </a:lnTo>
                  <a:lnTo>
                    <a:pt x="193063" y="275407"/>
                  </a:lnTo>
                  <a:lnTo>
                    <a:pt x="198313" y="274498"/>
                  </a:lnTo>
                  <a:lnTo>
                    <a:pt x="203531" y="273422"/>
                  </a:lnTo>
                  <a:lnTo>
                    <a:pt x="208712" y="272180"/>
                  </a:lnTo>
                  <a:lnTo>
                    <a:pt x="213851" y="270774"/>
                  </a:lnTo>
                  <a:lnTo>
                    <a:pt x="218942" y="269205"/>
                  </a:lnTo>
                  <a:lnTo>
                    <a:pt x="223981" y="267474"/>
                  </a:lnTo>
                  <a:lnTo>
                    <a:pt x="228963" y="265583"/>
                  </a:lnTo>
                  <a:lnTo>
                    <a:pt x="233881" y="263535"/>
                  </a:lnTo>
                  <a:lnTo>
                    <a:pt x="238732" y="261331"/>
                  </a:lnTo>
                  <a:lnTo>
                    <a:pt x="243510" y="258974"/>
                  </a:lnTo>
                  <a:lnTo>
                    <a:pt x="248210" y="256465"/>
                  </a:lnTo>
                  <a:lnTo>
                    <a:pt x="252828" y="253808"/>
                  </a:lnTo>
                  <a:lnTo>
                    <a:pt x="257359" y="251005"/>
                  </a:lnTo>
                  <a:lnTo>
                    <a:pt x="261799" y="248060"/>
                  </a:lnTo>
                  <a:lnTo>
                    <a:pt x="266142" y="244974"/>
                  </a:lnTo>
                  <a:lnTo>
                    <a:pt x="270385" y="241751"/>
                  </a:lnTo>
                  <a:lnTo>
                    <a:pt x="274523" y="238395"/>
                  </a:lnTo>
                  <a:lnTo>
                    <a:pt x="278552" y="234909"/>
                  </a:lnTo>
                  <a:lnTo>
                    <a:pt x="282468" y="231296"/>
                  </a:lnTo>
                  <a:lnTo>
                    <a:pt x="286266" y="227560"/>
                  </a:lnTo>
                  <a:lnTo>
                    <a:pt x="289944" y="223705"/>
                  </a:lnTo>
                  <a:lnTo>
                    <a:pt x="293497" y="219735"/>
                  </a:lnTo>
                  <a:lnTo>
                    <a:pt x="296921" y="215653"/>
                  </a:lnTo>
                  <a:lnTo>
                    <a:pt x="300214" y="211465"/>
                  </a:lnTo>
                  <a:lnTo>
                    <a:pt x="303372" y="207173"/>
                  </a:lnTo>
                  <a:lnTo>
                    <a:pt x="306391" y="202783"/>
                  </a:lnTo>
                  <a:lnTo>
                    <a:pt x="309269" y="198300"/>
                  </a:lnTo>
                  <a:lnTo>
                    <a:pt x="312002" y="193726"/>
                  </a:lnTo>
                  <a:lnTo>
                    <a:pt x="314589" y="189068"/>
                  </a:lnTo>
                  <a:lnTo>
                    <a:pt x="317025" y="184330"/>
                  </a:lnTo>
                  <a:lnTo>
                    <a:pt x="319310" y="179517"/>
                  </a:lnTo>
                  <a:lnTo>
                    <a:pt x="321440" y="174633"/>
                  </a:lnTo>
                  <a:lnTo>
                    <a:pt x="323413" y="169684"/>
                  </a:lnTo>
                  <a:lnTo>
                    <a:pt x="325227" y="164675"/>
                  </a:lnTo>
                  <a:lnTo>
                    <a:pt x="326881" y="159610"/>
                  </a:lnTo>
                  <a:lnTo>
                    <a:pt x="328373" y="154495"/>
                  </a:lnTo>
                  <a:lnTo>
                    <a:pt x="329701" y="149335"/>
                  </a:lnTo>
                  <a:lnTo>
                    <a:pt x="330863" y="144136"/>
                  </a:lnTo>
                  <a:lnTo>
                    <a:pt x="331860" y="138902"/>
                  </a:lnTo>
                  <a:lnTo>
                    <a:pt x="332689" y="133639"/>
                  </a:lnTo>
                  <a:lnTo>
                    <a:pt x="333350" y="128352"/>
                  </a:lnTo>
                  <a:lnTo>
                    <a:pt x="333842" y="123047"/>
                  </a:lnTo>
                  <a:lnTo>
                    <a:pt x="334165" y="117729"/>
                  </a:lnTo>
                  <a:lnTo>
                    <a:pt x="334318" y="112403"/>
                  </a:lnTo>
                  <a:lnTo>
                    <a:pt x="334302" y="107075"/>
                  </a:lnTo>
                  <a:lnTo>
                    <a:pt x="334116" y="101751"/>
                  </a:lnTo>
                  <a:lnTo>
                    <a:pt x="333760" y="96435"/>
                  </a:lnTo>
                  <a:lnTo>
                    <a:pt x="333234" y="91133"/>
                  </a:lnTo>
                  <a:lnTo>
                    <a:pt x="332541" y="85850"/>
                  </a:lnTo>
                  <a:lnTo>
                    <a:pt x="331679" y="80593"/>
                  </a:lnTo>
                  <a:lnTo>
                    <a:pt x="330650" y="75365"/>
                  </a:lnTo>
                  <a:lnTo>
                    <a:pt x="329455" y="70173"/>
                  </a:lnTo>
                  <a:lnTo>
                    <a:pt x="328095" y="65021"/>
                  </a:lnTo>
                  <a:lnTo>
                    <a:pt x="326572" y="59916"/>
                  </a:lnTo>
                  <a:lnTo>
                    <a:pt x="324887" y="54861"/>
                  </a:lnTo>
                  <a:lnTo>
                    <a:pt x="323041" y="49863"/>
                  </a:lnTo>
                  <a:lnTo>
                    <a:pt x="321037" y="44927"/>
                  </a:lnTo>
                  <a:lnTo>
                    <a:pt x="318877" y="40056"/>
                  </a:lnTo>
                  <a:lnTo>
                    <a:pt x="316563" y="35257"/>
                  </a:lnTo>
                  <a:lnTo>
                    <a:pt x="314097" y="30534"/>
                  </a:lnTo>
                  <a:lnTo>
                    <a:pt x="311482" y="25892"/>
                  </a:lnTo>
                  <a:lnTo>
                    <a:pt x="308720" y="21336"/>
                  </a:lnTo>
                  <a:lnTo>
                    <a:pt x="305814" y="16870"/>
                  </a:lnTo>
                  <a:lnTo>
                    <a:pt x="302768" y="12499"/>
                  </a:lnTo>
                  <a:lnTo>
                    <a:pt x="299584" y="8228"/>
                  </a:lnTo>
                  <a:lnTo>
                    <a:pt x="296265" y="4060"/>
                  </a:lnTo>
                  <a:lnTo>
                    <a:pt x="292815" y="0"/>
                  </a:lnTo>
                  <a:lnTo>
                    <a:pt x="167165" y="1102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923495" y="2655501"/>
              <a:ext cx="125650" cy="167167"/>
            </a:xfrm>
            <a:custGeom>
              <a:avLst/>
              <a:pathLst>
                <a:path w="125650" h="167167">
                  <a:moveTo>
                    <a:pt x="125650" y="56909"/>
                  </a:moveTo>
                  <a:lnTo>
                    <a:pt x="121976" y="52858"/>
                  </a:lnTo>
                  <a:lnTo>
                    <a:pt x="118172" y="48929"/>
                  </a:lnTo>
                  <a:lnTo>
                    <a:pt x="114242" y="45127"/>
                  </a:lnTo>
                  <a:lnTo>
                    <a:pt x="110189" y="41456"/>
                  </a:lnTo>
                  <a:lnTo>
                    <a:pt x="106018" y="37919"/>
                  </a:lnTo>
                  <a:lnTo>
                    <a:pt x="101734" y="34521"/>
                  </a:lnTo>
                  <a:lnTo>
                    <a:pt x="97341" y="31264"/>
                  </a:lnTo>
                  <a:lnTo>
                    <a:pt x="92844" y="28153"/>
                  </a:lnTo>
                  <a:lnTo>
                    <a:pt x="88248" y="25191"/>
                  </a:lnTo>
                  <a:lnTo>
                    <a:pt x="83557" y="22380"/>
                  </a:lnTo>
                  <a:lnTo>
                    <a:pt x="78776" y="19725"/>
                  </a:lnTo>
                  <a:lnTo>
                    <a:pt x="73912" y="17227"/>
                  </a:lnTo>
                  <a:lnTo>
                    <a:pt x="68968" y="14890"/>
                  </a:lnTo>
                  <a:lnTo>
                    <a:pt x="63951" y="12716"/>
                  </a:lnTo>
                  <a:lnTo>
                    <a:pt x="58865" y="10707"/>
                  </a:lnTo>
                  <a:lnTo>
                    <a:pt x="53716" y="8865"/>
                  </a:lnTo>
                  <a:lnTo>
                    <a:pt x="48509" y="7193"/>
                  </a:lnTo>
                  <a:lnTo>
                    <a:pt x="43251" y="5692"/>
                  </a:lnTo>
                  <a:lnTo>
                    <a:pt x="37946" y="4363"/>
                  </a:lnTo>
                  <a:lnTo>
                    <a:pt x="32601" y="3209"/>
                  </a:lnTo>
                  <a:lnTo>
                    <a:pt x="27221" y="2231"/>
                  </a:lnTo>
                  <a:lnTo>
                    <a:pt x="21812" y="1429"/>
                  </a:lnTo>
                  <a:lnTo>
                    <a:pt x="16379" y="804"/>
                  </a:lnTo>
                  <a:lnTo>
                    <a:pt x="10929" y="357"/>
                  </a:lnTo>
                  <a:lnTo>
                    <a:pt x="5467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79858" y="2168369"/>
              <a:ext cx="66033" cy="167167"/>
            </a:xfrm>
            <a:custGeom>
              <a:avLst/>
              <a:pathLst>
                <a:path w="66033" h="167167">
                  <a:moveTo>
                    <a:pt x="66033" y="0"/>
                  </a:moveTo>
                  <a:lnTo>
                    <a:pt x="59863" y="113"/>
                  </a:lnTo>
                  <a:lnTo>
                    <a:pt x="53702" y="455"/>
                  </a:lnTo>
                  <a:lnTo>
                    <a:pt x="47557" y="1024"/>
                  </a:lnTo>
                  <a:lnTo>
                    <a:pt x="41438" y="1819"/>
                  </a:lnTo>
                  <a:lnTo>
                    <a:pt x="35352" y="2839"/>
                  </a:lnTo>
                  <a:lnTo>
                    <a:pt x="29308" y="4084"/>
                  </a:lnTo>
                  <a:lnTo>
                    <a:pt x="23313" y="5550"/>
                  </a:lnTo>
                  <a:lnTo>
                    <a:pt x="17378" y="7237"/>
                  </a:lnTo>
                  <a:lnTo>
                    <a:pt x="11508" y="9142"/>
                  </a:lnTo>
                  <a:lnTo>
                    <a:pt x="5713" y="11262"/>
                  </a:lnTo>
                  <a:lnTo>
                    <a:pt x="0" y="13595"/>
                  </a:lnTo>
                  <a:lnTo>
                    <a:pt x="6603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679858" y="2181964"/>
              <a:ext cx="66033" cy="153572"/>
            </a:xfrm>
            <a:custGeom>
              <a:avLst/>
              <a:pathLst>
                <a:path w="66033" h="153572">
                  <a:moveTo>
                    <a:pt x="0" y="0"/>
                  </a:moveTo>
                  <a:lnTo>
                    <a:pt x="66033" y="1535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578745" y="2181964"/>
              <a:ext cx="236021" cy="320731"/>
            </a:xfrm>
            <a:custGeom>
              <a:avLst/>
              <a:pathLst>
                <a:path w="236021" h="320731">
                  <a:moveTo>
                    <a:pt x="101113" y="0"/>
                  </a:moveTo>
                  <a:lnTo>
                    <a:pt x="96245" y="2185"/>
                  </a:lnTo>
                  <a:lnTo>
                    <a:pt x="91450" y="4525"/>
                  </a:lnTo>
                  <a:lnTo>
                    <a:pt x="86731" y="7017"/>
                  </a:lnTo>
                  <a:lnTo>
                    <a:pt x="82095" y="9658"/>
                  </a:lnTo>
                  <a:lnTo>
                    <a:pt x="77545" y="12446"/>
                  </a:lnTo>
                  <a:lnTo>
                    <a:pt x="73087" y="15378"/>
                  </a:lnTo>
                  <a:lnTo>
                    <a:pt x="68724" y="18450"/>
                  </a:lnTo>
                  <a:lnTo>
                    <a:pt x="64462" y="21660"/>
                  </a:lnTo>
                  <a:lnTo>
                    <a:pt x="60304" y="25004"/>
                  </a:lnTo>
                  <a:lnTo>
                    <a:pt x="56255" y="28480"/>
                  </a:lnTo>
                  <a:lnTo>
                    <a:pt x="52319" y="32083"/>
                  </a:lnTo>
                  <a:lnTo>
                    <a:pt x="48500" y="35809"/>
                  </a:lnTo>
                  <a:lnTo>
                    <a:pt x="44802" y="39656"/>
                  </a:lnTo>
                  <a:lnTo>
                    <a:pt x="41229" y="43619"/>
                  </a:lnTo>
                  <a:lnTo>
                    <a:pt x="37784" y="47693"/>
                  </a:lnTo>
                  <a:lnTo>
                    <a:pt x="34471" y="51876"/>
                  </a:lnTo>
                  <a:lnTo>
                    <a:pt x="31293" y="56162"/>
                  </a:lnTo>
                  <a:lnTo>
                    <a:pt x="28253" y="60548"/>
                  </a:lnTo>
                  <a:lnTo>
                    <a:pt x="25355" y="65028"/>
                  </a:lnTo>
                  <a:lnTo>
                    <a:pt x="22601" y="69598"/>
                  </a:lnTo>
                  <a:lnTo>
                    <a:pt x="19995" y="74254"/>
                  </a:lnTo>
                  <a:lnTo>
                    <a:pt x="17538" y="78991"/>
                  </a:lnTo>
                  <a:lnTo>
                    <a:pt x="15234" y="83804"/>
                  </a:lnTo>
                  <a:lnTo>
                    <a:pt x="13085" y="88688"/>
                  </a:lnTo>
                  <a:lnTo>
                    <a:pt x="11093" y="93638"/>
                  </a:lnTo>
                  <a:lnTo>
                    <a:pt x="9259" y="98649"/>
                  </a:lnTo>
                  <a:lnTo>
                    <a:pt x="7587" y="103716"/>
                  </a:lnTo>
                  <a:lnTo>
                    <a:pt x="6077" y="108834"/>
                  </a:lnTo>
                  <a:lnTo>
                    <a:pt x="4731" y="113997"/>
                  </a:lnTo>
                  <a:lnTo>
                    <a:pt x="3551" y="119201"/>
                  </a:lnTo>
                  <a:lnTo>
                    <a:pt x="2537" y="124440"/>
                  </a:lnTo>
                  <a:lnTo>
                    <a:pt x="1691" y="129708"/>
                  </a:lnTo>
                  <a:lnTo>
                    <a:pt x="1014" y="135001"/>
                  </a:lnTo>
                  <a:lnTo>
                    <a:pt x="506" y="140312"/>
                  </a:lnTo>
                  <a:lnTo>
                    <a:pt x="168" y="145638"/>
                  </a:lnTo>
                  <a:lnTo>
                    <a:pt x="0" y="150971"/>
                  </a:lnTo>
                  <a:lnTo>
                    <a:pt x="2" y="156307"/>
                  </a:lnTo>
                  <a:lnTo>
                    <a:pt x="174" y="161640"/>
                  </a:lnTo>
                  <a:lnTo>
                    <a:pt x="517" y="166965"/>
                  </a:lnTo>
                  <a:lnTo>
                    <a:pt x="1029" y="172276"/>
                  </a:lnTo>
                  <a:lnTo>
                    <a:pt x="1711" y="177568"/>
                  </a:lnTo>
                  <a:lnTo>
                    <a:pt x="2561" y="182836"/>
                  </a:lnTo>
                  <a:lnTo>
                    <a:pt x="3578" y="188074"/>
                  </a:lnTo>
                  <a:lnTo>
                    <a:pt x="4763" y="193277"/>
                  </a:lnTo>
                  <a:lnTo>
                    <a:pt x="6113" y="198439"/>
                  </a:lnTo>
                  <a:lnTo>
                    <a:pt x="7627" y="203556"/>
                  </a:lnTo>
                  <a:lnTo>
                    <a:pt x="9303" y="208621"/>
                  </a:lnTo>
                  <a:lnTo>
                    <a:pt x="11141" y="213631"/>
                  </a:lnTo>
                  <a:lnTo>
                    <a:pt x="13137" y="218579"/>
                  </a:lnTo>
                  <a:lnTo>
                    <a:pt x="15290" y="223461"/>
                  </a:lnTo>
                  <a:lnTo>
                    <a:pt x="17598" y="228272"/>
                  </a:lnTo>
                  <a:lnTo>
                    <a:pt x="20058" y="233007"/>
                  </a:lnTo>
                  <a:lnTo>
                    <a:pt x="22668" y="237661"/>
                  </a:lnTo>
                  <a:lnTo>
                    <a:pt x="25426" y="242229"/>
                  </a:lnTo>
                  <a:lnTo>
                    <a:pt x="28328" y="246707"/>
                  </a:lnTo>
                  <a:lnTo>
                    <a:pt x="31371" y="251090"/>
                  </a:lnTo>
                  <a:lnTo>
                    <a:pt x="34552" y="255374"/>
                  </a:lnTo>
                  <a:lnTo>
                    <a:pt x="37869" y="259554"/>
                  </a:lnTo>
                  <a:lnTo>
                    <a:pt x="41317" y="263626"/>
                  </a:lnTo>
                  <a:lnTo>
                    <a:pt x="44894" y="267586"/>
                  </a:lnTo>
                  <a:lnTo>
                    <a:pt x="48595" y="271429"/>
                  </a:lnTo>
                  <a:lnTo>
                    <a:pt x="52417" y="275153"/>
                  </a:lnTo>
                  <a:lnTo>
                    <a:pt x="56355" y="278753"/>
                  </a:lnTo>
                  <a:lnTo>
                    <a:pt x="60407" y="282225"/>
                  </a:lnTo>
                  <a:lnTo>
                    <a:pt x="64567" y="285566"/>
                  </a:lnTo>
                  <a:lnTo>
                    <a:pt x="68832" y="288773"/>
                  </a:lnTo>
                  <a:lnTo>
                    <a:pt x="73197" y="291842"/>
                  </a:lnTo>
                  <a:lnTo>
                    <a:pt x="77658" y="294769"/>
                  </a:lnTo>
                  <a:lnTo>
                    <a:pt x="82210" y="297554"/>
                  </a:lnTo>
                  <a:lnTo>
                    <a:pt x="86849" y="300191"/>
                  </a:lnTo>
                  <a:lnTo>
                    <a:pt x="91569" y="302679"/>
                  </a:lnTo>
                  <a:lnTo>
                    <a:pt x="96366" y="305015"/>
                  </a:lnTo>
                  <a:lnTo>
                    <a:pt x="101236" y="307197"/>
                  </a:lnTo>
                  <a:lnTo>
                    <a:pt x="106172" y="309222"/>
                  </a:lnTo>
                  <a:lnTo>
                    <a:pt x="111171" y="311089"/>
                  </a:lnTo>
                  <a:lnTo>
                    <a:pt x="116227" y="312795"/>
                  </a:lnTo>
                  <a:lnTo>
                    <a:pt x="121334" y="314339"/>
                  </a:lnTo>
                  <a:lnTo>
                    <a:pt x="126489" y="315720"/>
                  </a:lnTo>
                  <a:lnTo>
                    <a:pt x="131684" y="316935"/>
                  </a:lnTo>
                  <a:lnTo>
                    <a:pt x="136916" y="317983"/>
                  </a:lnTo>
                  <a:lnTo>
                    <a:pt x="142179" y="318864"/>
                  </a:lnTo>
                  <a:lnTo>
                    <a:pt x="147467" y="319577"/>
                  </a:lnTo>
                  <a:lnTo>
                    <a:pt x="152775" y="320120"/>
                  </a:lnTo>
                  <a:lnTo>
                    <a:pt x="158098" y="320494"/>
                  </a:lnTo>
                  <a:lnTo>
                    <a:pt x="163430" y="320698"/>
                  </a:lnTo>
                  <a:lnTo>
                    <a:pt x="168766" y="320731"/>
                  </a:lnTo>
                  <a:lnTo>
                    <a:pt x="174100" y="320595"/>
                  </a:lnTo>
                  <a:lnTo>
                    <a:pt x="179427" y="320288"/>
                  </a:lnTo>
                  <a:lnTo>
                    <a:pt x="184742" y="319811"/>
                  </a:lnTo>
                  <a:lnTo>
                    <a:pt x="190038" y="319165"/>
                  </a:lnTo>
                  <a:lnTo>
                    <a:pt x="195311" y="318350"/>
                  </a:lnTo>
                  <a:lnTo>
                    <a:pt x="200556" y="317367"/>
                  </a:lnTo>
                  <a:lnTo>
                    <a:pt x="205767" y="316217"/>
                  </a:lnTo>
                  <a:lnTo>
                    <a:pt x="210938" y="314902"/>
                  </a:lnTo>
                  <a:lnTo>
                    <a:pt x="216064" y="313422"/>
                  </a:lnTo>
                  <a:lnTo>
                    <a:pt x="221141" y="311779"/>
                  </a:lnTo>
                  <a:lnTo>
                    <a:pt x="226163" y="309975"/>
                  </a:lnTo>
                  <a:lnTo>
                    <a:pt x="231125" y="308012"/>
                  </a:lnTo>
                  <a:lnTo>
                    <a:pt x="236021" y="305892"/>
                  </a:lnTo>
                  <a:lnTo>
                    <a:pt x="167147" y="15357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745892" y="2168369"/>
              <a:ext cx="167165" cy="319487"/>
            </a:xfrm>
            <a:custGeom>
              <a:avLst/>
              <a:pathLst>
                <a:path w="167165" h="319487">
                  <a:moveTo>
                    <a:pt x="68874" y="319487"/>
                  </a:moveTo>
                  <a:lnTo>
                    <a:pt x="73707" y="317208"/>
                  </a:lnTo>
                  <a:lnTo>
                    <a:pt x="78464" y="314775"/>
                  </a:lnTo>
                  <a:lnTo>
                    <a:pt x="83141" y="312192"/>
                  </a:lnTo>
                  <a:lnTo>
                    <a:pt x="87734" y="309461"/>
                  </a:lnTo>
                  <a:lnTo>
                    <a:pt x="92236" y="306585"/>
                  </a:lnTo>
                  <a:lnTo>
                    <a:pt x="96645" y="303566"/>
                  </a:lnTo>
                  <a:lnTo>
                    <a:pt x="100954" y="300407"/>
                  </a:lnTo>
                  <a:lnTo>
                    <a:pt x="105161" y="297113"/>
                  </a:lnTo>
                  <a:lnTo>
                    <a:pt x="109260" y="293686"/>
                  </a:lnTo>
                  <a:lnTo>
                    <a:pt x="113248" y="290129"/>
                  </a:lnTo>
                  <a:lnTo>
                    <a:pt x="117120" y="286447"/>
                  </a:lnTo>
                  <a:lnTo>
                    <a:pt x="120872" y="282643"/>
                  </a:lnTo>
                  <a:lnTo>
                    <a:pt x="124501" y="278722"/>
                  </a:lnTo>
                  <a:lnTo>
                    <a:pt x="128002" y="274686"/>
                  </a:lnTo>
                  <a:lnTo>
                    <a:pt x="131373" y="270540"/>
                  </a:lnTo>
                  <a:lnTo>
                    <a:pt x="134609" y="266289"/>
                  </a:lnTo>
                  <a:lnTo>
                    <a:pt x="137708" y="261936"/>
                  </a:lnTo>
                  <a:lnTo>
                    <a:pt x="140667" y="257487"/>
                  </a:lnTo>
                  <a:lnTo>
                    <a:pt x="143481" y="252945"/>
                  </a:lnTo>
                  <a:lnTo>
                    <a:pt x="146149" y="248316"/>
                  </a:lnTo>
                  <a:lnTo>
                    <a:pt x="148668" y="243604"/>
                  </a:lnTo>
                  <a:lnTo>
                    <a:pt x="151035" y="238813"/>
                  </a:lnTo>
                  <a:lnTo>
                    <a:pt x="153248" y="233950"/>
                  </a:lnTo>
                  <a:lnTo>
                    <a:pt x="155304" y="229018"/>
                  </a:lnTo>
                  <a:lnTo>
                    <a:pt x="157201" y="224023"/>
                  </a:lnTo>
                  <a:lnTo>
                    <a:pt x="158938" y="218970"/>
                  </a:lnTo>
                  <a:lnTo>
                    <a:pt x="160512" y="213864"/>
                  </a:lnTo>
                  <a:lnTo>
                    <a:pt x="161922" y="208711"/>
                  </a:lnTo>
                  <a:lnTo>
                    <a:pt x="163167" y="203515"/>
                  </a:lnTo>
                  <a:lnTo>
                    <a:pt x="164246" y="198282"/>
                  </a:lnTo>
                  <a:lnTo>
                    <a:pt x="165156" y="193017"/>
                  </a:lnTo>
                  <a:lnTo>
                    <a:pt x="165898" y="187725"/>
                  </a:lnTo>
                  <a:lnTo>
                    <a:pt x="166470" y="182413"/>
                  </a:lnTo>
                  <a:lnTo>
                    <a:pt x="166872" y="177085"/>
                  </a:lnTo>
                  <a:lnTo>
                    <a:pt x="167104" y="171747"/>
                  </a:lnTo>
                  <a:lnTo>
                    <a:pt x="167165" y="166404"/>
                  </a:lnTo>
                  <a:lnTo>
                    <a:pt x="167055" y="161062"/>
                  </a:lnTo>
                  <a:lnTo>
                    <a:pt x="166775" y="155727"/>
                  </a:lnTo>
                  <a:lnTo>
                    <a:pt x="166324" y="150402"/>
                  </a:lnTo>
                  <a:lnTo>
                    <a:pt x="165703" y="145096"/>
                  </a:lnTo>
                  <a:lnTo>
                    <a:pt x="164913" y="139811"/>
                  </a:lnTo>
                  <a:lnTo>
                    <a:pt x="163955" y="134555"/>
                  </a:lnTo>
                  <a:lnTo>
                    <a:pt x="162829" y="129332"/>
                  </a:lnTo>
                  <a:lnTo>
                    <a:pt x="161537" y="124147"/>
                  </a:lnTo>
                  <a:lnTo>
                    <a:pt x="160079" y="119007"/>
                  </a:lnTo>
                  <a:lnTo>
                    <a:pt x="158458" y="113915"/>
                  </a:lnTo>
                  <a:lnTo>
                    <a:pt x="156676" y="108878"/>
                  </a:lnTo>
                  <a:lnTo>
                    <a:pt x="154733" y="103901"/>
                  </a:lnTo>
                  <a:lnTo>
                    <a:pt x="152632" y="98988"/>
                  </a:lnTo>
                  <a:lnTo>
                    <a:pt x="150375" y="94145"/>
                  </a:lnTo>
                  <a:lnTo>
                    <a:pt x="147965" y="89377"/>
                  </a:lnTo>
                  <a:lnTo>
                    <a:pt x="145403" y="84688"/>
                  </a:lnTo>
                  <a:lnTo>
                    <a:pt x="142693" y="80083"/>
                  </a:lnTo>
                  <a:lnTo>
                    <a:pt x="139837" y="75567"/>
                  </a:lnTo>
                  <a:lnTo>
                    <a:pt x="136838" y="71145"/>
                  </a:lnTo>
                  <a:lnTo>
                    <a:pt x="133699" y="66821"/>
                  </a:lnTo>
                  <a:lnTo>
                    <a:pt x="130424" y="62599"/>
                  </a:lnTo>
                  <a:lnTo>
                    <a:pt x="127016" y="58485"/>
                  </a:lnTo>
                  <a:lnTo>
                    <a:pt x="123477" y="54481"/>
                  </a:lnTo>
                  <a:lnTo>
                    <a:pt x="119813" y="50592"/>
                  </a:lnTo>
                  <a:lnTo>
                    <a:pt x="116026" y="46823"/>
                  </a:lnTo>
                  <a:lnTo>
                    <a:pt x="112121" y="43176"/>
                  </a:lnTo>
                  <a:lnTo>
                    <a:pt x="108101" y="39656"/>
                  </a:lnTo>
                  <a:lnTo>
                    <a:pt x="103971" y="36267"/>
                  </a:lnTo>
                  <a:lnTo>
                    <a:pt x="99734" y="33011"/>
                  </a:lnTo>
                  <a:lnTo>
                    <a:pt x="95396" y="29892"/>
                  </a:lnTo>
                  <a:lnTo>
                    <a:pt x="90960" y="26913"/>
                  </a:lnTo>
                  <a:lnTo>
                    <a:pt x="86431" y="24078"/>
                  </a:lnTo>
                  <a:lnTo>
                    <a:pt x="81814" y="21389"/>
                  </a:lnTo>
                  <a:lnTo>
                    <a:pt x="77114" y="18849"/>
                  </a:lnTo>
                  <a:lnTo>
                    <a:pt x="72334" y="16460"/>
                  </a:lnTo>
                  <a:lnTo>
                    <a:pt x="67481" y="14225"/>
                  </a:lnTo>
                  <a:lnTo>
                    <a:pt x="62559" y="12147"/>
                  </a:lnTo>
                  <a:lnTo>
                    <a:pt x="57573" y="10227"/>
                  </a:lnTo>
                  <a:lnTo>
                    <a:pt x="52528" y="8467"/>
                  </a:lnTo>
                  <a:lnTo>
                    <a:pt x="47429" y="6869"/>
                  </a:lnTo>
                  <a:lnTo>
                    <a:pt x="42282" y="5435"/>
                  </a:lnTo>
                  <a:lnTo>
                    <a:pt x="37092" y="4167"/>
                  </a:lnTo>
                  <a:lnTo>
                    <a:pt x="31863" y="3064"/>
                  </a:lnTo>
                  <a:lnTo>
                    <a:pt x="26603" y="2130"/>
                  </a:lnTo>
                  <a:lnTo>
                    <a:pt x="21315" y="1364"/>
                  </a:lnTo>
                  <a:lnTo>
                    <a:pt x="16005" y="767"/>
                  </a:lnTo>
                  <a:lnTo>
                    <a:pt x="10679" y="341"/>
                  </a:lnTo>
                  <a:lnTo>
                    <a:pt x="5342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10318" y="1735255"/>
              <a:ext cx="50228" cy="167167"/>
            </a:xfrm>
            <a:custGeom>
              <a:avLst/>
              <a:pathLst>
                <a:path w="50228" h="167167">
                  <a:moveTo>
                    <a:pt x="50228" y="0"/>
                  </a:moveTo>
                  <a:lnTo>
                    <a:pt x="43852" y="121"/>
                  </a:lnTo>
                  <a:lnTo>
                    <a:pt x="37486" y="486"/>
                  </a:lnTo>
                  <a:lnTo>
                    <a:pt x="31138" y="1093"/>
                  </a:lnTo>
                  <a:lnTo>
                    <a:pt x="24818" y="1942"/>
                  </a:lnTo>
                  <a:lnTo>
                    <a:pt x="18536" y="3031"/>
                  </a:lnTo>
                  <a:lnTo>
                    <a:pt x="12299" y="4359"/>
                  </a:lnTo>
                  <a:lnTo>
                    <a:pt x="6117" y="5924"/>
                  </a:lnTo>
                  <a:lnTo>
                    <a:pt x="0" y="7724"/>
                  </a:lnTo>
                  <a:lnTo>
                    <a:pt x="5022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410318" y="1742980"/>
              <a:ext cx="50228" cy="159442"/>
            </a:xfrm>
            <a:custGeom>
              <a:avLst/>
              <a:pathLst>
                <a:path w="50228" h="159442">
                  <a:moveTo>
                    <a:pt x="0" y="0"/>
                  </a:moveTo>
                  <a:lnTo>
                    <a:pt x="50228" y="1594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293379" y="1742980"/>
              <a:ext cx="334318" cy="326604"/>
            </a:xfrm>
            <a:custGeom>
              <a:avLst/>
              <a:pathLst>
                <a:path w="334318" h="326604">
                  <a:moveTo>
                    <a:pt x="116938" y="0"/>
                  </a:moveTo>
                  <a:lnTo>
                    <a:pt x="111925" y="1666"/>
                  </a:lnTo>
                  <a:lnTo>
                    <a:pt x="106967" y="3491"/>
                  </a:lnTo>
                  <a:lnTo>
                    <a:pt x="102069" y="5471"/>
                  </a:lnTo>
                  <a:lnTo>
                    <a:pt x="97236" y="7605"/>
                  </a:lnTo>
                  <a:lnTo>
                    <a:pt x="92472" y="9891"/>
                  </a:lnTo>
                  <a:lnTo>
                    <a:pt x="87784" y="12326"/>
                  </a:lnTo>
                  <a:lnTo>
                    <a:pt x="83174" y="14908"/>
                  </a:lnTo>
                  <a:lnTo>
                    <a:pt x="78649" y="17634"/>
                  </a:lnTo>
                  <a:lnTo>
                    <a:pt x="74212" y="20502"/>
                  </a:lnTo>
                  <a:lnTo>
                    <a:pt x="69868" y="23509"/>
                  </a:lnTo>
                  <a:lnTo>
                    <a:pt x="65621" y="26652"/>
                  </a:lnTo>
                  <a:lnTo>
                    <a:pt x="61475" y="29927"/>
                  </a:lnTo>
                  <a:lnTo>
                    <a:pt x="57435" y="33332"/>
                  </a:lnTo>
                  <a:lnTo>
                    <a:pt x="53505" y="36862"/>
                  </a:lnTo>
                  <a:lnTo>
                    <a:pt x="49688" y="40515"/>
                  </a:lnTo>
                  <a:lnTo>
                    <a:pt x="45989" y="44287"/>
                  </a:lnTo>
                  <a:lnTo>
                    <a:pt x="42410" y="48174"/>
                  </a:lnTo>
                  <a:lnTo>
                    <a:pt x="38956" y="52172"/>
                  </a:lnTo>
                  <a:lnTo>
                    <a:pt x="35630" y="56277"/>
                  </a:lnTo>
                  <a:lnTo>
                    <a:pt x="32436" y="60485"/>
                  </a:lnTo>
                  <a:lnTo>
                    <a:pt x="29376" y="64792"/>
                  </a:lnTo>
                  <a:lnTo>
                    <a:pt x="26454" y="69194"/>
                  </a:lnTo>
                  <a:lnTo>
                    <a:pt x="23672" y="73685"/>
                  </a:lnTo>
                  <a:lnTo>
                    <a:pt x="21034" y="78263"/>
                  </a:lnTo>
                  <a:lnTo>
                    <a:pt x="18542" y="82921"/>
                  </a:lnTo>
                  <a:lnTo>
                    <a:pt x="16198" y="87656"/>
                  </a:lnTo>
                  <a:lnTo>
                    <a:pt x="14005" y="92462"/>
                  </a:lnTo>
                  <a:lnTo>
                    <a:pt x="11965" y="97336"/>
                  </a:lnTo>
                  <a:lnTo>
                    <a:pt x="10079" y="102271"/>
                  </a:lnTo>
                  <a:lnTo>
                    <a:pt x="8351" y="107264"/>
                  </a:lnTo>
                  <a:lnTo>
                    <a:pt x="6782" y="112309"/>
                  </a:lnTo>
                  <a:lnTo>
                    <a:pt x="5372" y="117401"/>
                  </a:lnTo>
                  <a:lnTo>
                    <a:pt x="4125" y="122534"/>
                  </a:lnTo>
                  <a:lnTo>
                    <a:pt x="3040" y="127705"/>
                  </a:lnTo>
                  <a:lnTo>
                    <a:pt x="2119" y="132907"/>
                  </a:lnTo>
                  <a:lnTo>
                    <a:pt x="1363" y="138136"/>
                  </a:lnTo>
                  <a:lnTo>
                    <a:pt x="772" y="143386"/>
                  </a:lnTo>
                  <a:lnTo>
                    <a:pt x="348" y="148653"/>
                  </a:lnTo>
                  <a:lnTo>
                    <a:pt x="90" y="153929"/>
                  </a:lnTo>
                  <a:lnTo>
                    <a:pt x="0" y="159212"/>
                  </a:lnTo>
                  <a:lnTo>
                    <a:pt x="76" y="164495"/>
                  </a:lnTo>
                  <a:lnTo>
                    <a:pt x="319" y="169772"/>
                  </a:lnTo>
                  <a:lnTo>
                    <a:pt x="729" y="175040"/>
                  </a:lnTo>
                  <a:lnTo>
                    <a:pt x="1305" y="180291"/>
                  </a:lnTo>
                  <a:lnTo>
                    <a:pt x="2046" y="185522"/>
                  </a:lnTo>
                  <a:lnTo>
                    <a:pt x="2953" y="190727"/>
                  </a:lnTo>
                  <a:lnTo>
                    <a:pt x="4023" y="195901"/>
                  </a:lnTo>
                  <a:lnTo>
                    <a:pt x="5257" y="201038"/>
                  </a:lnTo>
                  <a:lnTo>
                    <a:pt x="6652" y="206134"/>
                  </a:lnTo>
                  <a:lnTo>
                    <a:pt x="8208" y="211183"/>
                  </a:lnTo>
                  <a:lnTo>
                    <a:pt x="9922" y="216180"/>
                  </a:lnTo>
                  <a:lnTo>
                    <a:pt x="11794" y="221121"/>
                  </a:lnTo>
                  <a:lnTo>
                    <a:pt x="13821" y="226000"/>
                  </a:lnTo>
                  <a:lnTo>
                    <a:pt x="16000" y="230812"/>
                  </a:lnTo>
                  <a:lnTo>
                    <a:pt x="18331" y="235554"/>
                  </a:lnTo>
                  <a:lnTo>
                    <a:pt x="20811" y="240219"/>
                  </a:lnTo>
                  <a:lnTo>
                    <a:pt x="23436" y="244804"/>
                  </a:lnTo>
                  <a:lnTo>
                    <a:pt x="26206" y="249303"/>
                  </a:lnTo>
                  <a:lnTo>
                    <a:pt x="29116" y="253713"/>
                  </a:lnTo>
                  <a:lnTo>
                    <a:pt x="32164" y="258028"/>
                  </a:lnTo>
                  <a:lnTo>
                    <a:pt x="35346" y="262245"/>
                  </a:lnTo>
                  <a:lnTo>
                    <a:pt x="38661" y="266359"/>
                  </a:lnTo>
                  <a:lnTo>
                    <a:pt x="42104" y="270367"/>
                  </a:lnTo>
                  <a:lnTo>
                    <a:pt x="45671" y="274263"/>
                  </a:lnTo>
                  <a:lnTo>
                    <a:pt x="49361" y="278045"/>
                  </a:lnTo>
                  <a:lnTo>
                    <a:pt x="53167" y="281709"/>
                  </a:lnTo>
                  <a:lnTo>
                    <a:pt x="57088" y="285250"/>
                  </a:lnTo>
                  <a:lnTo>
                    <a:pt x="61118" y="288666"/>
                  </a:lnTo>
                  <a:lnTo>
                    <a:pt x="65255" y="291953"/>
                  </a:lnTo>
                  <a:lnTo>
                    <a:pt x="69493" y="295107"/>
                  </a:lnTo>
                  <a:lnTo>
                    <a:pt x="73829" y="298126"/>
                  </a:lnTo>
                  <a:lnTo>
                    <a:pt x="78258" y="301006"/>
                  </a:lnTo>
                  <a:lnTo>
                    <a:pt x="82776" y="303745"/>
                  </a:lnTo>
                  <a:lnTo>
                    <a:pt x="87378" y="306340"/>
                  </a:lnTo>
                  <a:lnTo>
                    <a:pt x="92060" y="308788"/>
                  </a:lnTo>
                  <a:lnTo>
                    <a:pt x="96817" y="311086"/>
                  </a:lnTo>
                  <a:lnTo>
                    <a:pt x="101644" y="313234"/>
                  </a:lnTo>
                  <a:lnTo>
                    <a:pt x="106537" y="315227"/>
                  </a:lnTo>
                  <a:lnTo>
                    <a:pt x="111490" y="317066"/>
                  </a:lnTo>
                  <a:lnTo>
                    <a:pt x="116499" y="318746"/>
                  </a:lnTo>
                  <a:lnTo>
                    <a:pt x="121558" y="320268"/>
                  </a:lnTo>
                  <a:lnTo>
                    <a:pt x="126663" y="321629"/>
                  </a:lnTo>
                  <a:lnTo>
                    <a:pt x="131809" y="322828"/>
                  </a:lnTo>
                  <a:lnTo>
                    <a:pt x="136989" y="323863"/>
                  </a:lnTo>
                  <a:lnTo>
                    <a:pt x="142200" y="324735"/>
                  </a:lnTo>
                  <a:lnTo>
                    <a:pt x="147436" y="325441"/>
                  </a:lnTo>
                  <a:lnTo>
                    <a:pt x="152692" y="325982"/>
                  </a:lnTo>
                  <a:lnTo>
                    <a:pt x="157962" y="326356"/>
                  </a:lnTo>
                  <a:lnTo>
                    <a:pt x="163241" y="326564"/>
                  </a:lnTo>
                  <a:lnTo>
                    <a:pt x="168524" y="326604"/>
                  </a:lnTo>
                  <a:lnTo>
                    <a:pt x="173806" y="326478"/>
                  </a:lnTo>
                  <a:lnTo>
                    <a:pt x="179081" y="326185"/>
                  </a:lnTo>
                  <a:lnTo>
                    <a:pt x="184344" y="325725"/>
                  </a:lnTo>
                  <a:lnTo>
                    <a:pt x="189590" y="325099"/>
                  </a:lnTo>
                  <a:lnTo>
                    <a:pt x="194814" y="324308"/>
                  </a:lnTo>
                  <a:lnTo>
                    <a:pt x="200010" y="323352"/>
                  </a:lnTo>
                  <a:lnTo>
                    <a:pt x="205173" y="322232"/>
                  </a:lnTo>
                  <a:lnTo>
                    <a:pt x="210298" y="320950"/>
                  </a:lnTo>
                  <a:lnTo>
                    <a:pt x="215380" y="319506"/>
                  </a:lnTo>
                  <a:lnTo>
                    <a:pt x="220414" y="317903"/>
                  </a:lnTo>
                  <a:lnTo>
                    <a:pt x="225395" y="316141"/>
                  </a:lnTo>
                  <a:lnTo>
                    <a:pt x="230318" y="314223"/>
                  </a:lnTo>
                  <a:lnTo>
                    <a:pt x="235177" y="312150"/>
                  </a:lnTo>
                  <a:lnTo>
                    <a:pt x="239969" y="309924"/>
                  </a:lnTo>
                  <a:lnTo>
                    <a:pt x="244688" y="307549"/>
                  </a:lnTo>
                  <a:lnTo>
                    <a:pt x="249330" y="305025"/>
                  </a:lnTo>
                  <a:lnTo>
                    <a:pt x="253889" y="302356"/>
                  </a:lnTo>
                  <a:lnTo>
                    <a:pt x="258362" y="299544"/>
                  </a:lnTo>
                  <a:lnTo>
                    <a:pt x="262744" y="296592"/>
                  </a:lnTo>
                  <a:lnTo>
                    <a:pt x="267030" y="293503"/>
                  </a:lnTo>
                  <a:lnTo>
                    <a:pt x="271216" y="290281"/>
                  </a:lnTo>
                  <a:lnTo>
                    <a:pt x="275299" y="286927"/>
                  </a:lnTo>
                  <a:lnTo>
                    <a:pt x="279274" y="283447"/>
                  </a:lnTo>
                  <a:lnTo>
                    <a:pt x="283136" y="279842"/>
                  </a:lnTo>
                  <a:lnTo>
                    <a:pt x="286883" y="276117"/>
                  </a:lnTo>
                  <a:lnTo>
                    <a:pt x="290510" y="272276"/>
                  </a:lnTo>
                  <a:lnTo>
                    <a:pt x="294014" y="268322"/>
                  </a:lnTo>
                  <a:lnTo>
                    <a:pt x="297392" y="264259"/>
                  </a:lnTo>
                  <a:lnTo>
                    <a:pt x="300639" y="260091"/>
                  </a:lnTo>
                  <a:lnTo>
                    <a:pt x="303753" y="255823"/>
                  </a:lnTo>
                  <a:lnTo>
                    <a:pt x="306730" y="251459"/>
                  </a:lnTo>
                  <a:lnTo>
                    <a:pt x="309568" y="247003"/>
                  </a:lnTo>
                  <a:lnTo>
                    <a:pt x="312264" y="242459"/>
                  </a:lnTo>
                  <a:lnTo>
                    <a:pt x="314815" y="237832"/>
                  </a:lnTo>
                  <a:lnTo>
                    <a:pt x="317218" y="233127"/>
                  </a:lnTo>
                  <a:lnTo>
                    <a:pt x="319472" y="228349"/>
                  </a:lnTo>
                  <a:lnTo>
                    <a:pt x="321573" y="223502"/>
                  </a:lnTo>
                  <a:lnTo>
                    <a:pt x="323521" y="218590"/>
                  </a:lnTo>
                  <a:lnTo>
                    <a:pt x="325312" y="213620"/>
                  </a:lnTo>
                  <a:lnTo>
                    <a:pt x="326945" y="208595"/>
                  </a:lnTo>
                  <a:lnTo>
                    <a:pt x="328418" y="203522"/>
                  </a:lnTo>
                  <a:lnTo>
                    <a:pt x="329730" y="198404"/>
                  </a:lnTo>
                  <a:lnTo>
                    <a:pt x="330880" y="193247"/>
                  </a:lnTo>
                  <a:lnTo>
                    <a:pt x="331867" y="188057"/>
                  </a:lnTo>
                  <a:lnTo>
                    <a:pt x="332689" y="182838"/>
                  </a:lnTo>
                  <a:lnTo>
                    <a:pt x="333346" y="177596"/>
                  </a:lnTo>
                  <a:lnTo>
                    <a:pt x="333836" y="172336"/>
                  </a:lnTo>
                  <a:lnTo>
                    <a:pt x="334160" y="167062"/>
                  </a:lnTo>
                  <a:lnTo>
                    <a:pt x="334318" y="161781"/>
                  </a:lnTo>
                  <a:lnTo>
                    <a:pt x="334308" y="156498"/>
                  </a:lnTo>
                  <a:lnTo>
                    <a:pt x="334132" y="151218"/>
                  </a:lnTo>
                  <a:lnTo>
                    <a:pt x="333788" y="145946"/>
                  </a:lnTo>
                  <a:lnTo>
                    <a:pt x="333279" y="140687"/>
                  </a:lnTo>
                  <a:lnTo>
                    <a:pt x="332603" y="135447"/>
                  </a:lnTo>
                  <a:lnTo>
                    <a:pt x="331762" y="130231"/>
                  </a:lnTo>
                  <a:lnTo>
                    <a:pt x="330757" y="125045"/>
                  </a:lnTo>
                  <a:lnTo>
                    <a:pt x="329588" y="119892"/>
                  </a:lnTo>
                  <a:lnTo>
                    <a:pt x="328257" y="114779"/>
                  </a:lnTo>
                  <a:lnTo>
                    <a:pt x="326765" y="109711"/>
                  </a:lnTo>
                  <a:lnTo>
                    <a:pt x="325114" y="104693"/>
                  </a:lnTo>
                  <a:lnTo>
                    <a:pt x="323305" y="99729"/>
                  </a:lnTo>
                  <a:lnTo>
                    <a:pt x="321340" y="94824"/>
                  </a:lnTo>
                  <a:lnTo>
                    <a:pt x="319221" y="89985"/>
                  </a:lnTo>
                  <a:lnTo>
                    <a:pt x="316950" y="85214"/>
                  </a:lnTo>
                  <a:lnTo>
                    <a:pt x="314530" y="80518"/>
                  </a:lnTo>
                  <a:lnTo>
                    <a:pt x="311962" y="75901"/>
                  </a:lnTo>
                  <a:lnTo>
                    <a:pt x="309250" y="71367"/>
                  </a:lnTo>
                  <a:lnTo>
                    <a:pt x="306396" y="66921"/>
                  </a:lnTo>
                  <a:lnTo>
                    <a:pt x="303403" y="62567"/>
                  </a:lnTo>
                  <a:lnTo>
                    <a:pt x="300273" y="58311"/>
                  </a:lnTo>
                  <a:lnTo>
                    <a:pt x="297011" y="54155"/>
                  </a:lnTo>
                  <a:lnTo>
                    <a:pt x="293619" y="50104"/>
                  </a:lnTo>
                  <a:lnTo>
                    <a:pt x="290101" y="46163"/>
                  </a:lnTo>
                  <a:lnTo>
                    <a:pt x="286460" y="42335"/>
                  </a:lnTo>
                  <a:lnTo>
                    <a:pt x="282699" y="38624"/>
                  </a:lnTo>
                  <a:lnTo>
                    <a:pt x="278824" y="35033"/>
                  </a:lnTo>
                  <a:lnTo>
                    <a:pt x="274836" y="31567"/>
                  </a:lnTo>
                  <a:lnTo>
                    <a:pt x="270742" y="28228"/>
                  </a:lnTo>
                  <a:lnTo>
                    <a:pt x="266544" y="25021"/>
                  </a:lnTo>
                  <a:lnTo>
                    <a:pt x="262246" y="21947"/>
                  </a:lnTo>
                  <a:lnTo>
                    <a:pt x="257854" y="19012"/>
                  </a:lnTo>
                  <a:lnTo>
                    <a:pt x="253371" y="16216"/>
                  </a:lnTo>
                  <a:lnTo>
                    <a:pt x="248802" y="13563"/>
                  </a:lnTo>
                  <a:lnTo>
                    <a:pt x="244151" y="11057"/>
                  </a:lnTo>
                  <a:lnTo>
                    <a:pt x="239423" y="8698"/>
                  </a:lnTo>
                  <a:lnTo>
                    <a:pt x="234624" y="6490"/>
                  </a:lnTo>
                  <a:lnTo>
                    <a:pt x="167167" y="1594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460546" y="1735255"/>
              <a:ext cx="67457" cy="167167"/>
            </a:xfrm>
            <a:custGeom>
              <a:avLst/>
              <a:pathLst>
                <a:path w="67457" h="167167">
                  <a:moveTo>
                    <a:pt x="67457" y="14214"/>
                  </a:moveTo>
                  <a:lnTo>
                    <a:pt x="62123" y="11971"/>
                  </a:lnTo>
                  <a:lnTo>
                    <a:pt x="56715" y="9914"/>
                  </a:lnTo>
                  <a:lnTo>
                    <a:pt x="51239" y="8046"/>
                  </a:lnTo>
                  <a:lnTo>
                    <a:pt x="45701" y="6368"/>
                  </a:lnTo>
                  <a:lnTo>
                    <a:pt x="40109" y="4883"/>
                  </a:lnTo>
                  <a:lnTo>
                    <a:pt x="34469" y="3592"/>
                  </a:lnTo>
                  <a:lnTo>
                    <a:pt x="28787" y="2497"/>
                  </a:lnTo>
                  <a:lnTo>
                    <a:pt x="23071" y="1599"/>
                  </a:lnTo>
                  <a:lnTo>
                    <a:pt x="17327" y="900"/>
                  </a:lnTo>
                  <a:lnTo>
                    <a:pt x="11563" y="400"/>
                  </a:lnTo>
                  <a:lnTo>
                    <a:pt x="5785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915686" y="1379510"/>
              <a:ext cx="308518" cy="334332"/>
            </a:xfrm>
            <a:custGeom>
              <a:avLst/>
              <a:pathLst>
                <a:path w="308518" h="334332">
                  <a:moveTo>
                    <a:pt x="167153" y="0"/>
                  </a:moveTo>
                  <a:lnTo>
                    <a:pt x="161859" y="83"/>
                  </a:lnTo>
                  <a:lnTo>
                    <a:pt x="156570" y="335"/>
                  </a:lnTo>
                  <a:lnTo>
                    <a:pt x="151292" y="754"/>
                  </a:lnTo>
                  <a:lnTo>
                    <a:pt x="146030" y="1339"/>
                  </a:lnTo>
                  <a:lnTo>
                    <a:pt x="140789" y="2092"/>
                  </a:lnTo>
                  <a:lnTo>
                    <a:pt x="135574" y="3009"/>
                  </a:lnTo>
                  <a:lnTo>
                    <a:pt x="130391" y="4092"/>
                  </a:lnTo>
                  <a:lnTo>
                    <a:pt x="125245" y="5338"/>
                  </a:lnTo>
                  <a:lnTo>
                    <a:pt x="120141" y="6746"/>
                  </a:lnTo>
                  <a:lnTo>
                    <a:pt x="115084" y="8315"/>
                  </a:lnTo>
                  <a:lnTo>
                    <a:pt x="110080" y="10044"/>
                  </a:lnTo>
                  <a:lnTo>
                    <a:pt x="105132" y="11930"/>
                  </a:lnTo>
                  <a:lnTo>
                    <a:pt x="100247" y="13972"/>
                  </a:lnTo>
                  <a:lnTo>
                    <a:pt x="95429" y="16168"/>
                  </a:lnTo>
                  <a:lnTo>
                    <a:pt x="90683" y="18515"/>
                  </a:lnTo>
                  <a:lnTo>
                    <a:pt x="86014" y="21012"/>
                  </a:lnTo>
                  <a:lnTo>
                    <a:pt x="81426" y="23655"/>
                  </a:lnTo>
                  <a:lnTo>
                    <a:pt x="76924" y="26441"/>
                  </a:lnTo>
                  <a:lnTo>
                    <a:pt x="72512" y="29370"/>
                  </a:lnTo>
                  <a:lnTo>
                    <a:pt x="68196" y="32436"/>
                  </a:lnTo>
                  <a:lnTo>
                    <a:pt x="63979" y="35637"/>
                  </a:lnTo>
                  <a:lnTo>
                    <a:pt x="59865" y="38971"/>
                  </a:lnTo>
                  <a:lnTo>
                    <a:pt x="55859" y="42433"/>
                  </a:lnTo>
                  <a:lnTo>
                    <a:pt x="51965" y="46020"/>
                  </a:lnTo>
                  <a:lnTo>
                    <a:pt x="48186" y="49729"/>
                  </a:lnTo>
                  <a:lnTo>
                    <a:pt x="44526" y="53555"/>
                  </a:lnTo>
                  <a:lnTo>
                    <a:pt x="40990" y="57496"/>
                  </a:lnTo>
                  <a:lnTo>
                    <a:pt x="37580" y="61546"/>
                  </a:lnTo>
                  <a:lnTo>
                    <a:pt x="34300" y="65703"/>
                  </a:lnTo>
                  <a:lnTo>
                    <a:pt x="31153" y="69961"/>
                  </a:lnTo>
                  <a:lnTo>
                    <a:pt x="28143" y="74317"/>
                  </a:lnTo>
                  <a:lnTo>
                    <a:pt x="25272" y="78766"/>
                  </a:lnTo>
                  <a:lnTo>
                    <a:pt x="22544" y="83303"/>
                  </a:lnTo>
                  <a:lnTo>
                    <a:pt x="19960" y="87925"/>
                  </a:lnTo>
                  <a:lnTo>
                    <a:pt x="17525" y="92626"/>
                  </a:lnTo>
                  <a:lnTo>
                    <a:pt x="15239" y="97402"/>
                  </a:lnTo>
                  <a:lnTo>
                    <a:pt x="13106" y="102248"/>
                  </a:lnTo>
                  <a:lnTo>
                    <a:pt x="11127" y="107160"/>
                  </a:lnTo>
                  <a:lnTo>
                    <a:pt x="9305" y="112131"/>
                  </a:lnTo>
                  <a:lnTo>
                    <a:pt x="7641" y="117157"/>
                  </a:lnTo>
                  <a:lnTo>
                    <a:pt x="6137" y="122234"/>
                  </a:lnTo>
                  <a:lnTo>
                    <a:pt x="4795" y="127356"/>
                  </a:lnTo>
                  <a:lnTo>
                    <a:pt x="3616" y="132518"/>
                  </a:lnTo>
                  <a:lnTo>
                    <a:pt x="2601" y="137714"/>
                  </a:lnTo>
                  <a:lnTo>
                    <a:pt x="1750" y="142940"/>
                  </a:lnTo>
                  <a:lnTo>
                    <a:pt x="1066" y="148191"/>
                  </a:lnTo>
                  <a:lnTo>
                    <a:pt x="548" y="153460"/>
                  </a:lnTo>
                  <a:lnTo>
                    <a:pt x="198" y="158743"/>
                  </a:lnTo>
                  <a:lnTo>
                    <a:pt x="15" y="164035"/>
                  </a:lnTo>
                  <a:lnTo>
                    <a:pt x="0" y="169329"/>
                  </a:lnTo>
                  <a:lnTo>
                    <a:pt x="152" y="174622"/>
                  </a:lnTo>
                  <a:lnTo>
                    <a:pt x="472" y="179907"/>
                  </a:lnTo>
                  <a:lnTo>
                    <a:pt x="959" y="185179"/>
                  </a:lnTo>
                  <a:lnTo>
                    <a:pt x="1613" y="190434"/>
                  </a:lnTo>
                  <a:lnTo>
                    <a:pt x="2432" y="195664"/>
                  </a:lnTo>
                  <a:lnTo>
                    <a:pt x="3418" y="200867"/>
                  </a:lnTo>
                  <a:lnTo>
                    <a:pt x="4567" y="206035"/>
                  </a:lnTo>
                  <a:lnTo>
                    <a:pt x="5879" y="211165"/>
                  </a:lnTo>
                  <a:lnTo>
                    <a:pt x="7354" y="216250"/>
                  </a:lnTo>
                  <a:lnTo>
                    <a:pt x="8988" y="221286"/>
                  </a:lnTo>
                  <a:lnTo>
                    <a:pt x="10782" y="226268"/>
                  </a:lnTo>
                  <a:lnTo>
                    <a:pt x="12732" y="231191"/>
                  </a:lnTo>
                  <a:lnTo>
                    <a:pt x="14837" y="236049"/>
                  </a:lnTo>
                  <a:lnTo>
                    <a:pt x="17095" y="240838"/>
                  </a:lnTo>
                  <a:lnTo>
                    <a:pt x="19503" y="245553"/>
                  </a:lnTo>
                  <a:lnTo>
                    <a:pt x="22059" y="250190"/>
                  </a:lnTo>
                  <a:lnTo>
                    <a:pt x="24762" y="254743"/>
                  </a:lnTo>
                  <a:lnTo>
                    <a:pt x="27606" y="259209"/>
                  </a:lnTo>
                  <a:lnTo>
                    <a:pt x="30591" y="263582"/>
                  </a:lnTo>
                  <a:lnTo>
                    <a:pt x="33713" y="267859"/>
                  </a:lnTo>
                  <a:lnTo>
                    <a:pt x="36969" y="272034"/>
                  </a:lnTo>
                  <a:lnTo>
                    <a:pt x="40355" y="276104"/>
                  </a:lnTo>
                  <a:lnTo>
                    <a:pt x="43869" y="280065"/>
                  </a:lnTo>
                  <a:lnTo>
                    <a:pt x="47506" y="283913"/>
                  </a:lnTo>
                  <a:lnTo>
                    <a:pt x="51263" y="287643"/>
                  </a:lnTo>
                  <a:lnTo>
                    <a:pt x="55137" y="291253"/>
                  </a:lnTo>
                  <a:lnTo>
                    <a:pt x="59123" y="294738"/>
                  </a:lnTo>
                  <a:lnTo>
                    <a:pt x="63217" y="298096"/>
                  </a:lnTo>
                  <a:lnTo>
                    <a:pt x="67416" y="301322"/>
                  </a:lnTo>
                  <a:lnTo>
                    <a:pt x="71714" y="304413"/>
                  </a:lnTo>
                  <a:lnTo>
                    <a:pt x="76109" y="307366"/>
                  </a:lnTo>
                  <a:lnTo>
                    <a:pt x="80594" y="310179"/>
                  </a:lnTo>
                  <a:lnTo>
                    <a:pt x="85167" y="312849"/>
                  </a:lnTo>
                  <a:lnTo>
                    <a:pt x="89822" y="315372"/>
                  </a:lnTo>
                  <a:lnTo>
                    <a:pt x="94554" y="317747"/>
                  </a:lnTo>
                  <a:lnTo>
                    <a:pt x="99359" y="319971"/>
                  </a:lnTo>
                  <a:lnTo>
                    <a:pt x="104233" y="322041"/>
                  </a:lnTo>
                  <a:lnTo>
                    <a:pt x="109169" y="323956"/>
                  </a:lnTo>
                  <a:lnTo>
                    <a:pt x="114163" y="325714"/>
                  </a:lnTo>
                  <a:lnTo>
                    <a:pt x="119211" y="327312"/>
                  </a:lnTo>
                  <a:lnTo>
                    <a:pt x="124307" y="328750"/>
                  </a:lnTo>
                  <a:lnTo>
                    <a:pt x="129445" y="330026"/>
                  </a:lnTo>
                  <a:lnTo>
                    <a:pt x="134622" y="331139"/>
                  </a:lnTo>
                  <a:lnTo>
                    <a:pt x="139831" y="332087"/>
                  </a:lnTo>
                  <a:lnTo>
                    <a:pt x="145068" y="332869"/>
                  </a:lnTo>
                  <a:lnTo>
                    <a:pt x="150327" y="333485"/>
                  </a:lnTo>
                  <a:lnTo>
                    <a:pt x="155602" y="333935"/>
                  </a:lnTo>
                  <a:lnTo>
                    <a:pt x="160889" y="334217"/>
                  </a:lnTo>
                  <a:lnTo>
                    <a:pt x="166183" y="334332"/>
                  </a:lnTo>
                  <a:lnTo>
                    <a:pt x="171477" y="334278"/>
                  </a:lnTo>
                  <a:lnTo>
                    <a:pt x="176768" y="334058"/>
                  </a:lnTo>
                  <a:lnTo>
                    <a:pt x="182048" y="333669"/>
                  </a:lnTo>
                  <a:lnTo>
                    <a:pt x="187314" y="333114"/>
                  </a:lnTo>
                  <a:lnTo>
                    <a:pt x="192559" y="332393"/>
                  </a:lnTo>
                  <a:lnTo>
                    <a:pt x="197779" y="331505"/>
                  </a:lnTo>
                  <a:lnTo>
                    <a:pt x="202968" y="330453"/>
                  </a:lnTo>
                  <a:lnTo>
                    <a:pt x="208121" y="329237"/>
                  </a:lnTo>
                  <a:lnTo>
                    <a:pt x="213233" y="327858"/>
                  </a:lnTo>
                  <a:lnTo>
                    <a:pt x="218299" y="326318"/>
                  </a:lnTo>
                  <a:lnTo>
                    <a:pt x="223314" y="324618"/>
                  </a:lnTo>
                  <a:lnTo>
                    <a:pt x="228272" y="322761"/>
                  </a:lnTo>
                  <a:lnTo>
                    <a:pt x="233169" y="320747"/>
                  </a:lnTo>
                  <a:lnTo>
                    <a:pt x="237999" y="318579"/>
                  </a:lnTo>
                  <a:lnTo>
                    <a:pt x="242759" y="316260"/>
                  </a:lnTo>
                  <a:lnTo>
                    <a:pt x="247443" y="313791"/>
                  </a:lnTo>
                  <a:lnTo>
                    <a:pt x="252046" y="311174"/>
                  </a:lnTo>
                  <a:lnTo>
                    <a:pt x="256564" y="308414"/>
                  </a:lnTo>
                  <a:lnTo>
                    <a:pt x="260992" y="305511"/>
                  </a:lnTo>
                  <a:lnTo>
                    <a:pt x="265326" y="302470"/>
                  </a:lnTo>
                  <a:lnTo>
                    <a:pt x="269562" y="299293"/>
                  </a:lnTo>
                  <a:lnTo>
                    <a:pt x="273695" y="295984"/>
                  </a:lnTo>
                  <a:lnTo>
                    <a:pt x="277721" y="292545"/>
                  </a:lnTo>
                  <a:lnTo>
                    <a:pt x="281636" y="288980"/>
                  </a:lnTo>
                  <a:lnTo>
                    <a:pt x="285437" y="285294"/>
                  </a:lnTo>
                  <a:lnTo>
                    <a:pt x="289118" y="281488"/>
                  </a:lnTo>
                  <a:lnTo>
                    <a:pt x="292678" y="277568"/>
                  </a:lnTo>
                  <a:lnTo>
                    <a:pt x="296111" y="273538"/>
                  </a:lnTo>
                  <a:lnTo>
                    <a:pt x="299415" y="269400"/>
                  </a:lnTo>
                  <a:lnTo>
                    <a:pt x="302586" y="265160"/>
                  </a:lnTo>
                  <a:lnTo>
                    <a:pt x="305622" y="260822"/>
                  </a:lnTo>
                  <a:lnTo>
                    <a:pt x="308518" y="25639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6082840" y="1546678"/>
              <a:ext cx="141365" cy="89223"/>
            </a:xfrm>
            <a:custGeom>
              <a:avLst/>
              <a:pathLst>
                <a:path w="141365" h="89223">
                  <a:moveTo>
                    <a:pt x="141365" y="8922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6082840" y="1546678"/>
              <a:ext cx="141640" cy="89223"/>
            </a:xfrm>
            <a:custGeom>
              <a:avLst/>
              <a:pathLst>
                <a:path w="141640" h="89223">
                  <a:moveTo>
                    <a:pt x="141365" y="89223"/>
                  </a:moveTo>
                  <a:lnTo>
                    <a:pt x="141640" y="887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6082840" y="1379510"/>
              <a:ext cx="167157" cy="255952"/>
            </a:xfrm>
            <a:custGeom>
              <a:avLst/>
              <a:pathLst>
                <a:path w="167157" h="255952">
                  <a:moveTo>
                    <a:pt x="141640" y="255952"/>
                  </a:moveTo>
                  <a:lnTo>
                    <a:pt x="144432" y="251334"/>
                  </a:lnTo>
                  <a:lnTo>
                    <a:pt x="147074" y="246628"/>
                  </a:lnTo>
                  <a:lnTo>
                    <a:pt x="149562" y="241839"/>
                  </a:lnTo>
                  <a:lnTo>
                    <a:pt x="151894" y="236973"/>
                  </a:lnTo>
                  <a:lnTo>
                    <a:pt x="154069" y="232034"/>
                  </a:lnTo>
                  <a:lnTo>
                    <a:pt x="156082" y="227027"/>
                  </a:lnTo>
                  <a:lnTo>
                    <a:pt x="157933" y="221958"/>
                  </a:lnTo>
                  <a:lnTo>
                    <a:pt x="159619" y="216831"/>
                  </a:lnTo>
                  <a:lnTo>
                    <a:pt x="161139" y="211653"/>
                  </a:lnTo>
                  <a:lnTo>
                    <a:pt x="162491" y="206429"/>
                  </a:lnTo>
                  <a:lnTo>
                    <a:pt x="163674" y="201163"/>
                  </a:lnTo>
                  <a:lnTo>
                    <a:pt x="164686" y="195863"/>
                  </a:lnTo>
                  <a:lnTo>
                    <a:pt x="165526" y="190532"/>
                  </a:lnTo>
                  <a:lnTo>
                    <a:pt x="166194" y="185177"/>
                  </a:lnTo>
                  <a:lnTo>
                    <a:pt x="166689" y="179803"/>
                  </a:lnTo>
                  <a:lnTo>
                    <a:pt x="167010" y="174416"/>
                  </a:lnTo>
                  <a:lnTo>
                    <a:pt x="167157" y="169022"/>
                  </a:lnTo>
                  <a:lnTo>
                    <a:pt x="167129" y="163625"/>
                  </a:lnTo>
                  <a:lnTo>
                    <a:pt x="166928" y="158233"/>
                  </a:lnTo>
                  <a:lnTo>
                    <a:pt x="166553" y="152849"/>
                  </a:lnTo>
                  <a:lnTo>
                    <a:pt x="166004" y="147481"/>
                  </a:lnTo>
                  <a:lnTo>
                    <a:pt x="165282" y="142133"/>
                  </a:lnTo>
                  <a:lnTo>
                    <a:pt x="164388" y="136811"/>
                  </a:lnTo>
                  <a:lnTo>
                    <a:pt x="163322" y="131520"/>
                  </a:lnTo>
                  <a:lnTo>
                    <a:pt x="162086" y="126267"/>
                  </a:lnTo>
                  <a:lnTo>
                    <a:pt x="160682" y="121057"/>
                  </a:lnTo>
                  <a:lnTo>
                    <a:pt x="159110" y="115894"/>
                  </a:lnTo>
                  <a:lnTo>
                    <a:pt x="157372" y="110785"/>
                  </a:lnTo>
                  <a:lnTo>
                    <a:pt x="155470" y="105735"/>
                  </a:lnTo>
                  <a:lnTo>
                    <a:pt x="153406" y="100749"/>
                  </a:lnTo>
                  <a:lnTo>
                    <a:pt x="151182" y="95832"/>
                  </a:lnTo>
                  <a:lnTo>
                    <a:pt x="148801" y="90989"/>
                  </a:lnTo>
                  <a:lnTo>
                    <a:pt x="146265" y="86226"/>
                  </a:lnTo>
                  <a:lnTo>
                    <a:pt x="143576" y="81547"/>
                  </a:lnTo>
                  <a:lnTo>
                    <a:pt x="140737" y="76957"/>
                  </a:lnTo>
                  <a:lnTo>
                    <a:pt x="137752" y="72461"/>
                  </a:lnTo>
                  <a:lnTo>
                    <a:pt x="134623" y="68064"/>
                  </a:lnTo>
                  <a:lnTo>
                    <a:pt x="131354" y="63771"/>
                  </a:lnTo>
                  <a:lnTo>
                    <a:pt x="127949" y="59585"/>
                  </a:lnTo>
                  <a:lnTo>
                    <a:pt x="124409" y="55511"/>
                  </a:lnTo>
                  <a:lnTo>
                    <a:pt x="120741" y="51553"/>
                  </a:lnTo>
                  <a:lnTo>
                    <a:pt x="116946" y="47716"/>
                  </a:lnTo>
                  <a:lnTo>
                    <a:pt x="113029" y="44004"/>
                  </a:lnTo>
                  <a:lnTo>
                    <a:pt x="108995" y="40419"/>
                  </a:lnTo>
                  <a:lnTo>
                    <a:pt x="104847" y="36967"/>
                  </a:lnTo>
                  <a:lnTo>
                    <a:pt x="100590" y="33651"/>
                  </a:lnTo>
                  <a:lnTo>
                    <a:pt x="96228" y="30474"/>
                  </a:lnTo>
                  <a:lnTo>
                    <a:pt x="91765" y="27439"/>
                  </a:lnTo>
                  <a:lnTo>
                    <a:pt x="87208" y="24550"/>
                  </a:lnTo>
                  <a:lnTo>
                    <a:pt x="82559" y="21809"/>
                  </a:lnTo>
                  <a:lnTo>
                    <a:pt x="77824" y="19220"/>
                  </a:lnTo>
                  <a:lnTo>
                    <a:pt x="73008" y="16785"/>
                  </a:lnTo>
                  <a:lnTo>
                    <a:pt x="68116" y="14507"/>
                  </a:lnTo>
                  <a:lnTo>
                    <a:pt x="63153" y="12388"/>
                  </a:lnTo>
                  <a:lnTo>
                    <a:pt x="58124" y="10430"/>
                  </a:lnTo>
                  <a:lnTo>
                    <a:pt x="53034" y="8635"/>
                  </a:lnTo>
                  <a:lnTo>
                    <a:pt x="47890" y="7006"/>
                  </a:lnTo>
                  <a:lnTo>
                    <a:pt x="42695" y="5544"/>
                  </a:lnTo>
                  <a:lnTo>
                    <a:pt x="37456" y="4250"/>
                  </a:lnTo>
                  <a:lnTo>
                    <a:pt x="32178" y="3126"/>
                  </a:lnTo>
                  <a:lnTo>
                    <a:pt x="26866" y="2173"/>
                  </a:lnTo>
                  <a:lnTo>
                    <a:pt x="21527" y="1391"/>
                  </a:lnTo>
                  <a:lnTo>
                    <a:pt x="16164" y="783"/>
                  </a:lnTo>
                  <a:lnTo>
                    <a:pt x="10786" y="348"/>
                  </a:lnTo>
                  <a:lnTo>
                    <a:pt x="5395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465978" y="1120312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4" y="334"/>
                  </a:lnTo>
                  <a:lnTo>
                    <a:pt x="151311" y="752"/>
                  </a:lnTo>
                  <a:lnTo>
                    <a:pt x="146054" y="1337"/>
                  </a:lnTo>
                  <a:lnTo>
                    <a:pt x="140818" y="2087"/>
                  </a:lnTo>
                  <a:lnTo>
                    <a:pt x="135609" y="3003"/>
                  </a:lnTo>
                  <a:lnTo>
                    <a:pt x="130431" y="4084"/>
                  </a:lnTo>
                  <a:lnTo>
                    <a:pt x="125289" y="5327"/>
                  </a:lnTo>
                  <a:lnTo>
                    <a:pt x="120190" y="6733"/>
                  </a:lnTo>
                  <a:lnTo>
                    <a:pt x="115138" y="8299"/>
                  </a:lnTo>
                  <a:lnTo>
                    <a:pt x="110138" y="10024"/>
                  </a:lnTo>
                  <a:lnTo>
                    <a:pt x="105195" y="11907"/>
                  </a:lnTo>
                  <a:lnTo>
                    <a:pt x="100314" y="13945"/>
                  </a:lnTo>
                  <a:lnTo>
                    <a:pt x="95499" y="16136"/>
                  </a:lnTo>
                  <a:lnTo>
                    <a:pt x="90757" y="18479"/>
                  </a:lnTo>
                  <a:lnTo>
                    <a:pt x="86091" y="20970"/>
                  </a:lnTo>
                  <a:lnTo>
                    <a:pt x="81506" y="23608"/>
                  </a:lnTo>
                  <a:lnTo>
                    <a:pt x="77007" y="26390"/>
                  </a:lnTo>
                  <a:lnTo>
                    <a:pt x="72599" y="29313"/>
                  </a:lnTo>
                  <a:lnTo>
                    <a:pt x="68285" y="32373"/>
                  </a:lnTo>
                  <a:lnTo>
                    <a:pt x="64070" y="35569"/>
                  </a:lnTo>
                  <a:lnTo>
                    <a:pt x="59958" y="38896"/>
                  </a:lnTo>
                  <a:lnTo>
                    <a:pt x="55953" y="42352"/>
                  </a:lnTo>
                  <a:lnTo>
                    <a:pt x="52060" y="45932"/>
                  </a:lnTo>
                  <a:lnTo>
                    <a:pt x="48282" y="49634"/>
                  </a:lnTo>
                  <a:lnTo>
                    <a:pt x="44623" y="53454"/>
                  </a:lnTo>
                  <a:lnTo>
                    <a:pt x="41087" y="57388"/>
                  </a:lnTo>
                  <a:lnTo>
                    <a:pt x="37677" y="61431"/>
                  </a:lnTo>
                  <a:lnTo>
                    <a:pt x="34396" y="65581"/>
                  </a:lnTo>
                  <a:lnTo>
                    <a:pt x="31249" y="69832"/>
                  </a:lnTo>
                  <a:lnTo>
                    <a:pt x="28238" y="74180"/>
                  </a:lnTo>
                  <a:lnTo>
                    <a:pt x="25365" y="78622"/>
                  </a:lnTo>
                  <a:lnTo>
                    <a:pt x="22635" y="83152"/>
                  </a:lnTo>
                  <a:lnTo>
                    <a:pt x="20049" y="87766"/>
                  </a:lnTo>
                  <a:lnTo>
                    <a:pt x="17611" y="92460"/>
                  </a:lnTo>
                  <a:lnTo>
                    <a:pt x="15322" y="97229"/>
                  </a:lnTo>
                  <a:lnTo>
                    <a:pt x="13185" y="102068"/>
                  </a:lnTo>
                  <a:lnTo>
                    <a:pt x="11203" y="106971"/>
                  </a:lnTo>
                  <a:lnTo>
                    <a:pt x="9376" y="111936"/>
                  </a:lnTo>
                  <a:lnTo>
                    <a:pt x="7708" y="116955"/>
                  </a:lnTo>
                  <a:lnTo>
                    <a:pt x="6199" y="122025"/>
                  </a:lnTo>
                  <a:lnTo>
                    <a:pt x="4852" y="127140"/>
                  </a:lnTo>
                  <a:lnTo>
                    <a:pt x="3667" y="132294"/>
                  </a:lnTo>
                  <a:lnTo>
                    <a:pt x="2645" y="137484"/>
                  </a:lnTo>
                  <a:lnTo>
                    <a:pt x="1788" y="142704"/>
                  </a:lnTo>
                  <a:lnTo>
                    <a:pt x="1097" y="147948"/>
                  </a:lnTo>
                  <a:lnTo>
                    <a:pt x="572" y="153211"/>
                  </a:lnTo>
                  <a:lnTo>
                    <a:pt x="214" y="158489"/>
                  </a:lnTo>
                  <a:lnTo>
                    <a:pt x="23" y="163775"/>
                  </a:lnTo>
                  <a:lnTo>
                    <a:pt x="0" y="169064"/>
                  </a:lnTo>
                  <a:lnTo>
                    <a:pt x="143" y="174352"/>
                  </a:lnTo>
                  <a:lnTo>
                    <a:pt x="454" y="179632"/>
                  </a:lnTo>
                  <a:lnTo>
                    <a:pt x="932" y="184900"/>
                  </a:lnTo>
                  <a:lnTo>
                    <a:pt x="1576" y="190150"/>
                  </a:lnTo>
                  <a:lnTo>
                    <a:pt x="2386" y="195377"/>
                  </a:lnTo>
                  <a:lnTo>
                    <a:pt x="3361" y="200576"/>
                  </a:lnTo>
                  <a:lnTo>
                    <a:pt x="4500" y="205741"/>
                  </a:lnTo>
                  <a:lnTo>
                    <a:pt x="5802" y="210868"/>
                  </a:lnTo>
                  <a:lnTo>
                    <a:pt x="7265" y="215951"/>
                  </a:lnTo>
                  <a:lnTo>
                    <a:pt x="8889" y="220985"/>
                  </a:lnTo>
                  <a:lnTo>
                    <a:pt x="10671" y="225965"/>
                  </a:lnTo>
                  <a:lnTo>
                    <a:pt x="12609" y="230887"/>
                  </a:lnTo>
                  <a:lnTo>
                    <a:pt x="14702" y="235744"/>
                  </a:lnTo>
                  <a:lnTo>
                    <a:pt x="16948" y="240533"/>
                  </a:lnTo>
                  <a:lnTo>
                    <a:pt x="19345" y="245249"/>
                  </a:lnTo>
                  <a:lnTo>
                    <a:pt x="21889" y="249886"/>
                  </a:lnTo>
                  <a:lnTo>
                    <a:pt x="24579" y="254440"/>
                  </a:lnTo>
                  <a:lnTo>
                    <a:pt x="27411" y="258907"/>
                  </a:lnTo>
                  <a:lnTo>
                    <a:pt x="30384" y="263283"/>
                  </a:lnTo>
                  <a:lnTo>
                    <a:pt x="33493" y="267562"/>
                  </a:lnTo>
                  <a:lnTo>
                    <a:pt x="36736" y="271740"/>
                  </a:lnTo>
                  <a:lnTo>
                    <a:pt x="40110" y="275814"/>
                  </a:lnTo>
                  <a:lnTo>
                    <a:pt x="43611" y="279779"/>
                  </a:lnTo>
                  <a:lnTo>
                    <a:pt x="47236" y="283632"/>
                  </a:lnTo>
                  <a:lnTo>
                    <a:pt x="50980" y="287367"/>
                  </a:lnTo>
                  <a:lnTo>
                    <a:pt x="54841" y="290983"/>
                  </a:lnTo>
                  <a:lnTo>
                    <a:pt x="58815" y="294474"/>
                  </a:lnTo>
                  <a:lnTo>
                    <a:pt x="62897" y="297838"/>
                  </a:lnTo>
                  <a:lnTo>
                    <a:pt x="67083" y="301071"/>
                  </a:lnTo>
                  <a:lnTo>
                    <a:pt x="71369" y="304170"/>
                  </a:lnTo>
                  <a:lnTo>
                    <a:pt x="75752" y="307132"/>
                  </a:lnTo>
                  <a:lnTo>
                    <a:pt x="80226" y="309954"/>
                  </a:lnTo>
                  <a:lnTo>
                    <a:pt x="84787" y="312632"/>
                  </a:lnTo>
                  <a:lnTo>
                    <a:pt x="89430" y="315166"/>
                  </a:lnTo>
                  <a:lnTo>
                    <a:pt x="94151" y="317551"/>
                  </a:lnTo>
                  <a:lnTo>
                    <a:pt x="98946" y="319785"/>
                  </a:lnTo>
                  <a:lnTo>
                    <a:pt x="103808" y="321867"/>
                  </a:lnTo>
                  <a:lnTo>
                    <a:pt x="108734" y="323793"/>
                  </a:lnTo>
                  <a:lnTo>
                    <a:pt x="113719" y="325563"/>
                  </a:lnTo>
                  <a:lnTo>
                    <a:pt x="118757" y="327175"/>
                  </a:lnTo>
                  <a:lnTo>
                    <a:pt x="123843" y="328626"/>
                  </a:lnTo>
                  <a:lnTo>
                    <a:pt x="128973" y="329915"/>
                  </a:lnTo>
                  <a:lnTo>
                    <a:pt x="134141" y="331042"/>
                  </a:lnTo>
                  <a:lnTo>
                    <a:pt x="139342" y="332004"/>
                  </a:lnTo>
                  <a:lnTo>
                    <a:pt x="144571" y="332802"/>
                  </a:lnTo>
                  <a:lnTo>
                    <a:pt x="149823" y="333433"/>
                  </a:lnTo>
                  <a:lnTo>
                    <a:pt x="155092" y="333898"/>
                  </a:lnTo>
                  <a:lnTo>
                    <a:pt x="160373" y="334197"/>
                  </a:lnTo>
                  <a:lnTo>
                    <a:pt x="165661" y="334328"/>
                  </a:lnTo>
                  <a:lnTo>
                    <a:pt x="170950" y="334291"/>
                  </a:lnTo>
                  <a:lnTo>
                    <a:pt x="176236" y="334088"/>
                  </a:lnTo>
                  <a:lnTo>
                    <a:pt x="181512" y="333717"/>
                  </a:lnTo>
                  <a:lnTo>
                    <a:pt x="186774" y="333179"/>
                  </a:lnTo>
                  <a:lnTo>
                    <a:pt x="192017" y="332475"/>
                  </a:lnTo>
                  <a:lnTo>
                    <a:pt x="197234" y="331606"/>
                  </a:lnTo>
                  <a:lnTo>
                    <a:pt x="202422" y="330572"/>
                  </a:lnTo>
                  <a:lnTo>
                    <a:pt x="207574" y="329375"/>
                  </a:lnTo>
                  <a:lnTo>
                    <a:pt x="212685" y="328015"/>
                  </a:lnTo>
                  <a:lnTo>
                    <a:pt x="217751" y="326494"/>
                  </a:lnTo>
                  <a:lnTo>
                    <a:pt x="222767" y="324813"/>
                  </a:lnTo>
                  <a:lnTo>
                    <a:pt x="227726" y="322975"/>
                  </a:lnTo>
                  <a:lnTo>
                    <a:pt x="232626" y="320981"/>
                  </a:lnTo>
                  <a:lnTo>
                    <a:pt x="237459" y="318833"/>
                  </a:lnTo>
                  <a:lnTo>
                    <a:pt x="242222" y="316532"/>
                  </a:lnTo>
                  <a:lnTo>
                    <a:pt x="246910" y="314083"/>
                  </a:lnTo>
                  <a:lnTo>
                    <a:pt x="251518" y="311486"/>
                  </a:lnTo>
                  <a:lnTo>
                    <a:pt x="256042" y="308745"/>
                  </a:lnTo>
                  <a:lnTo>
                    <a:pt x="260477" y="305862"/>
                  </a:lnTo>
                  <a:lnTo>
                    <a:pt x="264818" y="302840"/>
                  </a:lnTo>
                  <a:lnTo>
                    <a:pt x="269061" y="299682"/>
                  </a:lnTo>
                  <a:lnTo>
                    <a:pt x="273203" y="296392"/>
                  </a:lnTo>
                  <a:lnTo>
                    <a:pt x="277238" y="292972"/>
                  </a:lnTo>
                  <a:lnTo>
                    <a:pt x="281163" y="289426"/>
                  </a:lnTo>
                  <a:lnTo>
                    <a:pt x="284974" y="285758"/>
                  </a:lnTo>
                  <a:lnTo>
                    <a:pt x="288667" y="281971"/>
                  </a:lnTo>
                  <a:lnTo>
                    <a:pt x="292238" y="278070"/>
                  </a:lnTo>
                  <a:lnTo>
                    <a:pt x="295685" y="274057"/>
                  </a:lnTo>
                  <a:lnTo>
                    <a:pt x="299002" y="269937"/>
                  </a:lnTo>
                  <a:lnTo>
                    <a:pt x="302187" y="265714"/>
                  </a:lnTo>
                  <a:lnTo>
                    <a:pt x="305238" y="261393"/>
                  </a:lnTo>
                  <a:lnTo>
                    <a:pt x="308149" y="256977"/>
                  </a:lnTo>
                  <a:lnTo>
                    <a:pt x="310920" y="252471"/>
                  </a:lnTo>
                  <a:lnTo>
                    <a:pt x="313547" y="247880"/>
                  </a:lnTo>
                  <a:lnTo>
                    <a:pt x="316027" y="243208"/>
                  </a:lnTo>
                  <a:lnTo>
                    <a:pt x="318359" y="238460"/>
                  </a:lnTo>
                  <a:lnTo>
                    <a:pt x="320539" y="233641"/>
                  </a:lnTo>
                  <a:lnTo>
                    <a:pt x="322565" y="228755"/>
                  </a:lnTo>
                  <a:lnTo>
                    <a:pt x="324436" y="223807"/>
                  </a:lnTo>
                  <a:lnTo>
                    <a:pt x="326149" y="218803"/>
                  </a:lnTo>
                  <a:lnTo>
                    <a:pt x="327703" y="213747"/>
                  </a:lnTo>
                  <a:lnTo>
                    <a:pt x="329096" y="208645"/>
                  </a:lnTo>
                  <a:lnTo>
                    <a:pt x="330327" y="203500"/>
                  </a:lnTo>
                  <a:lnTo>
                    <a:pt x="331395" y="198320"/>
                  </a:lnTo>
                  <a:lnTo>
                    <a:pt x="332299" y="193108"/>
                  </a:lnTo>
                  <a:lnTo>
                    <a:pt x="333037" y="187870"/>
                  </a:lnTo>
                  <a:lnTo>
                    <a:pt x="333609" y="182612"/>
                  </a:lnTo>
                  <a:lnTo>
                    <a:pt x="334014" y="177338"/>
                  </a:lnTo>
                  <a:lnTo>
                    <a:pt x="334252" y="172054"/>
                  </a:lnTo>
                  <a:lnTo>
                    <a:pt x="334323" y="166765"/>
                  </a:lnTo>
                  <a:lnTo>
                    <a:pt x="334227" y="161477"/>
                  </a:lnTo>
                  <a:lnTo>
                    <a:pt x="333963" y="156194"/>
                  </a:lnTo>
                  <a:lnTo>
                    <a:pt x="333532" y="150922"/>
                  </a:lnTo>
                  <a:lnTo>
                    <a:pt x="332935" y="145666"/>
                  </a:lnTo>
                  <a:lnTo>
                    <a:pt x="332172" y="140432"/>
                  </a:lnTo>
                  <a:lnTo>
                    <a:pt x="331243" y="135225"/>
                  </a:lnTo>
                  <a:lnTo>
                    <a:pt x="330151" y="130049"/>
                  </a:lnTo>
                  <a:lnTo>
                    <a:pt x="328895" y="124911"/>
                  </a:lnTo>
                  <a:lnTo>
                    <a:pt x="327477" y="119815"/>
                  </a:lnTo>
                  <a:lnTo>
                    <a:pt x="325899" y="114767"/>
                  </a:lnTo>
                  <a:lnTo>
                    <a:pt x="324161" y="109771"/>
                  </a:lnTo>
                  <a:lnTo>
                    <a:pt x="322267" y="104832"/>
                  </a:lnTo>
                  <a:lnTo>
                    <a:pt x="320217" y="99956"/>
                  </a:lnTo>
                  <a:lnTo>
                    <a:pt x="318014" y="95147"/>
                  </a:lnTo>
                  <a:lnTo>
                    <a:pt x="315660" y="90411"/>
                  </a:lnTo>
                  <a:lnTo>
                    <a:pt x="313157" y="85751"/>
                  </a:lnTo>
                  <a:lnTo>
                    <a:pt x="310508" y="81172"/>
                  </a:lnTo>
                  <a:lnTo>
                    <a:pt x="307716" y="76680"/>
                  </a:lnTo>
                  <a:lnTo>
                    <a:pt x="304783" y="72278"/>
                  </a:lnTo>
                  <a:lnTo>
                    <a:pt x="301712" y="67972"/>
                  </a:lnTo>
                  <a:lnTo>
                    <a:pt x="298506" y="63764"/>
                  </a:lnTo>
                  <a:lnTo>
                    <a:pt x="295169" y="59661"/>
                  </a:lnTo>
                  <a:lnTo>
                    <a:pt x="291704" y="55664"/>
                  </a:lnTo>
                  <a:lnTo>
                    <a:pt x="288114" y="51780"/>
                  </a:lnTo>
                  <a:lnTo>
                    <a:pt x="284403" y="48011"/>
                  </a:lnTo>
                  <a:lnTo>
                    <a:pt x="280574" y="44361"/>
                  </a:lnTo>
                  <a:lnTo>
                    <a:pt x="276632" y="40834"/>
                  </a:lnTo>
                  <a:lnTo>
                    <a:pt x="272580" y="37434"/>
                  </a:lnTo>
                  <a:lnTo>
                    <a:pt x="268423" y="34163"/>
                  </a:lnTo>
                  <a:lnTo>
                    <a:pt x="264165" y="31026"/>
                  </a:lnTo>
                  <a:lnTo>
                    <a:pt x="259809" y="280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633135" y="1148338"/>
              <a:ext cx="92652" cy="139141"/>
            </a:xfrm>
            <a:custGeom>
              <a:avLst/>
              <a:pathLst>
                <a:path w="92652" h="139141">
                  <a:moveTo>
                    <a:pt x="92652" y="0"/>
                  </a:moveTo>
                  <a:lnTo>
                    <a:pt x="0" y="139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633135" y="1146753"/>
              <a:ext cx="92652" cy="140726"/>
            </a:xfrm>
            <a:custGeom>
              <a:avLst/>
              <a:pathLst>
                <a:path w="92652" h="140726">
                  <a:moveTo>
                    <a:pt x="92652" y="1584"/>
                  </a:moveTo>
                  <a:lnTo>
                    <a:pt x="90227" y="0"/>
                  </a:lnTo>
                  <a:lnTo>
                    <a:pt x="0" y="1407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633135" y="1120312"/>
              <a:ext cx="90227" cy="167167"/>
            </a:xfrm>
            <a:custGeom>
              <a:avLst/>
              <a:pathLst>
                <a:path w="90227" h="167167">
                  <a:moveTo>
                    <a:pt x="90227" y="26440"/>
                  </a:moveTo>
                  <a:lnTo>
                    <a:pt x="85457" y="23494"/>
                  </a:lnTo>
                  <a:lnTo>
                    <a:pt x="80592" y="20709"/>
                  </a:lnTo>
                  <a:lnTo>
                    <a:pt x="75636" y="18089"/>
                  </a:lnTo>
                  <a:lnTo>
                    <a:pt x="70594" y="15637"/>
                  </a:lnTo>
                  <a:lnTo>
                    <a:pt x="65474" y="13355"/>
                  </a:lnTo>
                  <a:lnTo>
                    <a:pt x="60279" y="11246"/>
                  </a:lnTo>
                  <a:lnTo>
                    <a:pt x="55017" y="9313"/>
                  </a:lnTo>
                  <a:lnTo>
                    <a:pt x="49694" y="7557"/>
                  </a:lnTo>
                  <a:lnTo>
                    <a:pt x="44314" y="5980"/>
                  </a:lnTo>
                  <a:lnTo>
                    <a:pt x="38884" y="4585"/>
                  </a:lnTo>
                  <a:lnTo>
                    <a:pt x="33411" y="3372"/>
                  </a:lnTo>
                  <a:lnTo>
                    <a:pt x="27900" y="2344"/>
                  </a:lnTo>
                  <a:lnTo>
                    <a:pt x="22357" y="1501"/>
                  </a:lnTo>
                  <a:lnTo>
                    <a:pt x="16790" y="845"/>
                  </a:lnTo>
                  <a:lnTo>
                    <a:pt x="11204" y="375"/>
                  </a:lnTo>
                  <a:lnTo>
                    <a:pt x="5605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68526" y="971635"/>
              <a:ext cx="334303" cy="334334"/>
            </a:xfrm>
            <a:custGeom>
              <a:avLst/>
              <a:pathLst>
                <a:path w="334303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4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4" y="2096"/>
                  </a:lnTo>
                  <a:lnTo>
                    <a:pt x="135534" y="3016"/>
                  </a:lnTo>
                  <a:lnTo>
                    <a:pt x="130345" y="4101"/>
                  </a:lnTo>
                  <a:lnTo>
                    <a:pt x="125193" y="5350"/>
                  </a:lnTo>
                  <a:lnTo>
                    <a:pt x="120084" y="6762"/>
                  </a:lnTo>
                  <a:lnTo>
                    <a:pt x="115022" y="8335"/>
                  </a:lnTo>
                  <a:lnTo>
                    <a:pt x="110012" y="10067"/>
                  </a:lnTo>
                  <a:lnTo>
                    <a:pt x="105060" y="11958"/>
                  </a:lnTo>
                  <a:lnTo>
                    <a:pt x="100170" y="14004"/>
                  </a:lnTo>
                  <a:lnTo>
                    <a:pt x="95347" y="16205"/>
                  </a:lnTo>
                  <a:lnTo>
                    <a:pt x="90597" y="18557"/>
                  </a:lnTo>
                  <a:lnTo>
                    <a:pt x="85924" y="21059"/>
                  </a:lnTo>
                  <a:lnTo>
                    <a:pt x="81332" y="23708"/>
                  </a:lnTo>
                  <a:lnTo>
                    <a:pt x="76827" y="26501"/>
                  </a:lnTo>
                  <a:lnTo>
                    <a:pt x="72412" y="29436"/>
                  </a:lnTo>
                  <a:lnTo>
                    <a:pt x="68093" y="32509"/>
                  </a:lnTo>
                  <a:lnTo>
                    <a:pt x="63873" y="35717"/>
                  </a:lnTo>
                  <a:lnTo>
                    <a:pt x="59757" y="39058"/>
                  </a:lnTo>
                  <a:lnTo>
                    <a:pt x="55749" y="42527"/>
                  </a:lnTo>
                  <a:lnTo>
                    <a:pt x="51854" y="46122"/>
                  </a:lnTo>
                  <a:lnTo>
                    <a:pt x="48074" y="49838"/>
                  </a:lnTo>
                  <a:lnTo>
                    <a:pt x="44413" y="53672"/>
                  </a:lnTo>
                  <a:lnTo>
                    <a:pt x="40877" y="57621"/>
                  </a:lnTo>
                  <a:lnTo>
                    <a:pt x="37467" y="61680"/>
                  </a:lnTo>
                  <a:lnTo>
                    <a:pt x="34188" y="65844"/>
                  </a:lnTo>
                  <a:lnTo>
                    <a:pt x="31042" y="70111"/>
                  </a:lnTo>
                  <a:lnTo>
                    <a:pt x="28033" y="74475"/>
                  </a:lnTo>
                  <a:lnTo>
                    <a:pt x="25164" y="78933"/>
                  </a:lnTo>
                  <a:lnTo>
                    <a:pt x="22438" y="83479"/>
                  </a:lnTo>
                  <a:lnTo>
                    <a:pt x="19857" y="88109"/>
                  </a:lnTo>
                  <a:lnTo>
                    <a:pt x="17425" y="92819"/>
                  </a:lnTo>
                  <a:lnTo>
                    <a:pt x="15143" y="97603"/>
                  </a:lnTo>
                  <a:lnTo>
                    <a:pt x="13013" y="102458"/>
                  </a:lnTo>
                  <a:lnTo>
                    <a:pt x="11039" y="107377"/>
                  </a:lnTo>
                  <a:lnTo>
                    <a:pt x="9222" y="112357"/>
                  </a:lnTo>
                  <a:lnTo>
                    <a:pt x="7564" y="117392"/>
                  </a:lnTo>
                  <a:lnTo>
                    <a:pt x="6066" y="122477"/>
                  </a:lnTo>
                  <a:lnTo>
                    <a:pt x="4730" y="127606"/>
                  </a:lnTo>
                  <a:lnTo>
                    <a:pt x="3557" y="132776"/>
                  </a:lnTo>
                  <a:lnTo>
                    <a:pt x="2549" y="137980"/>
                  </a:lnTo>
                  <a:lnTo>
                    <a:pt x="1706" y="143214"/>
                  </a:lnTo>
                  <a:lnTo>
                    <a:pt x="1030" y="148471"/>
                  </a:lnTo>
                  <a:lnTo>
                    <a:pt x="521" y="153748"/>
                  </a:lnTo>
                  <a:lnTo>
                    <a:pt x="179" y="159037"/>
                  </a:lnTo>
                  <a:lnTo>
                    <a:pt x="5" y="164335"/>
                  </a:lnTo>
                  <a:lnTo>
                    <a:pt x="0" y="169636"/>
                  </a:lnTo>
                  <a:lnTo>
                    <a:pt x="162" y="174935"/>
                  </a:lnTo>
                  <a:lnTo>
                    <a:pt x="492" y="180225"/>
                  </a:lnTo>
                  <a:lnTo>
                    <a:pt x="990" y="185503"/>
                  </a:lnTo>
                  <a:lnTo>
                    <a:pt x="1655" y="190762"/>
                  </a:lnTo>
                  <a:lnTo>
                    <a:pt x="2486" y="195997"/>
                  </a:lnTo>
                  <a:lnTo>
                    <a:pt x="3483" y="201203"/>
                  </a:lnTo>
                  <a:lnTo>
                    <a:pt x="4644" y="206375"/>
                  </a:lnTo>
                  <a:lnTo>
                    <a:pt x="5969" y="211508"/>
                  </a:lnTo>
                  <a:lnTo>
                    <a:pt x="7456" y="216596"/>
                  </a:lnTo>
                  <a:lnTo>
                    <a:pt x="9104" y="221635"/>
                  </a:lnTo>
                  <a:lnTo>
                    <a:pt x="10910" y="226618"/>
                  </a:lnTo>
                  <a:lnTo>
                    <a:pt x="12874" y="231542"/>
                  </a:lnTo>
                  <a:lnTo>
                    <a:pt x="14992" y="236401"/>
                  </a:lnTo>
                  <a:lnTo>
                    <a:pt x="17264" y="241191"/>
                  </a:lnTo>
                  <a:lnTo>
                    <a:pt x="19686" y="245906"/>
                  </a:lnTo>
                  <a:lnTo>
                    <a:pt x="22257" y="250541"/>
                  </a:lnTo>
                  <a:lnTo>
                    <a:pt x="24973" y="255093"/>
                  </a:lnTo>
                  <a:lnTo>
                    <a:pt x="27832" y="259557"/>
                  </a:lnTo>
                  <a:lnTo>
                    <a:pt x="30832" y="263928"/>
                  </a:lnTo>
                  <a:lnTo>
                    <a:pt x="33968" y="268201"/>
                  </a:lnTo>
                  <a:lnTo>
                    <a:pt x="37239" y="272373"/>
                  </a:lnTo>
                  <a:lnTo>
                    <a:pt x="40640" y="276439"/>
                  </a:lnTo>
                  <a:lnTo>
                    <a:pt x="44168" y="280395"/>
                  </a:lnTo>
                  <a:lnTo>
                    <a:pt x="47820" y="284238"/>
                  </a:lnTo>
                  <a:lnTo>
                    <a:pt x="51592" y="287962"/>
                  </a:lnTo>
                  <a:lnTo>
                    <a:pt x="55480" y="291565"/>
                  </a:lnTo>
                  <a:lnTo>
                    <a:pt x="59480" y="295043"/>
                  </a:lnTo>
                  <a:lnTo>
                    <a:pt x="63588" y="298393"/>
                  </a:lnTo>
                  <a:lnTo>
                    <a:pt x="67801" y="301610"/>
                  </a:lnTo>
                  <a:lnTo>
                    <a:pt x="72114" y="304693"/>
                  </a:lnTo>
                  <a:lnTo>
                    <a:pt x="76522" y="307637"/>
                  </a:lnTo>
                  <a:lnTo>
                    <a:pt x="81021" y="310440"/>
                  </a:lnTo>
                  <a:lnTo>
                    <a:pt x="85607" y="313098"/>
                  </a:lnTo>
                  <a:lnTo>
                    <a:pt x="90275" y="315610"/>
                  </a:lnTo>
                  <a:lnTo>
                    <a:pt x="95020" y="317973"/>
                  </a:lnTo>
                  <a:lnTo>
                    <a:pt x="99838" y="320184"/>
                  </a:lnTo>
                  <a:lnTo>
                    <a:pt x="104723" y="322241"/>
                  </a:lnTo>
                  <a:lnTo>
                    <a:pt x="109672" y="324143"/>
                  </a:lnTo>
                  <a:lnTo>
                    <a:pt x="114678" y="325886"/>
                  </a:lnTo>
                  <a:lnTo>
                    <a:pt x="119736" y="327470"/>
                  </a:lnTo>
                  <a:lnTo>
                    <a:pt x="124843" y="328893"/>
                  </a:lnTo>
                  <a:lnTo>
                    <a:pt x="129992" y="330153"/>
                  </a:lnTo>
                  <a:lnTo>
                    <a:pt x="135178" y="331249"/>
                  </a:lnTo>
                  <a:lnTo>
                    <a:pt x="140396" y="332180"/>
                  </a:lnTo>
                  <a:lnTo>
                    <a:pt x="145642" y="332945"/>
                  </a:lnTo>
                  <a:lnTo>
                    <a:pt x="150909" y="333544"/>
                  </a:lnTo>
                  <a:lnTo>
                    <a:pt x="156192" y="333975"/>
                  </a:lnTo>
                  <a:lnTo>
                    <a:pt x="161486" y="334238"/>
                  </a:lnTo>
                  <a:lnTo>
                    <a:pt x="166787" y="334334"/>
                  </a:lnTo>
                  <a:lnTo>
                    <a:pt x="172087" y="334261"/>
                  </a:lnTo>
                  <a:lnTo>
                    <a:pt x="177382" y="334021"/>
                  </a:lnTo>
                  <a:lnTo>
                    <a:pt x="182667" y="333612"/>
                  </a:lnTo>
                  <a:lnTo>
                    <a:pt x="187937" y="333037"/>
                  </a:lnTo>
                  <a:lnTo>
                    <a:pt x="193186" y="332294"/>
                  </a:lnTo>
                  <a:lnTo>
                    <a:pt x="198408" y="331386"/>
                  </a:lnTo>
                  <a:lnTo>
                    <a:pt x="203599" y="330312"/>
                  </a:lnTo>
                  <a:lnTo>
                    <a:pt x="208753" y="329074"/>
                  </a:lnTo>
                  <a:lnTo>
                    <a:pt x="213866" y="327674"/>
                  </a:lnTo>
                  <a:lnTo>
                    <a:pt x="218932" y="326112"/>
                  </a:lnTo>
                  <a:lnTo>
                    <a:pt x="223945" y="324390"/>
                  </a:lnTo>
                  <a:lnTo>
                    <a:pt x="228901" y="322510"/>
                  </a:lnTo>
                  <a:lnTo>
                    <a:pt x="233796" y="320474"/>
                  </a:lnTo>
                  <a:lnTo>
                    <a:pt x="238623" y="318284"/>
                  </a:lnTo>
                  <a:lnTo>
                    <a:pt x="243378" y="315942"/>
                  </a:lnTo>
                  <a:lnTo>
                    <a:pt x="248057" y="313450"/>
                  </a:lnTo>
                  <a:lnTo>
                    <a:pt x="252654" y="310811"/>
                  </a:lnTo>
                  <a:lnTo>
                    <a:pt x="257166" y="308028"/>
                  </a:lnTo>
                  <a:lnTo>
                    <a:pt x="261587" y="305103"/>
                  </a:lnTo>
                  <a:lnTo>
                    <a:pt x="265913" y="302040"/>
                  </a:lnTo>
                  <a:lnTo>
                    <a:pt x="270139" y="298840"/>
                  </a:lnTo>
                  <a:lnTo>
                    <a:pt x="274262" y="295509"/>
                  </a:lnTo>
                  <a:lnTo>
                    <a:pt x="278278" y="292048"/>
                  </a:lnTo>
                  <a:lnTo>
                    <a:pt x="282181" y="288462"/>
                  </a:lnTo>
                  <a:lnTo>
                    <a:pt x="285969" y="284754"/>
                  </a:lnTo>
                  <a:lnTo>
                    <a:pt x="289638" y="280927"/>
                  </a:lnTo>
                  <a:lnTo>
                    <a:pt x="293183" y="276986"/>
                  </a:lnTo>
                  <a:lnTo>
                    <a:pt x="296602" y="272935"/>
                  </a:lnTo>
                  <a:lnTo>
                    <a:pt x="299890" y="268777"/>
                  </a:lnTo>
                  <a:lnTo>
                    <a:pt x="303045" y="264518"/>
                  </a:lnTo>
                  <a:lnTo>
                    <a:pt x="306063" y="260160"/>
                  </a:lnTo>
                  <a:lnTo>
                    <a:pt x="308942" y="255709"/>
                  </a:lnTo>
                  <a:lnTo>
                    <a:pt x="311678" y="251169"/>
                  </a:lnTo>
                  <a:lnTo>
                    <a:pt x="314269" y="246544"/>
                  </a:lnTo>
                  <a:lnTo>
                    <a:pt x="316711" y="241839"/>
                  </a:lnTo>
                  <a:lnTo>
                    <a:pt x="319004" y="237060"/>
                  </a:lnTo>
                  <a:lnTo>
                    <a:pt x="321143" y="232210"/>
                  </a:lnTo>
                  <a:lnTo>
                    <a:pt x="323128" y="227295"/>
                  </a:lnTo>
                  <a:lnTo>
                    <a:pt x="324956" y="222319"/>
                  </a:lnTo>
                  <a:lnTo>
                    <a:pt x="326626" y="217288"/>
                  </a:lnTo>
                  <a:lnTo>
                    <a:pt x="328134" y="212206"/>
                  </a:lnTo>
                  <a:lnTo>
                    <a:pt x="329482" y="207079"/>
                  </a:lnTo>
                  <a:lnTo>
                    <a:pt x="330665" y="201912"/>
                  </a:lnTo>
                  <a:lnTo>
                    <a:pt x="331685" y="196710"/>
                  </a:lnTo>
                  <a:lnTo>
                    <a:pt x="332539" y="191479"/>
                  </a:lnTo>
                  <a:lnTo>
                    <a:pt x="333227" y="186223"/>
                  </a:lnTo>
                  <a:lnTo>
                    <a:pt x="333747" y="180947"/>
                  </a:lnTo>
                  <a:lnTo>
                    <a:pt x="334100" y="175658"/>
                  </a:lnTo>
                  <a:lnTo>
                    <a:pt x="334286" y="170361"/>
                  </a:lnTo>
                  <a:lnTo>
                    <a:pt x="334303" y="165060"/>
                  </a:lnTo>
                  <a:lnTo>
                    <a:pt x="334152" y="159761"/>
                  </a:lnTo>
                  <a:lnTo>
                    <a:pt x="333833" y="154470"/>
                  </a:lnTo>
                  <a:lnTo>
                    <a:pt x="333347" y="149191"/>
                  </a:lnTo>
                  <a:lnTo>
                    <a:pt x="332693" y="143931"/>
                  </a:lnTo>
                  <a:lnTo>
                    <a:pt x="331873" y="138694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5135676" y="1110329"/>
              <a:ext cx="164724" cy="28473"/>
            </a:xfrm>
            <a:custGeom>
              <a:avLst/>
              <a:pathLst>
                <a:path w="164724" h="28473">
                  <a:moveTo>
                    <a:pt x="164724" y="0"/>
                  </a:moveTo>
                  <a:lnTo>
                    <a:pt x="0" y="284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5135676" y="1106767"/>
              <a:ext cx="164724" cy="32035"/>
            </a:xfrm>
            <a:custGeom>
              <a:avLst/>
              <a:pathLst>
                <a:path w="164724" h="32035">
                  <a:moveTo>
                    <a:pt x="164724" y="3561"/>
                  </a:moveTo>
                  <a:lnTo>
                    <a:pt x="164069" y="0"/>
                  </a:lnTo>
                  <a:lnTo>
                    <a:pt x="0" y="320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5135676" y="971635"/>
              <a:ext cx="164069" cy="167167"/>
            </a:xfrm>
            <a:custGeom>
              <a:avLst/>
              <a:pathLst>
                <a:path w="164069" h="167167">
                  <a:moveTo>
                    <a:pt x="164069" y="135132"/>
                  </a:moveTo>
                  <a:lnTo>
                    <a:pt x="162930" y="129767"/>
                  </a:lnTo>
                  <a:lnTo>
                    <a:pt x="161615" y="124442"/>
                  </a:lnTo>
                  <a:lnTo>
                    <a:pt x="160127" y="119164"/>
                  </a:lnTo>
                  <a:lnTo>
                    <a:pt x="158466" y="113937"/>
                  </a:lnTo>
                  <a:lnTo>
                    <a:pt x="156634" y="108768"/>
                  </a:lnTo>
                  <a:lnTo>
                    <a:pt x="154634" y="103661"/>
                  </a:lnTo>
                  <a:lnTo>
                    <a:pt x="152468" y="98623"/>
                  </a:lnTo>
                  <a:lnTo>
                    <a:pt x="150138" y="93658"/>
                  </a:lnTo>
                  <a:lnTo>
                    <a:pt x="147645" y="88773"/>
                  </a:lnTo>
                  <a:lnTo>
                    <a:pt x="144994" y="83972"/>
                  </a:lnTo>
                  <a:lnTo>
                    <a:pt x="142187" y="79260"/>
                  </a:lnTo>
                  <a:lnTo>
                    <a:pt x="139227" y="74644"/>
                  </a:lnTo>
                  <a:lnTo>
                    <a:pt x="136117" y="70126"/>
                  </a:lnTo>
                  <a:lnTo>
                    <a:pt x="132861" y="65713"/>
                  </a:lnTo>
                  <a:lnTo>
                    <a:pt x="129461" y="61410"/>
                  </a:lnTo>
                  <a:lnTo>
                    <a:pt x="125923" y="57220"/>
                  </a:lnTo>
                  <a:lnTo>
                    <a:pt x="122248" y="53149"/>
                  </a:lnTo>
                  <a:lnTo>
                    <a:pt x="118442" y="49200"/>
                  </a:lnTo>
                  <a:lnTo>
                    <a:pt x="114509" y="45378"/>
                  </a:lnTo>
                  <a:lnTo>
                    <a:pt x="110452" y="41687"/>
                  </a:lnTo>
                  <a:lnTo>
                    <a:pt x="106277" y="38132"/>
                  </a:lnTo>
                  <a:lnTo>
                    <a:pt x="101987" y="34715"/>
                  </a:lnTo>
                  <a:lnTo>
                    <a:pt x="97587" y="31441"/>
                  </a:lnTo>
                  <a:lnTo>
                    <a:pt x="93082" y="28313"/>
                  </a:lnTo>
                  <a:lnTo>
                    <a:pt x="88477" y="25334"/>
                  </a:lnTo>
                  <a:lnTo>
                    <a:pt x="83777" y="22508"/>
                  </a:lnTo>
                  <a:lnTo>
                    <a:pt x="78987" y="19838"/>
                  </a:lnTo>
                  <a:lnTo>
                    <a:pt x="74112" y="17326"/>
                  </a:lnTo>
                  <a:lnTo>
                    <a:pt x="69157" y="14975"/>
                  </a:lnTo>
                  <a:lnTo>
                    <a:pt x="64127" y="12789"/>
                  </a:lnTo>
                  <a:lnTo>
                    <a:pt x="59028" y="10768"/>
                  </a:lnTo>
                  <a:lnTo>
                    <a:pt x="53866" y="8916"/>
                  </a:lnTo>
                  <a:lnTo>
                    <a:pt x="48646" y="7234"/>
                  </a:lnTo>
                  <a:lnTo>
                    <a:pt x="43374" y="5725"/>
                  </a:lnTo>
                  <a:lnTo>
                    <a:pt x="38055" y="4389"/>
                  </a:lnTo>
                  <a:lnTo>
                    <a:pt x="32695" y="3228"/>
                  </a:lnTo>
                  <a:lnTo>
                    <a:pt x="27299" y="2244"/>
                  </a:lnTo>
                  <a:lnTo>
                    <a:pt x="21875" y="1437"/>
                  </a:lnTo>
                  <a:lnTo>
                    <a:pt x="16427" y="809"/>
                  </a:lnTo>
                  <a:lnTo>
                    <a:pt x="10961" y="359"/>
                  </a:lnTo>
                  <a:lnTo>
                    <a:pt x="548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492383" y="941493"/>
              <a:ext cx="124896" cy="167167"/>
            </a:xfrm>
            <a:custGeom>
              <a:avLst/>
              <a:pathLst>
                <a:path w="124896" h="167167">
                  <a:moveTo>
                    <a:pt x="124896" y="0"/>
                  </a:moveTo>
                  <a:lnTo>
                    <a:pt x="119255" y="95"/>
                  </a:lnTo>
                  <a:lnTo>
                    <a:pt x="113621" y="380"/>
                  </a:lnTo>
                  <a:lnTo>
                    <a:pt x="108000" y="856"/>
                  </a:lnTo>
                  <a:lnTo>
                    <a:pt x="102397" y="1520"/>
                  </a:lnTo>
                  <a:lnTo>
                    <a:pt x="96821" y="2374"/>
                  </a:lnTo>
                  <a:lnTo>
                    <a:pt x="91276" y="3415"/>
                  </a:lnTo>
                  <a:lnTo>
                    <a:pt x="85770" y="4643"/>
                  </a:lnTo>
                  <a:lnTo>
                    <a:pt x="80308" y="6056"/>
                  </a:lnTo>
                  <a:lnTo>
                    <a:pt x="74897" y="7652"/>
                  </a:lnTo>
                  <a:lnTo>
                    <a:pt x="69543" y="9430"/>
                  </a:lnTo>
                  <a:lnTo>
                    <a:pt x="64252" y="11388"/>
                  </a:lnTo>
                  <a:lnTo>
                    <a:pt x="59030" y="13523"/>
                  </a:lnTo>
                  <a:lnTo>
                    <a:pt x="53883" y="15833"/>
                  </a:lnTo>
                  <a:lnTo>
                    <a:pt x="48817" y="18315"/>
                  </a:lnTo>
                  <a:lnTo>
                    <a:pt x="43837" y="20967"/>
                  </a:lnTo>
                  <a:lnTo>
                    <a:pt x="38950" y="23786"/>
                  </a:lnTo>
                  <a:lnTo>
                    <a:pt x="34161" y="26767"/>
                  </a:lnTo>
                  <a:lnTo>
                    <a:pt x="29475" y="29909"/>
                  </a:lnTo>
                  <a:lnTo>
                    <a:pt x="24898" y="33207"/>
                  </a:lnTo>
                  <a:lnTo>
                    <a:pt x="20435" y="36657"/>
                  </a:lnTo>
                  <a:lnTo>
                    <a:pt x="16090" y="40257"/>
                  </a:lnTo>
                  <a:lnTo>
                    <a:pt x="11870" y="44000"/>
                  </a:lnTo>
                  <a:lnTo>
                    <a:pt x="7778" y="47884"/>
                  </a:lnTo>
                  <a:lnTo>
                    <a:pt x="3820" y="51904"/>
                  </a:lnTo>
                  <a:lnTo>
                    <a:pt x="0" y="56055"/>
                  </a:lnTo>
                  <a:lnTo>
                    <a:pt x="12489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492383" y="997549"/>
              <a:ext cx="124896" cy="111111"/>
            </a:xfrm>
            <a:custGeom>
              <a:avLst/>
              <a:pathLst>
                <a:path w="124896" h="111111">
                  <a:moveTo>
                    <a:pt x="0" y="0"/>
                  </a:moveTo>
                  <a:lnTo>
                    <a:pt x="124896" y="11111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450113" y="969004"/>
              <a:ext cx="334332" cy="306811"/>
            </a:xfrm>
            <a:custGeom>
              <a:avLst/>
              <a:pathLst>
                <a:path w="334332" h="306811">
                  <a:moveTo>
                    <a:pt x="42269" y="28544"/>
                  </a:moveTo>
                  <a:lnTo>
                    <a:pt x="38805" y="32565"/>
                  </a:lnTo>
                  <a:lnTo>
                    <a:pt x="35471" y="36693"/>
                  </a:lnTo>
                  <a:lnTo>
                    <a:pt x="32269" y="40925"/>
                  </a:lnTo>
                  <a:lnTo>
                    <a:pt x="29202" y="45257"/>
                  </a:lnTo>
                  <a:lnTo>
                    <a:pt x="26275" y="49684"/>
                  </a:lnTo>
                  <a:lnTo>
                    <a:pt x="23491" y="54202"/>
                  </a:lnTo>
                  <a:lnTo>
                    <a:pt x="20850" y="58806"/>
                  </a:lnTo>
                  <a:lnTo>
                    <a:pt x="18358" y="63491"/>
                  </a:lnTo>
                  <a:lnTo>
                    <a:pt x="16015" y="68253"/>
                  </a:lnTo>
                  <a:lnTo>
                    <a:pt x="13825" y="73087"/>
                  </a:lnTo>
                  <a:lnTo>
                    <a:pt x="11789" y="77988"/>
                  </a:lnTo>
                  <a:lnTo>
                    <a:pt x="9910" y="82952"/>
                  </a:lnTo>
                  <a:lnTo>
                    <a:pt x="8189" y="87972"/>
                  </a:lnTo>
                  <a:lnTo>
                    <a:pt x="6628" y="93045"/>
                  </a:lnTo>
                  <a:lnTo>
                    <a:pt x="5230" y="98164"/>
                  </a:lnTo>
                  <a:lnTo>
                    <a:pt x="3994" y="103325"/>
                  </a:lnTo>
                  <a:lnTo>
                    <a:pt x="2923" y="108523"/>
                  </a:lnTo>
                  <a:lnTo>
                    <a:pt x="2018" y="113753"/>
                  </a:lnTo>
                  <a:lnTo>
                    <a:pt x="1279" y="119008"/>
                  </a:lnTo>
                  <a:lnTo>
                    <a:pt x="707" y="124284"/>
                  </a:lnTo>
                  <a:lnTo>
                    <a:pt x="303" y="129576"/>
                  </a:lnTo>
                  <a:lnTo>
                    <a:pt x="67" y="134878"/>
                  </a:lnTo>
                  <a:lnTo>
                    <a:pt x="0" y="140185"/>
                  </a:lnTo>
                  <a:lnTo>
                    <a:pt x="101" y="145491"/>
                  </a:lnTo>
                  <a:lnTo>
                    <a:pt x="370" y="150791"/>
                  </a:lnTo>
                  <a:lnTo>
                    <a:pt x="808" y="156080"/>
                  </a:lnTo>
                  <a:lnTo>
                    <a:pt x="1413" y="161353"/>
                  </a:lnTo>
                  <a:lnTo>
                    <a:pt x="2185" y="166603"/>
                  </a:lnTo>
                  <a:lnTo>
                    <a:pt x="3124" y="171827"/>
                  </a:lnTo>
                  <a:lnTo>
                    <a:pt x="4227" y="177018"/>
                  </a:lnTo>
                  <a:lnTo>
                    <a:pt x="5496" y="182171"/>
                  </a:lnTo>
                  <a:lnTo>
                    <a:pt x="6927" y="187282"/>
                  </a:lnTo>
                  <a:lnTo>
                    <a:pt x="8519" y="192344"/>
                  </a:lnTo>
                  <a:lnTo>
                    <a:pt x="10272" y="197354"/>
                  </a:lnTo>
                  <a:lnTo>
                    <a:pt x="12182" y="202305"/>
                  </a:lnTo>
                  <a:lnTo>
                    <a:pt x="14249" y="207193"/>
                  </a:lnTo>
                  <a:lnTo>
                    <a:pt x="16470" y="212013"/>
                  </a:lnTo>
                  <a:lnTo>
                    <a:pt x="18843" y="216760"/>
                  </a:lnTo>
                  <a:lnTo>
                    <a:pt x="21365" y="221430"/>
                  </a:lnTo>
                  <a:lnTo>
                    <a:pt x="24034" y="226017"/>
                  </a:lnTo>
                  <a:lnTo>
                    <a:pt x="26848" y="230517"/>
                  </a:lnTo>
                  <a:lnTo>
                    <a:pt x="29803" y="234925"/>
                  </a:lnTo>
                  <a:lnTo>
                    <a:pt x="32896" y="239237"/>
                  </a:lnTo>
                  <a:lnTo>
                    <a:pt x="36125" y="243449"/>
                  </a:lnTo>
                  <a:lnTo>
                    <a:pt x="39486" y="247557"/>
                  </a:lnTo>
                  <a:lnTo>
                    <a:pt x="42975" y="251555"/>
                  </a:lnTo>
                  <a:lnTo>
                    <a:pt x="46590" y="255441"/>
                  </a:lnTo>
                  <a:lnTo>
                    <a:pt x="50326" y="259210"/>
                  </a:lnTo>
                  <a:lnTo>
                    <a:pt x="54180" y="262859"/>
                  </a:lnTo>
                  <a:lnTo>
                    <a:pt x="58148" y="266383"/>
                  </a:lnTo>
                  <a:lnTo>
                    <a:pt x="62226" y="269780"/>
                  </a:lnTo>
                  <a:lnTo>
                    <a:pt x="66409" y="273046"/>
                  </a:lnTo>
                  <a:lnTo>
                    <a:pt x="70694" y="276177"/>
                  </a:lnTo>
                  <a:lnTo>
                    <a:pt x="75077" y="279170"/>
                  </a:lnTo>
                  <a:lnTo>
                    <a:pt x="79552" y="282023"/>
                  </a:lnTo>
                  <a:lnTo>
                    <a:pt x="84115" y="284733"/>
                  </a:lnTo>
                  <a:lnTo>
                    <a:pt x="88762" y="287296"/>
                  </a:lnTo>
                  <a:lnTo>
                    <a:pt x="93488" y="289710"/>
                  </a:lnTo>
                  <a:lnTo>
                    <a:pt x="98289" y="291974"/>
                  </a:lnTo>
                  <a:lnTo>
                    <a:pt x="103159" y="294083"/>
                  </a:lnTo>
                  <a:lnTo>
                    <a:pt x="108093" y="296037"/>
                  </a:lnTo>
                  <a:lnTo>
                    <a:pt x="113087" y="297834"/>
                  </a:lnTo>
                  <a:lnTo>
                    <a:pt x="118135" y="299471"/>
                  </a:lnTo>
                  <a:lnTo>
                    <a:pt x="123233" y="300946"/>
                  </a:lnTo>
                  <a:lnTo>
                    <a:pt x="128375" y="302260"/>
                  </a:lnTo>
                  <a:lnTo>
                    <a:pt x="133556" y="303409"/>
                  </a:lnTo>
                  <a:lnTo>
                    <a:pt x="138771" y="304394"/>
                  </a:lnTo>
                  <a:lnTo>
                    <a:pt x="144015" y="305212"/>
                  </a:lnTo>
                  <a:lnTo>
                    <a:pt x="149282" y="305863"/>
                  </a:lnTo>
                  <a:lnTo>
                    <a:pt x="154567" y="306347"/>
                  </a:lnTo>
                  <a:lnTo>
                    <a:pt x="159864" y="306663"/>
                  </a:lnTo>
                  <a:lnTo>
                    <a:pt x="165170" y="306811"/>
                  </a:lnTo>
                  <a:lnTo>
                    <a:pt x="170477" y="306790"/>
                  </a:lnTo>
                  <a:lnTo>
                    <a:pt x="175780" y="306601"/>
                  </a:lnTo>
                  <a:lnTo>
                    <a:pt x="181075" y="306243"/>
                  </a:lnTo>
                  <a:lnTo>
                    <a:pt x="186357" y="305718"/>
                  </a:lnTo>
                  <a:lnTo>
                    <a:pt x="191618" y="305025"/>
                  </a:lnTo>
                  <a:lnTo>
                    <a:pt x="196855" y="304165"/>
                  </a:lnTo>
                  <a:lnTo>
                    <a:pt x="202062" y="303140"/>
                  </a:lnTo>
                  <a:lnTo>
                    <a:pt x="207234" y="301950"/>
                  </a:lnTo>
                  <a:lnTo>
                    <a:pt x="212366" y="300596"/>
                  </a:lnTo>
                  <a:lnTo>
                    <a:pt x="217452" y="299080"/>
                  </a:lnTo>
                  <a:lnTo>
                    <a:pt x="222487" y="297404"/>
                  </a:lnTo>
                  <a:lnTo>
                    <a:pt x="227467" y="295568"/>
                  </a:lnTo>
                  <a:lnTo>
                    <a:pt x="232386" y="293575"/>
                  </a:lnTo>
                  <a:lnTo>
                    <a:pt x="237239" y="291427"/>
                  </a:lnTo>
                  <a:lnTo>
                    <a:pt x="242021" y="289127"/>
                  </a:lnTo>
                  <a:lnTo>
                    <a:pt x="246728" y="286675"/>
                  </a:lnTo>
                  <a:lnTo>
                    <a:pt x="251355" y="284075"/>
                  </a:lnTo>
                  <a:lnTo>
                    <a:pt x="255897" y="281330"/>
                  </a:lnTo>
                  <a:lnTo>
                    <a:pt x="260350" y="278442"/>
                  </a:lnTo>
                  <a:lnTo>
                    <a:pt x="264708" y="275414"/>
                  </a:lnTo>
                  <a:lnTo>
                    <a:pt x="268968" y="272250"/>
                  </a:lnTo>
                  <a:lnTo>
                    <a:pt x="273126" y="268951"/>
                  </a:lnTo>
                  <a:lnTo>
                    <a:pt x="277177" y="265523"/>
                  </a:lnTo>
                  <a:lnTo>
                    <a:pt x="281117" y="261967"/>
                  </a:lnTo>
                  <a:lnTo>
                    <a:pt x="284942" y="258288"/>
                  </a:lnTo>
                  <a:lnTo>
                    <a:pt x="288649" y="254490"/>
                  </a:lnTo>
                  <a:lnTo>
                    <a:pt x="292233" y="250576"/>
                  </a:lnTo>
                  <a:lnTo>
                    <a:pt x="295691" y="246550"/>
                  </a:lnTo>
                  <a:lnTo>
                    <a:pt x="299019" y="242416"/>
                  </a:lnTo>
                  <a:lnTo>
                    <a:pt x="302215" y="238179"/>
                  </a:lnTo>
                  <a:lnTo>
                    <a:pt x="305274" y="233842"/>
                  </a:lnTo>
                  <a:lnTo>
                    <a:pt x="308194" y="229411"/>
                  </a:lnTo>
                  <a:lnTo>
                    <a:pt x="310972" y="224889"/>
                  </a:lnTo>
                  <a:lnTo>
                    <a:pt x="313605" y="220281"/>
                  </a:lnTo>
                  <a:lnTo>
                    <a:pt x="316091" y="215592"/>
                  </a:lnTo>
                  <a:lnTo>
                    <a:pt x="318426" y="210826"/>
                  </a:lnTo>
                  <a:lnTo>
                    <a:pt x="320609" y="205989"/>
                  </a:lnTo>
                  <a:lnTo>
                    <a:pt x="322638" y="201085"/>
                  </a:lnTo>
                  <a:lnTo>
                    <a:pt x="324509" y="196118"/>
                  </a:lnTo>
                  <a:lnTo>
                    <a:pt x="326222" y="191095"/>
                  </a:lnTo>
                  <a:lnTo>
                    <a:pt x="327775" y="186021"/>
                  </a:lnTo>
                  <a:lnTo>
                    <a:pt x="329166" y="180899"/>
                  </a:lnTo>
                  <a:lnTo>
                    <a:pt x="330393" y="175736"/>
                  </a:lnTo>
                  <a:lnTo>
                    <a:pt x="331456" y="170536"/>
                  </a:lnTo>
                  <a:lnTo>
                    <a:pt x="332354" y="165305"/>
                  </a:lnTo>
                  <a:lnTo>
                    <a:pt x="333085" y="160049"/>
                  </a:lnTo>
                  <a:lnTo>
                    <a:pt x="333649" y="154772"/>
                  </a:lnTo>
                  <a:lnTo>
                    <a:pt x="334045" y="149479"/>
                  </a:lnTo>
                  <a:lnTo>
                    <a:pt x="334272" y="144177"/>
                  </a:lnTo>
                  <a:lnTo>
                    <a:pt x="334332" y="138870"/>
                  </a:lnTo>
                  <a:lnTo>
                    <a:pt x="334223" y="133564"/>
                  </a:lnTo>
                  <a:lnTo>
                    <a:pt x="333945" y="128265"/>
                  </a:lnTo>
                  <a:lnTo>
                    <a:pt x="333499" y="122976"/>
                  </a:lnTo>
                  <a:lnTo>
                    <a:pt x="332886" y="117705"/>
                  </a:lnTo>
                  <a:lnTo>
                    <a:pt x="332106" y="112455"/>
                  </a:lnTo>
                  <a:lnTo>
                    <a:pt x="331159" y="107233"/>
                  </a:lnTo>
                  <a:lnTo>
                    <a:pt x="330047" y="102044"/>
                  </a:lnTo>
                  <a:lnTo>
                    <a:pt x="328771" y="96892"/>
                  </a:lnTo>
                  <a:lnTo>
                    <a:pt x="327333" y="91784"/>
                  </a:lnTo>
                  <a:lnTo>
                    <a:pt x="325732" y="86724"/>
                  </a:lnTo>
                  <a:lnTo>
                    <a:pt x="323972" y="81717"/>
                  </a:lnTo>
                  <a:lnTo>
                    <a:pt x="322054" y="76769"/>
                  </a:lnTo>
                  <a:lnTo>
                    <a:pt x="319980" y="71884"/>
                  </a:lnTo>
                  <a:lnTo>
                    <a:pt x="317751" y="67067"/>
                  </a:lnTo>
                  <a:lnTo>
                    <a:pt x="315371" y="62324"/>
                  </a:lnTo>
                  <a:lnTo>
                    <a:pt x="312842" y="57658"/>
                  </a:lnTo>
                  <a:lnTo>
                    <a:pt x="310165" y="53075"/>
                  </a:lnTo>
                  <a:lnTo>
                    <a:pt x="307345" y="48579"/>
                  </a:lnTo>
                  <a:lnTo>
                    <a:pt x="304383" y="44176"/>
                  </a:lnTo>
                  <a:lnTo>
                    <a:pt x="301283" y="39868"/>
                  </a:lnTo>
                  <a:lnTo>
                    <a:pt x="298048" y="35661"/>
                  </a:lnTo>
                  <a:lnTo>
                    <a:pt x="294681" y="31559"/>
                  </a:lnTo>
                  <a:lnTo>
                    <a:pt x="291186" y="27565"/>
                  </a:lnTo>
                  <a:lnTo>
                    <a:pt x="287565" y="23685"/>
                  </a:lnTo>
                  <a:lnTo>
                    <a:pt x="283823" y="19922"/>
                  </a:lnTo>
                  <a:lnTo>
                    <a:pt x="279963" y="16279"/>
                  </a:lnTo>
                  <a:lnTo>
                    <a:pt x="275990" y="12761"/>
                  </a:lnTo>
                  <a:lnTo>
                    <a:pt x="271907" y="9370"/>
                  </a:lnTo>
                  <a:lnTo>
                    <a:pt x="267719" y="6111"/>
                  </a:lnTo>
                  <a:lnTo>
                    <a:pt x="263429" y="2986"/>
                  </a:lnTo>
                  <a:lnTo>
                    <a:pt x="259042" y="0"/>
                  </a:lnTo>
                  <a:lnTo>
                    <a:pt x="167166" y="1396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617280" y="941493"/>
              <a:ext cx="91876" cy="167167"/>
            </a:xfrm>
            <a:custGeom>
              <a:avLst/>
              <a:pathLst>
                <a:path w="91876" h="167167">
                  <a:moveTo>
                    <a:pt x="91876" y="27511"/>
                  </a:moveTo>
                  <a:lnTo>
                    <a:pt x="87042" y="24449"/>
                  </a:lnTo>
                  <a:lnTo>
                    <a:pt x="82107" y="21554"/>
                  </a:lnTo>
                  <a:lnTo>
                    <a:pt x="77076" y="18829"/>
                  </a:lnTo>
                  <a:lnTo>
                    <a:pt x="71954" y="16278"/>
                  </a:lnTo>
                  <a:lnTo>
                    <a:pt x="66748" y="13904"/>
                  </a:lnTo>
                  <a:lnTo>
                    <a:pt x="61464" y="11709"/>
                  </a:lnTo>
                  <a:lnTo>
                    <a:pt x="56108" y="9697"/>
                  </a:lnTo>
                  <a:lnTo>
                    <a:pt x="50686" y="7869"/>
                  </a:lnTo>
                  <a:lnTo>
                    <a:pt x="45205" y="6228"/>
                  </a:lnTo>
                  <a:lnTo>
                    <a:pt x="39671" y="4775"/>
                  </a:lnTo>
                  <a:lnTo>
                    <a:pt x="34090" y="3513"/>
                  </a:lnTo>
                  <a:lnTo>
                    <a:pt x="28470" y="2442"/>
                  </a:lnTo>
                  <a:lnTo>
                    <a:pt x="22816" y="1564"/>
                  </a:lnTo>
                  <a:lnTo>
                    <a:pt x="17135" y="880"/>
                  </a:lnTo>
                  <a:lnTo>
                    <a:pt x="11434" y="391"/>
                  </a:lnTo>
                  <a:lnTo>
                    <a:pt x="5720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99777" y="1031511"/>
              <a:ext cx="106117" cy="167167"/>
            </a:xfrm>
            <a:custGeom>
              <a:avLst/>
              <a:pathLst>
                <a:path w="106117" h="167167">
                  <a:moveTo>
                    <a:pt x="106117" y="0"/>
                  </a:moveTo>
                  <a:lnTo>
                    <a:pt x="100370" y="98"/>
                  </a:lnTo>
                  <a:lnTo>
                    <a:pt x="94629" y="395"/>
                  </a:lnTo>
                  <a:lnTo>
                    <a:pt x="88902" y="888"/>
                  </a:lnTo>
                  <a:lnTo>
                    <a:pt x="83196" y="1578"/>
                  </a:lnTo>
                  <a:lnTo>
                    <a:pt x="77516" y="2464"/>
                  </a:lnTo>
                  <a:lnTo>
                    <a:pt x="71870" y="3545"/>
                  </a:lnTo>
                  <a:lnTo>
                    <a:pt x="66265" y="4819"/>
                  </a:lnTo>
                  <a:lnTo>
                    <a:pt x="60707" y="6285"/>
                  </a:lnTo>
                  <a:lnTo>
                    <a:pt x="55203" y="7942"/>
                  </a:lnTo>
                  <a:lnTo>
                    <a:pt x="49759" y="9786"/>
                  </a:lnTo>
                  <a:lnTo>
                    <a:pt x="44381" y="11817"/>
                  </a:lnTo>
                  <a:lnTo>
                    <a:pt x="39077" y="14031"/>
                  </a:lnTo>
                  <a:lnTo>
                    <a:pt x="33851" y="16427"/>
                  </a:lnTo>
                  <a:lnTo>
                    <a:pt x="28712" y="19000"/>
                  </a:lnTo>
                  <a:lnTo>
                    <a:pt x="23663" y="21749"/>
                  </a:lnTo>
                  <a:lnTo>
                    <a:pt x="18713" y="24670"/>
                  </a:lnTo>
                  <a:lnTo>
                    <a:pt x="13865" y="27759"/>
                  </a:lnTo>
                  <a:lnTo>
                    <a:pt x="9127" y="31013"/>
                  </a:lnTo>
                  <a:lnTo>
                    <a:pt x="4503" y="34428"/>
                  </a:lnTo>
                  <a:lnTo>
                    <a:pt x="0" y="38000"/>
                  </a:lnTo>
                  <a:lnTo>
                    <a:pt x="10611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999777" y="1069512"/>
              <a:ext cx="106117" cy="129166"/>
            </a:xfrm>
            <a:custGeom>
              <a:avLst/>
              <a:pathLst>
                <a:path w="106117" h="129166">
                  <a:moveTo>
                    <a:pt x="0" y="0"/>
                  </a:moveTo>
                  <a:lnTo>
                    <a:pt x="106117" y="1291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938739" y="1069512"/>
              <a:ext cx="167154" cy="280446"/>
            </a:xfrm>
            <a:custGeom>
              <a:avLst/>
              <a:pathLst>
                <a:path w="167154" h="280446">
                  <a:moveTo>
                    <a:pt x="61037" y="0"/>
                  </a:moveTo>
                  <a:lnTo>
                    <a:pt x="56962" y="3458"/>
                  </a:lnTo>
                  <a:lnTo>
                    <a:pt x="53000" y="7045"/>
                  </a:lnTo>
                  <a:lnTo>
                    <a:pt x="49154" y="10757"/>
                  </a:lnTo>
                  <a:lnTo>
                    <a:pt x="45429" y="14589"/>
                  </a:lnTo>
                  <a:lnTo>
                    <a:pt x="41829" y="18539"/>
                  </a:lnTo>
                  <a:lnTo>
                    <a:pt x="38356" y="22602"/>
                  </a:lnTo>
                  <a:lnTo>
                    <a:pt x="35015" y="26774"/>
                  </a:lnTo>
                  <a:lnTo>
                    <a:pt x="31809" y="31051"/>
                  </a:lnTo>
                  <a:lnTo>
                    <a:pt x="28742" y="35427"/>
                  </a:lnTo>
                  <a:lnTo>
                    <a:pt x="25816" y="39900"/>
                  </a:lnTo>
                  <a:lnTo>
                    <a:pt x="23035" y="44464"/>
                  </a:lnTo>
                  <a:lnTo>
                    <a:pt x="20401" y="49115"/>
                  </a:lnTo>
                  <a:lnTo>
                    <a:pt x="17917" y="53847"/>
                  </a:lnTo>
                  <a:lnTo>
                    <a:pt x="15585" y="58656"/>
                  </a:lnTo>
                  <a:lnTo>
                    <a:pt x="13408" y="63538"/>
                  </a:lnTo>
                  <a:lnTo>
                    <a:pt x="11389" y="68486"/>
                  </a:lnTo>
                  <a:lnTo>
                    <a:pt x="9529" y="73497"/>
                  </a:lnTo>
                  <a:lnTo>
                    <a:pt x="7830" y="78564"/>
                  </a:lnTo>
                  <a:lnTo>
                    <a:pt x="6293" y="83683"/>
                  </a:lnTo>
                  <a:lnTo>
                    <a:pt x="4922" y="88849"/>
                  </a:lnTo>
                  <a:lnTo>
                    <a:pt x="3716" y="94056"/>
                  </a:lnTo>
                  <a:lnTo>
                    <a:pt x="2677" y="99299"/>
                  </a:lnTo>
                  <a:lnTo>
                    <a:pt x="1806" y="104572"/>
                  </a:lnTo>
                  <a:lnTo>
                    <a:pt x="1104" y="109871"/>
                  </a:lnTo>
                  <a:lnTo>
                    <a:pt x="572" y="115189"/>
                  </a:lnTo>
                  <a:lnTo>
                    <a:pt x="211" y="120521"/>
                  </a:lnTo>
                  <a:lnTo>
                    <a:pt x="20" y="125862"/>
                  </a:lnTo>
                  <a:lnTo>
                    <a:pt x="0" y="131207"/>
                  </a:lnTo>
                  <a:lnTo>
                    <a:pt x="150" y="136550"/>
                  </a:lnTo>
                  <a:lnTo>
                    <a:pt x="472" y="141885"/>
                  </a:lnTo>
                  <a:lnTo>
                    <a:pt x="963" y="147207"/>
                  </a:lnTo>
                  <a:lnTo>
                    <a:pt x="1625" y="152510"/>
                  </a:lnTo>
                  <a:lnTo>
                    <a:pt x="2456" y="157790"/>
                  </a:lnTo>
                  <a:lnTo>
                    <a:pt x="3455" y="163041"/>
                  </a:lnTo>
                  <a:lnTo>
                    <a:pt x="4622" y="168256"/>
                  </a:lnTo>
                  <a:lnTo>
                    <a:pt x="5954" y="173432"/>
                  </a:lnTo>
                  <a:lnTo>
                    <a:pt x="7452" y="178563"/>
                  </a:lnTo>
                  <a:lnTo>
                    <a:pt x="9113" y="183643"/>
                  </a:lnTo>
                  <a:lnTo>
                    <a:pt x="10935" y="188668"/>
                  </a:lnTo>
                  <a:lnTo>
                    <a:pt x="12917" y="193631"/>
                  </a:lnTo>
                  <a:lnTo>
                    <a:pt x="15057" y="198529"/>
                  </a:lnTo>
                  <a:lnTo>
                    <a:pt x="17352" y="203356"/>
                  </a:lnTo>
                  <a:lnTo>
                    <a:pt x="19800" y="208107"/>
                  </a:lnTo>
                  <a:lnTo>
                    <a:pt x="22399" y="212777"/>
                  </a:lnTo>
                  <a:lnTo>
                    <a:pt x="25146" y="217362"/>
                  </a:lnTo>
                  <a:lnTo>
                    <a:pt x="28038" y="221857"/>
                  </a:lnTo>
                  <a:lnTo>
                    <a:pt x="31072" y="226256"/>
                  </a:lnTo>
                  <a:lnTo>
                    <a:pt x="34245" y="230557"/>
                  </a:lnTo>
                  <a:lnTo>
                    <a:pt x="37555" y="234754"/>
                  </a:lnTo>
                  <a:lnTo>
                    <a:pt x="40996" y="238843"/>
                  </a:lnTo>
                  <a:lnTo>
                    <a:pt x="44567" y="242820"/>
                  </a:lnTo>
                  <a:lnTo>
                    <a:pt x="48263" y="246681"/>
                  </a:lnTo>
                  <a:lnTo>
                    <a:pt x="52080" y="250422"/>
                  </a:lnTo>
                  <a:lnTo>
                    <a:pt x="56015" y="254038"/>
                  </a:lnTo>
                  <a:lnTo>
                    <a:pt x="60064" y="257528"/>
                  </a:lnTo>
                  <a:lnTo>
                    <a:pt x="64222" y="260885"/>
                  </a:lnTo>
                  <a:lnTo>
                    <a:pt x="68486" y="264109"/>
                  </a:lnTo>
                  <a:lnTo>
                    <a:pt x="72850" y="267194"/>
                  </a:lnTo>
                  <a:lnTo>
                    <a:pt x="77311" y="270138"/>
                  </a:lnTo>
                  <a:lnTo>
                    <a:pt x="81863" y="272938"/>
                  </a:lnTo>
                  <a:lnTo>
                    <a:pt x="86503" y="275591"/>
                  </a:lnTo>
                  <a:lnTo>
                    <a:pt x="91225" y="278095"/>
                  </a:lnTo>
                  <a:lnTo>
                    <a:pt x="96025" y="280446"/>
                  </a:lnTo>
                  <a:lnTo>
                    <a:pt x="167154" y="1291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4034765" y="1031511"/>
              <a:ext cx="238295" cy="334329"/>
            </a:xfrm>
            <a:custGeom>
              <a:avLst/>
              <a:pathLst>
                <a:path w="238295" h="334329">
                  <a:moveTo>
                    <a:pt x="0" y="318447"/>
                  </a:moveTo>
                  <a:lnTo>
                    <a:pt x="4872" y="320643"/>
                  </a:lnTo>
                  <a:lnTo>
                    <a:pt x="9812" y="322683"/>
                  </a:lnTo>
                  <a:lnTo>
                    <a:pt x="14815" y="324564"/>
                  </a:lnTo>
                  <a:lnTo>
                    <a:pt x="19876" y="326283"/>
                  </a:lnTo>
                  <a:lnTo>
                    <a:pt x="24989" y="327841"/>
                  </a:lnTo>
                  <a:lnTo>
                    <a:pt x="30149" y="329234"/>
                  </a:lnTo>
                  <a:lnTo>
                    <a:pt x="35351" y="330461"/>
                  </a:lnTo>
                  <a:lnTo>
                    <a:pt x="40590" y="331521"/>
                  </a:lnTo>
                  <a:lnTo>
                    <a:pt x="45859" y="332413"/>
                  </a:lnTo>
                  <a:lnTo>
                    <a:pt x="51155" y="333137"/>
                  </a:lnTo>
                  <a:lnTo>
                    <a:pt x="56471" y="333690"/>
                  </a:lnTo>
                  <a:lnTo>
                    <a:pt x="61802" y="334074"/>
                  </a:lnTo>
                  <a:lnTo>
                    <a:pt x="67143" y="334287"/>
                  </a:lnTo>
                  <a:lnTo>
                    <a:pt x="72487" y="334329"/>
                  </a:lnTo>
                  <a:lnTo>
                    <a:pt x="77831" y="334200"/>
                  </a:lnTo>
                  <a:lnTo>
                    <a:pt x="83167" y="333900"/>
                  </a:lnTo>
                  <a:lnTo>
                    <a:pt x="88491" y="333430"/>
                  </a:lnTo>
                  <a:lnTo>
                    <a:pt x="93797" y="332790"/>
                  </a:lnTo>
                  <a:lnTo>
                    <a:pt x="99081" y="331981"/>
                  </a:lnTo>
                  <a:lnTo>
                    <a:pt x="104335" y="331003"/>
                  </a:lnTo>
                  <a:lnTo>
                    <a:pt x="109556" y="329858"/>
                  </a:lnTo>
                  <a:lnTo>
                    <a:pt x="114737" y="328546"/>
                  </a:lnTo>
                  <a:lnTo>
                    <a:pt x="119874" y="327070"/>
                  </a:lnTo>
                  <a:lnTo>
                    <a:pt x="124961" y="325430"/>
                  </a:lnTo>
                  <a:lnTo>
                    <a:pt x="129993" y="323628"/>
                  </a:lnTo>
                  <a:lnTo>
                    <a:pt x="134965" y="321666"/>
                  </a:lnTo>
                  <a:lnTo>
                    <a:pt x="139871" y="319546"/>
                  </a:lnTo>
                  <a:lnTo>
                    <a:pt x="144707" y="317271"/>
                  </a:lnTo>
                  <a:lnTo>
                    <a:pt x="149468" y="314842"/>
                  </a:lnTo>
                  <a:lnTo>
                    <a:pt x="154149" y="312262"/>
                  </a:lnTo>
                  <a:lnTo>
                    <a:pt x="158745" y="309534"/>
                  </a:lnTo>
                  <a:lnTo>
                    <a:pt x="163252" y="306660"/>
                  </a:lnTo>
                  <a:lnTo>
                    <a:pt x="167664" y="303644"/>
                  </a:lnTo>
                  <a:lnTo>
                    <a:pt x="171978" y="300488"/>
                  </a:lnTo>
                  <a:lnTo>
                    <a:pt x="176189" y="297196"/>
                  </a:lnTo>
                  <a:lnTo>
                    <a:pt x="180292" y="293771"/>
                  </a:lnTo>
                  <a:lnTo>
                    <a:pt x="184283" y="290216"/>
                  </a:lnTo>
                  <a:lnTo>
                    <a:pt x="188159" y="286536"/>
                  </a:lnTo>
                  <a:lnTo>
                    <a:pt x="191915" y="282734"/>
                  </a:lnTo>
                  <a:lnTo>
                    <a:pt x="195548" y="278813"/>
                  </a:lnTo>
                  <a:lnTo>
                    <a:pt x="199054" y="274778"/>
                  </a:lnTo>
                  <a:lnTo>
                    <a:pt x="202429" y="270634"/>
                  </a:lnTo>
                  <a:lnTo>
                    <a:pt x="205669" y="266384"/>
                  </a:lnTo>
                  <a:lnTo>
                    <a:pt x="208772" y="262032"/>
                  </a:lnTo>
                  <a:lnTo>
                    <a:pt x="211735" y="257583"/>
                  </a:lnTo>
                  <a:lnTo>
                    <a:pt x="214553" y="253042"/>
                  </a:lnTo>
                  <a:lnTo>
                    <a:pt x="217225" y="248413"/>
                  </a:lnTo>
                  <a:lnTo>
                    <a:pt x="219748" y="243701"/>
                  </a:lnTo>
                  <a:lnTo>
                    <a:pt x="222119" y="238911"/>
                  </a:lnTo>
                  <a:lnTo>
                    <a:pt x="224335" y="234047"/>
                  </a:lnTo>
                  <a:lnTo>
                    <a:pt x="226395" y="229115"/>
                  </a:lnTo>
                  <a:lnTo>
                    <a:pt x="228296" y="224120"/>
                  </a:lnTo>
                  <a:lnTo>
                    <a:pt x="230036" y="219066"/>
                  </a:lnTo>
                  <a:lnTo>
                    <a:pt x="231614" y="213960"/>
                  </a:lnTo>
                  <a:lnTo>
                    <a:pt x="233028" y="208805"/>
                  </a:lnTo>
                  <a:lnTo>
                    <a:pt x="234276" y="203608"/>
                  </a:lnTo>
                  <a:lnTo>
                    <a:pt x="235358" y="198374"/>
                  </a:lnTo>
                  <a:lnTo>
                    <a:pt x="236272" y="193108"/>
                  </a:lnTo>
                  <a:lnTo>
                    <a:pt x="237016" y="187815"/>
                  </a:lnTo>
                  <a:lnTo>
                    <a:pt x="237592" y="182501"/>
                  </a:lnTo>
                  <a:lnTo>
                    <a:pt x="237997" y="177172"/>
                  </a:lnTo>
                  <a:lnTo>
                    <a:pt x="238231" y="171832"/>
                  </a:lnTo>
                  <a:lnTo>
                    <a:pt x="238295" y="166488"/>
                  </a:lnTo>
                  <a:lnTo>
                    <a:pt x="238188" y="161144"/>
                  </a:lnTo>
                  <a:lnTo>
                    <a:pt x="237910" y="155807"/>
                  </a:lnTo>
                  <a:lnTo>
                    <a:pt x="237462" y="150481"/>
                  </a:lnTo>
                  <a:lnTo>
                    <a:pt x="236843" y="145172"/>
                  </a:lnTo>
                  <a:lnTo>
                    <a:pt x="236055" y="139885"/>
                  </a:lnTo>
                  <a:lnTo>
                    <a:pt x="235099" y="134627"/>
                  </a:lnTo>
                  <a:lnTo>
                    <a:pt x="233975" y="129401"/>
                  </a:lnTo>
                  <a:lnTo>
                    <a:pt x="232684" y="124215"/>
                  </a:lnTo>
                  <a:lnTo>
                    <a:pt x="231229" y="119072"/>
                  </a:lnTo>
                  <a:lnTo>
                    <a:pt x="229609" y="113978"/>
                  </a:lnTo>
                  <a:lnTo>
                    <a:pt x="227828" y="108939"/>
                  </a:lnTo>
                  <a:lnTo>
                    <a:pt x="225886" y="103959"/>
                  </a:lnTo>
                  <a:lnTo>
                    <a:pt x="223786" y="99044"/>
                  </a:lnTo>
                  <a:lnTo>
                    <a:pt x="221531" y="94199"/>
                  </a:lnTo>
                  <a:lnTo>
                    <a:pt x="219121" y="89428"/>
                  </a:lnTo>
                  <a:lnTo>
                    <a:pt x="216560" y="84737"/>
                  </a:lnTo>
                  <a:lnTo>
                    <a:pt x="213851" y="80130"/>
                  </a:lnTo>
                  <a:lnTo>
                    <a:pt x="210995" y="75611"/>
                  </a:lnTo>
                  <a:lnTo>
                    <a:pt x="207997" y="71187"/>
                  </a:lnTo>
                  <a:lnTo>
                    <a:pt x="204859" y="66861"/>
                  </a:lnTo>
                  <a:lnTo>
                    <a:pt x="201584" y="62637"/>
                  </a:lnTo>
                  <a:lnTo>
                    <a:pt x="198175" y="58520"/>
                  </a:lnTo>
                  <a:lnTo>
                    <a:pt x="194637" y="54514"/>
                  </a:lnTo>
                  <a:lnTo>
                    <a:pt x="190972" y="50623"/>
                  </a:lnTo>
                  <a:lnTo>
                    <a:pt x="187185" y="46851"/>
                  </a:lnTo>
                  <a:lnTo>
                    <a:pt x="183280" y="43202"/>
                  </a:lnTo>
                  <a:lnTo>
                    <a:pt x="179259" y="39681"/>
                  </a:lnTo>
                  <a:lnTo>
                    <a:pt x="175129" y="36289"/>
                  </a:lnTo>
                  <a:lnTo>
                    <a:pt x="170891" y="33031"/>
                  </a:lnTo>
                  <a:lnTo>
                    <a:pt x="166552" y="29910"/>
                  </a:lnTo>
                  <a:lnTo>
                    <a:pt x="162116" y="26930"/>
                  </a:lnTo>
                  <a:lnTo>
                    <a:pt x="157586" y="24093"/>
                  </a:lnTo>
                  <a:lnTo>
                    <a:pt x="152968" y="21402"/>
                  </a:lnTo>
                  <a:lnTo>
                    <a:pt x="148266" y="18860"/>
                  </a:lnTo>
                  <a:lnTo>
                    <a:pt x="143485" y="16470"/>
                  </a:lnTo>
                  <a:lnTo>
                    <a:pt x="138631" y="14234"/>
                  </a:lnTo>
                  <a:lnTo>
                    <a:pt x="133707" y="12154"/>
                  </a:lnTo>
                  <a:lnTo>
                    <a:pt x="128720" y="10233"/>
                  </a:lnTo>
                  <a:lnTo>
                    <a:pt x="123673" y="8472"/>
                  </a:lnTo>
                  <a:lnTo>
                    <a:pt x="118573" y="6873"/>
                  </a:lnTo>
                  <a:lnTo>
                    <a:pt x="113425" y="5439"/>
                  </a:lnTo>
                  <a:lnTo>
                    <a:pt x="108233" y="4169"/>
                  </a:lnTo>
                  <a:lnTo>
                    <a:pt x="103003" y="3066"/>
                  </a:lnTo>
                  <a:lnTo>
                    <a:pt x="97741" y="2131"/>
                  </a:lnTo>
                  <a:lnTo>
                    <a:pt x="92451" y="1365"/>
                  </a:lnTo>
                  <a:lnTo>
                    <a:pt x="87140" y="768"/>
                  </a:lnTo>
                  <a:lnTo>
                    <a:pt x="81812" y="341"/>
                  </a:lnTo>
                  <a:lnTo>
                    <a:pt x="76473" y="85"/>
                  </a:lnTo>
                  <a:lnTo>
                    <a:pt x="71129" y="0"/>
                  </a:lnTo>
                  <a:lnTo>
                    <a:pt x="7112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461924" y="1236837"/>
              <a:ext cx="167164" cy="325250"/>
            </a:xfrm>
            <a:custGeom>
              <a:avLst/>
              <a:pathLst>
                <a:path w="167164" h="325250">
                  <a:moveTo>
                    <a:pt x="167164" y="0"/>
                  </a:moveTo>
                  <a:lnTo>
                    <a:pt x="161826" y="85"/>
                  </a:lnTo>
                  <a:lnTo>
                    <a:pt x="156494" y="340"/>
                  </a:lnTo>
                  <a:lnTo>
                    <a:pt x="151172" y="766"/>
                  </a:lnTo>
                  <a:lnTo>
                    <a:pt x="145867" y="1362"/>
                  </a:lnTo>
                  <a:lnTo>
                    <a:pt x="140584" y="2126"/>
                  </a:lnTo>
                  <a:lnTo>
                    <a:pt x="135327" y="3059"/>
                  </a:lnTo>
                  <a:lnTo>
                    <a:pt x="130103" y="4159"/>
                  </a:lnTo>
                  <a:lnTo>
                    <a:pt x="124917" y="5426"/>
                  </a:lnTo>
                  <a:lnTo>
                    <a:pt x="119774" y="6857"/>
                  </a:lnTo>
                  <a:lnTo>
                    <a:pt x="114680" y="8452"/>
                  </a:lnTo>
                  <a:lnTo>
                    <a:pt x="109638" y="10209"/>
                  </a:lnTo>
                  <a:lnTo>
                    <a:pt x="104656" y="12126"/>
                  </a:lnTo>
                  <a:lnTo>
                    <a:pt x="99737" y="14201"/>
                  </a:lnTo>
                  <a:lnTo>
                    <a:pt x="94887" y="16432"/>
                  </a:lnTo>
                  <a:lnTo>
                    <a:pt x="90111" y="18817"/>
                  </a:lnTo>
                  <a:lnTo>
                    <a:pt x="85413" y="21353"/>
                  </a:lnTo>
                  <a:lnTo>
                    <a:pt x="80799" y="24038"/>
                  </a:lnTo>
                  <a:lnTo>
                    <a:pt x="76273" y="26868"/>
                  </a:lnTo>
                  <a:lnTo>
                    <a:pt x="71839" y="29842"/>
                  </a:lnTo>
                  <a:lnTo>
                    <a:pt x="67503" y="32956"/>
                  </a:lnTo>
                  <a:lnTo>
                    <a:pt x="63268" y="36207"/>
                  </a:lnTo>
                  <a:lnTo>
                    <a:pt x="59139" y="39591"/>
                  </a:lnTo>
                  <a:lnTo>
                    <a:pt x="55121" y="43105"/>
                  </a:lnTo>
                  <a:lnTo>
                    <a:pt x="51217" y="46746"/>
                  </a:lnTo>
                  <a:lnTo>
                    <a:pt x="47431" y="50510"/>
                  </a:lnTo>
                  <a:lnTo>
                    <a:pt x="43767" y="54393"/>
                  </a:lnTo>
                  <a:lnTo>
                    <a:pt x="40229" y="58390"/>
                  </a:lnTo>
                  <a:lnTo>
                    <a:pt x="36820" y="62499"/>
                  </a:lnTo>
                  <a:lnTo>
                    <a:pt x="33544" y="66714"/>
                  </a:lnTo>
                  <a:lnTo>
                    <a:pt x="30405" y="71032"/>
                  </a:lnTo>
                  <a:lnTo>
                    <a:pt x="27405" y="75448"/>
                  </a:lnTo>
                  <a:lnTo>
                    <a:pt x="24547" y="79958"/>
                  </a:lnTo>
                  <a:lnTo>
                    <a:pt x="21836" y="84556"/>
                  </a:lnTo>
                  <a:lnTo>
                    <a:pt x="19272" y="89239"/>
                  </a:lnTo>
                  <a:lnTo>
                    <a:pt x="16859" y="94001"/>
                  </a:lnTo>
                  <a:lnTo>
                    <a:pt x="14599" y="98837"/>
                  </a:lnTo>
                  <a:lnTo>
                    <a:pt x="12495" y="103744"/>
                  </a:lnTo>
                  <a:lnTo>
                    <a:pt x="10549" y="108715"/>
                  </a:lnTo>
                  <a:lnTo>
                    <a:pt x="8762" y="113746"/>
                  </a:lnTo>
                  <a:lnTo>
                    <a:pt x="7137" y="118831"/>
                  </a:lnTo>
                  <a:lnTo>
                    <a:pt x="5675" y="123965"/>
                  </a:lnTo>
                  <a:lnTo>
                    <a:pt x="4378" y="129144"/>
                  </a:lnTo>
                  <a:lnTo>
                    <a:pt x="3247" y="134361"/>
                  </a:lnTo>
                  <a:lnTo>
                    <a:pt x="2283" y="139612"/>
                  </a:lnTo>
                  <a:lnTo>
                    <a:pt x="1487" y="144891"/>
                  </a:lnTo>
                  <a:lnTo>
                    <a:pt x="861" y="150192"/>
                  </a:lnTo>
                  <a:lnTo>
                    <a:pt x="403" y="155511"/>
                  </a:lnTo>
                  <a:lnTo>
                    <a:pt x="116" y="160842"/>
                  </a:lnTo>
                  <a:lnTo>
                    <a:pt x="0" y="166179"/>
                  </a:lnTo>
                  <a:lnTo>
                    <a:pt x="53" y="171517"/>
                  </a:lnTo>
                  <a:lnTo>
                    <a:pt x="277" y="176851"/>
                  </a:lnTo>
                  <a:lnTo>
                    <a:pt x="672" y="182175"/>
                  </a:lnTo>
                  <a:lnTo>
                    <a:pt x="1236" y="187484"/>
                  </a:lnTo>
                  <a:lnTo>
                    <a:pt x="1969" y="192772"/>
                  </a:lnTo>
                  <a:lnTo>
                    <a:pt x="2871" y="198033"/>
                  </a:lnTo>
                  <a:lnTo>
                    <a:pt x="3940" y="203264"/>
                  </a:lnTo>
                  <a:lnTo>
                    <a:pt x="5176" y="208457"/>
                  </a:lnTo>
                  <a:lnTo>
                    <a:pt x="6577" y="213609"/>
                  </a:lnTo>
                  <a:lnTo>
                    <a:pt x="8142" y="218713"/>
                  </a:lnTo>
                  <a:lnTo>
                    <a:pt x="9869" y="223764"/>
                  </a:lnTo>
                  <a:lnTo>
                    <a:pt x="11756" y="228758"/>
                  </a:lnTo>
                  <a:lnTo>
                    <a:pt x="13802" y="233689"/>
                  </a:lnTo>
                  <a:lnTo>
                    <a:pt x="16005" y="238552"/>
                  </a:lnTo>
                  <a:lnTo>
                    <a:pt x="18361" y="243342"/>
                  </a:lnTo>
                  <a:lnTo>
                    <a:pt x="20869" y="248055"/>
                  </a:lnTo>
                  <a:lnTo>
                    <a:pt x="23527" y="252685"/>
                  </a:lnTo>
                  <a:lnTo>
                    <a:pt x="26331" y="257228"/>
                  </a:lnTo>
                  <a:lnTo>
                    <a:pt x="29278" y="261679"/>
                  </a:lnTo>
                  <a:lnTo>
                    <a:pt x="32366" y="266033"/>
                  </a:lnTo>
                  <a:lnTo>
                    <a:pt x="35592" y="270287"/>
                  </a:lnTo>
                  <a:lnTo>
                    <a:pt x="38952" y="274436"/>
                  </a:lnTo>
                  <a:lnTo>
                    <a:pt x="42443" y="278475"/>
                  </a:lnTo>
                  <a:lnTo>
                    <a:pt x="46060" y="282401"/>
                  </a:lnTo>
                  <a:lnTo>
                    <a:pt x="49802" y="286209"/>
                  </a:lnTo>
                  <a:lnTo>
                    <a:pt x="53663" y="289896"/>
                  </a:lnTo>
                  <a:lnTo>
                    <a:pt x="57639" y="293457"/>
                  </a:lnTo>
                  <a:lnTo>
                    <a:pt x="61728" y="296890"/>
                  </a:lnTo>
                  <a:lnTo>
                    <a:pt x="65924" y="300191"/>
                  </a:lnTo>
                  <a:lnTo>
                    <a:pt x="70223" y="303356"/>
                  </a:lnTo>
                  <a:lnTo>
                    <a:pt x="74621" y="306382"/>
                  </a:lnTo>
                  <a:lnTo>
                    <a:pt x="79113" y="309266"/>
                  </a:lnTo>
                  <a:lnTo>
                    <a:pt x="83696" y="312005"/>
                  </a:lnTo>
                  <a:lnTo>
                    <a:pt x="88363" y="314596"/>
                  </a:lnTo>
                  <a:lnTo>
                    <a:pt x="93111" y="317037"/>
                  </a:lnTo>
                  <a:lnTo>
                    <a:pt x="97934" y="319325"/>
                  </a:lnTo>
                  <a:lnTo>
                    <a:pt x="102828" y="321458"/>
                  </a:lnTo>
                  <a:lnTo>
                    <a:pt x="107788" y="323434"/>
                  </a:lnTo>
                  <a:lnTo>
                    <a:pt x="112808" y="32525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574732" y="1404005"/>
              <a:ext cx="54356" cy="158083"/>
            </a:xfrm>
            <a:custGeom>
              <a:avLst/>
              <a:pathLst>
                <a:path w="54356" h="158083">
                  <a:moveTo>
                    <a:pt x="0" y="158083"/>
                  </a:moveTo>
                  <a:lnTo>
                    <a:pt x="5435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574732" y="1251856"/>
              <a:ext cx="221514" cy="319306"/>
            </a:xfrm>
            <a:custGeom>
              <a:avLst/>
              <a:pathLst>
                <a:path w="221514" h="319306">
                  <a:moveTo>
                    <a:pt x="0" y="310231"/>
                  </a:moveTo>
                  <a:lnTo>
                    <a:pt x="5095" y="311893"/>
                  </a:lnTo>
                  <a:lnTo>
                    <a:pt x="10240" y="313390"/>
                  </a:lnTo>
                  <a:lnTo>
                    <a:pt x="15431" y="314721"/>
                  </a:lnTo>
                  <a:lnTo>
                    <a:pt x="20663" y="315885"/>
                  </a:lnTo>
                  <a:lnTo>
                    <a:pt x="25928" y="316881"/>
                  </a:lnTo>
                  <a:lnTo>
                    <a:pt x="31223" y="317707"/>
                  </a:lnTo>
                  <a:lnTo>
                    <a:pt x="36542" y="318364"/>
                  </a:lnTo>
                  <a:lnTo>
                    <a:pt x="41879" y="318849"/>
                  </a:lnTo>
                  <a:lnTo>
                    <a:pt x="47229" y="319164"/>
                  </a:lnTo>
                  <a:lnTo>
                    <a:pt x="52586" y="319306"/>
                  </a:lnTo>
                  <a:lnTo>
                    <a:pt x="57945" y="319277"/>
                  </a:lnTo>
                  <a:lnTo>
                    <a:pt x="63300" y="319076"/>
                  </a:lnTo>
                  <a:lnTo>
                    <a:pt x="68646" y="318704"/>
                  </a:lnTo>
                  <a:lnTo>
                    <a:pt x="73978" y="318160"/>
                  </a:lnTo>
                  <a:lnTo>
                    <a:pt x="79289" y="317446"/>
                  </a:lnTo>
                  <a:lnTo>
                    <a:pt x="84575" y="316562"/>
                  </a:lnTo>
                  <a:lnTo>
                    <a:pt x="89829" y="315509"/>
                  </a:lnTo>
                  <a:lnTo>
                    <a:pt x="95047" y="314288"/>
                  </a:lnTo>
                  <a:lnTo>
                    <a:pt x="100223" y="312900"/>
                  </a:lnTo>
                  <a:lnTo>
                    <a:pt x="105353" y="311347"/>
                  </a:lnTo>
                  <a:lnTo>
                    <a:pt x="110429" y="309631"/>
                  </a:lnTo>
                  <a:lnTo>
                    <a:pt x="115449" y="307752"/>
                  </a:lnTo>
                  <a:lnTo>
                    <a:pt x="120405" y="305714"/>
                  </a:lnTo>
                  <a:lnTo>
                    <a:pt x="125293" y="303518"/>
                  </a:lnTo>
                  <a:lnTo>
                    <a:pt x="130109" y="301166"/>
                  </a:lnTo>
                  <a:lnTo>
                    <a:pt x="134847" y="298662"/>
                  </a:lnTo>
                  <a:lnTo>
                    <a:pt x="139501" y="296006"/>
                  </a:lnTo>
                  <a:lnTo>
                    <a:pt x="144069" y="293203"/>
                  </a:lnTo>
                  <a:lnTo>
                    <a:pt x="148544" y="290255"/>
                  </a:lnTo>
                  <a:lnTo>
                    <a:pt x="152923" y="287165"/>
                  </a:lnTo>
                  <a:lnTo>
                    <a:pt x="157200" y="283936"/>
                  </a:lnTo>
                  <a:lnTo>
                    <a:pt x="161371" y="280572"/>
                  </a:lnTo>
                  <a:lnTo>
                    <a:pt x="165433" y="277076"/>
                  </a:lnTo>
                  <a:lnTo>
                    <a:pt x="169380" y="273451"/>
                  </a:lnTo>
                  <a:lnTo>
                    <a:pt x="173209" y="269702"/>
                  </a:lnTo>
                  <a:lnTo>
                    <a:pt x="176916" y="265832"/>
                  </a:lnTo>
                  <a:lnTo>
                    <a:pt x="180497" y="261845"/>
                  </a:lnTo>
                  <a:lnTo>
                    <a:pt x="183949" y="257745"/>
                  </a:lnTo>
                  <a:lnTo>
                    <a:pt x="187267" y="253537"/>
                  </a:lnTo>
                  <a:lnTo>
                    <a:pt x="190448" y="249224"/>
                  </a:lnTo>
                  <a:lnTo>
                    <a:pt x="193490" y="244812"/>
                  </a:lnTo>
                  <a:lnTo>
                    <a:pt x="196389" y="240305"/>
                  </a:lnTo>
                  <a:lnTo>
                    <a:pt x="199142" y="235707"/>
                  </a:lnTo>
                  <a:lnTo>
                    <a:pt x="201746" y="231023"/>
                  </a:lnTo>
                  <a:lnTo>
                    <a:pt x="204198" y="226258"/>
                  </a:lnTo>
                  <a:lnTo>
                    <a:pt x="206497" y="221417"/>
                  </a:lnTo>
                  <a:lnTo>
                    <a:pt x="208639" y="216504"/>
                  </a:lnTo>
                  <a:lnTo>
                    <a:pt x="210622" y="211526"/>
                  </a:lnTo>
                  <a:lnTo>
                    <a:pt x="212445" y="206487"/>
                  </a:lnTo>
                  <a:lnTo>
                    <a:pt x="214106" y="201391"/>
                  </a:lnTo>
                  <a:lnTo>
                    <a:pt x="215602" y="196245"/>
                  </a:lnTo>
                  <a:lnTo>
                    <a:pt x="216933" y="191054"/>
                  </a:lnTo>
                  <a:lnTo>
                    <a:pt x="218096" y="185823"/>
                  </a:lnTo>
                  <a:lnTo>
                    <a:pt x="219092" y="180557"/>
                  </a:lnTo>
                  <a:lnTo>
                    <a:pt x="219918" y="175262"/>
                  </a:lnTo>
                  <a:lnTo>
                    <a:pt x="220574" y="169943"/>
                  </a:lnTo>
                  <a:lnTo>
                    <a:pt x="221059" y="164606"/>
                  </a:lnTo>
                  <a:lnTo>
                    <a:pt x="221372" y="159256"/>
                  </a:lnTo>
                  <a:lnTo>
                    <a:pt x="221514" y="153899"/>
                  </a:lnTo>
                  <a:lnTo>
                    <a:pt x="221484" y="148540"/>
                  </a:lnTo>
                  <a:lnTo>
                    <a:pt x="221283" y="143185"/>
                  </a:lnTo>
                  <a:lnTo>
                    <a:pt x="220910" y="137839"/>
                  </a:lnTo>
                  <a:lnTo>
                    <a:pt x="220366" y="132508"/>
                  </a:lnTo>
                  <a:lnTo>
                    <a:pt x="219651" y="127196"/>
                  </a:lnTo>
                  <a:lnTo>
                    <a:pt x="218766" y="121911"/>
                  </a:lnTo>
                  <a:lnTo>
                    <a:pt x="217712" y="116656"/>
                  </a:lnTo>
                  <a:lnTo>
                    <a:pt x="216491" y="111438"/>
                  </a:lnTo>
                  <a:lnTo>
                    <a:pt x="215102" y="106262"/>
                  </a:lnTo>
                  <a:lnTo>
                    <a:pt x="213549" y="101133"/>
                  </a:lnTo>
                  <a:lnTo>
                    <a:pt x="211832" y="96057"/>
                  </a:lnTo>
                  <a:lnTo>
                    <a:pt x="209953" y="91038"/>
                  </a:lnTo>
                  <a:lnTo>
                    <a:pt x="207914" y="86082"/>
                  </a:lnTo>
                  <a:lnTo>
                    <a:pt x="205718" y="81194"/>
                  </a:lnTo>
                  <a:lnTo>
                    <a:pt x="203366" y="76378"/>
                  </a:lnTo>
                  <a:lnTo>
                    <a:pt x="200860" y="71641"/>
                  </a:lnTo>
                  <a:lnTo>
                    <a:pt x="198204" y="66986"/>
                  </a:lnTo>
                  <a:lnTo>
                    <a:pt x="195401" y="62419"/>
                  </a:lnTo>
                  <a:lnTo>
                    <a:pt x="192452" y="57944"/>
                  </a:lnTo>
                  <a:lnTo>
                    <a:pt x="189362" y="53566"/>
                  </a:lnTo>
                  <a:lnTo>
                    <a:pt x="186132" y="49289"/>
                  </a:lnTo>
                  <a:lnTo>
                    <a:pt x="182767" y="45118"/>
                  </a:lnTo>
                  <a:lnTo>
                    <a:pt x="179271" y="41057"/>
                  </a:lnTo>
                  <a:lnTo>
                    <a:pt x="175646" y="37110"/>
                  </a:lnTo>
                  <a:lnTo>
                    <a:pt x="171896" y="33281"/>
                  </a:lnTo>
                  <a:lnTo>
                    <a:pt x="168025" y="29575"/>
                  </a:lnTo>
                  <a:lnTo>
                    <a:pt x="164038" y="25994"/>
                  </a:lnTo>
                  <a:lnTo>
                    <a:pt x="159938" y="22543"/>
                  </a:lnTo>
                  <a:lnTo>
                    <a:pt x="155729" y="19226"/>
                  </a:lnTo>
                  <a:lnTo>
                    <a:pt x="151417" y="16045"/>
                  </a:lnTo>
                  <a:lnTo>
                    <a:pt x="147004" y="13003"/>
                  </a:lnTo>
                  <a:lnTo>
                    <a:pt x="142496" y="10105"/>
                  </a:lnTo>
                  <a:lnTo>
                    <a:pt x="137898" y="7353"/>
                  </a:lnTo>
                  <a:lnTo>
                    <a:pt x="133214" y="4749"/>
                  </a:lnTo>
                  <a:lnTo>
                    <a:pt x="128449" y="2297"/>
                  </a:lnTo>
                  <a:lnTo>
                    <a:pt x="123607" y="0"/>
                  </a:lnTo>
                  <a:lnTo>
                    <a:pt x="54356" y="1521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629088" y="1236837"/>
              <a:ext cx="69251" cy="167167"/>
            </a:xfrm>
            <a:custGeom>
              <a:avLst/>
              <a:pathLst>
                <a:path w="69251" h="167167">
                  <a:moveTo>
                    <a:pt x="69251" y="15018"/>
                  </a:moveTo>
                  <a:lnTo>
                    <a:pt x="63792" y="12650"/>
                  </a:lnTo>
                  <a:lnTo>
                    <a:pt x="58253" y="10478"/>
                  </a:lnTo>
                  <a:lnTo>
                    <a:pt x="52640" y="8504"/>
                  </a:lnTo>
                  <a:lnTo>
                    <a:pt x="46961" y="6731"/>
                  </a:lnTo>
                  <a:lnTo>
                    <a:pt x="41221" y="5162"/>
                  </a:lnTo>
                  <a:lnTo>
                    <a:pt x="35430" y="3797"/>
                  </a:lnTo>
                  <a:lnTo>
                    <a:pt x="29594" y="2640"/>
                  </a:lnTo>
                  <a:lnTo>
                    <a:pt x="23720" y="1691"/>
                  </a:lnTo>
                  <a:lnTo>
                    <a:pt x="17816" y="952"/>
                  </a:lnTo>
                  <a:lnTo>
                    <a:pt x="11890" y="423"/>
                  </a:lnTo>
                  <a:lnTo>
                    <a:pt x="5948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084424" y="1546402"/>
              <a:ext cx="128142" cy="167167"/>
            </a:xfrm>
            <a:custGeom>
              <a:avLst/>
              <a:pathLst>
                <a:path w="128142" h="167167">
                  <a:moveTo>
                    <a:pt x="128142" y="0"/>
                  </a:moveTo>
                  <a:lnTo>
                    <a:pt x="122527" y="94"/>
                  </a:lnTo>
                  <a:lnTo>
                    <a:pt x="116919" y="377"/>
                  </a:lnTo>
                  <a:lnTo>
                    <a:pt x="111323" y="848"/>
                  </a:lnTo>
                  <a:lnTo>
                    <a:pt x="105746" y="1507"/>
                  </a:lnTo>
                  <a:lnTo>
                    <a:pt x="100195" y="2352"/>
                  </a:lnTo>
                  <a:lnTo>
                    <a:pt x="94674" y="3384"/>
                  </a:lnTo>
                  <a:lnTo>
                    <a:pt x="89192" y="4600"/>
                  </a:lnTo>
                  <a:lnTo>
                    <a:pt x="83754" y="6000"/>
                  </a:lnTo>
                  <a:lnTo>
                    <a:pt x="78366" y="7582"/>
                  </a:lnTo>
                  <a:lnTo>
                    <a:pt x="73034" y="9344"/>
                  </a:lnTo>
                  <a:lnTo>
                    <a:pt x="67764" y="11284"/>
                  </a:lnTo>
                  <a:lnTo>
                    <a:pt x="62562" y="13400"/>
                  </a:lnTo>
                  <a:lnTo>
                    <a:pt x="57434" y="15690"/>
                  </a:lnTo>
                  <a:lnTo>
                    <a:pt x="52386" y="18150"/>
                  </a:lnTo>
                  <a:lnTo>
                    <a:pt x="47424" y="20779"/>
                  </a:lnTo>
                  <a:lnTo>
                    <a:pt x="42552" y="23573"/>
                  </a:lnTo>
                  <a:lnTo>
                    <a:pt x="37778" y="26528"/>
                  </a:lnTo>
                  <a:lnTo>
                    <a:pt x="33105" y="29643"/>
                  </a:lnTo>
                  <a:lnTo>
                    <a:pt x="28539" y="32913"/>
                  </a:lnTo>
                  <a:lnTo>
                    <a:pt x="24086" y="36334"/>
                  </a:lnTo>
                  <a:lnTo>
                    <a:pt x="19750" y="39903"/>
                  </a:lnTo>
                  <a:lnTo>
                    <a:pt x="15537" y="43615"/>
                  </a:lnTo>
                  <a:lnTo>
                    <a:pt x="11451" y="47467"/>
                  </a:lnTo>
                  <a:lnTo>
                    <a:pt x="7496" y="51454"/>
                  </a:lnTo>
                  <a:lnTo>
                    <a:pt x="3678" y="55572"/>
                  </a:lnTo>
                  <a:lnTo>
                    <a:pt x="0" y="59815"/>
                  </a:lnTo>
                  <a:lnTo>
                    <a:pt x="12814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4424" y="1606218"/>
              <a:ext cx="128142" cy="107351"/>
            </a:xfrm>
            <a:custGeom>
              <a:avLst/>
              <a:pathLst>
                <a:path w="128142" h="107351">
                  <a:moveTo>
                    <a:pt x="0" y="0"/>
                  </a:moveTo>
                  <a:lnTo>
                    <a:pt x="128142" y="1073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45399" y="1568962"/>
              <a:ext cx="334334" cy="311754"/>
            </a:xfrm>
            <a:custGeom>
              <a:avLst/>
              <a:pathLst>
                <a:path w="334334" h="311754">
                  <a:moveTo>
                    <a:pt x="39024" y="37255"/>
                  </a:moveTo>
                  <a:lnTo>
                    <a:pt x="35685" y="41372"/>
                  </a:lnTo>
                  <a:lnTo>
                    <a:pt x="32477" y="45593"/>
                  </a:lnTo>
                  <a:lnTo>
                    <a:pt x="29405" y="49914"/>
                  </a:lnTo>
                  <a:lnTo>
                    <a:pt x="26472" y="54330"/>
                  </a:lnTo>
                  <a:lnTo>
                    <a:pt x="23680" y="58837"/>
                  </a:lnTo>
                  <a:lnTo>
                    <a:pt x="21032" y="63430"/>
                  </a:lnTo>
                  <a:lnTo>
                    <a:pt x="18532" y="68105"/>
                  </a:lnTo>
                  <a:lnTo>
                    <a:pt x="16180" y="72857"/>
                  </a:lnTo>
                  <a:lnTo>
                    <a:pt x="13981" y="77681"/>
                  </a:lnTo>
                  <a:lnTo>
                    <a:pt x="11936" y="82572"/>
                  </a:lnTo>
                  <a:lnTo>
                    <a:pt x="10047" y="87525"/>
                  </a:lnTo>
                  <a:lnTo>
                    <a:pt x="8316" y="92536"/>
                  </a:lnTo>
                  <a:lnTo>
                    <a:pt x="6745" y="97600"/>
                  </a:lnTo>
                  <a:lnTo>
                    <a:pt x="5335" y="102710"/>
                  </a:lnTo>
                  <a:lnTo>
                    <a:pt x="4088" y="107863"/>
                  </a:lnTo>
                  <a:lnTo>
                    <a:pt x="3004" y="113053"/>
                  </a:lnTo>
                  <a:lnTo>
                    <a:pt x="2086" y="118274"/>
                  </a:lnTo>
                  <a:lnTo>
                    <a:pt x="1334" y="123522"/>
                  </a:lnTo>
                  <a:lnTo>
                    <a:pt x="749" y="128791"/>
                  </a:lnTo>
                  <a:lnTo>
                    <a:pt x="331" y="134077"/>
                  </a:lnTo>
                  <a:lnTo>
                    <a:pt x="81" y="139372"/>
                  </a:lnTo>
                  <a:lnTo>
                    <a:pt x="0" y="144673"/>
                  </a:lnTo>
                  <a:lnTo>
                    <a:pt x="86" y="149974"/>
                  </a:lnTo>
                  <a:lnTo>
                    <a:pt x="340" y="155269"/>
                  </a:lnTo>
                  <a:lnTo>
                    <a:pt x="762" y="160554"/>
                  </a:lnTo>
                  <a:lnTo>
                    <a:pt x="1351" y="165823"/>
                  </a:lnTo>
                  <a:lnTo>
                    <a:pt x="2107" y="171070"/>
                  </a:lnTo>
                  <a:lnTo>
                    <a:pt x="3030" y="176291"/>
                  </a:lnTo>
                  <a:lnTo>
                    <a:pt x="4117" y="181480"/>
                  </a:lnTo>
                  <a:lnTo>
                    <a:pt x="5368" y="186632"/>
                  </a:lnTo>
                  <a:lnTo>
                    <a:pt x="6782" y="191741"/>
                  </a:lnTo>
                  <a:lnTo>
                    <a:pt x="8357" y="196803"/>
                  </a:lnTo>
                  <a:lnTo>
                    <a:pt x="10092" y="201813"/>
                  </a:lnTo>
                  <a:lnTo>
                    <a:pt x="11985" y="206765"/>
                  </a:lnTo>
                  <a:lnTo>
                    <a:pt x="14035" y="211655"/>
                  </a:lnTo>
                  <a:lnTo>
                    <a:pt x="16238" y="216477"/>
                  </a:lnTo>
                  <a:lnTo>
                    <a:pt x="18593" y="221226"/>
                  </a:lnTo>
                  <a:lnTo>
                    <a:pt x="21097" y="225899"/>
                  </a:lnTo>
                  <a:lnTo>
                    <a:pt x="23748" y="230490"/>
                  </a:lnTo>
                  <a:lnTo>
                    <a:pt x="26544" y="234995"/>
                  </a:lnTo>
                  <a:lnTo>
                    <a:pt x="29481" y="239409"/>
                  </a:lnTo>
                  <a:lnTo>
                    <a:pt x="32556" y="243727"/>
                  </a:lnTo>
                  <a:lnTo>
                    <a:pt x="35767" y="247946"/>
                  </a:lnTo>
                  <a:lnTo>
                    <a:pt x="39110" y="252060"/>
                  </a:lnTo>
                  <a:lnTo>
                    <a:pt x="42582" y="256067"/>
                  </a:lnTo>
                  <a:lnTo>
                    <a:pt x="46179" y="259962"/>
                  </a:lnTo>
                  <a:lnTo>
                    <a:pt x="49897" y="263740"/>
                  </a:lnTo>
                  <a:lnTo>
                    <a:pt x="53734" y="267399"/>
                  </a:lnTo>
                  <a:lnTo>
                    <a:pt x="57685" y="270934"/>
                  </a:lnTo>
                  <a:lnTo>
                    <a:pt x="61746" y="274342"/>
                  </a:lnTo>
                  <a:lnTo>
                    <a:pt x="65913" y="277620"/>
                  </a:lnTo>
                  <a:lnTo>
                    <a:pt x="70182" y="280764"/>
                  </a:lnTo>
                  <a:lnTo>
                    <a:pt x="74548" y="283771"/>
                  </a:lnTo>
                  <a:lnTo>
                    <a:pt x="79007" y="286638"/>
                  </a:lnTo>
                  <a:lnTo>
                    <a:pt x="83555" y="289362"/>
                  </a:lnTo>
                  <a:lnTo>
                    <a:pt x="88188" y="291940"/>
                  </a:lnTo>
                  <a:lnTo>
                    <a:pt x="92899" y="294371"/>
                  </a:lnTo>
                  <a:lnTo>
                    <a:pt x="97686" y="296650"/>
                  </a:lnTo>
                  <a:lnTo>
                    <a:pt x="102542" y="298777"/>
                  </a:lnTo>
                  <a:lnTo>
                    <a:pt x="107463" y="300749"/>
                  </a:lnTo>
                  <a:lnTo>
                    <a:pt x="112445" y="302564"/>
                  </a:lnTo>
                  <a:lnTo>
                    <a:pt x="117481" y="304219"/>
                  </a:lnTo>
                  <a:lnTo>
                    <a:pt x="122567" y="305715"/>
                  </a:lnTo>
                  <a:lnTo>
                    <a:pt x="127698" y="307048"/>
                  </a:lnTo>
                  <a:lnTo>
                    <a:pt x="132869" y="308218"/>
                  </a:lnTo>
                  <a:lnTo>
                    <a:pt x="138075" y="309223"/>
                  </a:lnTo>
                  <a:lnTo>
                    <a:pt x="143309" y="310063"/>
                  </a:lnTo>
                  <a:lnTo>
                    <a:pt x="148568" y="310736"/>
                  </a:lnTo>
                  <a:lnTo>
                    <a:pt x="153845" y="311242"/>
                  </a:lnTo>
                  <a:lnTo>
                    <a:pt x="159136" y="311581"/>
                  </a:lnTo>
                  <a:lnTo>
                    <a:pt x="164435" y="311752"/>
                  </a:lnTo>
                  <a:lnTo>
                    <a:pt x="169736" y="311754"/>
                  </a:lnTo>
                  <a:lnTo>
                    <a:pt x="175035" y="311589"/>
                  </a:lnTo>
                  <a:lnTo>
                    <a:pt x="180326" y="311255"/>
                  </a:lnTo>
                  <a:lnTo>
                    <a:pt x="185604" y="310754"/>
                  </a:lnTo>
                  <a:lnTo>
                    <a:pt x="190864" y="310086"/>
                  </a:lnTo>
                  <a:lnTo>
                    <a:pt x="196099" y="309251"/>
                  </a:lnTo>
                  <a:lnTo>
                    <a:pt x="201305" y="308251"/>
                  </a:lnTo>
                  <a:lnTo>
                    <a:pt x="206477" y="307086"/>
                  </a:lnTo>
                  <a:lnTo>
                    <a:pt x="211610" y="305758"/>
                  </a:lnTo>
                  <a:lnTo>
                    <a:pt x="216698" y="304268"/>
                  </a:lnTo>
                  <a:lnTo>
                    <a:pt x="221736" y="302617"/>
                  </a:lnTo>
                  <a:lnTo>
                    <a:pt x="226719" y="300807"/>
                  </a:lnTo>
                  <a:lnTo>
                    <a:pt x="231642" y="298840"/>
                  </a:lnTo>
                  <a:lnTo>
                    <a:pt x="236500" y="296718"/>
                  </a:lnTo>
                  <a:lnTo>
                    <a:pt x="241289" y="294443"/>
                  </a:lnTo>
                  <a:lnTo>
                    <a:pt x="246003" y="292017"/>
                  </a:lnTo>
                  <a:lnTo>
                    <a:pt x="250638" y="289443"/>
                  </a:lnTo>
                  <a:lnTo>
                    <a:pt x="255188" y="286723"/>
                  </a:lnTo>
                  <a:lnTo>
                    <a:pt x="259651" y="283861"/>
                  </a:lnTo>
                  <a:lnTo>
                    <a:pt x="264020" y="280858"/>
                  </a:lnTo>
                  <a:lnTo>
                    <a:pt x="268292" y="277718"/>
                  </a:lnTo>
                  <a:lnTo>
                    <a:pt x="272462" y="274445"/>
                  </a:lnTo>
                  <a:lnTo>
                    <a:pt x="276526" y="271041"/>
                  </a:lnTo>
                  <a:lnTo>
                    <a:pt x="280480" y="267509"/>
                  </a:lnTo>
                  <a:lnTo>
                    <a:pt x="284321" y="263854"/>
                  </a:lnTo>
                  <a:lnTo>
                    <a:pt x="288043" y="260079"/>
                  </a:lnTo>
                  <a:lnTo>
                    <a:pt x="291644" y="256188"/>
                  </a:lnTo>
                  <a:lnTo>
                    <a:pt x="295120" y="252185"/>
                  </a:lnTo>
                  <a:lnTo>
                    <a:pt x="298466" y="248073"/>
                  </a:lnTo>
                  <a:lnTo>
                    <a:pt x="301681" y="243858"/>
                  </a:lnTo>
                  <a:lnTo>
                    <a:pt x="304761" y="239543"/>
                  </a:lnTo>
                  <a:lnTo>
                    <a:pt x="307702" y="235132"/>
                  </a:lnTo>
                  <a:lnTo>
                    <a:pt x="310502" y="230630"/>
                  </a:lnTo>
                  <a:lnTo>
                    <a:pt x="313158" y="226041"/>
                  </a:lnTo>
                  <a:lnTo>
                    <a:pt x="315667" y="221371"/>
                  </a:lnTo>
                  <a:lnTo>
                    <a:pt x="318026" y="216623"/>
                  </a:lnTo>
                  <a:lnTo>
                    <a:pt x="320234" y="211803"/>
                  </a:lnTo>
                  <a:lnTo>
                    <a:pt x="322288" y="206916"/>
                  </a:lnTo>
                  <a:lnTo>
                    <a:pt x="324186" y="201966"/>
                  </a:lnTo>
                  <a:lnTo>
                    <a:pt x="325926" y="196958"/>
                  </a:lnTo>
                  <a:lnTo>
                    <a:pt x="327506" y="191897"/>
                  </a:lnTo>
                  <a:lnTo>
                    <a:pt x="328925" y="186789"/>
                  </a:lnTo>
                  <a:lnTo>
                    <a:pt x="330181" y="181638"/>
                  </a:lnTo>
                  <a:lnTo>
                    <a:pt x="331273" y="176451"/>
                  </a:lnTo>
                  <a:lnTo>
                    <a:pt x="332201" y="171231"/>
                  </a:lnTo>
                  <a:lnTo>
                    <a:pt x="332962" y="165984"/>
                  </a:lnTo>
                  <a:lnTo>
                    <a:pt x="333556" y="160716"/>
                  </a:lnTo>
                  <a:lnTo>
                    <a:pt x="333984" y="155432"/>
                  </a:lnTo>
                  <a:lnTo>
                    <a:pt x="334243" y="150137"/>
                  </a:lnTo>
                  <a:lnTo>
                    <a:pt x="334334" y="144836"/>
                  </a:lnTo>
                  <a:lnTo>
                    <a:pt x="334257" y="139535"/>
                  </a:lnTo>
                  <a:lnTo>
                    <a:pt x="334013" y="134239"/>
                  </a:lnTo>
                  <a:lnTo>
                    <a:pt x="333600" y="128953"/>
                  </a:lnTo>
                  <a:lnTo>
                    <a:pt x="333020" y="123684"/>
                  </a:lnTo>
                  <a:lnTo>
                    <a:pt x="332273" y="118435"/>
                  </a:lnTo>
                  <a:lnTo>
                    <a:pt x="331360" y="113213"/>
                  </a:lnTo>
                  <a:lnTo>
                    <a:pt x="330282" y="108022"/>
                  </a:lnTo>
                  <a:lnTo>
                    <a:pt x="329040" y="102868"/>
                  </a:lnTo>
                  <a:lnTo>
                    <a:pt x="327635" y="97756"/>
                  </a:lnTo>
                  <a:lnTo>
                    <a:pt x="326069" y="92691"/>
                  </a:lnTo>
                  <a:lnTo>
                    <a:pt x="324342" y="87678"/>
                  </a:lnTo>
                  <a:lnTo>
                    <a:pt x="322458" y="82723"/>
                  </a:lnTo>
                  <a:lnTo>
                    <a:pt x="320418" y="77830"/>
                  </a:lnTo>
                  <a:lnTo>
                    <a:pt x="318223" y="73004"/>
                  </a:lnTo>
                  <a:lnTo>
                    <a:pt x="315877" y="68250"/>
                  </a:lnTo>
                  <a:lnTo>
                    <a:pt x="313381" y="63572"/>
                  </a:lnTo>
                  <a:lnTo>
                    <a:pt x="310737" y="58977"/>
                  </a:lnTo>
                  <a:lnTo>
                    <a:pt x="307950" y="54467"/>
                  </a:lnTo>
                  <a:lnTo>
                    <a:pt x="305021" y="50048"/>
                  </a:lnTo>
                  <a:lnTo>
                    <a:pt x="301953" y="45724"/>
                  </a:lnTo>
                  <a:lnTo>
                    <a:pt x="298750" y="41500"/>
                  </a:lnTo>
                  <a:lnTo>
                    <a:pt x="295414" y="37379"/>
                  </a:lnTo>
                  <a:lnTo>
                    <a:pt x="291949" y="33367"/>
                  </a:lnTo>
                  <a:lnTo>
                    <a:pt x="288359" y="29466"/>
                  </a:lnTo>
                  <a:lnTo>
                    <a:pt x="284647" y="25681"/>
                  </a:lnTo>
                  <a:lnTo>
                    <a:pt x="280817" y="22015"/>
                  </a:lnTo>
                  <a:lnTo>
                    <a:pt x="276872" y="18473"/>
                  </a:lnTo>
                  <a:lnTo>
                    <a:pt x="272817" y="15058"/>
                  </a:lnTo>
                  <a:lnTo>
                    <a:pt x="268656" y="11773"/>
                  </a:lnTo>
                  <a:lnTo>
                    <a:pt x="264393" y="8621"/>
                  </a:lnTo>
                  <a:lnTo>
                    <a:pt x="260032" y="5607"/>
                  </a:lnTo>
                  <a:lnTo>
                    <a:pt x="255578" y="2732"/>
                  </a:lnTo>
                  <a:lnTo>
                    <a:pt x="251034" y="0"/>
                  </a:lnTo>
                  <a:lnTo>
                    <a:pt x="167167" y="1446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212566" y="1546402"/>
              <a:ext cx="83867" cy="167167"/>
            </a:xfrm>
            <a:custGeom>
              <a:avLst/>
              <a:pathLst>
                <a:path w="83867" h="167167">
                  <a:moveTo>
                    <a:pt x="83867" y="22560"/>
                  </a:moveTo>
                  <a:lnTo>
                    <a:pt x="78750" y="19711"/>
                  </a:lnTo>
                  <a:lnTo>
                    <a:pt x="73536" y="17043"/>
                  </a:lnTo>
                  <a:lnTo>
                    <a:pt x="68232" y="14559"/>
                  </a:lnTo>
                  <a:lnTo>
                    <a:pt x="62844" y="12262"/>
                  </a:lnTo>
                  <a:lnTo>
                    <a:pt x="57379" y="10156"/>
                  </a:lnTo>
                  <a:lnTo>
                    <a:pt x="51844" y="8242"/>
                  </a:lnTo>
                  <a:lnTo>
                    <a:pt x="46245" y="6524"/>
                  </a:lnTo>
                  <a:lnTo>
                    <a:pt x="40589" y="5002"/>
                  </a:lnTo>
                  <a:lnTo>
                    <a:pt x="34884" y="3680"/>
                  </a:lnTo>
                  <a:lnTo>
                    <a:pt x="29135" y="2558"/>
                  </a:lnTo>
                  <a:lnTo>
                    <a:pt x="23351" y="1639"/>
                  </a:lnTo>
                  <a:lnTo>
                    <a:pt x="17538" y="922"/>
                  </a:lnTo>
                  <a:lnTo>
                    <a:pt x="11704" y="410"/>
                  </a:lnTo>
                  <a:lnTo>
                    <a:pt x="5855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4928" y="1943516"/>
              <a:ext cx="93855" cy="167167"/>
            </a:xfrm>
            <a:custGeom>
              <a:avLst/>
              <a:pathLst>
                <a:path w="93855" h="167167">
                  <a:moveTo>
                    <a:pt x="93855" y="0"/>
                  </a:moveTo>
                  <a:lnTo>
                    <a:pt x="87994" y="102"/>
                  </a:lnTo>
                  <a:lnTo>
                    <a:pt x="82140" y="410"/>
                  </a:lnTo>
                  <a:lnTo>
                    <a:pt x="76301" y="924"/>
                  </a:lnTo>
                  <a:lnTo>
                    <a:pt x="70483" y="1641"/>
                  </a:lnTo>
                  <a:lnTo>
                    <a:pt x="64695" y="2562"/>
                  </a:lnTo>
                  <a:lnTo>
                    <a:pt x="58942" y="3686"/>
                  </a:lnTo>
                  <a:lnTo>
                    <a:pt x="53232" y="5010"/>
                  </a:lnTo>
                  <a:lnTo>
                    <a:pt x="47572" y="6534"/>
                  </a:lnTo>
                  <a:lnTo>
                    <a:pt x="41968" y="8256"/>
                  </a:lnTo>
                  <a:lnTo>
                    <a:pt x="36429" y="10173"/>
                  </a:lnTo>
                  <a:lnTo>
                    <a:pt x="30960" y="12282"/>
                  </a:lnTo>
                  <a:lnTo>
                    <a:pt x="25569" y="14583"/>
                  </a:lnTo>
                  <a:lnTo>
                    <a:pt x="20261" y="17070"/>
                  </a:lnTo>
                  <a:lnTo>
                    <a:pt x="15044" y="19743"/>
                  </a:lnTo>
                  <a:lnTo>
                    <a:pt x="9924" y="22596"/>
                  </a:lnTo>
                  <a:lnTo>
                    <a:pt x="4907" y="25628"/>
                  </a:lnTo>
                  <a:lnTo>
                    <a:pt x="0" y="28833"/>
                  </a:lnTo>
                  <a:lnTo>
                    <a:pt x="9385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4928" y="1972350"/>
              <a:ext cx="93855" cy="138333"/>
            </a:xfrm>
            <a:custGeom>
              <a:avLst/>
              <a:pathLst>
                <a:path w="93855" h="138333">
                  <a:moveTo>
                    <a:pt x="0" y="0"/>
                  </a:moveTo>
                  <a:lnTo>
                    <a:pt x="93855" y="13833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4928" y="1972350"/>
              <a:ext cx="93855" cy="138333"/>
            </a:xfrm>
            <a:custGeom>
              <a:avLst/>
              <a:pathLst>
                <a:path w="93855" h="138333">
                  <a:moveTo>
                    <a:pt x="0" y="0"/>
                  </a:moveTo>
                  <a:lnTo>
                    <a:pt x="93855" y="1383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4928" y="1972350"/>
              <a:ext cx="93855" cy="138333"/>
            </a:xfrm>
            <a:custGeom>
              <a:avLst/>
              <a:pathLst>
                <a:path w="93855" h="138333">
                  <a:moveTo>
                    <a:pt x="0" y="0"/>
                  </a:moveTo>
                  <a:lnTo>
                    <a:pt x="93855" y="1383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4928" y="1972350"/>
              <a:ext cx="93855" cy="138333"/>
            </a:xfrm>
            <a:custGeom>
              <a:avLst/>
              <a:pathLst>
                <a:path w="93855" h="138333">
                  <a:moveTo>
                    <a:pt x="0" y="0"/>
                  </a:moveTo>
                  <a:lnTo>
                    <a:pt x="93855" y="1383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4928" y="1972350"/>
              <a:ext cx="93855" cy="138333"/>
            </a:xfrm>
            <a:custGeom>
              <a:avLst/>
              <a:pathLst>
                <a:path w="93855" h="138333">
                  <a:moveTo>
                    <a:pt x="0" y="0"/>
                  </a:moveTo>
                  <a:lnTo>
                    <a:pt x="93855" y="13833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4928" y="1972350"/>
              <a:ext cx="93855" cy="138333"/>
            </a:xfrm>
            <a:custGeom>
              <a:avLst/>
              <a:pathLst>
                <a:path w="93855" h="138333">
                  <a:moveTo>
                    <a:pt x="0" y="0"/>
                  </a:moveTo>
                  <a:lnTo>
                    <a:pt x="93855" y="13833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4928" y="1972350"/>
              <a:ext cx="93855" cy="138333"/>
            </a:xfrm>
            <a:custGeom>
              <a:avLst/>
              <a:pathLst>
                <a:path w="93855" h="138333">
                  <a:moveTo>
                    <a:pt x="0" y="0"/>
                  </a:moveTo>
                  <a:lnTo>
                    <a:pt x="93855" y="1383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4928" y="1972350"/>
              <a:ext cx="93855" cy="138333"/>
            </a:xfrm>
            <a:custGeom>
              <a:avLst/>
              <a:pathLst>
                <a:path w="93855" h="138333">
                  <a:moveTo>
                    <a:pt x="0" y="0"/>
                  </a:moveTo>
                  <a:lnTo>
                    <a:pt x="93855" y="13833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4928" y="1972350"/>
              <a:ext cx="93855" cy="138333"/>
            </a:xfrm>
            <a:custGeom>
              <a:avLst/>
              <a:pathLst>
                <a:path w="93855" h="138333">
                  <a:moveTo>
                    <a:pt x="0" y="0"/>
                  </a:moveTo>
                  <a:lnTo>
                    <a:pt x="93855" y="13833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4928" y="1972350"/>
              <a:ext cx="93855" cy="138333"/>
            </a:xfrm>
            <a:custGeom>
              <a:avLst/>
              <a:pathLst>
                <a:path w="93855" h="138333">
                  <a:moveTo>
                    <a:pt x="0" y="0"/>
                  </a:moveTo>
                  <a:lnTo>
                    <a:pt x="93855" y="1383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4928" y="1972350"/>
              <a:ext cx="93855" cy="138333"/>
            </a:xfrm>
            <a:custGeom>
              <a:avLst/>
              <a:pathLst>
                <a:path w="93855" h="138333">
                  <a:moveTo>
                    <a:pt x="0" y="0"/>
                  </a:moveTo>
                  <a:lnTo>
                    <a:pt x="93855" y="1383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4928" y="1972350"/>
              <a:ext cx="93855" cy="138333"/>
            </a:xfrm>
            <a:custGeom>
              <a:avLst/>
              <a:pathLst>
                <a:path w="93855" h="138333">
                  <a:moveTo>
                    <a:pt x="0" y="0"/>
                  </a:moveTo>
                  <a:lnTo>
                    <a:pt x="93855" y="1383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4928" y="1972350"/>
              <a:ext cx="93855" cy="138333"/>
            </a:xfrm>
            <a:custGeom>
              <a:avLst/>
              <a:pathLst>
                <a:path w="93855" h="138333">
                  <a:moveTo>
                    <a:pt x="0" y="0"/>
                  </a:moveTo>
                  <a:lnTo>
                    <a:pt x="93855" y="13833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4928" y="1972350"/>
              <a:ext cx="93855" cy="138333"/>
            </a:xfrm>
            <a:custGeom>
              <a:avLst/>
              <a:pathLst>
                <a:path w="93855" h="138333">
                  <a:moveTo>
                    <a:pt x="0" y="0"/>
                  </a:moveTo>
                  <a:lnTo>
                    <a:pt x="93855" y="13833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4928" y="1972350"/>
              <a:ext cx="93855" cy="138333"/>
            </a:xfrm>
            <a:custGeom>
              <a:avLst/>
              <a:pathLst>
                <a:path w="93855" h="138333">
                  <a:moveTo>
                    <a:pt x="0" y="0"/>
                  </a:moveTo>
                  <a:lnTo>
                    <a:pt x="93855" y="13833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4586" y="1972350"/>
              <a:ext cx="94197" cy="138333"/>
            </a:xfrm>
            <a:custGeom>
              <a:avLst/>
              <a:pathLst>
                <a:path w="94197" h="138333">
                  <a:moveTo>
                    <a:pt x="342" y="0"/>
                  </a:moveTo>
                  <a:lnTo>
                    <a:pt x="0" y="232"/>
                  </a:lnTo>
                  <a:lnTo>
                    <a:pt x="94197" y="1383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11628" y="1943516"/>
              <a:ext cx="334304" cy="334334"/>
            </a:xfrm>
            <a:custGeom>
              <a:avLst/>
              <a:pathLst>
                <a:path w="334304" h="334334">
                  <a:moveTo>
                    <a:pt x="72957" y="29066"/>
                  </a:moveTo>
                  <a:lnTo>
                    <a:pt x="68620" y="32127"/>
                  </a:lnTo>
                  <a:lnTo>
                    <a:pt x="64381" y="35324"/>
                  </a:lnTo>
                  <a:lnTo>
                    <a:pt x="60247" y="38653"/>
                  </a:lnTo>
                  <a:lnTo>
                    <a:pt x="56220" y="42113"/>
                  </a:lnTo>
                  <a:lnTo>
                    <a:pt x="52305" y="45698"/>
                  </a:lnTo>
                  <a:lnTo>
                    <a:pt x="48506" y="49406"/>
                  </a:lnTo>
                  <a:lnTo>
                    <a:pt x="44827" y="53233"/>
                  </a:lnTo>
                  <a:lnTo>
                    <a:pt x="41271" y="57174"/>
                  </a:lnTo>
                  <a:lnTo>
                    <a:pt x="37842" y="61227"/>
                  </a:lnTo>
                  <a:lnTo>
                    <a:pt x="34544" y="65386"/>
                  </a:lnTo>
                  <a:lnTo>
                    <a:pt x="31379" y="69648"/>
                  </a:lnTo>
                  <a:lnTo>
                    <a:pt x="28351" y="74008"/>
                  </a:lnTo>
                  <a:lnTo>
                    <a:pt x="25463" y="78463"/>
                  </a:lnTo>
                  <a:lnTo>
                    <a:pt x="22718" y="83006"/>
                  </a:lnTo>
                  <a:lnTo>
                    <a:pt x="20118" y="87635"/>
                  </a:lnTo>
                  <a:lnTo>
                    <a:pt x="17667" y="92344"/>
                  </a:lnTo>
                  <a:lnTo>
                    <a:pt x="15367" y="97128"/>
                  </a:lnTo>
                  <a:lnTo>
                    <a:pt x="13219" y="101983"/>
                  </a:lnTo>
                  <a:lnTo>
                    <a:pt x="11227" y="106904"/>
                  </a:lnTo>
                  <a:lnTo>
                    <a:pt x="9392" y="111885"/>
                  </a:lnTo>
                  <a:lnTo>
                    <a:pt x="7716" y="116922"/>
                  </a:lnTo>
                  <a:lnTo>
                    <a:pt x="6202" y="122010"/>
                  </a:lnTo>
                  <a:lnTo>
                    <a:pt x="4849" y="127143"/>
                  </a:lnTo>
                  <a:lnTo>
                    <a:pt x="3660" y="132317"/>
                  </a:lnTo>
                  <a:lnTo>
                    <a:pt x="2636" y="137526"/>
                  </a:lnTo>
                  <a:lnTo>
                    <a:pt x="1778" y="142765"/>
                  </a:lnTo>
                  <a:lnTo>
                    <a:pt x="1086" y="148028"/>
                  </a:lnTo>
                  <a:lnTo>
                    <a:pt x="562" y="153311"/>
                  </a:lnTo>
                  <a:lnTo>
                    <a:pt x="206" y="158607"/>
                  </a:lnTo>
                  <a:lnTo>
                    <a:pt x="19" y="163913"/>
                  </a:lnTo>
                  <a:lnTo>
                    <a:pt x="0" y="169221"/>
                  </a:lnTo>
                  <a:lnTo>
                    <a:pt x="149" y="174528"/>
                  </a:lnTo>
                  <a:lnTo>
                    <a:pt x="467" y="179827"/>
                  </a:lnTo>
                  <a:lnTo>
                    <a:pt x="953" y="185113"/>
                  </a:lnTo>
                  <a:lnTo>
                    <a:pt x="1607" y="190381"/>
                  </a:lnTo>
                  <a:lnTo>
                    <a:pt x="2427" y="195626"/>
                  </a:lnTo>
                  <a:lnTo>
                    <a:pt x="3414" y="200842"/>
                  </a:lnTo>
                  <a:lnTo>
                    <a:pt x="4566" y="206024"/>
                  </a:lnTo>
                  <a:lnTo>
                    <a:pt x="5881" y="211167"/>
                  </a:lnTo>
                  <a:lnTo>
                    <a:pt x="7360" y="216266"/>
                  </a:lnTo>
                  <a:lnTo>
                    <a:pt x="8999" y="221315"/>
                  </a:lnTo>
                  <a:lnTo>
                    <a:pt x="10798" y="226309"/>
                  </a:lnTo>
                  <a:lnTo>
                    <a:pt x="12755" y="231244"/>
                  </a:lnTo>
                  <a:lnTo>
                    <a:pt x="14868" y="236114"/>
                  </a:lnTo>
                  <a:lnTo>
                    <a:pt x="17134" y="240915"/>
                  </a:lnTo>
                  <a:lnTo>
                    <a:pt x="19551" y="245641"/>
                  </a:lnTo>
                  <a:lnTo>
                    <a:pt x="22117" y="250288"/>
                  </a:lnTo>
                  <a:lnTo>
                    <a:pt x="24830" y="254852"/>
                  </a:lnTo>
                  <a:lnTo>
                    <a:pt x="27685" y="259327"/>
                  </a:lnTo>
                  <a:lnTo>
                    <a:pt x="30682" y="263708"/>
                  </a:lnTo>
                  <a:lnTo>
                    <a:pt x="33816" y="267993"/>
                  </a:lnTo>
                  <a:lnTo>
                    <a:pt x="37085" y="272176"/>
                  </a:lnTo>
                  <a:lnTo>
                    <a:pt x="40485" y="276253"/>
                  </a:lnTo>
                  <a:lnTo>
                    <a:pt x="44012" y="280220"/>
                  </a:lnTo>
                  <a:lnTo>
                    <a:pt x="47664" y="284073"/>
                  </a:lnTo>
                  <a:lnTo>
                    <a:pt x="51436" y="287808"/>
                  </a:lnTo>
                  <a:lnTo>
                    <a:pt x="55325" y="291422"/>
                  </a:lnTo>
                  <a:lnTo>
                    <a:pt x="59327" y="294910"/>
                  </a:lnTo>
                  <a:lnTo>
                    <a:pt x="63438" y="298269"/>
                  </a:lnTo>
                  <a:lnTo>
                    <a:pt x="67653" y="301496"/>
                  </a:lnTo>
                  <a:lnTo>
                    <a:pt x="71968" y="304588"/>
                  </a:lnTo>
                  <a:lnTo>
                    <a:pt x="76379" y="307541"/>
                  </a:lnTo>
                  <a:lnTo>
                    <a:pt x="80882" y="310352"/>
                  </a:lnTo>
                  <a:lnTo>
                    <a:pt x="85472" y="313020"/>
                  </a:lnTo>
                  <a:lnTo>
                    <a:pt x="90145" y="315540"/>
                  </a:lnTo>
                  <a:lnTo>
                    <a:pt x="94895" y="317910"/>
                  </a:lnTo>
                  <a:lnTo>
                    <a:pt x="99717" y="320128"/>
                  </a:lnTo>
                  <a:lnTo>
                    <a:pt x="104608" y="322193"/>
                  </a:lnTo>
                  <a:lnTo>
                    <a:pt x="109562" y="324100"/>
                  </a:lnTo>
                  <a:lnTo>
                    <a:pt x="114574" y="325850"/>
                  </a:lnTo>
                  <a:lnTo>
                    <a:pt x="119639" y="327439"/>
                  </a:lnTo>
                  <a:lnTo>
                    <a:pt x="124752" y="328867"/>
                  </a:lnTo>
                  <a:lnTo>
                    <a:pt x="129908" y="330132"/>
                  </a:lnTo>
                  <a:lnTo>
                    <a:pt x="135101" y="331233"/>
                  </a:lnTo>
                  <a:lnTo>
                    <a:pt x="140327" y="332168"/>
                  </a:lnTo>
                  <a:lnTo>
                    <a:pt x="145579" y="332936"/>
                  </a:lnTo>
                  <a:lnTo>
                    <a:pt x="150854" y="333538"/>
                  </a:lnTo>
                  <a:lnTo>
                    <a:pt x="156145" y="333971"/>
                  </a:lnTo>
                  <a:lnTo>
                    <a:pt x="161447" y="334237"/>
                  </a:lnTo>
                  <a:lnTo>
                    <a:pt x="166754" y="334334"/>
                  </a:lnTo>
                  <a:lnTo>
                    <a:pt x="172062" y="334262"/>
                  </a:lnTo>
                  <a:lnTo>
                    <a:pt x="177366" y="334022"/>
                  </a:lnTo>
                  <a:lnTo>
                    <a:pt x="182658" y="333614"/>
                  </a:lnTo>
                  <a:lnTo>
                    <a:pt x="187936" y="333038"/>
                  </a:lnTo>
                  <a:lnTo>
                    <a:pt x="193192" y="332294"/>
                  </a:lnTo>
                  <a:lnTo>
                    <a:pt x="198422" y="331384"/>
                  </a:lnTo>
                  <a:lnTo>
                    <a:pt x="203620" y="330309"/>
                  </a:lnTo>
                  <a:lnTo>
                    <a:pt x="208782" y="329068"/>
                  </a:lnTo>
                  <a:lnTo>
                    <a:pt x="213902" y="327665"/>
                  </a:lnTo>
                  <a:lnTo>
                    <a:pt x="218974" y="326100"/>
                  </a:lnTo>
                  <a:lnTo>
                    <a:pt x="223995" y="324374"/>
                  </a:lnTo>
                  <a:lnTo>
                    <a:pt x="228958" y="322490"/>
                  </a:lnTo>
                  <a:lnTo>
                    <a:pt x="233858" y="320449"/>
                  </a:lnTo>
                  <a:lnTo>
                    <a:pt x="238692" y="318254"/>
                  </a:lnTo>
                  <a:lnTo>
                    <a:pt x="243453" y="315907"/>
                  </a:lnTo>
                  <a:lnTo>
                    <a:pt x="248137" y="313409"/>
                  </a:lnTo>
                  <a:lnTo>
                    <a:pt x="252740" y="310764"/>
                  </a:lnTo>
                  <a:lnTo>
                    <a:pt x="257256" y="307974"/>
                  </a:lnTo>
                  <a:lnTo>
                    <a:pt x="261682" y="305042"/>
                  </a:lnTo>
                  <a:lnTo>
                    <a:pt x="266012" y="301971"/>
                  </a:lnTo>
                  <a:lnTo>
                    <a:pt x="270242" y="298764"/>
                  </a:lnTo>
                  <a:lnTo>
                    <a:pt x="274369" y="295424"/>
                  </a:lnTo>
                  <a:lnTo>
                    <a:pt x="278387" y="291955"/>
                  </a:lnTo>
                  <a:lnTo>
                    <a:pt x="282294" y="288361"/>
                  </a:lnTo>
                  <a:lnTo>
                    <a:pt x="286084" y="284644"/>
                  </a:lnTo>
                  <a:lnTo>
                    <a:pt x="289754" y="280808"/>
                  </a:lnTo>
                  <a:lnTo>
                    <a:pt x="293300" y="276858"/>
                  </a:lnTo>
                  <a:lnTo>
                    <a:pt x="296720" y="272797"/>
                  </a:lnTo>
                  <a:lnTo>
                    <a:pt x="300008" y="268630"/>
                  </a:lnTo>
                  <a:lnTo>
                    <a:pt x="303163" y="264361"/>
                  </a:lnTo>
                  <a:lnTo>
                    <a:pt x="306180" y="259993"/>
                  </a:lnTo>
                  <a:lnTo>
                    <a:pt x="309058" y="255532"/>
                  </a:lnTo>
                  <a:lnTo>
                    <a:pt x="311792" y="250982"/>
                  </a:lnTo>
                  <a:lnTo>
                    <a:pt x="314380" y="246347"/>
                  </a:lnTo>
                  <a:lnTo>
                    <a:pt x="316820" y="241632"/>
                  </a:lnTo>
                  <a:lnTo>
                    <a:pt x="319109" y="236842"/>
                  </a:lnTo>
                  <a:lnTo>
                    <a:pt x="321245" y="231982"/>
                  </a:lnTo>
                  <a:lnTo>
                    <a:pt x="323225" y="227057"/>
                  </a:lnTo>
                  <a:lnTo>
                    <a:pt x="325048" y="222071"/>
                  </a:lnTo>
                  <a:lnTo>
                    <a:pt x="326712" y="217030"/>
                  </a:lnTo>
                  <a:lnTo>
                    <a:pt x="328215" y="211939"/>
                  </a:lnTo>
                  <a:lnTo>
                    <a:pt x="329555" y="206802"/>
                  </a:lnTo>
                  <a:lnTo>
                    <a:pt x="330732" y="201625"/>
                  </a:lnTo>
                  <a:lnTo>
                    <a:pt x="331743" y="196414"/>
                  </a:lnTo>
                  <a:lnTo>
                    <a:pt x="332589" y="191173"/>
                  </a:lnTo>
                  <a:lnTo>
                    <a:pt x="333268" y="185908"/>
                  </a:lnTo>
                  <a:lnTo>
                    <a:pt x="333779" y="180624"/>
                  </a:lnTo>
                  <a:lnTo>
                    <a:pt x="334122" y="175327"/>
                  </a:lnTo>
                  <a:lnTo>
                    <a:pt x="334297" y="170021"/>
                  </a:lnTo>
                  <a:lnTo>
                    <a:pt x="334304" y="164713"/>
                  </a:lnTo>
                  <a:lnTo>
                    <a:pt x="334142" y="159407"/>
                  </a:lnTo>
                  <a:lnTo>
                    <a:pt x="333811" y="154108"/>
                  </a:lnTo>
                  <a:lnTo>
                    <a:pt x="333312" y="148823"/>
                  </a:lnTo>
                  <a:lnTo>
                    <a:pt x="332646" y="143557"/>
                  </a:lnTo>
                  <a:lnTo>
                    <a:pt x="331813" y="138314"/>
                  </a:lnTo>
                  <a:lnTo>
                    <a:pt x="330814" y="133100"/>
                  </a:lnTo>
                  <a:lnTo>
                    <a:pt x="329650" y="127921"/>
                  </a:lnTo>
                  <a:lnTo>
                    <a:pt x="328321" y="122781"/>
                  </a:lnTo>
                  <a:lnTo>
                    <a:pt x="326831" y="117686"/>
                  </a:lnTo>
                  <a:lnTo>
                    <a:pt x="325179" y="112641"/>
                  </a:lnTo>
                  <a:lnTo>
                    <a:pt x="323368" y="107651"/>
                  </a:lnTo>
                  <a:lnTo>
                    <a:pt x="321400" y="102721"/>
                  </a:lnTo>
                  <a:lnTo>
                    <a:pt x="319276" y="97855"/>
                  </a:lnTo>
                  <a:lnTo>
                    <a:pt x="316998" y="93060"/>
                  </a:lnTo>
                  <a:lnTo>
                    <a:pt x="314569" y="88340"/>
                  </a:lnTo>
                  <a:lnTo>
                    <a:pt x="311992" y="83699"/>
                  </a:lnTo>
                  <a:lnTo>
                    <a:pt x="309269" y="79142"/>
                  </a:lnTo>
                  <a:lnTo>
                    <a:pt x="306402" y="74674"/>
                  </a:lnTo>
                  <a:lnTo>
                    <a:pt x="303395" y="70299"/>
                  </a:lnTo>
                  <a:lnTo>
                    <a:pt x="300251" y="66022"/>
                  </a:lnTo>
                  <a:lnTo>
                    <a:pt x="296972" y="61847"/>
                  </a:lnTo>
                  <a:lnTo>
                    <a:pt x="293562" y="57778"/>
                  </a:lnTo>
                  <a:lnTo>
                    <a:pt x="290025" y="53819"/>
                  </a:lnTo>
                  <a:lnTo>
                    <a:pt x="286364" y="49975"/>
                  </a:lnTo>
                  <a:lnTo>
                    <a:pt x="282583" y="46249"/>
                  </a:lnTo>
                  <a:lnTo>
                    <a:pt x="278686" y="42645"/>
                  </a:lnTo>
                  <a:lnTo>
                    <a:pt x="274676" y="39166"/>
                  </a:lnTo>
                  <a:lnTo>
                    <a:pt x="270557" y="35817"/>
                  </a:lnTo>
                  <a:lnTo>
                    <a:pt x="266334" y="32600"/>
                  </a:lnTo>
                  <a:lnTo>
                    <a:pt x="262011" y="29519"/>
                  </a:lnTo>
                  <a:lnTo>
                    <a:pt x="257593" y="26576"/>
                  </a:lnTo>
                  <a:lnTo>
                    <a:pt x="253083" y="23775"/>
                  </a:lnTo>
                  <a:lnTo>
                    <a:pt x="248487" y="21119"/>
                  </a:lnTo>
                  <a:lnTo>
                    <a:pt x="243809" y="18610"/>
                  </a:lnTo>
                  <a:lnTo>
                    <a:pt x="239053" y="16251"/>
                  </a:lnTo>
                  <a:lnTo>
                    <a:pt x="234225" y="14045"/>
                  </a:lnTo>
                  <a:lnTo>
                    <a:pt x="229329" y="11992"/>
                  </a:lnTo>
                  <a:lnTo>
                    <a:pt x="224371" y="10096"/>
                  </a:lnTo>
                  <a:lnTo>
                    <a:pt x="219355" y="8359"/>
                  </a:lnTo>
                  <a:lnTo>
                    <a:pt x="214286" y="6781"/>
                  </a:lnTo>
                  <a:lnTo>
                    <a:pt x="209169" y="5366"/>
                  </a:lnTo>
                  <a:lnTo>
                    <a:pt x="204011" y="4113"/>
                  </a:lnTo>
                  <a:lnTo>
                    <a:pt x="198815" y="3025"/>
                  </a:lnTo>
                  <a:lnTo>
                    <a:pt x="193587" y="2103"/>
                  </a:lnTo>
                  <a:lnTo>
                    <a:pt x="188332" y="1346"/>
                  </a:lnTo>
                  <a:lnTo>
                    <a:pt x="183057" y="758"/>
                  </a:lnTo>
                  <a:lnTo>
                    <a:pt x="177765" y="337"/>
                  </a:lnTo>
                  <a:lnTo>
                    <a:pt x="172462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42765" y="2406772"/>
              <a:ext cx="102968" cy="167167"/>
            </a:xfrm>
            <a:custGeom>
              <a:avLst/>
              <a:pathLst>
                <a:path w="102968" h="167167">
                  <a:moveTo>
                    <a:pt x="102968" y="0"/>
                  </a:moveTo>
                  <a:lnTo>
                    <a:pt x="97422" y="92"/>
                  </a:lnTo>
                  <a:lnTo>
                    <a:pt x="91883" y="367"/>
                  </a:lnTo>
                  <a:lnTo>
                    <a:pt x="86355" y="827"/>
                  </a:lnTo>
                  <a:lnTo>
                    <a:pt x="80846" y="1470"/>
                  </a:lnTo>
                  <a:lnTo>
                    <a:pt x="75362" y="2295"/>
                  </a:lnTo>
                  <a:lnTo>
                    <a:pt x="69907" y="3301"/>
                  </a:lnTo>
                  <a:lnTo>
                    <a:pt x="64490" y="4488"/>
                  </a:lnTo>
                  <a:lnTo>
                    <a:pt x="59114" y="5854"/>
                  </a:lnTo>
                  <a:lnTo>
                    <a:pt x="53787" y="7398"/>
                  </a:lnTo>
                  <a:lnTo>
                    <a:pt x="48514" y="9117"/>
                  </a:lnTo>
                  <a:lnTo>
                    <a:pt x="43300" y="11011"/>
                  </a:lnTo>
                  <a:lnTo>
                    <a:pt x="38153" y="13076"/>
                  </a:lnTo>
                  <a:lnTo>
                    <a:pt x="33077" y="15311"/>
                  </a:lnTo>
                  <a:lnTo>
                    <a:pt x="28078" y="17713"/>
                  </a:lnTo>
                  <a:lnTo>
                    <a:pt x="23161" y="20280"/>
                  </a:lnTo>
                  <a:lnTo>
                    <a:pt x="18332" y="23008"/>
                  </a:lnTo>
                  <a:lnTo>
                    <a:pt x="13596" y="25895"/>
                  </a:lnTo>
                  <a:lnTo>
                    <a:pt x="8959" y="28938"/>
                  </a:lnTo>
                  <a:lnTo>
                    <a:pt x="4425" y="32133"/>
                  </a:lnTo>
                  <a:lnTo>
                    <a:pt x="0" y="35476"/>
                  </a:lnTo>
                  <a:lnTo>
                    <a:pt x="10296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42765" y="2442248"/>
              <a:ext cx="102968" cy="131690"/>
            </a:xfrm>
            <a:custGeom>
              <a:avLst/>
              <a:pathLst>
                <a:path w="102968" h="131690">
                  <a:moveTo>
                    <a:pt x="0" y="0"/>
                  </a:moveTo>
                  <a:lnTo>
                    <a:pt x="102968" y="1316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478580" y="2407138"/>
              <a:ext cx="334306" cy="333967"/>
            </a:xfrm>
            <a:custGeom>
              <a:avLst/>
              <a:pathLst>
                <a:path w="334306" h="333967">
                  <a:moveTo>
                    <a:pt x="64184" y="35110"/>
                  </a:moveTo>
                  <a:lnTo>
                    <a:pt x="60058" y="38443"/>
                  </a:lnTo>
                  <a:lnTo>
                    <a:pt x="56039" y="41905"/>
                  </a:lnTo>
                  <a:lnTo>
                    <a:pt x="52132" y="45494"/>
                  </a:lnTo>
                  <a:lnTo>
                    <a:pt x="48342" y="49204"/>
                  </a:lnTo>
                  <a:lnTo>
                    <a:pt x="44670" y="53033"/>
                  </a:lnTo>
                  <a:lnTo>
                    <a:pt x="41122" y="56976"/>
                  </a:lnTo>
                  <a:lnTo>
                    <a:pt x="37701" y="61030"/>
                  </a:lnTo>
                  <a:lnTo>
                    <a:pt x="34411" y="65191"/>
                  </a:lnTo>
                  <a:lnTo>
                    <a:pt x="31254" y="69454"/>
                  </a:lnTo>
                  <a:lnTo>
                    <a:pt x="28233" y="73815"/>
                  </a:lnTo>
                  <a:lnTo>
                    <a:pt x="25353" y="78269"/>
                  </a:lnTo>
                  <a:lnTo>
                    <a:pt x="22615" y="82813"/>
                  </a:lnTo>
                  <a:lnTo>
                    <a:pt x="20023" y="87441"/>
                  </a:lnTo>
                  <a:lnTo>
                    <a:pt x="17580" y="92149"/>
                  </a:lnTo>
                  <a:lnTo>
                    <a:pt x="15286" y="96932"/>
                  </a:lnTo>
                  <a:lnTo>
                    <a:pt x="13146" y="101786"/>
                  </a:lnTo>
                  <a:lnTo>
                    <a:pt x="11161" y="106705"/>
                  </a:lnTo>
                  <a:lnTo>
                    <a:pt x="9333" y="111684"/>
                  </a:lnTo>
                  <a:lnTo>
                    <a:pt x="7663" y="116719"/>
                  </a:lnTo>
                  <a:lnTo>
                    <a:pt x="6155" y="121805"/>
                  </a:lnTo>
                  <a:lnTo>
                    <a:pt x="4808" y="126936"/>
                  </a:lnTo>
                  <a:lnTo>
                    <a:pt x="3625" y="132107"/>
                  </a:lnTo>
                  <a:lnTo>
                    <a:pt x="2607" y="137313"/>
                  </a:lnTo>
                  <a:lnTo>
                    <a:pt x="1754" y="142548"/>
                  </a:lnTo>
                  <a:lnTo>
                    <a:pt x="1068" y="147808"/>
                  </a:lnTo>
                  <a:lnTo>
                    <a:pt x="549" y="153087"/>
                  </a:lnTo>
                  <a:lnTo>
                    <a:pt x="197" y="158380"/>
                  </a:lnTo>
                  <a:lnTo>
                    <a:pt x="14" y="163682"/>
                  </a:lnTo>
                  <a:lnTo>
                    <a:pt x="0" y="168986"/>
                  </a:lnTo>
                  <a:lnTo>
                    <a:pt x="153" y="174288"/>
                  </a:lnTo>
                  <a:lnTo>
                    <a:pt x="475" y="179583"/>
                  </a:lnTo>
                  <a:lnTo>
                    <a:pt x="964" y="184865"/>
                  </a:lnTo>
                  <a:lnTo>
                    <a:pt x="1621" y="190129"/>
                  </a:lnTo>
                  <a:lnTo>
                    <a:pt x="2445" y="195369"/>
                  </a:lnTo>
                  <a:lnTo>
                    <a:pt x="3434" y="200581"/>
                  </a:lnTo>
                  <a:lnTo>
                    <a:pt x="4588" y="205758"/>
                  </a:lnTo>
                  <a:lnTo>
                    <a:pt x="5906" y="210896"/>
                  </a:lnTo>
                  <a:lnTo>
                    <a:pt x="7386" y="215990"/>
                  </a:lnTo>
                  <a:lnTo>
                    <a:pt x="9027" y="221035"/>
                  </a:lnTo>
                  <a:lnTo>
                    <a:pt x="10828" y="226024"/>
                  </a:lnTo>
                  <a:lnTo>
                    <a:pt x="12786" y="230954"/>
                  </a:lnTo>
                  <a:lnTo>
                    <a:pt x="14899" y="235820"/>
                  </a:lnTo>
                  <a:lnTo>
                    <a:pt x="17165" y="240616"/>
                  </a:lnTo>
                  <a:lnTo>
                    <a:pt x="19583" y="245337"/>
                  </a:lnTo>
                  <a:lnTo>
                    <a:pt x="22149" y="249980"/>
                  </a:lnTo>
                  <a:lnTo>
                    <a:pt x="24861" y="254539"/>
                  </a:lnTo>
                  <a:lnTo>
                    <a:pt x="27716" y="259009"/>
                  </a:lnTo>
                  <a:lnTo>
                    <a:pt x="30712" y="263387"/>
                  </a:lnTo>
                  <a:lnTo>
                    <a:pt x="33845" y="267667"/>
                  </a:lnTo>
                  <a:lnTo>
                    <a:pt x="37113" y="271846"/>
                  </a:lnTo>
                  <a:lnTo>
                    <a:pt x="40511" y="275919"/>
                  </a:lnTo>
                  <a:lnTo>
                    <a:pt x="44037" y="279882"/>
                  </a:lnTo>
                  <a:lnTo>
                    <a:pt x="47687" y="283732"/>
                  </a:lnTo>
                  <a:lnTo>
                    <a:pt x="51457" y="287463"/>
                  </a:lnTo>
                  <a:lnTo>
                    <a:pt x="55344" y="291073"/>
                  </a:lnTo>
                  <a:lnTo>
                    <a:pt x="59343" y="294558"/>
                  </a:lnTo>
                  <a:lnTo>
                    <a:pt x="63451" y="297914"/>
                  </a:lnTo>
                  <a:lnTo>
                    <a:pt x="67663" y="301139"/>
                  </a:lnTo>
                  <a:lnTo>
                    <a:pt x="71975" y="304228"/>
                  </a:lnTo>
                  <a:lnTo>
                    <a:pt x="76384" y="307178"/>
                  </a:lnTo>
                  <a:lnTo>
                    <a:pt x="80883" y="309987"/>
                  </a:lnTo>
                  <a:lnTo>
                    <a:pt x="85470" y="312653"/>
                  </a:lnTo>
                  <a:lnTo>
                    <a:pt x="90138" y="315171"/>
                  </a:lnTo>
                  <a:lnTo>
                    <a:pt x="94885" y="317540"/>
                  </a:lnTo>
                  <a:lnTo>
                    <a:pt x="99704" y="319757"/>
                  </a:lnTo>
                  <a:lnTo>
                    <a:pt x="104591" y="321820"/>
                  </a:lnTo>
                  <a:lnTo>
                    <a:pt x="109541" y="323727"/>
                  </a:lnTo>
                  <a:lnTo>
                    <a:pt x="114549" y="325475"/>
                  </a:lnTo>
                  <a:lnTo>
                    <a:pt x="119610" y="327065"/>
                  </a:lnTo>
                  <a:lnTo>
                    <a:pt x="124718" y="328492"/>
                  </a:lnTo>
                  <a:lnTo>
                    <a:pt x="129870" y="329757"/>
                  </a:lnTo>
                  <a:lnTo>
                    <a:pt x="135059" y="330858"/>
                  </a:lnTo>
                  <a:lnTo>
                    <a:pt x="140280" y="331794"/>
                  </a:lnTo>
                  <a:lnTo>
                    <a:pt x="145529" y="332563"/>
                  </a:lnTo>
                  <a:lnTo>
                    <a:pt x="150799" y="333166"/>
                  </a:lnTo>
                  <a:lnTo>
                    <a:pt x="156086" y="333601"/>
                  </a:lnTo>
                  <a:lnTo>
                    <a:pt x="161384" y="333868"/>
                  </a:lnTo>
                  <a:lnTo>
                    <a:pt x="166687" y="333967"/>
                  </a:lnTo>
                  <a:lnTo>
                    <a:pt x="171991" y="333898"/>
                  </a:lnTo>
                  <a:lnTo>
                    <a:pt x="177291" y="333660"/>
                  </a:lnTo>
                  <a:lnTo>
                    <a:pt x="182580" y="333254"/>
                  </a:lnTo>
                  <a:lnTo>
                    <a:pt x="187853" y="332681"/>
                  </a:lnTo>
                  <a:lnTo>
                    <a:pt x="193106" y="331941"/>
                  </a:lnTo>
                  <a:lnTo>
                    <a:pt x="198332" y="331034"/>
                  </a:lnTo>
                  <a:lnTo>
                    <a:pt x="203527" y="329962"/>
                  </a:lnTo>
                  <a:lnTo>
                    <a:pt x="208686" y="328726"/>
                  </a:lnTo>
                  <a:lnTo>
                    <a:pt x="213803" y="327327"/>
                  </a:lnTo>
                  <a:lnTo>
                    <a:pt x="218872" y="325766"/>
                  </a:lnTo>
                  <a:lnTo>
                    <a:pt x="223890" y="324045"/>
                  </a:lnTo>
                  <a:lnTo>
                    <a:pt x="228851" y="322166"/>
                  </a:lnTo>
                  <a:lnTo>
                    <a:pt x="233749" y="320130"/>
                  </a:lnTo>
                  <a:lnTo>
                    <a:pt x="238580" y="317940"/>
                  </a:lnTo>
                  <a:lnTo>
                    <a:pt x="243340" y="315597"/>
                  </a:lnTo>
                  <a:lnTo>
                    <a:pt x="248022" y="313105"/>
                  </a:lnTo>
                  <a:lnTo>
                    <a:pt x="252624" y="310466"/>
                  </a:lnTo>
                  <a:lnTo>
                    <a:pt x="257139" y="307681"/>
                  </a:lnTo>
                  <a:lnTo>
                    <a:pt x="261563" y="304755"/>
                  </a:lnTo>
                  <a:lnTo>
                    <a:pt x="265893" y="301690"/>
                  </a:lnTo>
                  <a:lnTo>
                    <a:pt x="270123" y="298490"/>
                  </a:lnTo>
                  <a:lnTo>
                    <a:pt x="274249" y="295156"/>
                  </a:lnTo>
                  <a:lnTo>
                    <a:pt x="278268" y="291694"/>
                  </a:lnTo>
                  <a:lnTo>
                    <a:pt x="282175" y="288105"/>
                  </a:lnTo>
                  <a:lnTo>
                    <a:pt x="285965" y="284395"/>
                  </a:lnTo>
                  <a:lnTo>
                    <a:pt x="289637" y="280566"/>
                  </a:lnTo>
                  <a:lnTo>
                    <a:pt x="293185" y="276623"/>
                  </a:lnTo>
                  <a:lnTo>
                    <a:pt x="296606" y="272569"/>
                  </a:lnTo>
                  <a:lnTo>
                    <a:pt x="299896" y="268408"/>
                  </a:lnTo>
                  <a:lnTo>
                    <a:pt x="303053" y="264145"/>
                  </a:lnTo>
                  <a:lnTo>
                    <a:pt x="306073" y="259784"/>
                  </a:lnTo>
                  <a:lnTo>
                    <a:pt x="308954" y="255330"/>
                  </a:lnTo>
                  <a:lnTo>
                    <a:pt x="311691" y="250786"/>
                  </a:lnTo>
                  <a:lnTo>
                    <a:pt x="314283" y="246158"/>
                  </a:lnTo>
                  <a:lnTo>
                    <a:pt x="316727" y="241450"/>
                  </a:lnTo>
                  <a:lnTo>
                    <a:pt x="319020" y="236667"/>
                  </a:lnTo>
                  <a:lnTo>
                    <a:pt x="321160" y="231813"/>
                  </a:lnTo>
                  <a:lnTo>
                    <a:pt x="323145" y="226894"/>
                  </a:lnTo>
                  <a:lnTo>
                    <a:pt x="324974" y="221914"/>
                  </a:lnTo>
                  <a:lnTo>
                    <a:pt x="326643" y="216879"/>
                  </a:lnTo>
                  <a:lnTo>
                    <a:pt x="328151" y="211794"/>
                  </a:lnTo>
                  <a:lnTo>
                    <a:pt x="329498" y="206663"/>
                  </a:lnTo>
                  <a:lnTo>
                    <a:pt x="330681" y="201492"/>
                  </a:lnTo>
                  <a:lnTo>
                    <a:pt x="331699" y="196286"/>
                  </a:lnTo>
                  <a:lnTo>
                    <a:pt x="332552" y="191050"/>
                  </a:lnTo>
                  <a:lnTo>
                    <a:pt x="333238" y="185790"/>
                  </a:lnTo>
                  <a:lnTo>
                    <a:pt x="333757" y="180511"/>
                  </a:lnTo>
                  <a:lnTo>
                    <a:pt x="334108" y="175218"/>
                  </a:lnTo>
                  <a:lnTo>
                    <a:pt x="334291" y="169917"/>
                  </a:lnTo>
                  <a:lnTo>
                    <a:pt x="334306" y="164612"/>
                  </a:lnTo>
                  <a:lnTo>
                    <a:pt x="334152" y="159310"/>
                  </a:lnTo>
                  <a:lnTo>
                    <a:pt x="333830" y="154015"/>
                  </a:lnTo>
                  <a:lnTo>
                    <a:pt x="333341" y="148733"/>
                  </a:lnTo>
                  <a:lnTo>
                    <a:pt x="332684" y="143469"/>
                  </a:lnTo>
                  <a:lnTo>
                    <a:pt x="331860" y="138229"/>
                  </a:lnTo>
                  <a:lnTo>
                    <a:pt x="330871" y="133018"/>
                  </a:lnTo>
                  <a:lnTo>
                    <a:pt x="329717" y="127840"/>
                  </a:lnTo>
                  <a:lnTo>
                    <a:pt x="328399" y="122702"/>
                  </a:lnTo>
                  <a:lnTo>
                    <a:pt x="326918" y="117608"/>
                  </a:lnTo>
                  <a:lnTo>
                    <a:pt x="325277" y="112564"/>
                  </a:lnTo>
                  <a:lnTo>
                    <a:pt x="323477" y="107574"/>
                  </a:lnTo>
                  <a:lnTo>
                    <a:pt x="321519" y="102644"/>
                  </a:lnTo>
                  <a:lnTo>
                    <a:pt x="319406" y="97779"/>
                  </a:lnTo>
                  <a:lnTo>
                    <a:pt x="317139" y="92983"/>
                  </a:lnTo>
                  <a:lnTo>
                    <a:pt x="314721" y="88261"/>
                  </a:lnTo>
                  <a:lnTo>
                    <a:pt x="312155" y="83619"/>
                  </a:lnTo>
                  <a:lnTo>
                    <a:pt x="309443" y="79060"/>
                  </a:lnTo>
                  <a:lnTo>
                    <a:pt x="306588" y="74589"/>
                  </a:lnTo>
                  <a:lnTo>
                    <a:pt x="303592" y="70212"/>
                  </a:lnTo>
                  <a:lnTo>
                    <a:pt x="300458" y="65932"/>
                  </a:lnTo>
                  <a:lnTo>
                    <a:pt x="297191" y="61753"/>
                  </a:lnTo>
                  <a:lnTo>
                    <a:pt x="293793" y="57680"/>
                  </a:lnTo>
                  <a:lnTo>
                    <a:pt x="290267" y="53717"/>
                  </a:lnTo>
                  <a:lnTo>
                    <a:pt x="286617" y="49867"/>
                  </a:lnTo>
                  <a:lnTo>
                    <a:pt x="282846" y="46136"/>
                  </a:lnTo>
                  <a:lnTo>
                    <a:pt x="278960" y="42526"/>
                  </a:lnTo>
                  <a:lnTo>
                    <a:pt x="274960" y="39041"/>
                  </a:lnTo>
                  <a:lnTo>
                    <a:pt x="270853" y="35685"/>
                  </a:lnTo>
                  <a:lnTo>
                    <a:pt x="266640" y="32461"/>
                  </a:lnTo>
                  <a:lnTo>
                    <a:pt x="262328" y="29372"/>
                  </a:lnTo>
                  <a:lnTo>
                    <a:pt x="257920" y="26421"/>
                  </a:lnTo>
                  <a:lnTo>
                    <a:pt x="253420" y="23612"/>
                  </a:lnTo>
                  <a:lnTo>
                    <a:pt x="248834" y="20947"/>
                  </a:lnTo>
                  <a:lnTo>
                    <a:pt x="244165" y="18429"/>
                  </a:lnTo>
                  <a:lnTo>
                    <a:pt x="239418" y="16060"/>
                  </a:lnTo>
                  <a:lnTo>
                    <a:pt x="234599" y="13843"/>
                  </a:lnTo>
                  <a:lnTo>
                    <a:pt x="229712" y="11780"/>
                  </a:lnTo>
                  <a:lnTo>
                    <a:pt x="224762" y="9873"/>
                  </a:lnTo>
                  <a:lnTo>
                    <a:pt x="219754" y="8125"/>
                  </a:lnTo>
                  <a:lnTo>
                    <a:pt x="214693" y="6536"/>
                  </a:lnTo>
                  <a:lnTo>
                    <a:pt x="209585" y="5108"/>
                  </a:lnTo>
                  <a:lnTo>
                    <a:pt x="204433" y="3843"/>
                  </a:lnTo>
                  <a:lnTo>
                    <a:pt x="199244" y="2742"/>
                  </a:lnTo>
                  <a:lnTo>
                    <a:pt x="194023" y="1807"/>
                  </a:lnTo>
                  <a:lnTo>
                    <a:pt x="188774" y="1037"/>
                  </a:lnTo>
                  <a:lnTo>
                    <a:pt x="183504" y="435"/>
                  </a:lnTo>
                  <a:lnTo>
                    <a:pt x="178217" y="0"/>
                  </a:lnTo>
                  <a:lnTo>
                    <a:pt x="167153" y="1668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645733" y="2406772"/>
              <a:ext cx="11064" cy="167167"/>
            </a:xfrm>
            <a:custGeom>
              <a:avLst/>
              <a:pathLst>
                <a:path w="11064" h="167167">
                  <a:moveTo>
                    <a:pt x="11064" y="36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358831" y="2911194"/>
              <a:ext cx="334301" cy="334334"/>
            </a:xfrm>
            <a:custGeom>
              <a:avLst/>
              <a:pathLst>
                <a:path w="334301" h="334334">
                  <a:moveTo>
                    <a:pt x="167148" y="0"/>
                  </a:moveTo>
                  <a:lnTo>
                    <a:pt x="161848" y="84"/>
                  </a:lnTo>
                  <a:lnTo>
                    <a:pt x="156552" y="336"/>
                  </a:lnTo>
                  <a:lnTo>
                    <a:pt x="151267" y="756"/>
                  </a:lnTo>
                  <a:lnTo>
                    <a:pt x="145998" y="1343"/>
                  </a:lnTo>
                  <a:lnTo>
                    <a:pt x="140751" y="2097"/>
                  </a:lnTo>
                  <a:lnTo>
                    <a:pt x="135530" y="3017"/>
                  </a:lnTo>
                  <a:lnTo>
                    <a:pt x="130341" y="4102"/>
                  </a:lnTo>
                  <a:lnTo>
                    <a:pt x="125188" y="5351"/>
                  </a:lnTo>
                  <a:lnTo>
                    <a:pt x="120079" y="6763"/>
                  </a:lnTo>
                  <a:lnTo>
                    <a:pt x="115016" y="8336"/>
                  </a:lnTo>
                  <a:lnTo>
                    <a:pt x="110006" y="10069"/>
                  </a:lnTo>
                  <a:lnTo>
                    <a:pt x="105053" y="11960"/>
                  </a:lnTo>
                  <a:lnTo>
                    <a:pt x="100163" y="14007"/>
                  </a:lnTo>
                  <a:lnTo>
                    <a:pt x="95340" y="16208"/>
                  </a:lnTo>
                  <a:lnTo>
                    <a:pt x="90589" y="18561"/>
                  </a:lnTo>
                  <a:lnTo>
                    <a:pt x="85915" y="21064"/>
                  </a:lnTo>
                  <a:lnTo>
                    <a:pt x="81323" y="23713"/>
                  </a:lnTo>
                  <a:lnTo>
                    <a:pt x="76818" y="26507"/>
                  </a:lnTo>
                  <a:lnTo>
                    <a:pt x="72403" y="29442"/>
                  </a:lnTo>
                  <a:lnTo>
                    <a:pt x="68083" y="32515"/>
                  </a:lnTo>
                  <a:lnTo>
                    <a:pt x="63863" y="35724"/>
                  </a:lnTo>
                  <a:lnTo>
                    <a:pt x="59747" y="39065"/>
                  </a:lnTo>
                  <a:lnTo>
                    <a:pt x="55739" y="42536"/>
                  </a:lnTo>
                  <a:lnTo>
                    <a:pt x="51843" y="46131"/>
                  </a:lnTo>
                  <a:lnTo>
                    <a:pt x="48063" y="49848"/>
                  </a:lnTo>
                  <a:lnTo>
                    <a:pt x="44403" y="53683"/>
                  </a:lnTo>
                  <a:lnTo>
                    <a:pt x="40866" y="57632"/>
                  </a:lnTo>
                  <a:lnTo>
                    <a:pt x="37457" y="61692"/>
                  </a:lnTo>
                  <a:lnTo>
                    <a:pt x="34177" y="65857"/>
                  </a:lnTo>
                  <a:lnTo>
                    <a:pt x="31032" y="70125"/>
                  </a:lnTo>
                  <a:lnTo>
                    <a:pt x="28023" y="74490"/>
                  </a:lnTo>
                  <a:lnTo>
                    <a:pt x="25154" y="78948"/>
                  </a:lnTo>
                  <a:lnTo>
                    <a:pt x="22428" y="83495"/>
                  </a:lnTo>
                  <a:lnTo>
                    <a:pt x="19848" y="88126"/>
                  </a:lnTo>
                  <a:lnTo>
                    <a:pt x="17415" y="92836"/>
                  </a:lnTo>
                  <a:lnTo>
                    <a:pt x="15134" y="97622"/>
                  </a:lnTo>
                  <a:lnTo>
                    <a:pt x="13005" y="102477"/>
                  </a:lnTo>
                  <a:lnTo>
                    <a:pt x="11031" y="107397"/>
                  </a:lnTo>
                  <a:lnTo>
                    <a:pt x="9214" y="112378"/>
                  </a:lnTo>
                  <a:lnTo>
                    <a:pt x="7557" y="117413"/>
                  </a:lnTo>
                  <a:lnTo>
                    <a:pt x="6059" y="122499"/>
                  </a:lnTo>
                  <a:lnTo>
                    <a:pt x="4724" y="127629"/>
                  </a:lnTo>
                  <a:lnTo>
                    <a:pt x="3552" y="132800"/>
                  </a:lnTo>
                  <a:lnTo>
                    <a:pt x="2544" y="138004"/>
                  </a:lnTo>
                  <a:lnTo>
                    <a:pt x="1702" y="143239"/>
                  </a:lnTo>
                  <a:lnTo>
                    <a:pt x="1027" y="148497"/>
                  </a:lnTo>
                  <a:lnTo>
                    <a:pt x="518" y="153774"/>
                  </a:lnTo>
                  <a:lnTo>
                    <a:pt x="177" y="159064"/>
                  </a:lnTo>
                  <a:lnTo>
                    <a:pt x="4" y="164363"/>
                  </a:lnTo>
                  <a:lnTo>
                    <a:pt x="0" y="169664"/>
                  </a:lnTo>
                  <a:lnTo>
                    <a:pt x="163" y="174963"/>
                  </a:lnTo>
                  <a:lnTo>
                    <a:pt x="494" y="180254"/>
                  </a:lnTo>
                  <a:lnTo>
                    <a:pt x="993" y="185532"/>
                  </a:lnTo>
                  <a:lnTo>
                    <a:pt x="1659" y="190792"/>
                  </a:lnTo>
                  <a:lnTo>
                    <a:pt x="2491" y="196028"/>
                  </a:lnTo>
                  <a:lnTo>
                    <a:pt x="3489" y="201234"/>
                  </a:lnTo>
                  <a:lnTo>
                    <a:pt x="4652" y="206407"/>
                  </a:lnTo>
                  <a:lnTo>
                    <a:pt x="5977" y="211540"/>
                  </a:lnTo>
                  <a:lnTo>
                    <a:pt x="7466" y="216628"/>
                  </a:lnTo>
                  <a:lnTo>
                    <a:pt x="9114" y="221666"/>
                  </a:lnTo>
                  <a:lnTo>
                    <a:pt x="10922" y="226650"/>
                  </a:lnTo>
                  <a:lnTo>
                    <a:pt x="12887" y="231574"/>
                  </a:lnTo>
                  <a:lnTo>
                    <a:pt x="15006" y="236433"/>
                  </a:lnTo>
                  <a:lnTo>
                    <a:pt x="17279" y="241223"/>
                  </a:lnTo>
                  <a:lnTo>
                    <a:pt x="19703" y="245938"/>
                  </a:lnTo>
                  <a:lnTo>
                    <a:pt x="22275" y="250574"/>
                  </a:lnTo>
                  <a:lnTo>
                    <a:pt x="24993" y="255126"/>
                  </a:lnTo>
                  <a:lnTo>
                    <a:pt x="27853" y="259589"/>
                  </a:lnTo>
                  <a:lnTo>
                    <a:pt x="30854" y="263959"/>
                  </a:lnTo>
                  <a:lnTo>
                    <a:pt x="33992" y="268233"/>
                  </a:lnTo>
                  <a:lnTo>
                    <a:pt x="37263" y="272404"/>
                  </a:lnTo>
                  <a:lnTo>
                    <a:pt x="40666" y="276470"/>
                  </a:lnTo>
                  <a:lnTo>
                    <a:pt x="44195" y="280425"/>
                  </a:lnTo>
                  <a:lnTo>
                    <a:pt x="47848" y="284267"/>
                  </a:lnTo>
                  <a:lnTo>
                    <a:pt x="51622" y="287991"/>
                  </a:lnTo>
                  <a:lnTo>
                    <a:pt x="55511" y="291594"/>
                  </a:lnTo>
                  <a:lnTo>
                    <a:pt x="59513" y="295071"/>
                  </a:lnTo>
                  <a:lnTo>
                    <a:pt x="63622" y="298420"/>
                  </a:lnTo>
                  <a:lnTo>
                    <a:pt x="67837" y="301637"/>
                  </a:lnTo>
                  <a:lnTo>
                    <a:pt x="72150" y="304718"/>
                  </a:lnTo>
                  <a:lnTo>
                    <a:pt x="76560" y="307661"/>
                  </a:lnTo>
                  <a:lnTo>
                    <a:pt x="81060" y="310463"/>
                  </a:lnTo>
                  <a:lnTo>
                    <a:pt x="85648" y="313121"/>
                  </a:lnTo>
                  <a:lnTo>
                    <a:pt x="90317" y="315632"/>
                  </a:lnTo>
                  <a:lnTo>
                    <a:pt x="95063" y="317994"/>
                  </a:lnTo>
                  <a:lnTo>
                    <a:pt x="99882" y="320203"/>
                  </a:lnTo>
                  <a:lnTo>
                    <a:pt x="104768" y="322260"/>
                  </a:lnTo>
                  <a:lnTo>
                    <a:pt x="109718" y="324160"/>
                  </a:lnTo>
                  <a:lnTo>
                    <a:pt x="114725" y="325902"/>
                  </a:lnTo>
                  <a:lnTo>
                    <a:pt x="119784" y="327484"/>
                  </a:lnTo>
                  <a:lnTo>
                    <a:pt x="124892" y="328905"/>
                  </a:lnTo>
                  <a:lnTo>
                    <a:pt x="130042" y="330164"/>
                  </a:lnTo>
                  <a:lnTo>
                    <a:pt x="135229" y="331259"/>
                  </a:lnTo>
                  <a:lnTo>
                    <a:pt x="140448" y="332188"/>
                  </a:lnTo>
                  <a:lnTo>
                    <a:pt x="145694" y="332952"/>
                  </a:lnTo>
                  <a:lnTo>
                    <a:pt x="150962" y="333549"/>
                  </a:lnTo>
                  <a:lnTo>
                    <a:pt x="156246" y="333979"/>
                  </a:lnTo>
                  <a:lnTo>
                    <a:pt x="161541" y="334240"/>
                  </a:lnTo>
                  <a:lnTo>
                    <a:pt x="166842" y="334334"/>
                  </a:lnTo>
                  <a:lnTo>
                    <a:pt x="172143" y="334260"/>
                  </a:lnTo>
                  <a:lnTo>
                    <a:pt x="177439" y="334017"/>
                  </a:lnTo>
                  <a:lnTo>
                    <a:pt x="182724" y="333607"/>
                  </a:lnTo>
                  <a:lnTo>
                    <a:pt x="187994" y="333030"/>
                  </a:lnTo>
                  <a:lnTo>
                    <a:pt x="193243" y="332285"/>
                  </a:lnTo>
                  <a:lnTo>
                    <a:pt x="198466" y="331375"/>
                  </a:lnTo>
                  <a:lnTo>
                    <a:pt x="203657" y="330299"/>
                  </a:lnTo>
                  <a:lnTo>
                    <a:pt x="208811" y="329059"/>
                  </a:lnTo>
                  <a:lnTo>
                    <a:pt x="213924" y="327657"/>
                  </a:lnTo>
                  <a:lnTo>
                    <a:pt x="218989" y="326093"/>
                  </a:lnTo>
                  <a:lnTo>
                    <a:pt x="224003" y="324369"/>
                  </a:lnTo>
                  <a:lnTo>
                    <a:pt x="228959" y="322487"/>
                  </a:lnTo>
                  <a:lnTo>
                    <a:pt x="233853" y="320449"/>
                  </a:lnTo>
                  <a:lnTo>
                    <a:pt x="238680" y="318257"/>
                  </a:lnTo>
                  <a:lnTo>
                    <a:pt x="243435" y="315913"/>
                  </a:lnTo>
                  <a:lnTo>
                    <a:pt x="248113" y="313419"/>
                  </a:lnTo>
                  <a:lnTo>
                    <a:pt x="252710" y="310778"/>
                  </a:lnTo>
                  <a:lnTo>
                    <a:pt x="257221" y="307993"/>
                  </a:lnTo>
                  <a:lnTo>
                    <a:pt x="261641" y="305066"/>
                  </a:lnTo>
                  <a:lnTo>
                    <a:pt x="265966" y="302000"/>
                  </a:lnTo>
                  <a:lnTo>
                    <a:pt x="270192" y="298799"/>
                  </a:lnTo>
                  <a:lnTo>
                    <a:pt x="274314" y="295465"/>
                  </a:lnTo>
                  <a:lnTo>
                    <a:pt x="278329" y="292002"/>
                  </a:lnTo>
                  <a:lnTo>
                    <a:pt x="282231" y="288414"/>
                  </a:lnTo>
                  <a:lnTo>
                    <a:pt x="286018" y="284704"/>
                  </a:lnTo>
                  <a:lnTo>
                    <a:pt x="289685" y="280876"/>
                  </a:lnTo>
                  <a:lnTo>
                    <a:pt x="293229" y="276933"/>
                  </a:lnTo>
                  <a:lnTo>
                    <a:pt x="296646" y="272880"/>
                  </a:lnTo>
                  <a:lnTo>
                    <a:pt x="299933" y="268720"/>
                  </a:lnTo>
                  <a:lnTo>
                    <a:pt x="303087" y="264459"/>
                  </a:lnTo>
                  <a:lnTo>
                    <a:pt x="306103" y="260099"/>
                  </a:lnTo>
                  <a:lnTo>
                    <a:pt x="308980" y="255646"/>
                  </a:lnTo>
                  <a:lnTo>
                    <a:pt x="311715" y="251104"/>
                  </a:lnTo>
                  <a:lnTo>
                    <a:pt x="314304" y="246478"/>
                  </a:lnTo>
                  <a:lnTo>
                    <a:pt x="316745" y="241772"/>
                  </a:lnTo>
                  <a:lnTo>
                    <a:pt x="319035" y="236991"/>
                  </a:lnTo>
                  <a:lnTo>
                    <a:pt x="321173" y="232139"/>
                  </a:lnTo>
                  <a:lnTo>
                    <a:pt x="323155" y="227223"/>
                  </a:lnTo>
                  <a:lnTo>
                    <a:pt x="324981" y="222246"/>
                  </a:lnTo>
                  <a:lnTo>
                    <a:pt x="326649" y="217213"/>
                  </a:lnTo>
                  <a:lnTo>
                    <a:pt x="328155" y="212130"/>
                  </a:lnTo>
                  <a:lnTo>
                    <a:pt x="329500" y="207002"/>
                  </a:lnTo>
                  <a:lnTo>
                    <a:pt x="330682" y="201834"/>
                  </a:lnTo>
                  <a:lnTo>
                    <a:pt x="331699" y="196631"/>
                  </a:lnTo>
                  <a:lnTo>
                    <a:pt x="332550" y="191399"/>
                  </a:lnTo>
                  <a:lnTo>
                    <a:pt x="333235" y="186142"/>
                  </a:lnTo>
                  <a:lnTo>
                    <a:pt x="333754" y="180866"/>
                  </a:lnTo>
                  <a:lnTo>
                    <a:pt x="334104" y="175576"/>
                  </a:lnTo>
                  <a:lnTo>
                    <a:pt x="334287" y="170277"/>
                  </a:lnTo>
                  <a:lnTo>
                    <a:pt x="334301" y="164976"/>
                  </a:lnTo>
                  <a:lnTo>
                    <a:pt x="334148" y="159677"/>
                  </a:lnTo>
                  <a:lnTo>
                    <a:pt x="333826" y="154385"/>
                  </a:lnTo>
                  <a:lnTo>
                    <a:pt x="333337" y="149106"/>
                  </a:lnTo>
                  <a:lnTo>
                    <a:pt x="332681" y="143846"/>
                  </a:lnTo>
                  <a:lnTo>
                    <a:pt x="331858" y="138608"/>
                  </a:lnTo>
                  <a:lnTo>
                    <a:pt x="330870" y="133400"/>
                  </a:lnTo>
                  <a:lnTo>
                    <a:pt x="329717" y="128225"/>
                  </a:lnTo>
                  <a:lnTo>
                    <a:pt x="328400" y="123090"/>
                  </a:lnTo>
                  <a:lnTo>
                    <a:pt x="326921" y="117999"/>
                  </a:lnTo>
                  <a:lnTo>
                    <a:pt x="325282" y="112957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24152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24152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24152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24152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24152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24152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24152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24152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24152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024152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024152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024152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024152"/>
              <a:ext cx="158133" cy="54209"/>
            </a:xfrm>
            <a:custGeom>
              <a:avLst/>
              <a:pathLst>
                <a:path w="158133" h="54209">
                  <a:moveTo>
                    <a:pt x="158133" y="0"/>
                  </a:moveTo>
                  <a:lnTo>
                    <a:pt x="0" y="542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2921565"/>
              <a:ext cx="158133" cy="156796"/>
            </a:xfrm>
            <a:custGeom>
              <a:avLst/>
              <a:pathLst>
                <a:path w="158133" h="156796">
                  <a:moveTo>
                    <a:pt x="158133" y="102587"/>
                  </a:moveTo>
                  <a:lnTo>
                    <a:pt x="156269" y="97425"/>
                  </a:lnTo>
                  <a:lnTo>
                    <a:pt x="154235" y="92328"/>
                  </a:lnTo>
                  <a:lnTo>
                    <a:pt x="152036" y="87299"/>
                  </a:lnTo>
                  <a:lnTo>
                    <a:pt x="149673" y="82346"/>
                  </a:lnTo>
                  <a:lnTo>
                    <a:pt x="147148" y="77473"/>
                  </a:lnTo>
                  <a:lnTo>
                    <a:pt x="144465" y="72686"/>
                  </a:lnTo>
                  <a:lnTo>
                    <a:pt x="141626" y="67989"/>
                  </a:lnTo>
                  <a:lnTo>
                    <a:pt x="138635" y="63388"/>
                  </a:lnTo>
                  <a:lnTo>
                    <a:pt x="135494" y="58887"/>
                  </a:lnTo>
                  <a:lnTo>
                    <a:pt x="132207" y="54492"/>
                  </a:lnTo>
                  <a:lnTo>
                    <a:pt x="128777" y="50207"/>
                  </a:lnTo>
                  <a:lnTo>
                    <a:pt x="125209" y="46038"/>
                  </a:lnTo>
                  <a:lnTo>
                    <a:pt x="121506" y="41987"/>
                  </a:lnTo>
                  <a:lnTo>
                    <a:pt x="117672" y="38061"/>
                  </a:lnTo>
                  <a:lnTo>
                    <a:pt x="113711" y="34262"/>
                  </a:lnTo>
                  <a:lnTo>
                    <a:pt x="109627" y="30595"/>
                  </a:lnTo>
                  <a:lnTo>
                    <a:pt x="105425" y="27065"/>
                  </a:lnTo>
                  <a:lnTo>
                    <a:pt x="101110" y="23674"/>
                  </a:lnTo>
                  <a:lnTo>
                    <a:pt x="96686" y="20427"/>
                  </a:lnTo>
                  <a:lnTo>
                    <a:pt x="92157" y="17326"/>
                  </a:lnTo>
                  <a:lnTo>
                    <a:pt x="87529" y="14376"/>
                  </a:lnTo>
                  <a:lnTo>
                    <a:pt x="82807" y="11580"/>
                  </a:lnTo>
                  <a:lnTo>
                    <a:pt x="77996" y="8940"/>
                  </a:lnTo>
                  <a:lnTo>
                    <a:pt x="73100" y="6459"/>
                  </a:lnTo>
                  <a:lnTo>
                    <a:pt x="68126" y="4141"/>
                  </a:lnTo>
                  <a:lnTo>
                    <a:pt x="63078" y="1987"/>
                  </a:lnTo>
                  <a:lnTo>
                    <a:pt x="57962" y="0"/>
                  </a:lnTo>
                  <a:lnTo>
                    <a:pt x="0" y="1567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2911194"/>
              <a:ext cx="57962" cy="167167"/>
            </a:xfrm>
            <a:custGeom>
              <a:avLst/>
              <a:pathLst>
                <a:path w="57962" h="167167">
                  <a:moveTo>
                    <a:pt x="57962" y="10370"/>
                  </a:moveTo>
                  <a:lnTo>
                    <a:pt x="52375" y="8416"/>
                  </a:lnTo>
                  <a:lnTo>
                    <a:pt x="46722" y="6662"/>
                  </a:lnTo>
                  <a:lnTo>
                    <a:pt x="41011" y="5108"/>
                  </a:lnTo>
                  <a:lnTo>
                    <a:pt x="35248" y="3758"/>
                  </a:lnTo>
                  <a:lnTo>
                    <a:pt x="29441" y="2613"/>
                  </a:lnTo>
                  <a:lnTo>
                    <a:pt x="23597" y="1673"/>
                  </a:lnTo>
                  <a:lnTo>
                    <a:pt x="17724" y="942"/>
                  </a:lnTo>
                  <a:lnTo>
                    <a:pt x="11828" y="419"/>
                  </a:lnTo>
                  <a:lnTo>
                    <a:pt x="5917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358827" y="3429590"/>
              <a:ext cx="334315" cy="334332"/>
            </a:xfrm>
            <a:custGeom>
              <a:avLst/>
              <a:pathLst>
                <a:path w="334315" h="334332">
                  <a:moveTo>
                    <a:pt x="167152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4" y="2092"/>
                  </a:lnTo>
                  <a:lnTo>
                    <a:pt x="135569" y="3010"/>
                  </a:lnTo>
                  <a:lnTo>
                    <a:pt x="130385" y="4093"/>
                  </a:lnTo>
                  <a:lnTo>
                    <a:pt x="125238" y="5339"/>
                  </a:lnTo>
                  <a:lnTo>
                    <a:pt x="120133" y="6748"/>
                  </a:lnTo>
                  <a:lnTo>
                    <a:pt x="115076" y="8318"/>
                  </a:lnTo>
                  <a:lnTo>
                    <a:pt x="110071" y="10047"/>
                  </a:lnTo>
                  <a:lnTo>
                    <a:pt x="105123" y="11934"/>
                  </a:lnTo>
                  <a:lnTo>
                    <a:pt x="100237" y="13977"/>
                  </a:lnTo>
                  <a:lnTo>
                    <a:pt x="95418" y="16173"/>
                  </a:lnTo>
                  <a:lnTo>
                    <a:pt x="90672" y="18521"/>
                  </a:lnTo>
                  <a:lnTo>
                    <a:pt x="86002" y="21018"/>
                  </a:lnTo>
                  <a:lnTo>
                    <a:pt x="81413" y="23662"/>
                  </a:lnTo>
                  <a:lnTo>
                    <a:pt x="76911" y="26449"/>
                  </a:lnTo>
                  <a:lnTo>
                    <a:pt x="72499" y="29378"/>
                  </a:lnTo>
                  <a:lnTo>
                    <a:pt x="68182" y="32446"/>
                  </a:lnTo>
                  <a:lnTo>
                    <a:pt x="63965" y="35648"/>
                  </a:lnTo>
                  <a:lnTo>
                    <a:pt x="59851" y="38982"/>
                  </a:lnTo>
                  <a:lnTo>
                    <a:pt x="55844" y="42445"/>
                  </a:lnTo>
                  <a:lnTo>
                    <a:pt x="51950" y="46034"/>
                  </a:lnTo>
                  <a:lnTo>
                    <a:pt x="48171" y="49743"/>
                  </a:lnTo>
                  <a:lnTo>
                    <a:pt x="44511" y="53571"/>
                  </a:lnTo>
                  <a:lnTo>
                    <a:pt x="40975" y="57512"/>
                  </a:lnTo>
                  <a:lnTo>
                    <a:pt x="37565" y="61564"/>
                  </a:lnTo>
                  <a:lnTo>
                    <a:pt x="34285" y="65722"/>
                  </a:lnTo>
                  <a:lnTo>
                    <a:pt x="31138" y="69981"/>
                  </a:lnTo>
                  <a:lnTo>
                    <a:pt x="28128" y="74338"/>
                  </a:lnTo>
                  <a:lnTo>
                    <a:pt x="25258" y="78788"/>
                  </a:lnTo>
                  <a:lnTo>
                    <a:pt x="22530" y="83327"/>
                  </a:lnTo>
                  <a:lnTo>
                    <a:pt x="19947" y="87950"/>
                  </a:lnTo>
                  <a:lnTo>
                    <a:pt x="17511" y="92652"/>
                  </a:lnTo>
                  <a:lnTo>
                    <a:pt x="15226" y="97429"/>
                  </a:lnTo>
                  <a:lnTo>
                    <a:pt x="13094" y="102276"/>
                  </a:lnTo>
                  <a:lnTo>
                    <a:pt x="11115" y="107188"/>
                  </a:lnTo>
                  <a:lnTo>
                    <a:pt x="9294" y="112161"/>
                  </a:lnTo>
                  <a:lnTo>
                    <a:pt x="7631" y="117189"/>
                  </a:lnTo>
                  <a:lnTo>
                    <a:pt x="6128" y="122266"/>
                  </a:lnTo>
                  <a:lnTo>
                    <a:pt x="4787" y="127389"/>
                  </a:lnTo>
                  <a:lnTo>
                    <a:pt x="3608" y="132552"/>
                  </a:lnTo>
                  <a:lnTo>
                    <a:pt x="2594" y="137749"/>
                  </a:lnTo>
                  <a:lnTo>
                    <a:pt x="1745" y="142977"/>
                  </a:lnTo>
                  <a:lnTo>
                    <a:pt x="1061" y="148228"/>
                  </a:lnTo>
                  <a:lnTo>
                    <a:pt x="545" y="153498"/>
                  </a:lnTo>
                  <a:lnTo>
                    <a:pt x="195" y="158782"/>
                  </a:lnTo>
                  <a:lnTo>
                    <a:pt x="14" y="164075"/>
                  </a:lnTo>
                  <a:lnTo>
                    <a:pt x="0" y="169370"/>
                  </a:lnTo>
                  <a:lnTo>
                    <a:pt x="153" y="174663"/>
                  </a:lnTo>
                  <a:lnTo>
                    <a:pt x="474" y="179949"/>
                  </a:lnTo>
                  <a:lnTo>
                    <a:pt x="963" y="185222"/>
                  </a:lnTo>
                  <a:lnTo>
                    <a:pt x="1618" y="190477"/>
                  </a:lnTo>
                  <a:lnTo>
                    <a:pt x="2440" y="195709"/>
                  </a:lnTo>
                  <a:lnTo>
                    <a:pt x="3426" y="200911"/>
                  </a:lnTo>
                  <a:lnTo>
                    <a:pt x="4577" y="206080"/>
                  </a:lnTo>
                  <a:lnTo>
                    <a:pt x="5891" y="211210"/>
                  </a:lnTo>
                  <a:lnTo>
                    <a:pt x="7367" y="216296"/>
                  </a:lnTo>
                  <a:lnTo>
                    <a:pt x="9004" y="221332"/>
                  </a:lnTo>
                  <a:lnTo>
                    <a:pt x="10799" y="226315"/>
                  </a:lnTo>
                  <a:lnTo>
                    <a:pt x="12751" y="231237"/>
                  </a:lnTo>
                  <a:lnTo>
                    <a:pt x="14857" y="236096"/>
                  </a:lnTo>
                  <a:lnTo>
                    <a:pt x="17117" y="240885"/>
                  </a:lnTo>
                  <a:lnTo>
                    <a:pt x="19527" y="245600"/>
                  </a:lnTo>
                  <a:lnTo>
                    <a:pt x="22086" y="250237"/>
                  </a:lnTo>
                  <a:lnTo>
                    <a:pt x="24790" y="254790"/>
                  </a:lnTo>
                  <a:lnTo>
                    <a:pt x="27636" y="259255"/>
                  </a:lnTo>
                  <a:lnTo>
                    <a:pt x="30623" y="263628"/>
                  </a:lnTo>
                  <a:lnTo>
                    <a:pt x="33747" y="267904"/>
                  </a:lnTo>
                  <a:lnTo>
                    <a:pt x="37005" y="272079"/>
                  </a:lnTo>
                  <a:lnTo>
                    <a:pt x="40393" y="276149"/>
                  </a:lnTo>
                  <a:lnTo>
                    <a:pt x="43909" y="280109"/>
                  </a:lnTo>
                  <a:lnTo>
                    <a:pt x="47548" y="283956"/>
                  </a:lnTo>
                  <a:lnTo>
                    <a:pt x="51307" y="287686"/>
                  </a:lnTo>
                  <a:lnTo>
                    <a:pt x="55183" y="291295"/>
                  </a:lnTo>
                  <a:lnTo>
                    <a:pt x="59170" y="294779"/>
                  </a:lnTo>
                  <a:lnTo>
                    <a:pt x="63267" y="298135"/>
                  </a:lnTo>
                  <a:lnTo>
                    <a:pt x="67467" y="301360"/>
                  </a:lnTo>
                  <a:lnTo>
                    <a:pt x="71767" y="304450"/>
                  </a:lnTo>
                  <a:lnTo>
                    <a:pt x="76164" y="307402"/>
                  </a:lnTo>
                  <a:lnTo>
                    <a:pt x="80651" y="310214"/>
                  </a:lnTo>
                  <a:lnTo>
                    <a:pt x="85225" y="312882"/>
                  </a:lnTo>
                  <a:lnTo>
                    <a:pt x="89882" y="315404"/>
                  </a:lnTo>
                  <a:lnTo>
                    <a:pt x="94616" y="317777"/>
                  </a:lnTo>
                  <a:lnTo>
                    <a:pt x="99423" y="319999"/>
                  </a:lnTo>
                  <a:lnTo>
                    <a:pt x="104298" y="322068"/>
                  </a:lnTo>
                  <a:lnTo>
                    <a:pt x="109236" y="323981"/>
                  </a:lnTo>
                  <a:lnTo>
                    <a:pt x="114232" y="325737"/>
                  </a:lnTo>
                  <a:lnTo>
                    <a:pt x="119281" y="327333"/>
                  </a:lnTo>
                  <a:lnTo>
                    <a:pt x="124378" y="328769"/>
                  </a:lnTo>
                  <a:lnTo>
                    <a:pt x="129518" y="330043"/>
                  </a:lnTo>
                  <a:lnTo>
                    <a:pt x="134696" y="331153"/>
                  </a:lnTo>
                  <a:lnTo>
                    <a:pt x="139906" y="332099"/>
                  </a:lnTo>
                  <a:lnTo>
                    <a:pt x="145144" y="332879"/>
                  </a:lnTo>
                  <a:lnTo>
                    <a:pt x="150404" y="333493"/>
                  </a:lnTo>
                  <a:lnTo>
                    <a:pt x="155681" y="333940"/>
                  </a:lnTo>
                  <a:lnTo>
                    <a:pt x="160969" y="334220"/>
                  </a:lnTo>
                  <a:lnTo>
                    <a:pt x="166263" y="334332"/>
                  </a:lnTo>
                  <a:lnTo>
                    <a:pt x="171558" y="334276"/>
                  </a:lnTo>
                  <a:lnTo>
                    <a:pt x="176849" y="334053"/>
                  </a:lnTo>
                  <a:lnTo>
                    <a:pt x="182130" y="333662"/>
                  </a:lnTo>
                  <a:lnTo>
                    <a:pt x="187396" y="333104"/>
                  </a:lnTo>
                  <a:lnTo>
                    <a:pt x="192642" y="332380"/>
                  </a:lnTo>
                  <a:lnTo>
                    <a:pt x="197862" y="331489"/>
                  </a:lnTo>
                  <a:lnTo>
                    <a:pt x="203052" y="330434"/>
                  </a:lnTo>
                  <a:lnTo>
                    <a:pt x="208205" y="329215"/>
                  </a:lnTo>
                  <a:lnTo>
                    <a:pt x="213317" y="327834"/>
                  </a:lnTo>
                  <a:lnTo>
                    <a:pt x="218383" y="326291"/>
                  </a:lnTo>
                  <a:lnTo>
                    <a:pt x="223398" y="324588"/>
                  </a:lnTo>
                  <a:lnTo>
                    <a:pt x="228356" y="322728"/>
                  </a:lnTo>
                  <a:lnTo>
                    <a:pt x="233252" y="320711"/>
                  </a:lnTo>
                  <a:lnTo>
                    <a:pt x="238082" y="318540"/>
                  </a:lnTo>
                  <a:lnTo>
                    <a:pt x="242841" y="316218"/>
                  </a:lnTo>
                  <a:lnTo>
                    <a:pt x="247524" y="313746"/>
                  </a:lnTo>
                  <a:lnTo>
                    <a:pt x="252127" y="311126"/>
                  </a:lnTo>
                  <a:lnTo>
                    <a:pt x="256644" y="308363"/>
                  </a:lnTo>
                  <a:lnTo>
                    <a:pt x="261071" y="305457"/>
                  </a:lnTo>
                  <a:lnTo>
                    <a:pt x="265405" y="302413"/>
                  </a:lnTo>
                  <a:lnTo>
                    <a:pt x="269639" y="299233"/>
                  </a:lnTo>
                  <a:lnTo>
                    <a:pt x="273771" y="295921"/>
                  </a:lnTo>
                  <a:lnTo>
                    <a:pt x="277795" y="292479"/>
                  </a:lnTo>
                  <a:lnTo>
                    <a:pt x="281709" y="288911"/>
                  </a:lnTo>
                  <a:lnTo>
                    <a:pt x="285508" y="285222"/>
                  </a:lnTo>
                  <a:lnTo>
                    <a:pt x="289188" y="281414"/>
                  </a:lnTo>
                  <a:lnTo>
                    <a:pt x="292745" y="277491"/>
                  </a:lnTo>
                  <a:lnTo>
                    <a:pt x="296177" y="273458"/>
                  </a:lnTo>
                  <a:lnTo>
                    <a:pt x="299478" y="269318"/>
                  </a:lnTo>
                  <a:lnTo>
                    <a:pt x="302648" y="265075"/>
                  </a:lnTo>
                  <a:lnTo>
                    <a:pt x="305681" y="260734"/>
                  </a:lnTo>
                  <a:lnTo>
                    <a:pt x="308575" y="256300"/>
                  </a:lnTo>
                  <a:lnTo>
                    <a:pt x="311327" y="251775"/>
                  </a:lnTo>
                  <a:lnTo>
                    <a:pt x="313935" y="247166"/>
                  </a:lnTo>
                  <a:lnTo>
                    <a:pt x="316395" y="242477"/>
                  </a:lnTo>
                  <a:lnTo>
                    <a:pt x="318706" y="237712"/>
                  </a:lnTo>
                  <a:lnTo>
                    <a:pt x="320864" y="232876"/>
                  </a:lnTo>
                  <a:lnTo>
                    <a:pt x="322868" y="227975"/>
                  </a:lnTo>
                  <a:lnTo>
                    <a:pt x="324716" y="223012"/>
                  </a:lnTo>
                  <a:lnTo>
                    <a:pt x="326406" y="217993"/>
                  </a:lnTo>
                  <a:lnTo>
                    <a:pt x="327936" y="212923"/>
                  </a:lnTo>
                  <a:lnTo>
                    <a:pt x="329304" y="207808"/>
                  </a:lnTo>
                  <a:lnTo>
                    <a:pt x="330510" y="202651"/>
                  </a:lnTo>
                  <a:lnTo>
                    <a:pt x="331552" y="197459"/>
                  </a:lnTo>
                  <a:lnTo>
                    <a:pt x="332429" y="192237"/>
                  </a:lnTo>
                  <a:lnTo>
                    <a:pt x="333140" y="186989"/>
                  </a:lnTo>
                  <a:lnTo>
                    <a:pt x="333685" y="181722"/>
                  </a:lnTo>
                  <a:lnTo>
                    <a:pt x="334062" y="176440"/>
                  </a:lnTo>
                  <a:lnTo>
                    <a:pt x="334272" y="171148"/>
                  </a:lnTo>
                  <a:lnTo>
                    <a:pt x="334315" y="165853"/>
                  </a:lnTo>
                  <a:lnTo>
                    <a:pt x="334189" y="160559"/>
                  </a:lnTo>
                  <a:lnTo>
                    <a:pt x="333896" y="155271"/>
                  </a:lnTo>
                  <a:lnTo>
                    <a:pt x="333436" y="149996"/>
                  </a:lnTo>
                  <a:lnTo>
                    <a:pt x="332808" y="144738"/>
                  </a:lnTo>
                  <a:lnTo>
                    <a:pt x="332015" y="139502"/>
                  </a:lnTo>
                  <a:lnTo>
                    <a:pt x="331056" y="134294"/>
                  </a:lnTo>
                  <a:lnTo>
                    <a:pt x="329932" y="129119"/>
                  </a:lnTo>
                  <a:lnTo>
                    <a:pt x="328646" y="123982"/>
                  </a:lnTo>
                  <a:lnTo>
                    <a:pt x="327197" y="118889"/>
                  </a:lnTo>
                  <a:lnTo>
                    <a:pt x="325587" y="113843"/>
                  </a:lnTo>
                  <a:lnTo>
                    <a:pt x="323819" y="108852"/>
                  </a:lnTo>
                  <a:lnTo>
                    <a:pt x="321893" y="103919"/>
                  </a:lnTo>
                  <a:lnTo>
                    <a:pt x="319812" y="99049"/>
                  </a:lnTo>
                  <a:lnTo>
                    <a:pt x="317578" y="94248"/>
                  </a:lnTo>
                  <a:lnTo>
                    <a:pt x="315193" y="89520"/>
                  </a:lnTo>
                  <a:lnTo>
                    <a:pt x="312659" y="84870"/>
                  </a:lnTo>
                  <a:lnTo>
                    <a:pt x="309979" y="80303"/>
                  </a:lnTo>
                  <a:lnTo>
                    <a:pt x="307156" y="75822"/>
                  </a:lnTo>
                  <a:lnTo>
                    <a:pt x="304193" y="71433"/>
                  </a:lnTo>
                  <a:lnTo>
                    <a:pt x="301092" y="67141"/>
                  </a:lnTo>
                  <a:lnTo>
                    <a:pt x="297856" y="62949"/>
                  </a:lnTo>
                  <a:lnTo>
                    <a:pt x="294490" y="58861"/>
                  </a:lnTo>
                  <a:lnTo>
                    <a:pt x="290995" y="54882"/>
                  </a:lnTo>
                  <a:lnTo>
                    <a:pt x="287377" y="51016"/>
                  </a:lnTo>
                  <a:lnTo>
                    <a:pt x="283637" y="47266"/>
                  </a:lnTo>
                  <a:lnTo>
                    <a:pt x="279781" y="43637"/>
                  </a:lnTo>
                  <a:lnTo>
                    <a:pt x="275812" y="40131"/>
                  </a:lnTo>
                  <a:lnTo>
                    <a:pt x="271734" y="36753"/>
                  </a:lnTo>
                  <a:lnTo>
                    <a:pt x="267550" y="33506"/>
                  </a:lnTo>
                  <a:lnTo>
                    <a:pt x="263266" y="30393"/>
                  </a:lnTo>
                  <a:lnTo>
                    <a:pt x="258886" y="27417"/>
                  </a:lnTo>
                  <a:lnTo>
                    <a:pt x="254413" y="24582"/>
                  </a:lnTo>
                  <a:lnTo>
                    <a:pt x="249853" y="2189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51480"/>
              <a:ext cx="82700" cy="145277"/>
            </a:xfrm>
            <a:custGeom>
              <a:avLst/>
              <a:pathLst>
                <a:path w="82700" h="145277">
                  <a:moveTo>
                    <a:pt x="82700" y="0"/>
                  </a:moveTo>
                  <a:lnTo>
                    <a:pt x="0" y="145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51480"/>
              <a:ext cx="82700" cy="145277"/>
            </a:xfrm>
            <a:custGeom>
              <a:avLst/>
              <a:pathLst>
                <a:path w="82700" h="145277">
                  <a:moveTo>
                    <a:pt x="82700" y="0"/>
                  </a:moveTo>
                  <a:lnTo>
                    <a:pt x="0" y="14527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51480"/>
              <a:ext cx="82700" cy="145277"/>
            </a:xfrm>
            <a:custGeom>
              <a:avLst/>
              <a:pathLst>
                <a:path w="82700" h="145277">
                  <a:moveTo>
                    <a:pt x="82700" y="0"/>
                  </a:moveTo>
                  <a:lnTo>
                    <a:pt x="0" y="14527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51480"/>
              <a:ext cx="82700" cy="145277"/>
            </a:xfrm>
            <a:custGeom>
              <a:avLst/>
              <a:pathLst>
                <a:path w="82700" h="145277">
                  <a:moveTo>
                    <a:pt x="82700" y="0"/>
                  </a:moveTo>
                  <a:lnTo>
                    <a:pt x="0" y="1452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51480"/>
              <a:ext cx="82700" cy="145277"/>
            </a:xfrm>
            <a:custGeom>
              <a:avLst/>
              <a:pathLst>
                <a:path w="82700" h="145277">
                  <a:moveTo>
                    <a:pt x="82700" y="0"/>
                  </a:moveTo>
                  <a:lnTo>
                    <a:pt x="0" y="14527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51480"/>
              <a:ext cx="82700" cy="145277"/>
            </a:xfrm>
            <a:custGeom>
              <a:avLst/>
              <a:pathLst>
                <a:path w="82700" h="145277">
                  <a:moveTo>
                    <a:pt x="82700" y="0"/>
                  </a:moveTo>
                  <a:lnTo>
                    <a:pt x="0" y="14527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51480"/>
              <a:ext cx="82700" cy="145277"/>
            </a:xfrm>
            <a:custGeom>
              <a:avLst/>
              <a:pathLst>
                <a:path w="82700" h="145277">
                  <a:moveTo>
                    <a:pt x="82700" y="0"/>
                  </a:moveTo>
                  <a:lnTo>
                    <a:pt x="0" y="14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51480"/>
              <a:ext cx="82700" cy="145277"/>
            </a:xfrm>
            <a:custGeom>
              <a:avLst/>
              <a:pathLst>
                <a:path w="82700" h="145277">
                  <a:moveTo>
                    <a:pt x="82700" y="0"/>
                  </a:moveTo>
                  <a:lnTo>
                    <a:pt x="0" y="14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51480"/>
              <a:ext cx="82700" cy="145277"/>
            </a:xfrm>
            <a:custGeom>
              <a:avLst/>
              <a:pathLst>
                <a:path w="82700" h="145277">
                  <a:moveTo>
                    <a:pt x="82700" y="0"/>
                  </a:moveTo>
                  <a:lnTo>
                    <a:pt x="0" y="14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51480"/>
              <a:ext cx="82700" cy="145277"/>
            </a:xfrm>
            <a:custGeom>
              <a:avLst/>
              <a:pathLst>
                <a:path w="82700" h="145277">
                  <a:moveTo>
                    <a:pt x="82700" y="0"/>
                  </a:moveTo>
                  <a:lnTo>
                    <a:pt x="0" y="1452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525980" y="3451480"/>
              <a:ext cx="82700" cy="145277"/>
            </a:xfrm>
            <a:custGeom>
              <a:avLst/>
              <a:pathLst>
                <a:path w="82700" h="145277">
                  <a:moveTo>
                    <a:pt x="82700" y="0"/>
                  </a:moveTo>
                  <a:lnTo>
                    <a:pt x="0" y="1452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525980" y="3451480"/>
              <a:ext cx="82700" cy="145277"/>
            </a:xfrm>
            <a:custGeom>
              <a:avLst/>
              <a:pathLst>
                <a:path w="82700" h="145277">
                  <a:moveTo>
                    <a:pt x="82700" y="0"/>
                  </a:moveTo>
                  <a:lnTo>
                    <a:pt x="0" y="1452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525980" y="3445522"/>
              <a:ext cx="82700" cy="151235"/>
            </a:xfrm>
            <a:custGeom>
              <a:avLst/>
              <a:pathLst>
                <a:path w="82700" h="151235">
                  <a:moveTo>
                    <a:pt x="82700" y="5958"/>
                  </a:moveTo>
                  <a:lnTo>
                    <a:pt x="71223" y="0"/>
                  </a:lnTo>
                  <a:lnTo>
                    <a:pt x="0" y="15123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525980" y="3429590"/>
              <a:ext cx="71223" cy="167167"/>
            </a:xfrm>
            <a:custGeom>
              <a:avLst/>
              <a:pathLst>
                <a:path w="71223" h="167167">
                  <a:moveTo>
                    <a:pt x="71223" y="15931"/>
                  </a:moveTo>
                  <a:lnTo>
                    <a:pt x="66063" y="13607"/>
                  </a:lnTo>
                  <a:lnTo>
                    <a:pt x="60827" y="11459"/>
                  </a:lnTo>
                  <a:lnTo>
                    <a:pt x="55521" y="9489"/>
                  </a:lnTo>
                  <a:lnTo>
                    <a:pt x="50152" y="7700"/>
                  </a:lnTo>
                  <a:lnTo>
                    <a:pt x="44725" y="6094"/>
                  </a:lnTo>
                  <a:lnTo>
                    <a:pt x="39247" y="4672"/>
                  </a:lnTo>
                  <a:lnTo>
                    <a:pt x="33725" y="3437"/>
                  </a:lnTo>
                  <a:lnTo>
                    <a:pt x="28163" y="2389"/>
                  </a:lnTo>
                  <a:lnTo>
                    <a:pt x="22569" y="1530"/>
                  </a:lnTo>
                  <a:lnTo>
                    <a:pt x="16949" y="861"/>
                  </a:lnTo>
                  <a:lnTo>
                    <a:pt x="11310" y="383"/>
                  </a:lnTo>
                  <a:lnTo>
                    <a:pt x="5658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478582" y="3934012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8" y="2094"/>
                  </a:lnTo>
                  <a:lnTo>
                    <a:pt x="135550" y="3013"/>
                  </a:lnTo>
                  <a:lnTo>
                    <a:pt x="130364" y="4097"/>
                  </a:lnTo>
                  <a:lnTo>
                    <a:pt x="125214" y="5345"/>
                  </a:lnTo>
                  <a:lnTo>
                    <a:pt x="120107" y="6755"/>
                  </a:lnTo>
                  <a:lnTo>
                    <a:pt x="115047" y="8327"/>
                  </a:lnTo>
                  <a:lnTo>
                    <a:pt x="110040" y="10058"/>
                  </a:lnTo>
                  <a:lnTo>
                    <a:pt x="105089" y="11947"/>
                  </a:lnTo>
                  <a:lnTo>
                    <a:pt x="100201" y="13991"/>
                  </a:lnTo>
                  <a:lnTo>
                    <a:pt x="95381" y="16190"/>
                  </a:lnTo>
                  <a:lnTo>
                    <a:pt x="90632" y="18540"/>
                  </a:lnTo>
                  <a:lnTo>
                    <a:pt x="85960" y="21040"/>
                  </a:lnTo>
                  <a:lnTo>
                    <a:pt x="81370" y="23686"/>
                  </a:lnTo>
                  <a:lnTo>
                    <a:pt x="76866" y="26477"/>
                  </a:lnTo>
                  <a:lnTo>
                    <a:pt x="72453" y="29409"/>
                  </a:lnTo>
                  <a:lnTo>
                    <a:pt x="68135" y="32479"/>
                  </a:lnTo>
                  <a:lnTo>
                    <a:pt x="63916" y="35684"/>
                  </a:lnTo>
                  <a:lnTo>
                    <a:pt x="59801" y="39022"/>
                  </a:lnTo>
                  <a:lnTo>
                    <a:pt x="55794" y="42488"/>
                  </a:lnTo>
                  <a:lnTo>
                    <a:pt x="51899" y="46080"/>
                  </a:lnTo>
                  <a:lnTo>
                    <a:pt x="48119" y="49793"/>
                  </a:lnTo>
                  <a:lnTo>
                    <a:pt x="44460" y="53625"/>
                  </a:lnTo>
                  <a:lnTo>
                    <a:pt x="40923" y="57570"/>
                  </a:lnTo>
                  <a:lnTo>
                    <a:pt x="37513" y="61625"/>
                  </a:lnTo>
                  <a:lnTo>
                    <a:pt x="34233" y="65786"/>
                  </a:lnTo>
                  <a:lnTo>
                    <a:pt x="31087" y="70050"/>
                  </a:lnTo>
                  <a:lnTo>
                    <a:pt x="28078" y="74410"/>
                  </a:lnTo>
                  <a:lnTo>
                    <a:pt x="25208" y="78864"/>
                  </a:lnTo>
                  <a:lnTo>
                    <a:pt x="22481" y="83407"/>
                  </a:lnTo>
                  <a:lnTo>
                    <a:pt x="19899" y="88034"/>
                  </a:lnTo>
                  <a:lnTo>
                    <a:pt x="17465" y="92740"/>
                  </a:lnTo>
                  <a:lnTo>
                    <a:pt x="15182" y="97521"/>
                  </a:lnTo>
                  <a:lnTo>
                    <a:pt x="13051" y="102372"/>
                  </a:lnTo>
                  <a:lnTo>
                    <a:pt x="11075" y="107288"/>
                  </a:lnTo>
                  <a:lnTo>
                    <a:pt x="9256" y="112265"/>
                  </a:lnTo>
                  <a:lnTo>
                    <a:pt x="7595" y="117296"/>
                  </a:lnTo>
                  <a:lnTo>
                    <a:pt x="6095" y="122378"/>
                  </a:lnTo>
                  <a:lnTo>
                    <a:pt x="4756" y="127504"/>
                  </a:lnTo>
                  <a:lnTo>
                    <a:pt x="3581" y="132670"/>
                  </a:lnTo>
                  <a:lnTo>
                    <a:pt x="2570" y="137871"/>
                  </a:lnTo>
                  <a:lnTo>
                    <a:pt x="1724" y="143102"/>
                  </a:lnTo>
                  <a:lnTo>
                    <a:pt x="1045" y="148357"/>
                  </a:lnTo>
                  <a:lnTo>
                    <a:pt x="532" y="153630"/>
                  </a:lnTo>
                  <a:lnTo>
                    <a:pt x="187" y="158917"/>
                  </a:lnTo>
                  <a:lnTo>
                    <a:pt x="9" y="164213"/>
                  </a:lnTo>
                  <a:lnTo>
                    <a:pt x="0" y="169511"/>
                  </a:lnTo>
                  <a:lnTo>
                    <a:pt x="158" y="174807"/>
                  </a:lnTo>
                  <a:lnTo>
                    <a:pt x="484" y="180095"/>
                  </a:lnTo>
                  <a:lnTo>
                    <a:pt x="977" y="185371"/>
                  </a:lnTo>
                  <a:lnTo>
                    <a:pt x="1638" y="190628"/>
                  </a:lnTo>
                  <a:lnTo>
                    <a:pt x="2464" y="195861"/>
                  </a:lnTo>
                  <a:lnTo>
                    <a:pt x="3456" y="201066"/>
                  </a:lnTo>
                  <a:lnTo>
                    <a:pt x="4613" y="206237"/>
                  </a:lnTo>
                  <a:lnTo>
                    <a:pt x="5933" y="211368"/>
                  </a:lnTo>
                  <a:lnTo>
                    <a:pt x="7414" y="216455"/>
                  </a:lnTo>
                  <a:lnTo>
                    <a:pt x="9057" y="221492"/>
                  </a:lnTo>
                  <a:lnTo>
                    <a:pt x="10858" y="226475"/>
                  </a:lnTo>
                  <a:lnTo>
                    <a:pt x="12816" y="231399"/>
                  </a:lnTo>
                  <a:lnTo>
                    <a:pt x="14929" y="236257"/>
                  </a:lnTo>
                  <a:lnTo>
                    <a:pt x="17195" y="241047"/>
                  </a:lnTo>
                  <a:lnTo>
                    <a:pt x="19611" y="245762"/>
                  </a:lnTo>
                  <a:lnTo>
                    <a:pt x="22176" y="250398"/>
                  </a:lnTo>
                  <a:lnTo>
                    <a:pt x="24887" y="254951"/>
                  </a:lnTo>
                  <a:lnTo>
                    <a:pt x="27740" y="259415"/>
                  </a:lnTo>
                  <a:lnTo>
                    <a:pt x="30734" y="263787"/>
                  </a:lnTo>
                  <a:lnTo>
                    <a:pt x="33864" y="268061"/>
                  </a:lnTo>
                  <a:lnTo>
                    <a:pt x="37129" y="272235"/>
                  </a:lnTo>
                  <a:lnTo>
                    <a:pt x="40524" y="276302"/>
                  </a:lnTo>
                  <a:lnTo>
                    <a:pt x="44046" y="280261"/>
                  </a:lnTo>
                  <a:lnTo>
                    <a:pt x="47692" y="284105"/>
                  </a:lnTo>
                  <a:lnTo>
                    <a:pt x="51458" y="287832"/>
                  </a:lnTo>
                  <a:lnTo>
                    <a:pt x="55340" y="291438"/>
                  </a:lnTo>
                  <a:lnTo>
                    <a:pt x="59334" y="294919"/>
                  </a:lnTo>
                  <a:lnTo>
                    <a:pt x="63437" y="298272"/>
                  </a:lnTo>
                  <a:lnTo>
                    <a:pt x="67644" y="301493"/>
                  </a:lnTo>
                  <a:lnTo>
                    <a:pt x="71951" y="304579"/>
                  </a:lnTo>
                  <a:lnTo>
                    <a:pt x="76353" y="307527"/>
                  </a:lnTo>
                  <a:lnTo>
                    <a:pt x="80847" y="310333"/>
                  </a:lnTo>
                  <a:lnTo>
                    <a:pt x="85427" y="312997"/>
                  </a:lnTo>
                  <a:lnTo>
                    <a:pt x="90090" y="315513"/>
                  </a:lnTo>
                  <a:lnTo>
                    <a:pt x="94830" y="317881"/>
                  </a:lnTo>
                  <a:lnTo>
                    <a:pt x="99643" y="320097"/>
                  </a:lnTo>
                  <a:lnTo>
                    <a:pt x="104523" y="322160"/>
                  </a:lnTo>
                  <a:lnTo>
                    <a:pt x="109466" y="324067"/>
                  </a:lnTo>
                  <a:lnTo>
                    <a:pt x="114468" y="325816"/>
                  </a:lnTo>
                  <a:lnTo>
                    <a:pt x="119522" y="327406"/>
                  </a:lnTo>
                  <a:lnTo>
                    <a:pt x="124624" y="328835"/>
                  </a:lnTo>
                  <a:lnTo>
                    <a:pt x="129769" y="330101"/>
                  </a:lnTo>
                  <a:lnTo>
                    <a:pt x="134951" y="331204"/>
                  </a:lnTo>
                  <a:lnTo>
                    <a:pt x="140166" y="332142"/>
                  </a:lnTo>
                  <a:lnTo>
                    <a:pt x="145407" y="332914"/>
                  </a:lnTo>
                  <a:lnTo>
                    <a:pt x="150671" y="333520"/>
                  </a:lnTo>
                  <a:lnTo>
                    <a:pt x="155951" y="333959"/>
                  </a:lnTo>
                  <a:lnTo>
                    <a:pt x="161243" y="334230"/>
                  </a:lnTo>
                  <a:lnTo>
                    <a:pt x="166540" y="334333"/>
                  </a:lnTo>
                  <a:lnTo>
                    <a:pt x="171838" y="334269"/>
                  </a:lnTo>
                  <a:lnTo>
                    <a:pt x="177131" y="334036"/>
                  </a:lnTo>
                  <a:lnTo>
                    <a:pt x="182415" y="333636"/>
                  </a:lnTo>
                  <a:lnTo>
                    <a:pt x="187683" y="333069"/>
                  </a:lnTo>
                  <a:lnTo>
                    <a:pt x="192930" y="332335"/>
                  </a:lnTo>
                  <a:lnTo>
                    <a:pt x="198151" y="331435"/>
                  </a:lnTo>
                  <a:lnTo>
                    <a:pt x="203341" y="330370"/>
                  </a:lnTo>
                  <a:lnTo>
                    <a:pt x="208495" y="329141"/>
                  </a:lnTo>
                  <a:lnTo>
                    <a:pt x="213608" y="327749"/>
                  </a:lnTo>
                  <a:lnTo>
                    <a:pt x="218673" y="326196"/>
                  </a:lnTo>
                  <a:lnTo>
                    <a:pt x="223687" y="324484"/>
                  </a:lnTo>
                  <a:lnTo>
                    <a:pt x="228644" y="322613"/>
                  </a:lnTo>
                  <a:lnTo>
                    <a:pt x="233540" y="320586"/>
                  </a:lnTo>
                  <a:lnTo>
                    <a:pt x="238369" y="318405"/>
                  </a:lnTo>
                  <a:lnTo>
                    <a:pt x="243126" y="316072"/>
                  </a:lnTo>
                  <a:lnTo>
                    <a:pt x="247806" y="313590"/>
                  </a:lnTo>
                  <a:lnTo>
                    <a:pt x="252406" y="310960"/>
                  </a:lnTo>
                  <a:lnTo>
                    <a:pt x="256920" y="308186"/>
                  </a:lnTo>
                  <a:lnTo>
                    <a:pt x="261344" y="305270"/>
                  </a:lnTo>
                  <a:lnTo>
                    <a:pt x="265674" y="302216"/>
                  </a:lnTo>
                  <a:lnTo>
                    <a:pt x="269904" y="299025"/>
                  </a:lnTo>
                  <a:lnTo>
                    <a:pt x="274031" y="295703"/>
                  </a:lnTo>
                  <a:lnTo>
                    <a:pt x="278051" y="292251"/>
                  </a:lnTo>
                  <a:lnTo>
                    <a:pt x="281959" y="288674"/>
                  </a:lnTo>
                  <a:lnTo>
                    <a:pt x="285752" y="284974"/>
                  </a:lnTo>
                  <a:lnTo>
                    <a:pt x="289426" y="281157"/>
                  </a:lnTo>
                  <a:lnTo>
                    <a:pt x="292977" y="277224"/>
                  </a:lnTo>
                  <a:lnTo>
                    <a:pt x="296402" y="273181"/>
                  </a:lnTo>
                  <a:lnTo>
                    <a:pt x="299697" y="269032"/>
                  </a:lnTo>
                  <a:lnTo>
                    <a:pt x="302858" y="264780"/>
                  </a:lnTo>
                  <a:lnTo>
                    <a:pt x="305884" y="260431"/>
                  </a:lnTo>
                  <a:lnTo>
                    <a:pt x="308769" y="255987"/>
                  </a:lnTo>
                  <a:lnTo>
                    <a:pt x="311513" y="251454"/>
                  </a:lnTo>
                  <a:lnTo>
                    <a:pt x="314112" y="246837"/>
                  </a:lnTo>
                  <a:lnTo>
                    <a:pt x="316563" y="242140"/>
                  </a:lnTo>
                  <a:lnTo>
                    <a:pt x="318864" y="237367"/>
                  </a:lnTo>
                  <a:lnTo>
                    <a:pt x="321012" y="232524"/>
                  </a:lnTo>
                  <a:lnTo>
                    <a:pt x="323006" y="227615"/>
                  </a:lnTo>
                  <a:lnTo>
                    <a:pt x="324844" y="222645"/>
                  </a:lnTo>
                  <a:lnTo>
                    <a:pt x="326523" y="217620"/>
                  </a:lnTo>
                  <a:lnTo>
                    <a:pt x="328041" y="212544"/>
                  </a:lnTo>
                  <a:lnTo>
                    <a:pt x="329399" y="207422"/>
                  </a:lnTo>
                  <a:lnTo>
                    <a:pt x="330593" y="202260"/>
                  </a:lnTo>
                  <a:lnTo>
                    <a:pt x="331623" y="197063"/>
                  </a:lnTo>
                  <a:lnTo>
                    <a:pt x="332488" y="191836"/>
                  </a:lnTo>
                  <a:lnTo>
                    <a:pt x="333186" y="186584"/>
                  </a:lnTo>
                  <a:lnTo>
                    <a:pt x="333718" y="181312"/>
                  </a:lnTo>
                  <a:lnTo>
                    <a:pt x="334083" y="176026"/>
                  </a:lnTo>
                  <a:lnTo>
                    <a:pt x="334280" y="170732"/>
                  </a:lnTo>
                  <a:lnTo>
                    <a:pt x="334309" y="165433"/>
                  </a:lnTo>
                  <a:lnTo>
                    <a:pt x="334170" y="160137"/>
                  </a:lnTo>
                  <a:lnTo>
                    <a:pt x="333863" y="154847"/>
                  </a:lnTo>
                  <a:lnTo>
                    <a:pt x="333389" y="149570"/>
                  </a:lnTo>
                  <a:lnTo>
                    <a:pt x="332748" y="144311"/>
                  </a:lnTo>
                  <a:lnTo>
                    <a:pt x="331941" y="139074"/>
                  </a:lnTo>
                  <a:lnTo>
                    <a:pt x="330967" y="133866"/>
                  </a:lnTo>
                  <a:lnTo>
                    <a:pt x="329830" y="128691"/>
                  </a:lnTo>
                  <a:lnTo>
                    <a:pt x="328529" y="123555"/>
                  </a:lnTo>
                  <a:lnTo>
                    <a:pt x="327066" y="118463"/>
                  </a:lnTo>
                  <a:lnTo>
                    <a:pt x="325442" y="113419"/>
                  </a:lnTo>
                  <a:lnTo>
                    <a:pt x="323659" y="108430"/>
                  </a:lnTo>
                  <a:lnTo>
                    <a:pt x="321719" y="103499"/>
                  </a:lnTo>
                  <a:lnTo>
                    <a:pt x="319624" y="98633"/>
                  </a:lnTo>
                  <a:lnTo>
                    <a:pt x="317375" y="93835"/>
                  </a:lnTo>
                  <a:lnTo>
                    <a:pt x="314976" y="89111"/>
                  </a:lnTo>
                  <a:lnTo>
                    <a:pt x="312428" y="84466"/>
                  </a:lnTo>
                  <a:lnTo>
                    <a:pt x="309734" y="79903"/>
                  </a:lnTo>
                  <a:lnTo>
                    <a:pt x="306897" y="75429"/>
                  </a:lnTo>
                  <a:lnTo>
                    <a:pt x="303919" y="71046"/>
                  </a:lnTo>
                  <a:lnTo>
                    <a:pt x="300804" y="66760"/>
                  </a:lnTo>
                  <a:lnTo>
                    <a:pt x="297555" y="62575"/>
                  </a:lnTo>
                  <a:lnTo>
                    <a:pt x="294175" y="58495"/>
                  </a:lnTo>
                  <a:lnTo>
                    <a:pt x="290667" y="54524"/>
                  </a:lnTo>
                  <a:lnTo>
                    <a:pt x="287036" y="50666"/>
                  </a:lnTo>
                  <a:lnTo>
                    <a:pt x="283283" y="46925"/>
                  </a:lnTo>
                  <a:lnTo>
                    <a:pt x="279414" y="43305"/>
                  </a:lnTo>
                  <a:lnTo>
                    <a:pt x="275433" y="39809"/>
                  </a:lnTo>
                  <a:lnTo>
                    <a:pt x="271342" y="36442"/>
                  </a:lnTo>
                  <a:lnTo>
                    <a:pt x="267147" y="33206"/>
                  </a:lnTo>
                  <a:lnTo>
                    <a:pt x="262851" y="30104"/>
                  </a:lnTo>
                  <a:lnTo>
                    <a:pt x="258460" y="27140"/>
                  </a:lnTo>
                  <a:lnTo>
                    <a:pt x="253976" y="24316"/>
                  </a:lnTo>
                  <a:lnTo>
                    <a:pt x="249406" y="21637"/>
                  </a:lnTo>
                  <a:lnTo>
                    <a:pt x="244752" y="19103"/>
                  </a:lnTo>
                  <a:lnTo>
                    <a:pt x="240021" y="16718"/>
                  </a:lnTo>
                  <a:lnTo>
                    <a:pt x="235216" y="14484"/>
                  </a:lnTo>
                  <a:lnTo>
                    <a:pt x="230344" y="12404"/>
                  </a:lnTo>
                  <a:lnTo>
                    <a:pt x="225407" y="10479"/>
                  </a:lnTo>
                  <a:lnTo>
                    <a:pt x="220412" y="8711"/>
                  </a:lnTo>
                  <a:lnTo>
                    <a:pt x="215364" y="7103"/>
                  </a:lnTo>
                  <a:lnTo>
                    <a:pt x="210267" y="5656"/>
                  </a:lnTo>
                  <a:lnTo>
                    <a:pt x="205127" y="4370"/>
                  </a:lnTo>
                  <a:lnTo>
                    <a:pt x="199949" y="3249"/>
                  </a:lnTo>
                  <a:lnTo>
                    <a:pt x="194738" y="2292"/>
                  </a:lnTo>
                  <a:lnTo>
                    <a:pt x="189499" y="1500"/>
                  </a:lnTo>
                  <a:lnTo>
                    <a:pt x="184237" y="875"/>
                  </a:lnTo>
                  <a:lnTo>
                    <a:pt x="178959" y="417"/>
                  </a:lnTo>
                  <a:lnTo>
                    <a:pt x="173668" y="12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645733" y="3934140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645733" y="3934012"/>
              <a:ext cx="6517" cy="167167"/>
            </a:xfrm>
            <a:custGeom>
              <a:avLst/>
              <a:pathLst>
                <a:path w="6517" h="167167">
                  <a:moveTo>
                    <a:pt x="6517" y="1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711632" y="4397268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8" y="2094"/>
                  </a:lnTo>
                  <a:lnTo>
                    <a:pt x="135550" y="3013"/>
                  </a:lnTo>
                  <a:lnTo>
                    <a:pt x="130364" y="4097"/>
                  </a:lnTo>
                  <a:lnTo>
                    <a:pt x="125214" y="5345"/>
                  </a:lnTo>
                  <a:lnTo>
                    <a:pt x="120107" y="6755"/>
                  </a:lnTo>
                  <a:lnTo>
                    <a:pt x="115047" y="8327"/>
                  </a:lnTo>
                  <a:lnTo>
                    <a:pt x="110040" y="10058"/>
                  </a:lnTo>
                  <a:lnTo>
                    <a:pt x="105089" y="11947"/>
                  </a:lnTo>
                  <a:lnTo>
                    <a:pt x="100201" y="13991"/>
                  </a:lnTo>
                  <a:lnTo>
                    <a:pt x="95381" y="16190"/>
                  </a:lnTo>
                  <a:lnTo>
                    <a:pt x="90632" y="18540"/>
                  </a:lnTo>
                  <a:lnTo>
                    <a:pt x="85960" y="21040"/>
                  </a:lnTo>
                  <a:lnTo>
                    <a:pt x="81370" y="23686"/>
                  </a:lnTo>
                  <a:lnTo>
                    <a:pt x="76866" y="26477"/>
                  </a:lnTo>
                  <a:lnTo>
                    <a:pt x="72453" y="29409"/>
                  </a:lnTo>
                  <a:lnTo>
                    <a:pt x="68135" y="32479"/>
                  </a:lnTo>
                  <a:lnTo>
                    <a:pt x="63916" y="35684"/>
                  </a:lnTo>
                  <a:lnTo>
                    <a:pt x="59801" y="39022"/>
                  </a:lnTo>
                  <a:lnTo>
                    <a:pt x="55794" y="42488"/>
                  </a:lnTo>
                  <a:lnTo>
                    <a:pt x="51899" y="46080"/>
                  </a:lnTo>
                  <a:lnTo>
                    <a:pt x="48119" y="49793"/>
                  </a:lnTo>
                  <a:lnTo>
                    <a:pt x="44460" y="53625"/>
                  </a:lnTo>
                  <a:lnTo>
                    <a:pt x="40923" y="57570"/>
                  </a:lnTo>
                  <a:lnTo>
                    <a:pt x="37513" y="61625"/>
                  </a:lnTo>
                  <a:lnTo>
                    <a:pt x="34233" y="65786"/>
                  </a:lnTo>
                  <a:lnTo>
                    <a:pt x="31087" y="70050"/>
                  </a:lnTo>
                  <a:lnTo>
                    <a:pt x="28078" y="74410"/>
                  </a:lnTo>
                  <a:lnTo>
                    <a:pt x="25208" y="78864"/>
                  </a:lnTo>
                  <a:lnTo>
                    <a:pt x="22481" y="83407"/>
                  </a:lnTo>
                  <a:lnTo>
                    <a:pt x="19899" y="88034"/>
                  </a:lnTo>
                  <a:lnTo>
                    <a:pt x="17465" y="92740"/>
                  </a:lnTo>
                  <a:lnTo>
                    <a:pt x="15182" y="97521"/>
                  </a:lnTo>
                  <a:lnTo>
                    <a:pt x="13051" y="102372"/>
                  </a:lnTo>
                  <a:lnTo>
                    <a:pt x="11075" y="107288"/>
                  </a:lnTo>
                  <a:lnTo>
                    <a:pt x="9256" y="112265"/>
                  </a:lnTo>
                  <a:lnTo>
                    <a:pt x="7595" y="117296"/>
                  </a:lnTo>
                  <a:lnTo>
                    <a:pt x="6095" y="122378"/>
                  </a:lnTo>
                  <a:lnTo>
                    <a:pt x="4756" y="127504"/>
                  </a:lnTo>
                  <a:lnTo>
                    <a:pt x="3581" y="132670"/>
                  </a:lnTo>
                  <a:lnTo>
                    <a:pt x="2570" y="137871"/>
                  </a:lnTo>
                  <a:lnTo>
                    <a:pt x="1724" y="143102"/>
                  </a:lnTo>
                  <a:lnTo>
                    <a:pt x="1045" y="148357"/>
                  </a:lnTo>
                  <a:lnTo>
                    <a:pt x="532" y="153630"/>
                  </a:lnTo>
                  <a:lnTo>
                    <a:pt x="187" y="158917"/>
                  </a:lnTo>
                  <a:lnTo>
                    <a:pt x="9" y="164213"/>
                  </a:lnTo>
                  <a:lnTo>
                    <a:pt x="0" y="169511"/>
                  </a:lnTo>
                  <a:lnTo>
                    <a:pt x="158" y="174807"/>
                  </a:lnTo>
                  <a:lnTo>
                    <a:pt x="484" y="180095"/>
                  </a:lnTo>
                  <a:lnTo>
                    <a:pt x="977" y="185371"/>
                  </a:lnTo>
                  <a:lnTo>
                    <a:pt x="1638" y="190628"/>
                  </a:lnTo>
                  <a:lnTo>
                    <a:pt x="2464" y="195861"/>
                  </a:lnTo>
                  <a:lnTo>
                    <a:pt x="3456" y="201066"/>
                  </a:lnTo>
                  <a:lnTo>
                    <a:pt x="4613" y="206237"/>
                  </a:lnTo>
                  <a:lnTo>
                    <a:pt x="5933" y="211368"/>
                  </a:lnTo>
                  <a:lnTo>
                    <a:pt x="7414" y="216455"/>
                  </a:lnTo>
                  <a:lnTo>
                    <a:pt x="9057" y="221492"/>
                  </a:lnTo>
                  <a:lnTo>
                    <a:pt x="10858" y="226475"/>
                  </a:lnTo>
                  <a:lnTo>
                    <a:pt x="12816" y="231399"/>
                  </a:lnTo>
                  <a:lnTo>
                    <a:pt x="14929" y="236257"/>
                  </a:lnTo>
                  <a:lnTo>
                    <a:pt x="17195" y="241047"/>
                  </a:lnTo>
                  <a:lnTo>
                    <a:pt x="19611" y="245762"/>
                  </a:lnTo>
                  <a:lnTo>
                    <a:pt x="22176" y="250398"/>
                  </a:lnTo>
                  <a:lnTo>
                    <a:pt x="24887" y="254951"/>
                  </a:lnTo>
                  <a:lnTo>
                    <a:pt x="27740" y="259415"/>
                  </a:lnTo>
                  <a:lnTo>
                    <a:pt x="30734" y="263787"/>
                  </a:lnTo>
                  <a:lnTo>
                    <a:pt x="33864" y="268061"/>
                  </a:lnTo>
                  <a:lnTo>
                    <a:pt x="37129" y="272235"/>
                  </a:lnTo>
                  <a:lnTo>
                    <a:pt x="40524" y="276302"/>
                  </a:lnTo>
                  <a:lnTo>
                    <a:pt x="44046" y="280261"/>
                  </a:lnTo>
                  <a:lnTo>
                    <a:pt x="47692" y="284105"/>
                  </a:lnTo>
                  <a:lnTo>
                    <a:pt x="51458" y="287832"/>
                  </a:lnTo>
                  <a:lnTo>
                    <a:pt x="55340" y="291438"/>
                  </a:lnTo>
                  <a:lnTo>
                    <a:pt x="59334" y="294919"/>
                  </a:lnTo>
                  <a:lnTo>
                    <a:pt x="63437" y="298272"/>
                  </a:lnTo>
                  <a:lnTo>
                    <a:pt x="67644" y="301493"/>
                  </a:lnTo>
                  <a:lnTo>
                    <a:pt x="71951" y="304579"/>
                  </a:lnTo>
                  <a:lnTo>
                    <a:pt x="76353" y="307527"/>
                  </a:lnTo>
                  <a:lnTo>
                    <a:pt x="80847" y="310333"/>
                  </a:lnTo>
                  <a:lnTo>
                    <a:pt x="85427" y="312997"/>
                  </a:lnTo>
                  <a:lnTo>
                    <a:pt x="90090" y="315513"/>
                  </a:lnTo>
                  <a:lnTo>
                    <a:pt x="94830" y="317881"/>
                  </a:lnTo>
                  <a:lnTo>
                    <a:pt x="99643" y="320097"/>
                  </a:lnTo>
                  <a:lnTo>
                    <a:pt x="104523" y="322160"/>
                  </a:lnTo>
                  <a:lnTo>
                    <a:pt x="109466" y="324067"/>
                  </a:lnTo>
                  <a:lnTo>
                    <a:pt x="114468" y="325816"/>
                  </a:lnTo>
                  <a:lnTo>
                    <a:pt x="119522" y="327406"/>
                  </a:lnTo>
                  <a:lnTo>
                    <a:pt x="124624" y="328835"/>
                  </a:lnTo>
                  <a:lnTo>
                    <a:pt x="129769" y="330101"/>
                  </a:lnTo>
                  <a:lnTo>
                    <a:pt x="134951" y="331204"/>
                  </a:lnTo>
                  <a:lnTo>
                    <a:pt x="140166" y="332142"/>
                  </a:lnTo>
                  <a:lnTo>
                    <a:pt x="145407" y="332914"/>
                  </a:lnTo>
                  <a:lnTo>
                    <a:pt x="150671" y="333520"/>
                  </a:lnTo>
                  <a:lnTo>
                    <a:pt x="155951" y="333959"/>
                  </a:lnTo>
                  <a:lnTo>
                    <a:pt x="161243" y="334230"/>
                  </a:lnTo>
                  <a:lnTo>
                    <a:pt x="166540" y="334333"/>
                  </a:lnTo>
                  <a:lnTo>
                    <a:pt x="171838" y="334269"/>
                  </a:lnTo>
                  <a:lnTo>
                    <a:pt x="177131" y="334036"/>
                  </a:lnTo>
                  <a:lnTo>
                    <a:pt x="182415" y="333636"/>
                  </a:lnTo>
                  <a:lnTo>
                    <a:pt x="187683" y="333069"/>
                  </a:lnTo>
                  <a:lnTo>
                    <a:pt x="192930" y="332335"/>
                  </a:lnTo>
                  <a:lnTo>
                    <a:pt x="198151" y="331435"/>
                  </a:lnTo>
                  <a:lnTo>
                    <a:pt x="203341" y="330370"/>
                  </a:lnTo>
                  <a:lnTo>
                    <a:pt x="208495" y="329141"/>
                  </a:lnTo>
                  <a:lnTo>
                    <a:pt x="213608" y="327749"/>
                  </a:lnTo>
                  <a:lnTo>
                    <a:pt x="218673" y="326196"/>
                  </a:lnTo>
                  <a:lnTo>
                    <a:pt x="223687" y="324484"/>
                  </a:lnTo>
                  <a:lnTo>
                    <a:pt x="228644" y="322613"/>
                  </a:lnTo>
                  <a:lnTo>
                    <a:pt x="233540" y="320586"/>
                  </a:lnTo>
                  <a:lnTo>
                    <a:pt x="238369" y="318405"/>
                  </a:lnTo>
                  <a:lnTo>
                    <a:pt x="243126" y="316072"/>
                  </a:lnTo>
                  <a:lnTo>
                    <a:pt x="247806" y="313590"/>
                  </a:lnTo>
                  <a:lnTo>
                    <a:pt x="252406" y="310960"/>
                  </a:lnTo>
                  <a:lnTo>
                    <a:pt x="256920" y="308186"/>
                  </a:lnTo>
                  <a:lnTo>
                    <a:pt x="261344" y="305270"/>
                  </a:lnTo>
                  <a:lnTo>
                    <a:pt x="265674" y="302216"/>
                  </a:lnTo>
                  <a:lnTo>
                    <a:pt x="269904" y="299025"/>
                  </a:lnTo>
                  <a:lnTo>
                    <a:pt x="274031" y="295703"/>
                  </a:lnTo>
                  <a:lnTo>
                    <a:pt x="278051" y="292251"/>
                  </a:lnTo>
                  <a:lnTo>
                    <a:pt x="281959" y="288674"/>
                  </a:lnTo>
                  <a:lnTo>
                    <a:pt x="285752" y="284974"/>
                  </a:lnTo>
                  <a:lnTo>
                    <a:pt x="289426" y="281157"/>
                  </a:lnTo>
                  <a:lnTo>
                    <a:pt x="292977" y="277224"/>
                  </a:lnTo>
                  <a:lnTo>
                    <a:pt x="296402" y="273181"/>
                  </a:lnTo>
                  <a:lnTo>
                    <a:pt x="299697" y="269032"/>
                  </a:lnTo>
                  <a:lnTo>
                    <a:pt x="302858" y="264780"/>
                  </a:lnTo>
                  <a:lnTo>
                    <a:pt x="305884" y="260431"/>
                  </a:lnTo>
                  <a:lnTo>
                    <a:pt x="308769" y="255987"/>
                  </a:lnTo>
                  <a:lnTo>
                    <a:pt x="311513" y="251454"/>
                  </a:lnTo>
                  <a:lnTo>
                    <a:pt x="314112" y="246837"/>
                  </a:lnTo>
                  <a:lnTo>
                    <a:pt x="316563" y="242140"/>
                  </a:lnTo>
                  <a:lnTo>
                    <a:pt x="318864" y="237367"/>
                  </a:lnTo>
                  <a:lnTo>
                    <a:pt x="321012" y="232524"/>
                  </a:lnTo>
                  <a:lnTo>
                    <a:pt x="323006" y="227615"/>
                  </a:lnTo>
                  <a:lnTo>
                    <a:pt x="324844" y="222645"/>
                  </a:lnTo>
                  <a:lnTo>
                    <a:pt x="326523" y="217620"/>
                  </a:lnTo>
                  <a:lnTo>
                    <a:pt x="328041" y="212544"/>
                  </a:lnTo>
                  <a:lnTo>
                    <a:pt x="329399" y="207422"/>
                  </a:lnTo>
                  <a:lnTo>
                    <a:pt x="330593" y="202260"/>
                  </a:lnTo>
                  <a:lnTo>
                    <a:pt x="331623" y="197063"/>
                  </a:lnTo>
                  <a:lnTo>
                    <a:pt x="332488" y="191836"/>
                  </a:lnTo>
                  <a:lnTo>
                    <a:pt x="333186" y="186584"/>
                  </a:lnTo>
                  <a:lnTo>
                    <a:pt x="333718" y="181312"/>
                  </a:lnTo>
                  <a:lnTo>
                    <a:pt x="334083" y="176026"/>
                  </a:lnTo>
                  <a:lnTo>
                    <a:pt x="334280" y="170732"/>
                  </a:lnTo>
                  <a:lnTo>
                    <a:pt x="334309" y="165433"/>
                  </a:lnTo>
                  <a:lnTo>
                    <a:pt x="334170" y="160137"/>
                  </a:lnTo>
                  <a:lnTo>
                    <a:pt x="333863" y="154847"/>
                  </a:lnTo>
                  <a:lnTo>
                    <a:pt x="333389" y="149570"/>
                  </a:lnTo>
                  <a:lnTo>
                    <a:pt x="332748" y="144311"/>
                  </a:lnTo>
                  <a:lnTo>
                    <a:pt x="331941" y="139074"/>
                  </a:lnTo>
                  <a:lnTo>
                    <a:pt x="330967" y="133866"/>
                  </a:lnTo>
                  <a:lnTo>
                    <a:pt x="329830" y="128691"/>
                  </a:lnTo>
                  <a:lnTo>
                    <a:pt x="328529" y="123555"/>
                  </a:lnTo>
                  <a:lnTo>
                    <a:pt x="327066" y="118463"/>
                  </a:lnTo>
                  <a:lnTo>
                    <a:pt x="325442" y="113419"/>
                  </a:lnTo>
                  <a:lnTo>
                    <a:pt x="323659" y="108430"/>
                  </a:lnTo>
                  <a:lnTo>
                    <a:pt x="321719" y="103499"/>
                  </a:lnTo>
                  <a:lnTo>
                    <a:pt x="319624" y="98633"/>
                  </a:lnTo>
                  <a:lnTo>
                    <a:pt x="317375" y="93835"/>
                  </a:lnTo>
                  <a:lnTo>
                    <a:pt x="314976" y="89111"/>
                  </a:lnTo>
                  <a:lnTo>
                    <a:pt x="312428" y="84466"/>
                  </a:lnTo>
                  <a:lnTo>
                    <a:pt x="309734" y="79903"/>
                  </a:lnTo>
                  <a:lnTo>
                    <a:pt x="306897" y="75429"/>
                  </a:lnTo>
                  <a:lnTo>
                    <a:pt x="303919" y="71046"/>
                  </a:lnTo>
                  <a:lnTo>
                    <a:pt x="300804" y="66760"/>
                  </a:lnTo>
                  <a:lnTo>
                    <a:pt x="297555" y="62575"/>
                  </a:lnTo>
                  <a:lnTo>
                    <a:pt x="294175" y="58495"/>
                  </a:lnTo>
                  <a:lnTo>
                    <a:pt x="290667" y="54524"/>
                  </a:lnTo>
                  <a:lnTo>
                    <a:pt x="287036" y="50666"/>
                  </a:lnTo>
                  <a:lnTo>
                    <a:pt x="283283" y="46925"/>
                  </a:lnTo>
                  <a:lnTo>
                    <a:pt x="279414" y="43305"/>
                  </a:lnTo>
                  <a:lnTo>
                    <a:pt x="275433" y="39809"/>
                  </a:lnTo>
                  <a:lnTo>
                    <a:pt x="271342" y="36442"/>
                  </a:lnTo>
                  <a:lnTo>
                    <a:pt x="267147" y="33206"/>
                  </a:lnTo>
                  <a:lnTo>
                    <a:pt x="262851" y="30104"/>
                  </a:lnTo>
                  <a:lnTo>
                    <a:pt x="258460" y="27140"/>
                  </a:lnTo>
                  <a:lnTo>
                    <a:pt x="253976" y="24316"/>
                  </a:lnTo>
                  <a:lnTo>
                    <a:pt x="249406" y="21637"/>
                  </a:lnTo>
                  <a:lnTo>
                    <a:pt x="244752" y="19103"/>
                  </a:lnTo>
                  <a:lnTo>
                    <a:pt x="240021" y="16718"/>
                  </a:lnTo>
                  <a:lnTo>
                    <a:pt x="235216" y="14484"/>
                  </a:lnTo>
                  <a:lnTo>
                    <a:pt x="230344" y="12404"/>
                  </a:lnTo>
                  <a:lnTo>
                    <a:pt x="225407" y="10479"/>
                  </a:lnTo>
                  <a:lnTo>
                    <a:pt x="220412" y="8711"/>
                  </a:lnTo>
                  <a:lnTo>
                    <a:pt x="215364" y="7103"/>
                  </a:lnTo>
                  <a:lnTo>
                    <a:pt x="210267" y="5656"/>
                  </a:lnTo>
                  <a:lnTo>
                    <a:pt x="205127" y="4370"/>
                  </a:lnTo>
                  <a:lnTo>
                    <a:pt x="199949" y="3249"/>
                  </a:lnTo>
                  <a:lnTo>
                    <a:pt x="194738" y="2292"/>
                  </a:lnTo>
                  <a:lnTo>
                    <a:pt x="189499" y="1500"/>
                  </a:lnTo>
                  <a:lnTo>
                    <a:pt x="184237" y="875"/>
                  </a:lnTo>
                  <a:lnTo>
                    <a:pt x="178959" y="417"/>
                  </a:lnTo>
                  <a:lnTo>
                    <a:pt x="173668" y="12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2878783" y="4397395"/>
              <a:ext cx="6517" cy="167040"/>
            </a:xfrm>
            <a:custGeom>
              <a:avLst/>
              <a:pathLst>
                <a:path w="6517" h="167040">
                  <a:moveTo>
                    <a:pt x="6517" y="0"/>
                  </a:moveTo>
                  <a:lnTo>
                    <a:pt x="0" y="1670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2878783" y="4397268"/>
              <a:ext cx="6517" cy="167167"/>
            </a:xfrm>
            <a:custGeom>
              <a:avLst/>
              <a:pathLst>
                <a:path w="6517" h="167167">
                  <a:moveTo>
                    <a:pt x="6517" y="12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45403" y="4794382"/>
              <a:ext cx="167163" cy="195130"/>
            </a:xfrm>
            <a:custGeom>
              <a:avLst/>
              <a:pathLst>
                <a:path w="167163" h="195130">
                  <a:moveTo>
                    <a:pt x="167163" y="0"/>
                  </a:moveTo>
                  <a:lnTo>
                    <a:pt x="161781" y="86"/>
                  </a:lnTo>
                  <a:lnTo>
                    <a:pt x="156404" y="346"/>
                  </a:lnTo>
                  <a:lnTo>
                    <a:pt x="151039" y="779"/>
                  </a:lnTo>
                  <a:lnTo>
                    <a:pt x="145690" y="1384"/>
                  </a:lnTo>
                  <a:lnTo>
                    <a:pt x="140364" y="2162"/>
                  </a:lnTo>
                  <a:lnTo>
                    <a:pt x="135065" y="3110"/>
                  </a:lnTo>
                  <a:lnTo>
                    <a:pt x="129800" y="4228"/>
                  </a:lnTo>
                  <a:lnTo>
                    <a:pt x="124574" y="5516"/>
                  </a:lnTo>
                  <a:lnTo>
                    <a:pt x="119391" y="6971"/>
                  </a:lnTo>
                  <a:lnTo>
                    <a:pt x="114258" y="8592"/>
                  </a:lnTo>
                  <a:lnTo>
                    <a:pt x="109180" y="10377"/>
                  </a:lnTo>
                  <a:lnTo>
                    <a:pt x="104162" y="12325"/>
                  </a:lnTo>
                  <a:lnTo>
                    <a:pt x="99210" y="14434"/>
                  </a:lnTo>
                  <a:lnTo>
                    <a:pt x="94328" y="16701"/>
                  </a:lnTo>
                  <a:lnTo>
                    <a:pt x="89521" y="19124"/>
                  </a:lnTo>
                  <a:lnTo>
                    <a:pt x="84795" y="21700"/>
                  </a:lnTo>
                  <a:lnTo>
                    <a:pt x="80154" y="24428"/>
                  </a:lnTo>
                  <a:lnTo>
                    <a:pt x="75604" y="27303"/>
                  </a:lnTo>
                  <a:lnTo>
                    <a:pt x="71148" y="30323"/>
                  </a:lnTo>
                  <a:lnTo>
                    <a:pt x="66792" y="33485"/>
                  </a:lnTo>
                  <a:lnTo>
                    <a:pt x="62541" y="36786"/>
                  </a:lnTo>
                  <a:lnTo>
                    <a:pt x="58397" y="40222"/>
                  </a:lnTo>
                  <a:lnTo>
                    <a:pt x="54366" y="43790"/>
                  </a:lnTo>
                  <a:lnTo>
                    <a:pt x="50453" y="47485"/>
                  </a:lnTo>
                  <a:lnTo>
                    <a:pt x="46660" y="51305"/>
                  </a:lnTo>
                  <a:lnTo>
                    <a:pt x="42992" y="55245"/>
                  </a:lnTo>
                  <a:lnTo>
                    <a:pt x="39453" y="59300"/>
                  </a:lnTo>
                  <a:lnTo>
                    <a:pt x="36046" y="63468"/>
                  </a:lnTo>
                  <a:lnTo>
                    <a:pt x="32776" y="67743"/>
                  </a:lnTo>
                  <a:lnTo>
                    <a:pt x="29644" y="72121"/>
                  </a:lnTo>
                  <a:lnTo>
                    <a:pt x="26656" y="76598"/>
                  </a:lnTo>
                  <a:lnTo>
                    <a:pt x="23813" y="81169"/>
                  </a:lnTo>
                  <a:lnTo>
                    <a:pt x="21118" y="85829"/>
                  </a:lnTo>
                  <a:lnTo>
                    <a:pt x="18575" y="90573"/>
                  </a:lnTo>
                  <a:lnTo>
                    <a:pt x="16186" y="95396"/>
                  </a:lnTo>
                  <a:lnTo>
                    <a:pt x="13954" y="100294"/>
                  </a:lnTo>
                  <a:lnTo>
                    <a:pt x="11880" y="105262"/>
                  </a:lnTo>
                  <a:lnTo>
                    <a:pt x="9968" y="110293"/>
                  </a:lnTo>
                  <a:lnTo>
                    <a:pt x="8218" y="115384"/>
                  </a:lnTo>
                  <a:lnTo>
                    <a:pt x="6633" y="120528"/>
                  </a:lnTo>
                  <a:lnTo>
                    <a:pt x="5215" y="125720"/>
                  </a:lnTo>
                  <a:lnTo>
                    <a:pt x="3964" y="130956"/>
                  </a:lnTo>
                  <a:lnTo>
                    <a:pt x="2883" y="136229"/>
                  </a:lnTo>
                  <a:lnTo>
                    <a:pt x="1972" y="141534"/>
                  </a:lnTo>
                  <a:lnTo>
                    <a:pt x="1233" y="146866"/>
                  </a:lnTo>
                  <a:lnTo>
                    <a:pt x="665" y="152218"/>
                  </a:lnTo>
                  <a:lnTo>
                    <a:pt x="270" y="157587"/>
                  </a:lnTo>
                  <a:lnTo>
                    <a:pt x="48" y="162965"/>
                  </a:lnTo>
                  <a:lnTo>
                    <a:pt x="0" y="168347"/>
                  </a:lnTo>
                  <a:lnTo>
                    <a:pt x="124" y="173729"/>
                  </a:lnTo>
                  <a:lnTo>
                    <a:pt x="422" y="179103"/>
                  </a:lnTo>
                  <a:lnTo>
                    <a:pt x="893" y="184465"/>
                  </a:lnTo>
                  <a:lnTo>
                    <a:pt x="1536" y="189810"/>
                  </a:lnTo>
                  <a:lnTo>
                    <a:pt x="2351" y="19513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47754" y="4961550"/>
              <a:ext cx="164812" cy="27963"/>
            </a:xfrm>
            <a:custGeom>
              <a:avLst/>
              <a:pathLst>
                <a:path w="164812" h="27963">
                  <a:moveTo>
                    <a:pt x="0" y="27963"/>
                  </a:moveTo>
                  <a:lnTo>
                    <a:pt x="16481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47754" y="4961550"/>
              <a:ext cx="164812" cy="27963"/>
            </a:xfrm>
            <a:custGeom>
              <a:avLst/>
              <a:pathLst>
                <a:path w="164812" h="27963">
                  <a:moveTo>
                    <a:pt x="0" y="27963"/>
                  </a:moveTo>
                  <a:lnTo>
                    <a:pt x="16481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47754" y="4961550"/>
              <a:ext cx="164812" cy="27963"/>
            </a:xfrm>
            <a:custGeom>
              <a:avLst/>
              <a:pathLst>
                <a:path w="164812" h="27963">
                  <a:moveTo>
                    <a:pt x="0" y="27963"/>
                  </a:moveTo>
                  <a:lnTo>
                    <a:pt x="16481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47754" y="4961550"/>
              <a:ext cx="164812" cy="27963"/>
            </a:xfrm>
            <a:custGeom>
              <a:avLst/>
              <a:pathLst>
                <a:path w="164812" h="27963">
                  <a:moveTo>
                    <a:pt x="0" y="27963"/>
                  </a:moveTo>
                  <a:lnTo>
                    <a:pt x="1648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47754" y="4961550"/>
              <a:ext cx="164812" cy="27963"/>
            </a:xfrm>
            <a:custGeom>
              <a:avLst/>
              <a:pathLst>
                <a:path w="164812" h="27963">
                  <a:moveTo>
                    <a:pt x="0" y="27963"/>
                  </a:moveTo>
                  <a:lnTo>
                    <a:pt x="1648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47754" y="4961550"/>
              <a:ext cx="164812" cy="27963"/>
            </a:xfrm>
            <a:custGeom>
              <a:avLst/>
              <a:pathLst>
                <a:path w="164812" h="27963">
                  <a:moveTo>
                    <a:pt x="0" y="27963"/>
                  </a:moveTo>
                  <a:lnTo>
                    <a:pt x="1648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47754" y="4961550"/>
              <a:ext cx="164812" cy="27963"/>
            </a:xfrm>
            <a:custGeom>
              <a:avLst/>
              <a:pathLst>
                <a:path w="164812" h="27963">
                  <a:moveTo>
                    <a:pt x="0" y="27963"/>
                  </a:moveTo>
                  <a:lnTo>
                    <a:pt x="1648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047754" y="4961550"/>
              <a:ext cx="164812" cy="27963"/>
            </a:xfrm>
            <a:custGeom>
              <a:avLst/>
              <a:pathLst>
                <a:path w="164812" h="27963">
                  <a:moveTo>
                    <a:pt x="0" y="27963"/>
                  </a:moveTo>
                  <a:lnTo>
                    <a:pt x="16481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047754" y="4961550"/>
              <a:ext cx="164812" cy="27963"/>
            </a:xfrm>
            <a:custGeom>
              <a:avLst/>
              <a:pathLst>
                <a:path w="164812" h="27963">
                  <a:moveTo>
                    <a:pt x="0" y="27963"/>
                  </a:moveTo>
                  <a:lnTo>
                    <a:pt x="16481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047754" y="4961550"/>
              <a:ext cx="164812" cy="49981"/>
            </a:xfrm>
            <a:custGeom>
              <a:avLst/>
              <a:pathLst>
                <a:path w="164812" h="49981">
                  <a:moveTo>
                    <a:pt x="0" y="27963"/>
                  </a:moveTo>
                  <a:lnTo>
                    <a:pt x="1431" y="35380"/>
                  </a:lnTo>
                  <a:lnTo>
                    <a:pt x="3196" y="42724"/>
                  </a:lnTo>
                  <a:lnTo>
                    <a:pt x="5291" y="49981"/>
                  </a:lnTo>
                  <a:lnTo>
                    <a:pt x="16481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053046" y="4794382"/>
              <a:ext cx="326668" cy="334334"/>
            </a:xfrm>
            <a:custGeom>
              <a:avLst/>
              <a:pathLst>
                <a:path w="326668" h="334334">
                  <a:moveTo>
                    <a:pt x="0" y="217149"/>
                  </a:moveTo>
                  <a:lnTo>
                    <a:pt x="1665" y="222182"/>
                  </a:lnTo>
                  <a:lnTo>
                    <a:pt x="3489" y="227161"/>
                  </a:lnTo>
                  <a:lnTo>
                    <a:pt x="5470" y="232078"/>
                  </a:lnTo>
                  <a:lnTo>
                    <a:pt x="7606" y="236931"/>
                  </a:lnTo>
                  <a:lnTo>
                    <a:pt x="9895" y="241714"/>
                  </a:lnTo>
                  <a:lnTo>
                    <a:pt x="12334" y="246421"/>
                  </a:lnTo>
                  <a:lnTo>
                    <a:pt x="14921" y="251049"/>
                  </a:lnTo>
                  <a:lnTo>
                    <a:pt x="17654" y="255592"/>
                  </a:lnTo>
                  <a:lnTo>
                    <a:pt x="20530" y="260047"/>
                  </a:lnTo>
                  <a:lnTo>
                    <a:pt x="23545" y="264408"/>
                  </a:lnTo>
                  <a:lnTo>
                    <a:pt x="26697" y="268671"/>
                  </a:lnTo>
                  <a:lnTo>
                    <a:pt x="29983" y="272832"/>
                  </a:lnTo>
                  <a:lnTo>
                    <a:pt x="33399" y="276887"/>
                  </a:lnTo>
                  <a:lnTo>
                    <a:pt x="36942" y="280831"/>
                  </a:lnTo>
                  <a:lnTo>
                    <a:pt x="40608" y="284661"/>
                  </a:lnTo>
                  <a:lnTo>
                    <a:pt x="44394" y="288373"/>
                  </a:lnTo>
                  <a:lnTo>
                    <a:pt x="48295" y="291963"/>
                  </a:lnTo>
                  <a:lnTo>
                    <a:pt x="52309" y="295427"/>
                  </a:lnTo>
                  <a:lnTo>
                    <a:pt x="56430" y="298763"/>
                  </a:lnTo>
                  <a:lnTo>
                    <a:pt x="60655" y="301966"/>
                  </a:lnTo>
                  <a:lnTo>
                    <a:pt x="64980" y="305033"/>
                  </a:lnTo>
                  <a:lnTo>
                    <a:pt x="69399" y="307962"/>
                  </a:lnTo>
                  <a:lnTo>
                    <a:pt x="73910" y="310749"/>
                  </a:lnTo>
                  <a:lnTo>
                    <a:pt x="78506" y="313392"/>
                  </a:lnTo>
                  <a:lnTo>
                    <a:pt x="83184" y="315887"/>
                  </a:lnTo>
                  <a:lnTo>
                    <a:pt x="87939" y="318233"/>
                  </a:lnTo>
                  <a:lnTo>
                    <a:pt x="92765" y="320427"/>
                  </a:lnTo>
                  <a:lnTo>
                    <a:pt x="97659" y="322467"/>
                  </a:lnTo>
                  <a:lnTo>
                    <a:pt x="102615" y="324351"/>
                  </a:lnTo>
                  <a:lnTo>
                    <a:pt x="107628" y="326076"/>
                  </a:lnTo>
                  <a:lnTo>
                    <a:pt x="112694" y="327642"/>
                  </a:lnTo>
                  <a:lnTo>
                    <a:pt x="117807" y="329046"/>
                  </a:lnTo>
                  <a:lnTo>
                    <a:pt x="122961" y="330288"/>
                  </a:lnTo>
                  <a:lnTo>
                    <a:pt x="128152" y="331365"/>
                  </a:lnTo>
                  <a:lnTo>
                    <a:pt x="133375" y="332277"/>
                  </a:lnTo>
                  <a:lnTo>
                    <a:pt x="138624" y="333023"/>
                  </a:lnTo>
                  <a:lnTo>
                    <a:pt x="143895" y="333603"/>
                  </a:lnTo>
                  <a:lnTo>
                    <a:pt x="149181" y="334014"/>
                  </a:lnTo>
                  <a:lnTo>
                    <a:pt x="154477" y="334258"/>
                  </a:lnTo>
                  <a:lnTo>
                    <a:pt x="159778" y="334334"/>
                  </a:lnTo>
                  <a:lnTo>
                    <a:pt x="165079" y="334242"/>
                  </a:lnTo>
                  <a:lnTo>
                    <a:pt x="170375" y="333982"/>
                  </a:lnTo>
                  <a:lnTo>
                    <a:pt x="175660" y="333553"/>
                  </a:lnTo>
                  <a:lnTo>
                    <a:pt x="180928" y="332958"/>
                  </a:lnTo>
                  <a:lnTo>
                    <a:pt x="186175" y="332196"/>
                  </a:lnTo>
                  <a:lnTo>
                    <a:pt x="191395" y="331267"/>
                  </a:lnTo>
                  <a:lnTo>
                    <a:pt x="196583" y="330174"/>
                  </a:lnTo>
                  <a:lnTo>
                    <a:pt x="201734" y="328917"/>
                  </a:lnTo>
                  <a:lnTo>
                    <a:pt x="206842" y="327497"/>
                  </a:lnTo>
                  <a:lnTo>
                    <a:pt x="211902" y="325915"/>
                  </a:lnTo>
                  <a:lnTo>
                    <a:pt x="216910" y="324174"/>
                  </a:lnTo>
                  <a:lnTo>
                    <a:pt x="221861" y="322275"/>
                  </a:lnTo>
                  <a:lnTo>
                    <a:pt x="226748" y="320220"/>
                  </a:lnTo>
                  <a:lnTo>
                    <a:pt x="231568" y="318011"/>
                  </a:lnTo>
                  <a:lnTo>
                    <a:pt x="236315" y="315651"/>
                  </a:lnTo>
                  <a:lnTo>
                    <a:pt x="240985" y="313141"/>
                  </a:lnTo>
                  <a:lnTo>
                    <a:pt x="245574" y="310484"/>
                  </a:lnTo>
                  <a:lnTo>
                    <a:pt x="250075" y="307683"/>
                  </a:lnTo>
                  <a:lnTo>
                    <a:pt x="254486" y="304740"/>
                  </a:lnTo>
                  <a:lnTo>
                    <a:pt x="258801" y="301660"/>
                  </a:lnTo>
                  <a:lnTo>
                    <a:pt x="263016" y="298444"/>
                  </a:lnTo>
                  <a:lnTo>
                    <a:pt x="267127" y="295095"/>
                  </a:lnTo>
                  <a:lnTo>
                    <a:pt x="271130" y="291619"/>
                  </a:lnTo>
                  <a:lnTo>
                    <a:pt x="275020" y="288017"/>
                  </a:lnTo>
                  <a:lnTo>
                    <a:pt x="278795" y="284293"/>
                  </a:lnTo>
                  <a:lnTo>
                    <a:pt x="282449" y="280452"/>
                  </a:lnTo>
                  <a:lnTo>
                    <a:pt x="285980" y="276496"/>
                  </a:lnTo>
                  <a:lnTo>
                    <a:pt x="289383" y="272431"/>
                  </a:lnTo>
                  <a:lnTo>
                    <a:pt x="292656" y="268260"/>
                  </a:lnTo>
                  <a:lnTo>
                    <a:pt x="295795" y="263987"/>
                  </a:lnTo>
                  <a:lnTo>
                    <a:pt x="298797" y="259617"/>
                  </a:lnTo>
                  <a:lnTo>
                    <a:pt x="301659" y="255153"/>
                  </a:lnTo>
                  <a:lnTo>
                    <a:pt x="304377" y="250601"/>
                  </a:lnTo>
                  <a:lnTo>
                    <a:pt x="306950" y="245966"/>
                  </a:lnTo>
                  <a:lnTo>
                    <a:pt x="309375" y="241251"/>
                  </a:lnTo>
                  <a:lnTo>
                    <a:pt x="311649" y="236461"/>
                  </a:lnTo>
                  <a:lnTo>
                    <a:pt x="313770" y="231602"/>
                  </a:lnTo>
                  <a:lnTo>
                    <a:pt x="315736" y="226678"/>
                  </a:lnTo>
                  <a:lnTo>
                    <a:pt x="317545" y="221694"/>
                  </a:lnTo>
                  <a:lnTo>
                    <a:pt x="319194" y="216655"/>
                  </a:lnTo>
                  <a:lnTo>
                    <a:pt x="320683" y="211567"/>
                  </a:lnTo>
                  <a:lnTo>
                    <a:pt x="322010" y="206434"/>
                  </a:lnTo>
                  <a:lnTo>
                    <a:pt x="323174" y="201261"/>
                  </a:lnTo>
                  <a:lnTo>
                    <a:pt x="324173" y="196054"/>
                  </a:lnTo>
                  <a:lnTo>
                    <a:pt x="325006" y="190818"/>
                  </a:lnTo>
                  <a:lnTo>
                    <a:pt x="325673" y="185558"/>
                  </a:lnTo>
                  <a:lnTo>
                    <a:pt x="326172" y="180280"/>
                  </a:lnTo>
                  <a:lnTo>
                    <a:pt x="326504" y="174988"/>
                  </a:lnTo>
                  <a:lnTo>
                    <a:pt x="326668" y="169689"/>
                  </a:lnTo>
                  <a:lnTo>
                    <a:pt x="326664" y="164387"/>
                  </a:lnTo>
                  <a:lnTo>
                    <a:pt x="326492" y="159088"/>
                  </a:lnTo>
                  <a:lnTo>
                    <a:pt x="326152" y="153797"/>
                  </a:lnTo>
                  <a:lnTo>
                    <a:pt x="325644" y="148519"/>
                  </a:lnTo>
                  <a:lnTo>
                    <a:pt x="324969" y="143260"/>
                  </a:lnTo>
                  <a:lnTo>
                    <a:pt x="324128" y="138026"/>
                  </a:lnTo>
                  <a:lnTo>
                    <a:pt x="323121" y="132820"/>
                  </a:lnTo>
                  <a:lnTo>
                    <a:pt x="321949" y="127649"/>
                  </a:lnTo>
                  <a:lnTo>
                    <a:pt x="320614" y="122518"/>
                  </a:lnTo>
                  <a:lnTo>
                    <a:pt x="319118" y="117432"/>
                  </a:lnTo>
                  <a:lnTo>
                    <a:pt x="317460" y="112396"/>
                  </a:lnTo>
                  <a:lnTo>
                    <a:pt x="315644" y="107415"/>
                  </a:lnTo>
                  <a:lnTo>
                    <a:pt x="313670" y="102494"/>
                  </a:lnTo>
                  <a:lnTo>
                    <a:pt x="311542" y="97638"/>
                  </a:lnTo>
                  <a:lnTo>
                    <a:pt x="309260" y="92852"/>
                  </a:lnTo>
                  <a:lnTo>
                    <a:pt x="306828" y="88140"/>
                  </a:lnTo>
                  <a:lnTo>
                    <a:pt x="304248" y="83509"/>
                  </a:lnTo>
                  <a:lnTo>
                    <a:pt x="301522" y="78961"/>
                  </a:lnTo>
                  <a:lnTo>
                    <a:pt x="298654" y="74502"/>
                  </a:lnTo>
                  <a:lnTo>
                    <a:pt x="295645" y="70137"/>
                  </a:lnTo>
                  <a:lnTo>
                    <a:pt x="292500" y="65869"/>
                  </a:lnTo>
                  <a:lnTo>
                    <a:pt x="289220" y="61702"/>
                  </a:lnTo>
                  <a:lnTo>
                    <a:pt x="285811" y="57642"/>
                  </a:lnTo>
                  <a:lnTo>
                    <a:pt x="282274" y="53692"/>
                  </a:lnTo>
                  <a:lnTo>
                    <a:pt x="278613" y="49857"/>
                  </a:lnTo>
                  <a:lnTo>
                    <a:pt x="274833" y="46139"/>
                  </a:lnTo>
                  <a:lnTo>
                    <a:pt x="270937" y="42543"/>
                  </a:lnTo>
                  <a:lnTo>
                    <a:pt x="266929" y="39072"/>
                  </a:lnTo>
                  <a:lnTo>
                    <a:pt x="262813" y="35731"/>
                  </a:lnTo>
                  <a:lnTo>
                    <a:pt x="258593" y="32521"/>
                  </a:lnTo>
                  <a:lnTo>
                    <a:pt x="254273" y="29447"/>
                  </a:lnTo>
                  <a:lnTo>
                    <a:pt x="249858" y="26511"/>
                  </a:lnTo>
                  <a:lnTo>
                    <a:pt x="245352" y="23717"/>
                  </a:lnTo>
                  <a:lnTo>
                    <a:pt x="240760" y="21067"/>
                  </a:lnTo>
                  <a:lnTo>
                    <a:pt x="236086" y="18565"/>
                  </a:lnTo>
                  <a:lnTo>
                    <a:pt x="231335" y="16211"/>
                  </a:lnTo>
                  <a:lnTo>
                    <a:pt x="226511" y="14010"/>
                  </a:lnTo>
                  <a:lnTo>
                    <a:pt x="221621" y="11962"/>
                  </a:lnTo>
                  <a:lnTo>
                    <a:pt x="216668" y="10071"/>
                  </a:lnTo>
                  <a:lnTo>
                    <a:pt x="211657" y="8338"/>
                  </a:lnTo>
                  <a:lnTo>
                    <a:pt x="206594" y="6764"/>
                  </a:lnTo>
                  <a:lnTo>
                    <a:pt x="201484" y="5352"/>
                  </a:lnTo>
                  <a:lnTo>
                    <a:pt x="196331" y="4103"/>
                  </a:lnTo>
                  <a:lnTo>
                    <a:pt x="191141" y="3017"/>
                  </a:lnTo>
                  <a:lnTo>
                    <a:pt x="185920" y="2097"/>
                  </a:lnTo>
                  <a:lnTo>
                    <a:pt x="180672" y="1343"/>
                  </a:lnTo>
                  <a:lnTo>
                    <a:pt x="175402" y="756"/>
                  </a:lnTo>
                  <a:lnTo>
                    <a:pt x="170117" y="336"/>
                  </a:lnTo>
                  <a:lnTo>
                    <a:pt x="164821" y="84"/>
                  </a:lnTo>
                  <a:lnTo>
                    <a:pt x="159520" y="0"/>
                  </a:lnTo>
                  <a:lnTo>
                    <a:pt x="15952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6501" y="5103947"/>
              <a:ext cx="2586" cy="167167"/>
            </a:xfrm>
            <a:custGeom>
              <a:avLst/>
              <a:pathLst>
                <a:path w="2586" h="167167">
                  <a:moveTo>
                    <a:pt x="2586" y="0"/>
                  </a:moveTo>
                  <a:lnTo>
                    <a:pt x="0" y="20"/>
                  </a:lnTo>
                  <a:lnTo>
                    <a:pt x="258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3461921" y="5103967"/>
              <a:ext cx="334332" cy="334302"/>
            </a:xfrm>
            <a:custGeom>
              <a:avLst/>
              <a:pathLst>
                <a:path w="334332" h="334302">
                  <a:moveTo>
                    <a:pt x="164580" y="0"/>
                  </a:moveTo>
                  <a:lnTo>
                    <a:pt x="159283" y="165"/>
                  </a:lnTo>
                  <a:lnTo>
                    <a:pt x="153995" y="499"/>
                  </a:lnTo>
                  <a:lnTo>
                    <a:pt x="148719" y="1000"/>
                  </a:lnTo>
                  <a:lnTo>
                    <a:pt x="143463" y="1669"/>
                  </a:lnTo>
                  <a:lnTo>
                    <a:pt x="138230" y="2503"/>
                  </a:lnTo>
                  <a:lnTo>
                    <a:pt x="133026" y="3503"/>
                  </a:lnTo>
                  <a:lnTo>
                    <a:pt x="127857" y="4667"/>
                  </a:lnTo>
                  <a:lnTo>
                    <a:pt x="122726" y="5995"/>
                  </a:lnTo>
                  <a:lnTo>
                    <a:pt x="117641" y="7484"/>
                  </a:lnTo>
                  <a:lnTo>
                    <a:pt x="112606" y="9134"/>
                  </a:lnTo>
                  <a:lnTo>
                    <a:pt x="107625" y="10943"/>
                  </a:lnTo>
                  <a:lnTo>
                    <a:pt x="102704" y="12908"/>
                  </a:lnTo>
                  <a:lnTo>
                    <a:pt x="97848" y="15029"/>
                  </a:lnTo>
                  <a:lnTo>
                    <a:pt x="93061" y="17303"/>
                  </a:lnTo>
                  <a:lnTo>
                    <a:pt x="88349" y="19727"/>
                  </a:lnTo>
                  <a:lnTo>
                    <a:pt x="83716" y="22299"/>
                  </a:lnTo>
                  <a:lnTo>
                    <a:pt x="79167" y="25017"/>
                  </a:lnTo>
                  <a:lnTo>
                    <a:pt x="74707" y="27877"/>
                  </a:lnTo>
                  <a:lnTo>
                    <a:pt x="70339" y="30878"/>
                  </a:lnTo>
                  <a:lnTo>
                    <a:pt x="66068" y="34015"/>
                  </a:lnTo>
                  <a:lnTo>
                    <a:pt x="61900" y="37286"/>
                  </a:lnTo>
                  <a:lnTo>
                    <a:pt x="57837" y="40688"/>
                  </a:lnTo>
                  <a:lnTo>
                    <a:pt x="53883" y="44217"/>
                  </a:lnTo>
                  <a:lnTo>
                    <a:pt x="50044" y="47869"/>
                  </a:lnTo>
                  <a:lnTo>
                    <a:pt x="46322" y="51641"/>
                  </a:lnTo>
                  <a:lnTo>
                    <a:pt x="42722" y="55529"/>
                  </a:lnTo>
                  <a:lnTo>
                    <a:pt x="39247" y="59529"/>
                  </a:lnTo>
                  <a:lnTo>
                    <a:pt x="35900" y="63638"/>
                  </a:lnTo>
                  <a:lnTo>
                    <a:pt x="32686" y="67850"/>
                  </a:lnTo>
                  <a:lnTo>
                    <a:pt x="29606" y="72163"/>
                  </a:lnTo>
                  <a:lnTo>
                    <a:pt x="26665" y="76570"/>
                  </a:lnTo>
                  <a:lnTo>
                    <a:pt x="23864" y="81069"/>
                  </a:lnTo>
                  <a:lnTo>
                    <a:pt x="21208" y="85654"/>
                  </a:lnTo>
                  <a:lnTo>
                    <a:pt x="18699" y="90321"/>
                  </a:lnTo>
                  <a:lnTo>
                    <a:pt x="16338" y="95066"/>
                  </a:lnTo>
                  <a:lnTo>
                    <a:pt x="14129" y="99882"/>
                  </a:lnTo>
                  <a:lnTo>
                    <a:pt x="12074" y="104767"/>
                  </a:lnTo>
                  <a:lnTo>
                    <a:pt x="10175" y="109713"/>
                  </a:lnTo>
                  <a:lnTo>
                    <a:pt x="8434" y="114718"/>
                  </a:lnTo>
                  <a:lnTo>
                    <a:pt x="6852" y="119776"/>
                  </a:lnTo>
                  <a:lnTo>
                    <a:pt x="5431" y="124881"/>
                  </a:lnTo>
                  <a:lnTo>
                    <a:pt x="4172" y="130028"/>
                  </a:lnTo>
                  <a:lnTo>
                    <a:pt x="3078" y="135213"/>
                  </a:lnTo>
                  <a:lnTo>
                    <a:pt x="2148" y="140429"/>
                  </a:lnTo>
                  <a:lnTo>
                    <a:pt x="1384" y="145673"/>
                  </a:lnTo>
                  <a:lnTo>
                    <a:pt x="787" y="150938"/>
                  </a:lnTo>
                  <a:lnTo>
                    <a:pt x="357" y="156220"/>
                  </a:lnTo>
                  <a:lnTo>
                    <a:pt x="94" y="161512"/>
                  </a:lnTo>
                  <a:lnTo>
                    <a:pt x="0" y="166811"/>
                  </a:lnTo>
                  <a:lnTo>
                    <a:pt x="73" y="172109"/>
                  </a:lnTo>
                  <a:lnTo>
                    <a:pt x="314" y="177403"/>
                  </a:lnTo>
                  <a:lnTo>
                    <a:pt x="723" y="182686"/>
                  </a:lnTo>
                  <a:lnTo>
                    <a:pt x="1299" y="187953"/>
                  </a:lnTo>
                  <a:lnTo>
                    <a:pt x="2042" y="193200"/>
                  </a:lnTo>
                  <a:lnTo>
                    <a:pt x="2951" y="198421"/>
                  </a:lnTo>
                  <a:lnTo>
                    <a:pt x="4024" y="203610"/>
                  </a:lnTo>
                  <a:lnTo>
                    <a:pt x="5262" y="208762"/>
                  </a:lnTo>
                  <a:lnTo>
                    <a:pt x="6662" y="213873"/>
                  </a:lnTo>
                  <a:lnTo>
                    <a:pt x="8224" y="218937"/>
                  </a:lnTo>
                  <a:lnTo>
                    <a:pt x="9945" y="223948"/>
                  </a:lnTo>
                  <a:lnTo>
                    <a:pt x="11824" y="228903"/>
                  </a:lnTo>
                  <a:lnTo>
                    <a:pt x="13860" y="233795"/>
                  </a:lnTo>
                  <a:lnTo>
                    <a:pt x="16049" y="238621"/>
                  </a:lnTo>
                  <a:lnTo>
                    <a:pt x="18391" y="243375"/>
                  </a:lnTo>
                  <a:lnTo>
                    <a:pt x="20881" y="248052"/>
                  </a:lnTo>
                  <a:lnTo>
                    <a:pt x="23519" y="252648"/>
                  </a:lnTo>
                  <a:lnTo>
                    <a:pt x="26301" y="257157"/>
                  </a:lnTo>
                  <a:lnTo>
                    <a:pt x="29225" y="261577"/>
                  </a:lnTo>
                  <a:lnTo>
                    <a:pt x="32287" y="265902"/>
                  </a:lnTo>
                  <a:lnTo>
                    <a:pt x="35485" y="270127"/>
                  </a:lnTo>
                  <a:lnTo>
                    <a:pt x="38815" y="274249"/>
                  </a:lnTo>
                  <a:lnTo>
                    <a:pt x="42274" y="278263"/>
                  </a:lnTo>
                  <a:lnTo>
                    <a:pt x="45859" y="282166"/>
                  </a:lnTo>
                  <a:lnTo>
                    <a:pt x="49565" y="285953"/>
                  </a:lnTo>
                  <a:lnTo>
                    <a:pt x="53390" y="289620"/>
                  </a:lnTo>
                  <a:lnTo>
                    <a:pt x="57329" y="293165"/>
                  </a:lnTo>
                  <a:lnTo>
                    <a:pt x="61378" y="296583"/>
                  </a:lnTo>
                  <a:lnTo>
                    <a:pt x="65534" y="299871"/>
                  </a:lnTo>
                  <a:lnTo>
                    <a:pt x="69791" y="303026"/>
                  </a:lnTo>
                  <a:lnTo>
                    <a:pt x="74147" y="306044"/>
                  </a:lnTo>
                  <a:lnTo>
                    <a:pt x="78596" y="308922"/>
                  </a:lnTo>
                  <a:lnTo>
                    <a:pt x="83134" y="311658"/>
                  </a:lnTo>
                  <a:lnTo>
                    <a:pt x="87756" y="314249"/>
                  </a:lnTo>
                  <a:lnTo>
                    <a:pt x="92459" y="316692"/>
                  </a:lnTo>
                  <a:lnTo>
                    <a:pt x="97236" y="318985"/>
                  </a:lnTo>
                  <a:lnTo>
                    <a:pt x="102084" y="321125"/>
                  </a:lnTo>
                  <a:lnTo>
                    <a:pt x="106997" y="323110"/>
                  </a:lnTo>
                  <a:lnTo>
                    <a:pt x="111970" y="324939"/>
                  </a:lnTo>
                  <a:lnTo>
                    <a:pt x="116999" y="326609"/>
                  </a:lnTo>
                  <a:lnTo>
                    <a:pt x="122078" y="328119"/>
                  </a:lnTo>
                  <a:lnTo>
                    <a:pt x="127203" y="329467"/>
                  </a:lnTo>
                  <a:lnTo>
                    <a:pt x="132368" y="330652"/>
                  </a:lnTo>
                  <a:lnTo>
                    <a:pt x="137568" y="331673"/>
                  </a:lnTo>
                  <a:lnTo>
                    <a:pt x="142797" y="332529"/>
                  </a:lnTo>
                  <a:lnTo>
                    <a:pt x="148051" y="333218"/>
                  </a:lnTo>
                  <a:lnTo>
                    <a:pt x="153324" y="333740"/>
                  </a:lnTo>
                  <a:lnTo>
                    <a:pt x="158611" y="334095"/>
                  </a:lnTo>
                  <a:lnTo>
                    <a:pt x="163907" y="334283"/>
                  </a:lnTo>
                  <a:lnTo>
                    <a:pt x="169206" y="334302"/>
                  </a:lnTo>
                  <a:lnTo>
                    <a:pt x="174503" y="334153"/>
                  </a:lnTo>
                  <a:lnTo>
                    <a:pt x="179793" y="333837"/>
                  </a:lnTo>
                  <a:lnTo>
                    <a:pt x="185069" y="333353"/>
                  </a:lnTo>
                  <a:lnTo>
                    <a:pt x="190328" y="332702"/>
                  </a:lnTo>
                  <a:lnTo>
                    <a:pt x="195564" y="331885"/>
                  </a:lnTo>
                  <a:lnTo>
                    <a:pt x="200771" y="330902"/>
                  </a:lnTo>
                  <a:lnTo>
                    <a:pt x="205944" y="329755"/>
                  </a:lnTo>
                  <a:lnTo>
                    <a:pt x="211079" y="328444"/>
                  </a:lnTo>
                  <a:lnTo>
                    <a:pt x="216169" y="326971"/>
                  </a:lnTo>
                  <a:lnTo>
                    <a:pt x="221210" y="325338"/>
                  </a:lnTo>
                  <a:lnTo>
                    <a:pt x="226197" y="323545"/>
                  </a:lnTo>
                  <a:lnTo>
                    <a:pt x="231124" y="321596"/>
                  </a:lnTo>
                  <a:lnTo>
                    <a:pt x="235987" y="319491"/>
                  </a:lnTo>
                  <a:lnTo>
                    <a:pt x="240781" y="317233"/>
                  </a:lnTo>
                  <a:lnTo>
                    <a:pt x="245501" y="314825"/>
                  </a:lnTo>
                  <a:lnTo>
                    <a:pt x="250142" y="312268"/>
                  </a:lnTo>
                  <a:lnTo>
                    <a:pt x="254700" y="309565"/>
                  </a:lnTo>
                  <a:lnTo>
                    <a:pt x="259170" y="306719"/>
                  </a:lnTo>
                  <a:lnTo>
                    <a:pt x="263548" y="303733"/>
                  </a:lnTo>
                  <a:lnTo>
                    <a:pt x="267828" y="300609"/>
                  </a:lnTo>
                  <a:lnTo>
                    <a:pt x="272008" y="297352"/>
                  </a:lnTo>
                  <a:lnTo>
                    <a:pt x="276082" y="293963"/>
                  </a:lnTo>
                  <a:lnTo>
                    <a:pt x="280047" y="290448"/>
                  </a:lnTo>
                  <a:lnTo>
                    <a:pt x="283898" y="286808"/>
                  </a:lnTo>
                  <a:lnTo>
                    <a:pt x="287632" y="283048"/>
                  </a:lnTo>
                  <a:lnTo>
                    <a:pt x="291245" y="279172"/>
                  </a:lnTo>
                  <a:lnTo>
                    <a:pt x="294733" y="275183"/>
                  </a:lnTo>
                  <a:lnTo>
                    <a:pt x="298093" y="271085"/>
                  </a:lnTo>
                  <a:lnTo>
                    <a:pt x="301322" y="266883"/>
                  </a:lnTo>
                  <a:lnTo>
                    <a:pt x="304415" y="262581"/>
                  </a:lnTo>
                  <a:lnTo>
                    <a:pt x="307371" y="258183"/>
                  </a:lnTo>
                  <a:lnTo>
                    <a:pt x="310186" y="253694"/>
                  </a:lnTo>
                  <a:lnTo>
                    <a:pt x="312857" y="249117"/>
                  </a:lnTo>
                  <a:lnTo>
                    <a:pt x="315382" y="244458"/>
                  </a:lnTo>
                  <a:lnTo>
                    <a:pt x="317758" y="239722"/>
                  </a:lnTo>
                  <a:lnTo>
                    <a:pt x="319983" y="234912"/>
                  </a:lnTo>
                  <a:lnTo>
                    <a:pt x="322054" y="230035"/>
                  </a:lnTo>
                  <a:lnTo>
                    <a:pt x="323969" y="225094"/>
                  </a:lnTo>
                  <a:lnTo>
                    <a:pt x="325727" y="220095"/>
                  </a:lnTo>
                  <a:lnTo>
                    <a:pt x="327326" y="215043"/>
                  </a:lnTo>
                  <a:lnTo>
                    <a:pt x="328763" y="209943"/>
                  </a:lnTo>
                  <a:lnTo>
                    <a:pt x="330038" y="204800"/>
                  </a:lnTo>
                  <a:lnTo>
                    <a:pt x="331150" y="199618"/>
                  </a:lnTo>
                  <a:lnTo>
                    <a:pt x="332097" y="194405"/>
                  </a:lnTo>
                  <a:lnTo>
                    <a:pt x="332878" y="189164"/>
                  </a:lnTo>
                  <a:lnTo>
                    <a:pt x="333492" y="183900"/>
                  </a:lnTo>
                  <a:lnTo>
                    <a:pt x="333940" y="178620"/>
                  </a:lnTo>
                  <a:lnTo>
                    <a:pt x="334220" y="173329"/>
                  </a:lnTo>
                  <a:lnTo>
                    <a:pt x="334332" y="168031"/>
                  </a:lnTo>
                  <a:lnTo>
                    <a:pt x="334276" y="162732"/>
                  </a:lnTo>
                  <a:lnTo>
                    <a:pt x="334052" y="157438"/>
                  </a:lnTo>
                  <a:lnTo>
                    <a:pt x="333660" y="152153"/>
                  </a:lnTo>
                  <a:lnTo>
                    <a:pt x="333101" y="146884"/>
                  </a:lnTo>
                  <a:lnTo>
                    <a:pt x="332376" y="141635"/>
                  </a:lnTo>
                  <a:lnTo>
                    <a:pt x="331484" y="136411"/>
                  </a:lnTo>
                  <a:lnTo>
                    <a:pt x="330427" y="131219"/>
                  </a:lnTo>
                  <a:lnTo>
                    <a:pt x="329207" y="126062"/>
                  </a:lnTo>
                  <a:lnTo>
                    <a:pt x="327823" y="120947"/>
                  </a:lnTo>
                  <a:lnTo>
                    <a:pt x="326278" y="115878"/>
                  </a:lnTo>
                  <a:lnTo>
                    <a:pt x="324573" y="110861"/>
                  </a:lnTo>
                  <a:lnTo>
                    <a:pt x="322710" y="105900"/>
                  </a:lnTo>
                  <a:lnTo>
                    <a:pt x="320691" y="101001"/>
                  </a:lnTo>
                  <a:lnTo>
                    <a:pt x="318517" y="96168"/>
                  </a:lnTo>
                  <a:lnTo>
                    <a:pt x="316191" y="91407"/>
                  </a:lnTo>
                  <a:lnTo>
                    <a:pt x="313716" y="86722"/>
                  </a:lnTo>
                  <a:lnTo>
                    <a:pt x="311093" y="82117"/>
                  </a:lnTo>
                  <a:lnTo>
                    <a:pt x="308326" y="77598"/>
                  </a:lnTo>
                  <a:lnTo>
                    <a:pt x="305417" y="73169"/>
                  </a:lnTo>
                  <a:lnTo>
                    <a:pt x="302369" y="68835"/>
                  </a:lnTo>
                  <a:lnTo>
                    <a:pt x="299185" y="64599"/>
                  </a:lnTo>
                  <a:lnTo>
                    <a:pt x="295868" y="60466"/>
                  </a:lnTo>
                  <a:lnTo>
                    <a:pt x="292422" y="56440"/>
                  </a:lnTo>
                  <a:lnTo>
                    <a:pt x="288851" y="52526"/>
                  </a:lnTo>
                  <a:lnTo>
                    <a:pt x="285157" y="48727"/>
                  </a:lnTo>
                  <a:lnTo>
                    <a:pt x="281344" y="45047"/>
                  </a:lnTo>
                  <a:lnTo>
                    <a:pt x="277417" y="41489"/>
                  </a:lnTo>
                  <a:lnTo>
                    <a:pt x="273379" y="38058"/>
                  </a:lnTo>
                  <a:lnTo>
                    <a:pt x="269234" y="34756"/>
                  </a:lnTo>
                  <a:lnTo>
                    <a:pt x="264986" y="31588"/>
                  </a:lnTo>
                  <a:lnTo>
                    <a:pt x="260641" y="28556"/>
                  </a:lnTo>
                  <a:lnTo>
                    <a:pt x="256201" y="25663"/>
                  </a:lnTo>
                  <a:lnTo>
                    <a:pt x="251672" y="22912"/>
                  </a:lnTo>
                  <a:lnTo>
                    <a:pt x="247058" y="20306"/>
                  </a:lnTo>
                  <a:lnTo>
                    <a:pt x="242364" y="17847"/>
                  </a:lnTo>
                  <a:lnTo>
                    <a:pt x="237594" y="15539"/>
                  </a:lnTo>
                  <a:lnTo>
                    <a:pt x="232753" y="13383"/>
                  </a:lnTo>
                  <a:lnTo>
                    <a:pt x="227847" y="11382"/>
                  </a:lnTo>
                  <a:lnTo>
                    <a:pt x="222880" y="9537"/>
                  </a:lnTo>
                  <a:lnTo>
                    <a:pt x="217856" y="7850"/>
                  </a:lnTo>
                  <a:lnTo>
                    <a:pt x="212782" y="6323"/>
                  </a:lnTo>
                  <a:lnTo>
                    <a:pt x="207662" y="4958"/>
                  </a:lnTo>
                  <a:lnTo>
                    <a:pt x="202501" y="3756"/>
                  </a:lnTo>
                  <a:lnTo>
                    <a:pt x="197304" y="2719"/>
                  </a:lnTo>
                  <a:lnTo>
                    <a:pt x="192078" y="1846"/>
                  </a:lnTo>
                  <a:lnTo>
                    <a:pt x="186826" y="1139"/>
                  </a:lnTo>
                  <a:lnTo>
                    <a:pt x="181554" y="600"/>
                  </a:lnTo>
                  <a:lnTo>
                    <a:pt x="176269" y="227"/>
                  </a:lnTo>
                  <a:lnTo>
                    <a:pt x="167167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3629088" y="5103947"/>
              <a:ext cx="9101" cy="167167"/>
            </a:xfrm>
            <a:custGeom>
              <a:avLst/>
              <a:pathLst>
                <a:path w="9101" h="167167">
                  <a:moveTo>
                    <a:pt x="9101" y="24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3938727" y="5309273"/>
              <a:ext cx="167167" cy="209191"/>
            </a:xfrm>
            <a:custGeom>
              <a:avLst/>
              <a:pathLst>
                <a:path w="167167" h="209191">
                  <a:moveTo>
                    <a:pt x="167167" y="0"/>
                  </a:moveTo>
                  <a:lnTo>
                    <a:pt x="161815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3"/>
                  </a:lnTo>
                  <a:lnTo>
                    <a:pt x="89937" y="18909"/>
                  </a:lnTo>
                  <a:lnTo>
                    <a:pt x="85230" y="21457"/>
                  </a:lnTo>
                  <a:lnTo>
                    <a:pt x="80608" y="24154"/>
                  </a:lnTo>
                  <a:lnTo>
                    <a:pt x="76075" y="26998"/>
                  </a:lnTo>
                  <a:lnTo>
                    <a:pt x="71634" y="29986"/>
                  </a:lnTo>
                  <a:lnTo>
                    <a:pt x="67292" y="33115"/>
                  </a:lnTo>
                  <a:lnTo>
                    <a:pt x="63052" y="36380"/>
                  </a:lnTo>
                  <a:lnTo>
                    <a:pt x="58919" y="39780"/>
                  </a:lnTo>
                  <a:lnTo>
                    <a:pt x="54897" y="43310"/>
                  </a:lnTo>
                  <a:lnTo>
                    <a:pt x="50990" y="46968"/>
                  </a:lnTo>
                  <a:lnTo>
                    <a:pt x="47202" y="50748"/>
                  </a:lnTo>
                  <a:lnTo>
                    <a:pt x="43536" y="54648"/>
                  </a:lnTo>
                  <a:lnTo>
                    <a:pt x="39998" y="58663"/>
                  </a:lnTo>
                  <a:lnTo>
                    <a:pt x="36590" y="62789"/>
                  </a:lnTo>
                  <a:lnTo>
                    <a:pt x="33316" y="67023"/>
                  </a:lnTo>
                  <a:lnTo>
                    <a:pt x="30179" y="71359"/>
                  </a:lnTo>
                  <a:lnTo>
                    <a:pt x="27182" y="75793"/>
                  </a:lnTo>
                  <a:lnTo>
                    <a:pt x="24329" y="80321"/>
                  </a:lnTo>
                  <a:lnTo>
                    <a:pt x="21622" y="84937"/>
                  </a:lnTo>
                  <a:lnTo>
                    <a:pt x="19064" y="89638"/>
                  </a:lnTo>
                  <a:lnTo>
                    <a:pt x="16658" y="94419"/>
                  </a:lnTo>
                  <a:lnTo>
                    <a:pt x="14407" y="99274"/>
                  </a:lnTo>
                  <a:lnTo>
                    <a:pt x="12312" y="104199"/>
                  </a:lnTo>
                  <a:lnTo>
                    <a:pt x="10376" y="109188"/>
                  </a:lnTo>
                  <a:lnTo>
                    <a:pt x="8600" y="114237"/>
                  </a:lnTo>
                  <a:lnTo>
                    <a:pt x="6987" y="119340"/>
                  </a:lnTo>
                  <a:lnTo>
                    <a:pt x="5538" y="124492"/>
                  </a:lnTo>
                  <a:lnTo>
                    <a:pt x="4255" y="129687"/>
                  </a:lnTo>
                  <a:lnTo>
                    <a:pt x="3139" y="134921"/>
                  </a:lnTo>
                  <a:lnTo>
                    <a:pt x="2190" y="140189"/>
                  </a:lnTo>
                  <a:lnTo>
                    <a:pt x="1411" y="145483"/>
                  </a:lnTo>
                  <a:lnTo>
                    <a:pt x="802" y="150800"/>
                  </a:lnTo>
                  <a:lnTo>
                    <a:pt x="364" y="156134"/>
                  </a:lnTo>
                  <a:lnTo>
                    <a:pt x="96" y="161479"/>
                  </a:lnTo>
                  <a:lnTo>
                    <a:pt x="0" y="166830"/>
                  </a:lnTo>
                  <a:lnTo>
                    <a:pt x="74" y="172181"/>
                  </a:lnTo>
                  <a:lnTo>
                    <a:pt x="321" y="177528"/>
                  </a:lnTo>
                  <a:lnTo>
                    <a:pt x="738" y="182863"/>
                  </a:lnTo>
                  <a:lnTo>
                    <a:pt x="1325" y="188183"/>
                  </a:lnTo>
                  <a:lnTo>
                    <a:pt x="2083" y="193480"/>
                  </a:lnTo>
                  <a:lnTo>
                    <a:pt x="3010" y="198751"/>
                  </a:lnTo>
                  <a:lnTo>
                    <a:pt x="4105" y="203990"/>
                  </a:lnTo>
                  <a:lnTo>
                    <a:pt x="5367" y="2091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3944095" y="5309273"/>
              <a:ext cx="328957" cy="334324"/>
            </a:xfrm>
            <a:custGeom>
              <a:avLst/>
              <a:pathLst>
                <a:path w="328957" h="334324">
                  <a:moveTo>
                    <a:pt x="0" y="209191"/>
                  </a:moveTo>
                  <a:lnTo>
                    <a:pt x="1420" y="214321"/>
                  </a:lnTo>
                  <a:lnTo>
                    <a:pt x="3002" y="219403"/>
                  </a:lnTo>
                  <a:lnTo>
                    <a:pt x="4746" y="224433"/>
                  </a:lnTo>
                  <a:lnTo>
                    <a:pt x="6649" y="229404"/>
                  </a:lnTo>
                  <a:lnTo>
                    <a:pt x="8709" y="234313"/>
                  </a:lnTo>
                  <a:lnTo>
                    <a:pt x="10925" y="239153"/>
                  </a:lnTo>
                  <a:lnTo>
                    <a:pt x="13293" y="243920"/>
                  </a:lnTo>
                  <a:lnTo>
                    <a:pt x="15812" y="248610"/>
                  </a:lnTo>
                  <a:lnTo>
                    <a:pt x="18479" y="253216"/>
                  </a:lnTo>
                  <a:lnTo>
                    <a:pt x="21292" y="257736"/>
                  </a:lnTo>
                  <a:lnTo>
                    <a:pt x="24247" y="262164"/>
                  </a:lnTo>
                  <a:lnTo>
                    <a:pt x="27341" y="266495"/>
                  </a:lnTo>
                  <a:lnTo>
                    <a:pt x="30572" y="270726"/>
                  </a:lnTo>
                  <a:lnTo>
                    <a:pt x="33936" y="274852"/>
                  </a:lnTo>
                  <a:lnTo>
                    <a:pt x="37429" y="278868"/>
                  </a:lnTo>
                  <a:lnTo>
                    <a:pt x="41049" y="282771"/>
                  </a:lnTo>
                  <a:lnTo>
                    <a:pt x="44791" y="286557"/>
                  </a:lnTo>
                  <a:lnTo>
                    <a:pt x="48651" y="290222"/>
                  </a:lnTo>
                  <a:lnTo>
                    <a:pt x="52627" y="293762"/>
                  </a:lnTo>
                  <a:lnTo>
                    <a:pt x="56713" y="297174"/>
                  </a:lnTo>
                  <a:lnTo>
                    <a:pt x="60905" y="300454"/>
                  </a:lnTo>
                  <a:lnTo>
                    <a:pt x="65200" y="303599"/>
                  </a:lnTo>
                  <a:lnTo>
                    <a:pt x="69593" y="306605"/>
                  </a:lnTo>
                  <a:lnTo>
                    <a:pt x="74080" y="309471"/>
                  </a:lnTo>
                  <a:lnTo>
                    <a:pt x="78655" y="312191"/>
                  </a:lnTo>
                  <a:lnTo>
                    <a:pt x="83315" y="314765"/>
                  </a:lnTo>
                  <a:lnTo>
                    <a:pt x="88054" y="317189"/>
                  </a:lnTo>
                  <a:lnTo>
                    <a:pt x="92868" y="319461"/>
                  </a:lnTo>
                  <a:lnTo>
                    <a:pt x="97752" y="321579"/>
                  </a:lnTo>
                  <a:lnTo>
                    <a:pt x="102701" y="323539"/>
                  </a:lnTo>
                  <a:lnTo>
                    <a:pt x="107709" y="325342"/>
                  </a:lnTo>
                  <a:lnTo>
                    <a:pt x="112773" y="326984"/>
                  </a:lnTo>
                  <a:lnTo>
                    <a:pt x="117886" y="328464"/>
                  </a:lnTo>
                  <a:lnTo>
                    <a:pt x="123044" y="329780"/>
                  </a:lnTo>
                  <a:lnTo>
                    <a:pt x="128241" y="330932"/>
                  </a:lnTo>
                  <a:lnTo>
                    <a:pt x="133472" y="331917"/>
                  </a:lnTo>
                  <a:lnTo>
                    <a:pt x="138732" y="332735"/>
                  </a:lnTo>
                  <a:lnTo>
                    <a:pt x="144016" y="333386"/>
                  </a:lnTo>
                  <a:lnTo>
                    <a:pt x="149317" y="333868"/>
                  </a:lnTo>
                  <a:lnTo>
                    <a:pt x="154631" y="334181"/>
                  </a:lnTo>
                  <a:lnTo>
                    <a:pt x="159952" y="334324"/>
                  </a:lnTo>
                  <a:lnTo>
                    <a:pt x="165275" y="334298"/>
                  </a:lnTo>
                  <a:lnTo>
                    <a:pt x="170595" y="334103"/>
                  </a:lnTo>
                  <a:lnTo>
                    <a:pt x="175906" y="333738"/>
                  </a:lnTo>
                  <a:lnTo>
                    <a:pt x="181202" y="333204"/>
                  </a:lnTo>
                  <a:lnTo>
                    <a:pt x="186479" y="332502"/>
                  </a:lnTo>
                  <a:lnTo>
                    <a:pt x="191730" y="331633"/>
                  </a:lnTo>
                  <a:lnTo>
                    <a:pt x="196952" y="330596"/>
                  </a:lnTo>
                  <a:lnTo>
                    <a:pt x="202137" y="329394"/>
                  </a:lnTo>
                  <a:lnTo>
                    <a:pt x="207282" y="328028"/>
                  </a:lnTo>
                  <a:lnTo>
                    <a:pt x="212381" y="326498"/>
                  </a:lnTo>
                  <a:lnTo>
                    <a:pt x="217428" y="324807"/>
                  </a:lnTo>
                  <a:lnTo>
                    <a:pt x="222419" y="322956"/>
                  </a:lnTo>
                  <a:lnTo>
                    <a:pt x="227349" y="320946"/>
                  </a:lnTo>
                  <a:lnTo>
                    <a:pt x="232212" y="318781"/>
                  </a:lnTo>
                  <a:lnTo>
                    <a:pt x="237003" y="316463"/>
                  </a:lnTo>
                  <a:lnTo>
                    <a:pt x="241719" y="313992"/>
                  </a:lnTo>
                  <a:lnTo>
                    <a:pt x="246353" y="311373"/>
                  </a:lnTo>
                  <a:lnTo>
                    <a:pt x="250902" y="308608"/>
                  </a:lnTo>
                  <a:lnTo>
                    <a:pt x="255360" y="305699"/>
                  </a:lnTo>
                  <a:lnTo>
                    <a:pt x="259723" y="302650"/>
                  </a:lnTo>
                  <a:lnTo>
                    <a:pt x="263987" y="299464"/>
                  </a:lnTo>
                  <a:lnTo>
                    <a:pt x="268148" y="296143"/>
                  </a:lnTo>
                  <a:lnTo>
                    <a:pt x="272200" y="292692"/>
                  </a:lnTo>
                  <a:lnTo>
                    <a:pt x="276141" y="289113"/>
                  </a:lnTo>
                  <a:lnTo>
                    <a:pt x="279966" y="285410"/>
                  </a:lnTo>
                  <a:lnTo>
                    <a:pt x="283671" y="281588"/>
                  </a:lnTo>
                  <a:lnTo>
                    <a:pt x="287252" y="277650"/>
                  </a:lnTo>
                  <a:lnTo>
                    <a:pt x="290706" y="273599"/>
                  </a:lnTo>
                  <a:lnTo>
                    <a:pt x="294029" y="269441"/>
                  </a:lnTo>
                  <a:lnTo>
                    <a:pt x="297219" y="265179"/>
                  </a:lnTo>
                  <a:lnTo>
                    <a:pt x="300271" y="260818"/>
                  </a:lnTo>
                  <a:lnTo>
                    <a:pt x="303182" y="256361"/>
                  </a:lnTo>
                  <a:lnTo>
                    <a:pt x="305950" y="251814"/>
                  </a:lnTo>
                  <a:lnTo>
                    <a:pt x="308573" y="247182"/>
                  </a:lnTo>
                  <a:lnTo>
                    <a:pt x="311046" y="242468"/>
                  </a:lnTo>
                  <a:lnTo>
                    <a:pt x="313368" y="237678"/>
                  </a:lnTo>
                  <a:lnTo>
                    <a:pt x="315536" y="232816"/>
                  </a:lnTo>
                  <a:lnTo>
                    <a:pt x="317548" y="227888"/>
                  </a:lnTo>
                  <a:lnTo>
                    <a:pt x="319402" y="222898"/>
                  </a:lnTo>
                  <a:lnTo>
                    <a:pt x="321097" y="217852"/>
                  </a:lnTo>
                  <a:lnTo>
                    <a:pt x="322630" y="212754"/>
                  </a:lnTo>
                  <a:lnTo>
                    <a:pt x="324000" y="207610"/>
                  </a:lnTo>
                  <a:lnTo>
                    <a:pt x="325205" y="202426"/>
                  </a:lnTo>
                  <a:lnTo>
                    <a:pt x="326245" y="197205"/>
                  </a:lnTo>
                  <a:lnTo>
                    <a:pt x="327118" y="191954"/>
                  </a:lnTo>
                  <a:lnTo>
                    <a:pt x="327824" y="186678"/>
                  </a:lnTo>
                  <a:lnTo>
                    <a:pt x="328361" y="181382"/>
                  </a:lnTo>
                  <a:lnTo>
                    <a:pt x="328729" y="176071"/>
                  </a:lnTo>
                  <a:lnTo>
                    <a:pt x="328928" y="170752"/>
                  </a:lnTo>
                  <a:lnTo>
                    <a:pt x="328957" y="165428"/>
                  </a:lnTo>
                  <a:lnTo>
                    <a:pt x="328817" y="160107"/>
                  </a:lnTo>
                  <a:lnTo>
                    <a:pt x="328507" y="154793"/>
                  </a:lnTo>
                  <a:lnTo>
                    <a:pt x="328029" y="149491"/>
                  </a:lnTo>
                  <a:lnTo>
                    <a:pt x="327382" y="144208"/>
                  </a:lnTo>
                  <a:lnTo>
                    <a:pt x="326567" y="138947"/>
                  </a:lnTo>
                  <a:lnTo>
                    <a:pt x="325585" y="133715"/>
                  </a:lnTo>
                  <a:lnTo>
                    <a:pt x="324437" y="128517"/>
                  </a:lnTo>
                  <a:lnTo>
                    <a:pt x="323124" y="123359"/>
                  </a:lnTo>
                  <a:lnTo>
                    <a:pt x="321647" y="118244"/>
                  </a:lnTo>
                  <a:lnTo>
                    <a:pt x="320008" y="113180"/>
                  </a:lnTo>
                  <a:lnTo>
                    <a:pt x="318209" y="108170"/>
                  </a:lnTo>
                  <a:lnTo>
                    <a:pt x="316252" y="103220"/>
                  </a:lnTo>
                  <a:lnTo>
                    <a:pt x="314137" y="98334"/>
                  </a:lnTo>
                  <a:lnTo>
                    <a:pt x="311868" y="93519"/>
                  </a:lnTo>
                  <a:lnTo>
                    <a:pt x="309447" y="88778"/>
                  </a:lnTo>
                  <a:lnTo>
                    <a:pt x="306877" y="84117"/>
                  </a:lnTo>
                  <a:lnTo>
                    <a:pt x="304159" y="79540"/>
                  </a:lnTo>
                  <a:lnTo>
                    <a:pt x="301297" y="75051"/>
                  </a:lnTo>
                  <a:lnTo>
                    <a:pt x="298293" y="70657"/>
                  </a:lnTo>
                  <a:lnTo>
                    <a:pt x="295151" y="66360"/>
                  </a:lnTo>
                  <a:lnTo>
                    <a:pt x="291874" y="62165"/>
                  </a:lnTo>
                  <a:lnTo>
                    <a:pt x="288465" y="58077"/>
                  </a:lnTo>
                  <a:lnTo>
                    <a:pt x="284927" y="54099"/>
                  </a:lnTo>
                  <a:lnTo>
                    <a:pt x="281265" y="50236"/>
                  </a:lnTo>
                  <a:lnTo>
                    <a:pt x="277481" y="46491"/>
                  </a:lnTo>
                  <a:lnTo>
                    <a:pt x="273580" y="42869"/>
                  </a:lnTo>
                  <a:lnTo>
                    <a:pt x="269566" y="39373"/>
                  </a:lnTo>
                  <a:lnTo>
                    <a:pt x="265442" y="36007"/>
                  </a:lnTo>
                  <a:lnTo>
                    <a:pt x="261214" y="32773"/>
                  </a:lnTo>
                  <a:lnTo>
                    <a:pt x="256884" y="29676"/>
                  </a:lnTo>
                  <a:lnTo>
                    <a:pt x="252458" y="26719"/>
                  </a:lnTo>
                  <a:lnTo>
                    <a:pt x="247941" y="23903"/>
                  </a:lnTo>
                  <a:lnTo>
                    <a:pt x="243336" y="21233"/>
                  </a:lnTo>
                  <a:lnTo>
                    <a:pt x="238648" y="18711"/>
                  </a:lnTo>
                  <a:lnTo>
                    <a:pt x="233882" y="16339"/>
                  </a:lnTo>
                  <a:lnTo>
                    <a:pt x="229043" y="14121"/>
                  </a:lnTo>
                  <a:lnTo>
                    <a:pt x="224136" y="12057"/>
                  </a:lnTo>
                  <a:lnTo>
                    <a:pt x="219166" y="10151"/>
                  </a:lnTo>
                  <a:lnTo>
                    <a:pt x="214138" y="8404"/>
                  </a:lnTo>
                  <a:lnTo>
                    <a:pt x="209056" y="6818"/>
                  </a:lnTo>
                  <a:lnTo>
                    <a:pt x="203927" y="5395"/>
                  </a:lnTo>
                  <a:lnTo>
                    <a:pt x="198755" y="4136"/>
                  </a:lnTo>
                  <a:lnTo>
                    <a:pt x="193545" y="3042"/>
                  </a:lnTo>
                  <a:lnTo>
                    <a:pt x="188303" y="2114"/>
                  </a:lnTo>
                  <a:lnTo>
                    <a:pt x="183035" y="1354"/>
                  </a:lnTo>
                  <a:lnTo>
                    <a:pt x="177745" y="762"/>
                  </a:lnTo>
                  <a:lnTo>
                    <a:pt x="172438" y="338"/>
                  </a:lnTo>
                  <a:lnTo>
                    <a:pt x="167121" y="84"/>
                  </a:lnTo>
                  <a:lnTo>
                    <a:pt x="161799" y="0"/>
                  </a:lnTo>
                  <a:lnTo>
                    <a:pt x="16179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91819" y="5399291"/>
              <a:ext cx="25460" cy="167167"/>
            </a:xfrm>
            <a:custGeom>
              <a:avLst/>
              <a:pathLst>
                <a:path w="25460" h="167167">
                  <a:moveTo>
                    <a:pt x="25460" y="0"/>
                  </a:moveTo>
                  <a:lnTo>
                    <a:pt x="16944" y="217"/>
                  </a:lnTo>
                  <a:lnTo>
                    <a:pt x="8450" y="867"/>
                  </a:lnTo>
                  <a:lnTo>
                    <a:pt x="0" y="1950"/>
                  </a:lnTo>
                  <a:lnTo>
                    <a:pt x="2546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91819" y="5401242"/>
              <a:ext cx="25460" cy="165217"/>
            </a:xfrm>
            <a:custGeom>
              <a:avLst/>
              <a:pathLst>
                <a:path w="25460" h="165217">
                  <a:moveTo>
                    <a:pt x="0" y="0"/>
                  </a:moveTo>
                  <a:lnTo>
                    <a:pt x="25460" y="165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91819" y="5401242"/>
              <a:ext cx="25460" cy="165217"/>
            </a:xfrm>
            <a:custGeom>
              <a:avLst/>
              <a:pathLst>
                <a:path w="25460" h="165217">
                  <a:moveTo>
                    <a:pt x="0" y="0"/>
                  </a:moveTo>
                  <a:lnTo>
                    <a:pt x="25460" y="165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591819" y="5401242"/>
              <a:ext cx="25460" cy="165217"/>
            </a:xfrm>
            <a:custGeom>
              <a:avLst/>
              <a:pathLst>
                <a:path w="25460" h="165217">
                  <a:moveTo>
                    <a:pt x="0" y="0"/>
                  </a:moveTo>
                  <a:lnTo>
                    <a:pt x="25460" y="165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591819" y="5401242"/>
              <a:ext cx="25460" cy="165217"/>
            </a:xfrm>
            <a:custGeom>
              <a:avLst/>
              <a:pathLst>
                <a:path w="25460" h="165217">
                  <a:moveTo>
                    <a:pt x="0" y="0"/>
                  </a:moveTo>
                  <a:lnTo>
                    <a:pt x="25460" y="1652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591819" y="5401242"/>
              <a:ext cx="25460" cy="165217"/>
            </a:xfrm>
            <a:custGeom>
              <a:avLst/>
              <a:pathLst>
                <a:path w="25460" h="165217">
                  <a:moveTo>
                    <a:pt x="0" y="0"/>
                  </a:moveTo>
                  <a:lnTo>
                    <a:pt x="25460" y="1652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4591819" y="5401242"/>
              <a:ext cx="25460" cy="165217"/>
            </a:xfrm>
            <a:custGeom>
              <a:avLst/>
              <a:pathLst>
                <a:path w="25460" h="165217">
                  <a:moveTo>
                    <a:pt x="0" y="0"/>
                  </a:moveTo>
                  <a:lnTo>
                    <a:pt x="25460" y="1652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4450119" y="5399768"/>
              <a:ext cx="334326" cy="333851"/>
            </a:xfrm>
            <a:custGeom>
              <a:avLst/>
              <a:pathLst>
                <a:path w="334326" h="333851">
                  <a:moveTo>
                    <a:pt x="141700" y="1473"/>
                  </a:moveTo>
                  <a:lnTo>
                    <a:pt x="136476" y="2363"/>
                  </a:lnTo>
                  <a:lnTo>
                    <a:pt x="131283" y="3418"/>
                  </a:lnTo>
                  <a:lnTo>
                    <a:pt x="126127" y="4638"/>
                  </a:lnTo>
                  <a:lnTo>
                    <a:pt x="121011" y="6020"/>
                  </a:lnTo>
                  <a:lnTo>
                    <a:pt x="115942" y="7563"/>
                  </a:lnTo>
                  <a:lnTo>
                    <a:pt x="110924" y="9266"/>
                  </a:lnTo>
                  <a:lnTo>
                    <a:pt x="105962" y="11128"/>
                  </a:lnTo>
                  <a:lnTo>
                    <a:pt x="101063" y="13146"/>
                  </a:lnTo>
                  <a:lnTo>
                    <a:pt x="96229" y="15318"/>
                  </a:lnTo>
                  <a:lnTo>
                    <a:pt x="91467" y="17642"/>
                  </a:lnTo>
                  <a:lnTo>
                    <a:pt x="86781" y="20116"/>
                  </a:lnTo>
                  <a:lnTo>
                    <a:pt x="82176" y="22737"/>
                  </a:lnTo>
                  <a:lnTo>
                    <a:pt x="77656" y="25503"/>
                  </a:lnTo>
                  <a:lnTo>
                    <a:pt x="73226" y="28411"/>
                  </a:lnTo>
                  <a:lnTo>
                    <a:pt x="68890" y="31458"/>
                  </a:lnTo>
                  <a:lnTo>
                    <a:pt x="64654" y="34640"/>
                  </a:lnTo>
                  <a:lnTo>
                    <a:pt x="60520" y="37956"/>
                  </a:lnTo>
                  <a:lnTo>
                    <a:pt x="56493" y="41400"/>
                  </a:lnTo>
                  <a:lnTo>
                    <a:pt x="52578" y="44971"/>
                  </a:lnTo>
                  <a:lnTo>
                    <a:pt x="48777" y="48664"/>
                  </a:lnTo>
                  <a:lnTo>
                    <a:pt x="45096" y="52475"/>
                  </a:lnTo>
                  <a:lnTo>
                    <a:pt x="41537" y="56401"/>
                  </a:lnTo>
                  <a:lnTo>
                    <a:pt x="38105" y="60439"/>
                  </a:lnTo>
                  <a:lnTo>
                    <a:pt x="34802" y="64582"/>
                  </a:lnTo>
                  <a:lnTo>
                    <a:pt x="31632" y="68829"/>
                  </a:lnTo>
                  <a:lnTo>
                    <a:pt x="28598" y="73174"/>
                  </a:lnTo>
                  <a:lnTo>
                    <a:pt x="25704" y="77612"/>
                  </a:lnTo>
                  <a:lnTo>
                    <a:pt x="22952" y="82140"/>
                  </a:lnTo>
                  <a:lnTo>
                    <a:pt x="20344" y="86754"/>
                  </a:lnTo>
                  <a:lnTo>
                    <a:pt x="17884" y="91447"/>
                  </a:lnTo>
                  <a:lnTo>
                    <a:pt x="15575" y="96216"/>
                  </a:lnTo>
                  <a:lnTo>
                    <a:pt x="13417" y="101056"/>
                  </a:lnTo>
                  <a:lnTo>
                    <a:pt x="11414" y="105962"/>
                  </a:lnTo>
                  <a:lnTo>
                    <a:pt x="9568" y="110929"/>
                  </a:lnTo>
                  <a:lnTo>
                    <a:pt x="7879" y="115952"/>
                  </a:lnTo>
                  <a:lnTo>
                    <a:pt x="6351" y="121026"/>
                  </a:lnTo>
                  <a:lnTo>
                    <a:pt x="4985" y="126146"/>
                  </a:lnTo>
                  <a:lnTo>
                    <a:pt x="3781" y="131306"/>
                  </a:lnTo>
                  <a:lnTo>
                    <a:pt x="2742" y="136502"/>
                  </a:lnTo>
                  <a:lnTo>
                    <a:pt x="1867" y="141729"/>
                  </a:lnTo>
                  <a:lnTo>
                    <a:pt x="1159" y="146980"/>
                  </a:lnTo>
                  <a:lnTo>
                    <a:pt x="618" y="152252"/>
                  </a:lnTo>
                  <a:lnTo>
                    <a:pt x="244" y="157537"/>
                  </a:lnTo>
                  <a:lnTo>
                    <a:pt x="38" y="162832"/>
                  </a:lnTo>
                  <a:lnTo>
                    <a:pt x="0" y="168131"/>
                  </a:lnTo>
                  <a:lnTo>
                    <a:pt x="129" y="173429"/>
                  </a:lnTo>
                  <a:lnTo>
                    <a:pt x="427" y="178719"/>
                  </a:lnTo>
                  <a:lnTo>
                    <a:pt x="892" y="183998"/>
                  </a:lnTo>
                  <a:lnTo>
                    <a:pt x="1524" y="189259"/>
                  </a:lnTo>
                  <a:lnTo>
                    <a:pt x="2322" y="194498"/>
                  </a:lnTo>
                  <a:lnTo>
                    <a:pt x="3286" y="199708"/>
                  </a:lnTo>
                  <a:lnTo>
                    <a:pt x="4415" y="204886"/>
                  </a:lnTo>
                  <a:lnTo>
                    <a:pt x="5708" y="210025"/>
                  </a:lnTo>
                  <a:lnTo>
                    <a:pt x="7162" y="215120"/>
                  </a:lnTo>
                  <a:lnTo>
                    <a:pt x="8778" y="220167"/>
                  </a:lnTo>
                  <a:lnTo>
                    <a:pt x="10552" y="225160"/>
                  </a:lnTo>
                  <a:lnTo>
                    <a:pt x="12484" y="230095"/>
                  </a:lnTo>
                  <a:lnTo>
                    <a:pt x="14571" y="234965"/>
                  </a:lnTo>
                  <a:lnTo>
                    <a:pt x="16812" y="239767"/>
                  </a:lnTo>
                  <a:lnTo>
                    <a:pt x="19204" y="244496"/>
                  </a:lnTo>
                  <a:lnTo>
                    <a:pt x="21744" y="249146"/>
                  </a:lnTo>
                  <a:lnTo>
                    <a:pt x="24431" y="253714"/>
                  </a:lnTo>
                  <a:lnTo>
                    <a:pt x="27260" y="258194"/>
                  </a:lnTo>
                  <a:lnTo>
                    <a:pt x="30231" y="262582"/>
                  </a:lnTo>
                  <a:lnTo>
                    <a:pt x="33339" y="266874"/>
                  </a:lnTo>
                  <a:lnTo>
                    <a:pt x="36582" y="271065"/>
                  </a:lnTo>
                  <a:lnTo>
                    <a:pt x="39955" y="275151"/>
                  </a:lnTo>
                  <a:lnTo>
                    <a:pt x="43457" y="279129"/>
                  </a:lnTo>
                  <a:lnTo>
                    <a:pt x="47083" y="282993"/>
                  </a:lnTo>
                  <a:lnTo>
                    <a:pt x="50829" y="286740"/>
                  </a:lnTo>
                  <a:lnTo>
                    <a:pt x="54693" y="290367"/>
                  </a:lnTo>
                  <a:lnTo>
                    <a:pt x="58669" y="293870"/>
                  </a:lnTo>
                  <a:lnTo>
                    <a:pt x="62755" y="297244"/>
                  </a:lnTo>
                  <a:lnTo>
                    <a:pt x="66945" y="300488"/>
                  </a:lnTo>
                  <a:lnTo>
                    <a:pt x="71236" y="303597"/>
                  </a:lnTo>
                  <a:lnTo>
                    <a:pt x="75624" y="306569"/>
                  </a:lnTo>
                  <a:lnTo>
                    <a:pt x="80103" y="309400"/>
                  </a:lnTo>
                  <a:lnTo>
                    <a:pt x="84670" y="312087"/>
                  </a:lnTo>
                  <a:lnTo>
                    <a:pt x="89320" y="314629"/>
                  </a:lnTo>
                  <a:lnTo>
                    <a:pt x="94048" y="317022"/>
                  </a:lnTo>
                  <a:lnTo>
                    <a:pt x="98849" y="319263"/>
                  </a:lnTo>
                  <a:lnTo>
                    <a:pt x="103719" y="321352"/>
                  </a:lnTo>
                  <a:lnTo>
                    <a:pt x="108653" y="323285"/>
                  </a:lnTo>
                  <a:lnTo>
                    <a:pt x="113646" y="325061"/>
                  </a:lnTo>
                  <a:lnTo>
                    <a:pt x="118692" y="326677"/>
                  </a:lnTo>
                  <a:lnTo>
                    <a:pt x="123787" y="328133"/>
                  </a:lnTo>
                  <a:lnTo>
                    <a:pt x="128926" y="329427"/>
                  </a:lnTo>
                  <a:lnTo>
                    <a:pt x="134103" y="330557"/>
                  </a:lnTo>
                  <a:lnTo>
                    <a:pt x="139314" y="331522"/>
                  </a:lnTo>
                  <a:lnTo>
                    <a:pt x="144552" y="332322"/>
                  </a:lnTo>
                  <a:lnTo>
                    <a:pt x="149813" y="332955"/>
                  </a:lnTo>
                  <a:lnTo>
                    <a:pt x="155091" y="333422"/>
                  </a:lnTo>
                  <a:lnTo>
                    <a:pt x="160382" y="333720"/>
                  </a:lnTo>
                  <a:lnTo>
                    <a:pt x="165679" y="333851"/>
                  </a:lnTo>
                  <a:lnTo>
                    <a:pt x="170978" y="333814"/>
                  </a:lnTo>
                  <a:lnTo>
                    <a:pt x="176273" y="333609"/>
                  </a:lnTo>
                  <a:lnTo>
                    <a:pt x="181559" y="333237"/>
                  </a:lnTo>
                  <a:lnTo>
                    <a:pt x="186831" y="332697"/>
                  </a:lnTo>
                  <a:lnTo>
                    <a:pt x="192083" y="331990"/>
                  </a:lnTo>
                  <a:lnTo>
                    <a:pt x="197309" y="331117"/>
                  </a:lnTo>
                  <a:lnTo>
                    <a:pt x="202506" y="330079"/>
                  </a:lnTo>
                  <a:lnTo>
                    <a:pt x="207666" y="328876"/>
                  </a:lnTo>
                  <a:lnTo>
                    <a:pt x="212786" y="327511"/>
                  </a:lnTo>
                  <a:lnTo>
                    <a:pt x="217861" y="325984"/>
                  </a:lnTo>
                  <a:lnTo>
                    <a:pt x="222884" y="324297"/>
                  </a:lnTo>
                  <a:lnTo>
                    <a:pt x="227851" y="322452"/>
                  </a:lnTo>
                  <a:lnTo>
                    <a:pt x="232758" y="320450"/>
                  </a:lnTo>
                  <a:lnTo>
                    <a:pt x="237598" y="318294"/>
                  </a:lnTo>
                  <a:lnTo>
                    <a:pt x="242368" y="315985"/>
                  </a:lnTo>
                  <a:lnTo>
                    <a:pt x="247062" y="313526"/>
                  </a:lnTo>
                  <a:lnTo>
                    <a:pt x="251676" y="310920"/>
                  </a:lnTo>
                  <a:lnTo>
                    <a:pt x="256205" y="308169"/>
                  </a:lnTo>
                  <a:lnTo>
                    <a:pt x="260644" y="305275"/>
                  </a:lnTo>
                  <a:lnTo>
                    <a:pt x="264990" y="302243"/>
                  </a:lnTo>
                  <a:lnTo>
                    <a:pt x="269237" y="299074"/>
                  </a:lnTo>
                  <a:lnTo>
                    <a:pt x="273381" y="295772"/>
                  </a:lnTo>
                  <a:lnTo>
                    <a:pt x="277419" y="292341"/>
                  </a:lnTo>
                  <a:lnTo>
                    <a:pt x="281346" y="288783"/>
                  </a:lnTo>
                  <a:lnTo>
                    <a:pt x="285159" y="285102"/>
                  </a:lnTo>
                  <a:lnTo>
                    <a:pt x="288853" y="281303"/>
                  </a:lnTo>
                  <a:lnTo>
                    <a:pt x="292424" y="277388"/>
                  </a:lnTo>
                  <a:lnTo>
                    <a:pt x="295870" y="273363"/>
                  </a:lnTo>
                  <a:lnTo>
                    <a:pt x="299186" y="269230"/>
                  </a:lnTo>
                  <a:lnTo>
                    <a:pt x="302370" y="264993"/>
                  </a:lnTo>
                  <a:lnTo>
                    <a:pt x="305417" y="260659"/>
                  </a:lnTo>
                  <a:lnTo>
                    <a:pt x="308326" y="256229"/>
                  </a:lnTo>
                  <a:lnTo>
                    <a:pt x="311093" y="251710"/>
                  </a:lnTo>
                  <a:lnTo>
                    <a:pt x="313716" y="247105"/>
                  </a:lnTo>
                  <a:lnTo>
                    <a:pt x="316191" y="242420"/>
                  </a:lnTo>
                  <a:lnTo>
                    <a:pt x="318516" y="237658"/>
                  </a:lnTo>
                  <a:lnTo>
                    <a:pt x="320690" y="232826"/>
                  </a:lnTo>
                  <a:lnTo>
                    <a:pt x="322709" y="227926"/>
                  </a:lnTo>
                  <a:lnTo>
                    <a:pt x="324571" y="222965"/>
                  </a:lnTo>
                  <a:lnTo>
                    <a:pt x="326276" y="217948"/>
                  </a:lnTo>
                  <a:lnTo>
                    <a:pt x="327821" y="212879"/>
                  </a:lnTo>
                  <a:lnTo>
                    <a:pt x="329204" y="207764"/>
                  </a:lnTo>
                  <a:lnTo>
                    <a:pt x="330424" y="202607"/>
                  </a:lnTo>
                  <a:lnTo>
                    <a:pt x="331480" y="197415"/>
                  </a:lnTo>
                  <a:lnTo>
                    <a:pt x="332372" y="192191"/>
                  </a:lnTo>
                  <a:lnTo>
                    <a:pt x="333097" y="186942"/>
                  </a:lnTo>
                  <a:lnTo>
                    <a:pt x="333655" y="181672"/>
                  </a:lnTo>
                  <a:lnTo>
                    <a:pt x="334047" y="176388"/>
                  </a:lnTo>
                  <a:lnTo>
                    <a:pt x="334270" y="171093"/>
                  </a:lnTo>
                  <a:lnTo>
                    <a:pt x="334326" y="165795"/>
                  </a:lnTo>
                  <a:lnTo>
                    <a:pt x="334213" y="160497"/>
                  </a:lnTo>
                  <a:lnTo>
                    <a:pt x="333933" y="155205"/>
                  </a:lnTo>
                  <a:lnTo>
                    <a:pt x="333485" y="149925"/>
                  </a:lnTo>
                  <a:lnTo>
                    <a:pt x="332870" y="144662"/>
                  </a:lnTo>
                  <a:lnTo>
                    <a:pt x="332089" y="139421"/>
                  </a:lnTo>
                  <a:lnTo>
                    <a:pt x="331142" y="134207"/>
                  </a:lnTo>
                  <a:lnTo>
                    <a:pt x="330030" y="129026"/>
                  </a:lnTo>
                  <a:lnTo>
                    <a:pt x="328754" y="123883"/>
                  </a:lnTo>
                  <a:lnTo>
                    <a:pt x="327316" y="118783"/>
                  </a:lnTo>
                  <a:lnTo>
                    <a:pt x="325717" y="113730"/>
                  </a:lnTo>
                  <a:lnTo>
                    <a:pt x="323959" y="108732"/>
                  </a:lnTo>
                  <a:lnTo>
                    <a:pt x="322043" y="103791"/>
                  </a:lnTo>
                  <a:lnTo>
                    <a:pt x="319972" y="98914"/>
                  </a:lnTo>
                  <a:lnTo>
                    <a:pt x="317747" y="94104"/>
                  </a:lnTo>
                  <a:lnTo>
                    <a:pt x="315371" y="89368"/>
                  </a:lnTo>
                  <a:lnTo>
                    <a:pt x="312845" y="84709"/>
                  </a:lnTo>
                  <a:lnTo>
                    <a:pt x="310174" y="80133"/>
                  </a:lnTo>
                  <a:lnTo>
                    <a:pt x="307359" y="75644"/>
                  </a:lnTo>
                  <a:lnTo>
                    <a:pt x="304402" y="71246"/>
                  </a:lnTo>
                  <a:lnTo>
                    <a:pt x="301308" y="66944"/>
                  </a:lnTo>
                  <a:lnTo>
                    <a:pt x="298079" y="62742"/>
                  </a:lnTo>
                  <a:lnTo>
                    <a:pt x="294719" y="58645"/>
                  </a:lnTo>
                  <a:lnTo>
                    <a:pt x="291230" y="54656"/>
                  </a:lnTo>
                  <a:lnTo>
                    <a:pt x="287617" y="50780"/>
                  </a:lnTo>
                  <a:lnTo>
                    <a:pt x="283883" y="47021"/>
                  </a:lnTo>
                  <a:lnTo>
                    <a:pt x="280031" y="43381"/>
                  </a:lnTo>
                  <a:lnTo>
                    <a:pt x="276066" y="39866"/>
                  </a:lnTo>
                  <a:lnTo>
                    <a:pt x="271992" y="36478"/>
                  </a:lnTo>
                  <a:lnTo>
                    <a:pt x="267812" y="33220"/>
                  </a:lnTo>
                  <a:lnTo>
                    <a:pt x="263531" y="30097"/>
                  </a:lnTo>
                  <a:lnTo>
                    <a:pt x="259153" y="27111"/>
                  </a:lnTo>
                  <a:lnTo>
                    <a:pt x="254683" y="24266"/>
                  </a:lnTo>
                  <a:lnTo>
                    <a:pt x="250125" y="21563"/>
                  </a:lnTo>
                  <a:lnTo>
                    <a:pt x="245484" y="19007"/>
                  </a:lnTo>
                  <a:lnTo>
                    <a:pt x="240764" y="16599"/>
                  </a:lnTo>
                  <a:lnTo>
                    <a:pt x="235969" y="14341"/>
                  </a:lnTo>
                  <a:lnTo>
                    <a:pt x="231106" y="12237"/>
                  </a:lnTo>
                  <a:lnTo>
                    <a:pt x="226179" y="10288"/>
                  </a:lnTo>
                  <a:lnTo>
                    <a:pt x="221192" y="8496"/>
                  </a:lnTo>
                  <a:lnTo>
                    <a:pt x="216151" y="6863"/>
                  </a:lnTo>
                  <a:lnTo>
                    <a:pt x="211060" y="5390"/>
                  </a:lnTo>
                  <a:lnTo>
                    <a:pt x="205926" y="4080"/>
                  </a:lnTo>
                  <a:lnTo>
                    <a:pt x="200752" y="2933"/>
                  </a:lnTo>
                  <a:lnTo>
                    <a:pt x="195545" y="1950"/>
                  </a:lnTo>
                  <a:lnTo>
                    <a:pt x="190309" y="1134"/>
                  </a:lnTo>
                  <a:lnTo>
                    <a:pt x="185050" y="483"/>
                  </a:lnTo>
                  <a:lnTo>
                    <a:pt x="179774" y="0"/>
                  </a:lnTo>
                  <a:lnTo>
                    <a:pt x="167161" y="1666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4617280" y="5399291"/>
              <a:ext cx="12612" cy="167167"/>
            </a:xfrm>
            <a:custGeom>
              <a:avLst/>
              <a:pathLst>
                <a:path w="12612" h="167167">
                  <a:moveTo>
                    <a:pt x="12612" y="47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4968518" y="5369149"/>
              <a:ext cx="167157" cy="299366"/>
            </a:xfrm>
            <a:custGeom>
              <a:avLst/>
              <a:pathLst>
                <a:path w="167157" h="299366">
                  <a:moveTo>
                    <a:pt x="167157" y="0"/>
                  </a:moveTo>
                  <a:lnTo>
                    <a:pt x="161836" y="84"/>
                  </a:lnTo>
                  <a:lnTo>
                    <a:pt x="156521" y="338"/>
                  </a:lnTo>
                  <a:lnTo>
                    <a:pt x="151217" y="761"/>
                  </a:lnTo>
                  <a:lnTo>
                    <a:pt x="145929" y="1353"/>
                  </a:lnTo>
                  <a:lnTo>
                    <a:pt x="140662" y="2112"/>
                  </a:lnTo>
                  <a:lnTo>
                    <a:pt x="135422" y="3039"/>
                  </a:lnTo>
                  <a:lnTo>
                    <a:pt x="130215" y="4132"/>
                  </a:lnTo>
                  <a:lnTo>
                    <a:pt x="125045" y="5391"/>
                  </a:lnTo>
                  <a:lnTo>
                    <a:pt x="119917" y="6813"/>
                  </a:lnTo>
                  <a:lnTo>
                    <a:pt x="114837" y="8398"/>
                  </a:lnTo>
                  <a:lnTo>
                    <a:pt x="109811" y="10143"/>
                  </a:lnTo>
                  <a:lnTo>
                    <a:pt x="104842" y="12048"/>
                  </a:lnTo>
                  <a:lnTo>
                    <a:pt x="99937" y="14110"/>
                  </a:lnTo>
                  <a:lnTo>
                    <a:pt x="95099" y="16327"/>
                  </a:lnTo>
                  <a:lnTo>
                    <a:pt x="90335" y="18697"/>
                  </a:lnTo>
                  <a:lnTo>
                    <a:pt x="85649" y="21217"/>
                  </a:lnTo>
                  <a:lnTo>
                    <a:pt x="81045" y="23885"/>
                  </a:lnTo>
                  <a:lnTo>
                    <a:pt x="76528" y="26699"/>
                  </a:lnTo>
                  <a:lnTo>
                    <a:pt x="72103" y="29654"/>
                  </a:lnTo>
                  <a:lnTo>
                    <a:pt x="67775" y="32749"/>
                  </a:lnTo>
                  <a:lnTo>
                    <a:pt x="63547" y="35980"/>
                  </a:lnTo>
                  <a:lnTo>
                    <a:pt x="59424" y="39344"/>
                  </a:lnTo>
                  <a:lnTo>
                    <a:pt x="55410" y="42838"/>
                  </a:lnTo>
                  <a:lnTo>
                    <a:pt x="51510" y="46458"/>
                  </a:lnTo>
                  <a:lnTo>
                    <a:pt x="47727" y="50199"/>
                  </a:lnTo>
                  <a:lnTo>
                    <a:pt x="44065" y="54060"/>
                  </a:lnTo>
                  <a:lnTo>
                    <a:pt x="40527" y="58035"/>
                  </a:lnTo>
                  <a:lnTo>
                    <a:pt x="37118" y="62120"/>
                  </a:lnTo>
                  <a:lnTo>
                    <a:pt x="33840" y="66312"/>
                  </a:lnTo>
                  <a:lnTo>
                    <a:pt x="30698" y="70606"/>
                  </a:lnTo>
                  <a:lnTo>
                    <a:pt x="27694" y="74999"/>
                  </a:lnTo>
                  <a:lnTo>
                    <a:pt x="24831" y="79484"/>
                  </a:lnTo>
                  <a:lnTo>
                    <a:pt x="22112" y="84058"/>
                  </a:lnTo>
                  <a:lnTo>
                    <a:pt x="19541" y="88717"/>
                  </a:lnTo>
                  <a:lnTo>
                    <a:pt x="17119" y="93455"/>
                  </a:lnTo>
                  <a:lnTo>
                    <a:pt x="14849" y="98267"/>
                  </a:lnTo>
                  <a:lnTo>
                    <a:pt x="12733" y="103150"/>
                  </a:lnTo>
                  <a:lnTo>
                    <a:pt x="10774" y="108097"/>
                  </a:lnTo>
                  <a:lnTo>
                    <a:pt x="8973" y="113104"/>
                  </a:lnTo>
                  <a:lnTo>
                    <a:pt x="7332" y="118166"/>
                  </a:lnTo>
                  <a:lnTo>
                    <a:pt x="5854" y="123278"/>
                  </a:lnTo>
                  <a:lnTo>
                    <a:pt x="4539" y="128434"/>
                  </a:lnTo>
                  <a:lnTo>
                    <a:pt x="3388" y="133629"/>
                  </a:lnTo>
                  <a:lnTo>
                    <a:pt x="2404" y="138858"/>
                  </a:lnTo>
                  <a:lnTo>
                    <a:pt x="1586" y="144116"/>
                  </a:lnTo>
                  <a:lnTo>
                    <a:pt x="936" y="149398"/>
                  </a:lnTo>
                  <a:lnTo>
                    <a:pt x="455" y="154697"/>
                  </a:lnTo>
                  <a:lnTo>
                    <a:pt x="143" y="160009"/>
                  </a:lnTo>
                  <a:lnTo>
                    <a:pt x="0" y="165328"/>
                  </a:lnTo>
                  <a:lnTo>
                    <a:pt x="26" y="170649"/>
                  </a:lnTo>
                  <a:lnTo>
                    <a:pt x="221" y="175967"/>
                  </a:lnTo>
                  <a:lnTo>
                    <a:pt x="586" y="181275"/>
                  </a:lnTo>
                  <a:lnTo>
                    <a:pt x="1119" y="186570"/>
                  </a:lnTo>
                  <a:lnTo>
                    <a:pt x="1821" y="191844"/>
                  </a:lnTo>
                  <a:lnTo>
                    <a:pt x="2690" y="197094"/>
                  </a:lnTo>
                  <a:lnTo>
                    <a:pt x="3726" y="202314"/>
                  </a:lnTo>
                  <a:lnTo>
                    <a:pt x="4927" y="207497"/>
                  </a:lnTo>
                  <a:lnTo>
                    <a:pt x="6293" y="212640"/>
                  </a:lnTo>
                  <a:lnTo>
                    <a:pt x="7822" y="217737"/>
                  </a:lnTo>
                  <a:lnTo>
                    <a:pt x="9512" y="222783"/>
                  </a:lnTo>
                  <a:lnTo>
                    <a:pt x="11362" y="227772"/>
                  </a:lnTo>
                  <a:lnTo>
                    <a:pt x="13370" y="232700"/>
                  </a:lnTo>
                  <a:lnTo>
                    <a:pt x="15533" y="237561"/>
                  </a:lnTo>
                  <a:lnTo>
                    <a:pt x="17851" y="242351"/>
                  </a:lnTo>
                  <a:lnTo>
                    <a:pt x="20319" y="247065"/>
                  </a:lnTo>
                  <a:lnTo>
                    <a:pt x="22937" y="251698"/>
                  </a:lnTo>
                  <a:lnTo>
                    <a:pt x="25700" y="256245"/>
                  </a:lnTo>
                  <a:lnTo>
                    <a:pt x="28607" y="260702"/>
                  </a:lnTo>
                  <a:lnTo>
                    <a:pt x="31654" y="265065"/>
                  </a:lnTo>
                  <a:lnTo>
                    <a:pt x="34838" y="269328"/>
                  </a:lnTo>
                  <a:lnTo>
                    <a:pt x="38157" y="273487"/>
                  </a:lnTo>
                  <a:lnTo>
                    <a:pt x="41606" y="277539"/>
                  </a:lnTo>
                  <a:lnTo>
                    <a:pt x="45183" y="281479"/>
                  </a:lnTo>
                  <a:lnTo>
                    <a:pt x="48883" y="285303"/>
                  </a:lnTo>
                  <a:lnTo>
                    <a:pt x="52703" y="289008"/>
                  </a:lnTo>
                  <a:lnTo>
                    <a:pt x="56638" y="292589"/>
                  </a:lnTo>
                  <a:lnTo>
                    <a:pt x="60686" y="296043"/>
                  </a:lnTo>
                  <a:lnTo>
                    <a:pt x="64842" y="299366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5033361" y="5536317"/>
              <a:ext cx="102314" cy="132199"/>
            </a:xfrm>
            <a:custGeom>
              <a:avLst/>
              <a:pathLst>
                <a:path w="102314" h="132199">
                  <a:moveTo>
                    <a:pt x="0" y="132199"/>
                  </a:moveTo>
                  <a:lnTo>
                    <a:pt x="10231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033361" y="5536317"/>
              <a:ext cx="102314" cy="132199"/>
            </a:xfrm>
            <a:custGeom>
              <a:avLst/>
              <a:pathLst>
                <a:path w="102314" h="132199">
                  <a:moveTo>
                    <a:pt x="0" y="132199"/>
                  </a:moveTo>
                  <a:lnTo>
                    <a:pt x="10231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033361" y="5536317"/>
              <a:ext cx="102314" cy="132199"/>
            </a:xfrm>
            <a:custGeom>
              <a:avLst/>
              <a:pathLst>
                <a:path w="102314" h="132199">
                  <a:moveTo>
                    <a:pt x="0" y="132199"/>
                  </a:moveTo>
                  <a:lnTo>
                    <a:pt x="10231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033361" y="5536317"/>
              <a:ext cx="102314" cy="132199"/>
            </a:xfrm>
            <a:custGeom>
              <a:avLst/>
              <a:pathLst>
                <a:path w="102314" h="132199">
                  <a:moveTo>
                    <a:pt x="0" y="132199"/>
                  </a:moveTo>
                  <a:lnTo>
                    <a:pt x="10231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033361" y="5536317"/>
              <a:ext cx="102314" cy="132199"/>
            </a:xfrm>
            <a:custGeom>
              <a:avLst/>
              <a:pathLst>
                <a:path w="102314" h="132199">
                  <a:moveTo>
                    <a:pt x="0" y="132199"/>
                  </a:moveTo>
                  <a:lnTo>
                    <a:pt x="10231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033361" y="5536317"/>
              <a:ext cx="165581" cy="167165"/>
            </a:xfrm>
            <a:custGeom>
              <a:avLst/>
              <a:pathLst>
                <a:path w="165581" h="167165">
                  <a:moveTo>
                    <a:pt x="0" y="132199"/>
                  </a:moveTo>
                  <a:lnTo>
                    <a:pt x="4378" y="135474"/>
                  </a:lnTo>
                  <a:lnTo>
                    <a:pt x="8861" y="138605"/>
                  </a:lnTo>
                  <a:lnTo>
                    <a:pt x="13444" y="141587"/>
                  </a:lnTo>
                  <a:lnTo>
                    <a:pt x="18123" y="144418"/>
                  </a:lnTo>
                  <a:lnTo>
                    <a:pt x="22891" y="147094"/>
                  </a:lnTo>
                  <a:lnTo>
                    <a:pt x="27745" y="149613"/>
                  </a:lnTo>
                  <a:lnTo>
                    <a:pt x="32678" y="151972"/>
                  </a:lnTo>
                  <a:lnTo>
                    <a:pt x="37686" y="154168"/>
                  </a:lnTo>
                  <a:lnTo>
                    <a:pt x="42762" y="156200"/>
                  </a:lnTo>
                  <a:lnTo>
                    <a:pt x="47903" y="158064"/>
                  </a:lnTo>
                  <a:lnTo>
                    <a:pt x="53102" y="159759"/>
                  </a:lnTo>
                  <a:lnTo>
                    <a:pt x="58353" y="161283"/>
                  </a:lnTo>
                  <a:lnTo>
                    <a:pt x="63652" y="162635"/>
                  </a:lnTo>
                  <a:lnTo>
                    <a:pt x="68992" y="163812"/>
                  </a:lnTo>
                  <a:lnTo>
                    <a:pt x="74367" y="164814"/>
                  </a:lnTo>
                  <a:lnTo>
                    <a:pt x="79772" y="165640"/>
                  </a:lnTo>
                  <a:lnTo>
                    <a:pt x="85202" y="166289"/>
                  </a:lnTo>
                  <a:lnTo>
                    <a:pt x="90650" y="166759"/>
                  </a:lnTo>
                  <a:lnTo>
                    <a:pt x="96110" y="167052"/>
                  </a:lnTo>
                  <a:lnTo>
                    <a:pt x="101577" y="167165"/>
                  </a:lnTo>
                  <a:lnTo>
                    <a:pt x="107045" y="167100"/>
                  </a:lnTo>
                  <a:lnTo>
                    <a:pt x="112508" y="166856"/>
                  </a:lnTo>
                  <a:lnTo>
                    <a:pt x="117959" y="166433"/>
                  </a:lnTo>
                  <a:lnTo>
                    <a:pt x="123394" y="165833"/>
                  </a:lnTo>
                  <a:lnTo>
                    <a:pt x="128807" y="165054"/>
                  </a:lnTo>
                  <a:lnTo>
                    <a:pt x="134191" y="164100"/>
                  </a:lnTo>
                  <a:lnTo>
                    <a:pt x="139541" y="162969"/>
                  </a:lnTo>
                  <a:lnTo>
                    <a:pt x="144851" y="161664"/>
                  </a:lnTo>
                  <a:lnTo>
                    <a:pt x="150116" y="160187"/>
                  </a:lnTo>
                  <a:lnTo>
                    <a:pt x="155330" y="158538"/>
                  </a:lnTo>
                  <a:lnTo>
                    <a:pt x="160486" y="156719"/>
                  </a:lnTo>
                  <a:lnTo>
                    <a:pt x="165581" y="154733"/>
                  </a:lnTo>
                  <a:lnTo>
                    <a:pt x="10231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135676" y="5369149"/>
              <a:ext cx="167167" cy="321900"/>
            </a:xfrm>
            <a:custGeom>
              <a:avLst/>
              <a:pathLst>
                <a:path w="167167" h="321900">
                  <a:moveTo>
                    <a:pt x="63266" y="321900"/>
                  </a:moveTo>
                  <a:lnTo>
                    <a:pt x="68187" y="319795"/>
                  </a:lnTo>
                  <a:lnTo>
                    <a:pt x="73038" y="317534"/>
                  </a:lnTo>
                  <a:lnTo>
                    <a:pt x="77814" y="315119"/>
                  </a:lnTo>
                  <a:lnTo>
                    <a:pt x="82510" y="312553"/>
                  </a:lnTo>
                  <a:lnTo>
                    <a:pt x="87122" y="309837"/>
                  </a:lnTo>
                  <a:lnTo>
                    <a:pt x="91644" y="306975"/>
                  </a:lnTo>
                  <a:lnTo>
                    <a:pt x="96073" y="303969"/>
                  </a:lnTo>
                  <a:lnTo>
                    <a:pt x="100403" y="300824"/>
                  </a:lnTo>
                  <a:lnTo>
                    <a:pt x="104630" y="297541"/>
                  </a:lnTo>
                  <a:lnTo>
                    <a:pt x="108750" y="294125"/>
                  </a:lnTo>
                  <a:lnTo>
                    <a:pt x="112758" y="290579"/>
                  </a:lnTo>
                  <a:lnTo>
                    <a:pt x="116651" y="286906"/>
                  </a:lnTo>
                  <a:lnTo>
                    <a:pt x="120424" y="283110"/>
                  </a:lnTo>
                  <a:lnTo>
                    <a:pt x="124074" y="279196"/>
                  </a:lnTo>
                  <a:lnTo>
                    <a:pt x="127597" y="275167"/>
                  </a:lnTo>
                  <a:lnTo>
                    <a:pt x="130988" y="271027"/>
                  </a:lnTo>
                  <a:lnTo>
                    <a:pt x="134246" y="266780"/>
                  </a:lnTo>
                  <a:lnTo>
                    <a:pt x="137366" y="262432"/>
                  </a:lnTo>
                  <a:lnTo>
                    <a:pt x="140345" y="257986"/>
                  </a:lnTo>
                  <a:lnTo>
                    <a:pt x="143180" y="253447"/>
                  </a:lnTo>
                  <a:lnTo>
                    <a:pt x="145869" y="248819"/>
                  </a:lnTo>
                  <a:lnTo>
                    <a:pt x="148408" y="244108"/>
                  </a:lnTo>
                  <a:lnTo>
                    <a:pt x="150795" y="239317"/>
                  </a:lnTo>
                  <a:lnTo>
                    <a:pt x="153027" y="234453"/>
                  </a:lnTo>
                  <a:lnTo>
                    <a:pt x="155103" y="229520"/>
                  </a:lnTo>
                  <a:lnTo>
                    <a:pt x="157019" y="224523"/>
                  </a:lnTo>
                  <a:lnTo>
                    <a:pt x="158775" y="219467"/>
                  </a:lnTo>
                  <a:lnTo>
                    <a:pt x="160368" y="214358"/>
                  </a:lnTo>
                  <a:lnTo>
                    <a:pt x="161796" y="209200"/>
                  </a:lnTo>
                  <a:lnTo>
                    <a:pt x="163059" y="203999"/>
                  </a:lnTo>
                  <a:lnTo>
                    <a:pt x="164154" y="198760"/>
                  </a:lnTo>
                  <a:lnTo>
                    <a:pt x="165082" y="193489"/>
                  </a:lnTo>
                  <a:lnTo>
                    <a:pt x="165840" y="188191"/>
                  </a:lnTo>
                  <a:lnTo>
                    <a:pt x="166428" y="182872"/>
                  </a:lnTo>
                  <a:lnTo>
                    <a:pt x="166845" y="177536"/>
                  </a:lnTo>
                  <a:lnTo>
                    <a:pt x="167091" y="172190"/>
                  </a:lnTo>
                  <a:lnTo>
                    <a:pt x="167167" y="166838"/>
                  </a:lnTo>
                  <a:lnTo>
                    <a:pt x="167070" y="161487"/>
                  </a:lnTo>
                  <a:lnTo>
                    <a:pt x="166803" y="156142"/>
                  </a:lnTo>
                  <a:lnTo>
                    <a:pt x="166365" y="150808"/>
                  </a:lnTo>
                  <a:lnTo>
                    <a:pt x="165756" y="145491"/>
                  </a:lnTo>
                  <a:lnTo>
                    <a:pt x="164977" y="140196"/>
                  </a:lnTo>
                  <a:lnTo>
                    <a:pt x="164029" y="134929"/>
                  </a:lnTo>
                  <a:lnTo>
                    <a:pt x="162913" y="129694"/>
                  </a:lnTo>
                  <a:lnTo>
                    <a:pt x="161630" y="124498"/>
                  </a:lnTo>
                  <a:lnTo>
                    <a:pt x="160181" y="119346"/>
                  </a:lnTo>
                  <a:lnTo>
                    <a:pt x="158568" y="114243"/>
                  </a:lnTo>
                  <a:lnTo>
                    <a:pt x="156793" y="109194"/>
                  </a:lnTo>
                  <a:lnTo>
                    <a:pt x="154857" y="104205"/>
                  </a:lnTo>
                  <a:lnTo>
                    <a:pt x="152762" y="99280"/>
                  </a:lnTo>
                  <a:lnTo>
                    <a:pt x="150510" y="94424"/>
                  </a:lnTo>
                  <a:lnTo>
                    <a:pt x="148104" y="89644"/>
                  </a:lnTo>
                  <a:lnTo>
                    <a:pt x="145547" y="84942"/>
                  </a:lnTo>
                  <a:lnTo>
                    <a:pt x="142840" y="80325"/>
                  </a:lnTo>
                  <a:lnTo>
                    <a:pt x="139987" y="75797"/>
                  </a:lnTo>
                  <a:lnTo>
                    <a:pt x="136990" y="71363"/>
                  </a:lnTo>
                  <a:lnTo>
                    <a:pt x="133853" y="67027"/>
                  </a:lnTo>
                  <a:lnTo>
                    <a:pt x="130579" y="62793"/>
                  </a:lnTo>
                  <a:lnTo>
                    <a:pt x="127171" y="58666"/>
                  </a:lnTo>
                  <a:lnTo>
                    <a:pt x="123633" y="54651"/>
                  </a:lnTo>
                  <a:lnTo>
                    <a:pt x="119967" y="50751"/>
                  </a:lnTo>
                  <a:lnTo>
                    <a:pt x="116179" y="46970"/>
                  </a:lnTo>
                  <a:lnTo>
                    <a:pt x="112272" y="43313"/>
                  </a:lnTo>
                  <a:lnTo>
                    <a:pt x="108250" y="39782"/>
                  </a:lnTo>
                  <a:lnTo>
                    <a:pt x="104117" y="36382"/>
                  </a:lnTo>
                  <a:lnTo>
                    <a:pt x="99877" y="33117"/>
                  </a:lnTo>
                  <a:lnTo>
                    <a:pt x="95534" y="29988"/>
                  </a:lnTo>
                  <a:lnTo>
                    <a:pt x="91094" y="27000"/>
                  </a:lnTo>
                  <a:lnTo>
                    <a:pt x="86560" y="24156"/>
                  </a:lnTo>
                  <a:lnTo>
                    <a:pt x="81938" y="21458"/>
                  </a:lnTo>
                  <a:lnTo>
                    <a:pt x="77232" y="18910"/>
                  </a:lnTo>
                  <a:lnTo>
                    <a:pt x="72446" y="16514"/>
                  </a:lnTo>
                  <a:lnTo>
                    <a:pt x="67586" y="14272"/>
                  </a:lnTo>
                  <a:lnTo>
                    <a:pt x="62657" y="12186"/>
                  </a:lnTo>
                  <a:lnTo>
                    <a:pt x="57664" y="10260"/>
                  </a:lnTo>
                  <a:lnTo>
                    <a:pt x="52612" y="8495"/>
                  </a:lnTo>
                  <a:lnTo>
                    <a:pt x="47505" y="6892"/>
                  </a:lnTo>
                  <a:lnTo>
                    <a:pt x="42350" y="5453"/>
                  </a:lnTo>
                  <a:lnTo>
                    <a:pt x="37152" y="4180"/>
                  </a:lnTo>
                  <a:lnTo>
                    <a:pt x="31916" y="3075"/>
                  </a:lnTo>
                  <a:lnTo>
                    <a:pt x="26646" y="2137"/>
                  </a:lnTo>
                  <a:lnTo>
                    <a:pt x="21350" y="1369"/>
                  </a:lnTo>
                  <a:lnTo>
                    <a:pt x="16031" y="770"/>
                  </a:lnTo>
                  <a:lnTo>
                    <a:pt x="10697" y="342"/>
                  </a:lnTo>
                  <a:lnTo>
                    <a:pt x="535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507348" y="5220472"/>
              <a:ext cx="125786" cy="167167"/>
            </a:xfrm>
            <a:custGeom>
              <a:avLst/>
              <a:pathLst>
                <a:path w="125786" h="167167">
                  <a:moveTo>
                    <a:pt x="125786" y="0"/>
                  </a:moveTo>
                  <a:lnTo>
                    <a:pt x="120311" y="89"/>
                  </a:lnTo>
                  <a:lnTo>
                    <a:pt x="114841" y="358"/>
                  </a:lnTo>
                  <a:lnTo>
                    <a:pt x="109383" y="806"/>
                  </a:lnTo>
                  <a:lnTo>
                    <a:pt x="103943" y="1433"/>
                  </a:lnTo>
                  <a:lnTo>
                    <a:pt x="98526" y="2237"/>
                  </a:lnTo>
                  <a:lnTo>
                    <a:pt x="93138" y="3219"/>
                  </a:lnTo>
                  <a:lnTo>
                    <a:pt x="87785" y="4376"/>
                  </a:lnTo>
                  <a:lnTo>
                    <a:pt x="82473" y="5708"/>
                  </a:lnTo>
                  <a:lnTo>
                    <a:pt x="77208" y="7213"/>
                  </a:lnTo>
                  <a:lnTo>
                    <a:pt x="71995" y="8891"/>
                  </a:lnTo>
                  <a:lnTo>
                    <a:pt x="66839" y="10737"/>
                  </a:lnTo>
                  <a:lnTo>
                    <a:pt x="61747" y="12752"/>
                  </a:lnTo>
                  <a:lnTo>
                    <a:pt x="56724" y="14933"/>
                  </a:lnTo>
                  <a:lnTo>
                    <a:pt x="51774" y="17277"/>
                  </a:lnTo>
                  <a:lnTo>
                    <a:pt x="46904" y="19781"/>
                  </a:lnTo>
                  <a:lnTo>
                    <a:pt x="42119" y="22444"/>
                  </a:lnTo>
                  <a:lnTo>
                    <a:pt x="37423" y="25262"/>
                  </a:lnTo>
                  <a:lnTo>
                    <a:pt x="32823" y="28233"/>
                  </a:lnTo>
                  <a:lnTo>
                    <a:pt x="28322" y="31352"/>
                  </a:lnTo>
                  <a:lnTo>
                    <a:pt x="23925" y="34618"/>
                  </a:lnTo>
                  <a:lnTo>
                    <a:pt x="19638" y="38025"/>
                  </a:lnTo>
                  <a:lnTo>
                    <a:pt x="15465" y="41572"/>
                  </a:lnTo>
                  <a:lnTo>
                    <a:pt x="11410" y="45253"/>
                  </a:lnTo>
                  <a:lnTo>
                    <a:pt x="7478" y="49064"/>
                  </a:lnTo>
                  <a:lnTo>
                    <a:pt x="3673" y="53003"/>
                  </a:lnTo>
                  <a:lnTo>
                    <a:pt x="0" y="57064"/>
                  </a:lnTo>
                  <a:lnTo>
                    <a:pt x="12578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507348" y="5277536"/>
              <a:ext cx="125786" cy="110102"/>
            </a:xfrm>
            <a:custGeom>
              <a:avLst/>
              <a:pathLst>
                <a:path w="125786" h="110102">
                  <a:moveTo>
                    <a:pt x="0" y="0"/>
                  </a:moveTo>
                  <a:lnTo>
                    <a:pt x="125786" y="110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507348" y="5277536"/>
              <a:ext cx="125786" cy="110102"/>
            </a:xfrm>
            <a:custGeom>
              <a:avLst/>
              <a:pathLst>
                <a:path w="125786" h="110102">
                  <a:moveTo>
                    <a:pt x="0" y="0"/>
                  </a:moveTo>
                  <a:lnTo>
                    <a:pt x="125786" y="110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507348" y="5277536"/>
              <a:ext cx="125786" cy="110102"/>
            </a:xfrm>
            <a:custGeom>
              <a:avLst/>
              <a:pathLst>
                <a:path w="125786" h="110102">
                  <a:moveTo>
                    <a:pt x="0" y="0"/>
                  </a:moveTo>
                  <a:lnTo>
                    <a:pt x="125786" y="1101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5507348" y="5277536"/>
              <a:ext cx="125786" cy="110102"/>
            </a:xfrm>
            <a:custGeom>
              <a:avLst/>
              <a:pathLst>
                <a:path w="125786" h="110102">
                  <a:moveTo>
                    <a:pt x="0" y="0"/>
                  </a:moveTo>
                  <a:lnTo>
                    <a:pt x="125786" y="1101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5474570" y="5277536"/>
              <a:ext cx="158564" cy="110102"/>
            </a:xfrm>
            <a:custGeom>
              <a:avLst/>
              <a:pathLst>
                <a:path w="158564" h="110102">
                  <a:moveTo>
                    <a:pt x="32777" y="0"/>
                  </a:moveTo>
                  <a:lnTo>
                    <a:pt x="28888" y="4608"/>
                  </a:lnTo>
                  <a:lnTo>
                    <a:pt x="25168" y="9353"/>
                  </a:lnTo>
                  <a:lnTo>
                    <a:pt x="21621" y="14229"/>
                  </a:lnTo>
                  <a:lnTo>
                    <a:pt x="18253" y="19231"/>
                  </a:lnTo>
                  <a:lnTo>
                    <a:pt x="15067" y="24350"/>
                  </a:lnTo>
                  <a:lnTo>
                    <a:pt x="12068" y="29581"/>
                  </a:lnTo>
                  <a:lnTo>
                    <a:pt x="9259" y="34917"/>
                  </a:lnTo>
                  <a:lnTo>
                    <a:pt x="6644" y="40350"/>
                  </a:lnTo>
                  <a:lnTo>
                    <a:pt x="4228" y="45875"/>
                  </a:lnTo>
                  <a:lnTo>
                    <a:pt x="2012" y="51483"/>
                  </a:lnTo>
                  <a:lnTo>
                    <a:pt x="0" y="57167"/>
                  </a:lnTo>
                  <a:lnTo>
                    <a:pt x="158564" y="1101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5465970" y="5220472"/>
              <a:ext cx="334319" cy="334330"/>
            </a:xfrm>
            <a:custGeom>
              <a:avLst/>
              <a:pathLst>
                <a:path w="334319" h="334330">
                  <a:moveTo>
                    <a:pt x="8600" y="114232"/>
                  </a:moveTo>
                  <a:lnTo>
                    <a:pt x="7003" y="119278"/>
                  </a:lnTo>
                  <a:lnTo>
                    <a:pt x="5567" y="124373"/>
                  </a:lnTo>
                  <a:lnTo>
                    <a:pt x="4294" y="129510"/>
                  </a:lnTo>
                  <a:lnTo>
                    <a:pt x="3183" y="134685"/>
                  </a:lnTo>
                  <a:lnTo>
                    <a:pt x="2237" y="139893"/>
                  </a:lnTo>
                  <a:lnTo>
                    <a:pt x="1456" y="145128"/>
                  </a:lnTo>
                  <a:lnTo>
                    <a:pt x="841" y="150385"/>
                  </a:lnTo>
                  <a:lnTo>
                    <a:pt x="393" y="155659"/>
                  </a:lnTo>
                  <a:lnTo>
                    <a:pt x="113" y="160945"/>
                  </a:lnTo>
                  <a:lnTo>
                    <a:pt x="0" y="166237"/>
                  </a:lnTo>
                  <a:lnTo>
                    <a:pt x="54" y="171529"/>
                  </a:lnTo>
                  <a:lnTo>
                    <a:pt x="276" y="176818"/>
                  </a:lnTo>
                  <a:lnTo>
                    <a:pt x="665" y="182096"/>
                  </a:lnTo>
                  <a:lnTo>
                    <a:pt x="1221" y="187360"/>
                  </a:lnTo>
                  <a:lnTo>
                    <a:pt x="1943" y="192603"/>
                  </a:lnTo>
                  <a:lnTo>
                    <a:pt x="2832" y="197821"/>
                  </a:lnTo>
                  <a:lnTo>
                    <a:pt x="3884" y="203009"/>
                  </a:lnTo>
                  <a:lnTo>
                    <a:pt x="5101" y="208160"/>
                  </a:lnTo>
                  <a:lnTo>
                    <a:pt x="6480" y="213270"/>
                  </a:lnTo>
                  <a:lnTo>
                    <a:pt x="8020" y="218334"/>
                  </a:lnTo>
                  <a:lnTo>
                    <a:pt x="9720" y="223347"/>
                  </a:lnTo>
                  <a:lnTo>
                    <a:pt x="11577" y="228303"/>
                  </a:lnTo>
                  <a:lnTo>
                    <a:pt x="13591" y="233198"/>
                  </a:lnTo>
                  <a:lnTo>
                    <a:pt x="15758" y="238027"/>
                  </a:lnTo>
                  <a:lnTo>
                    <a:pt x="18077" y="242785"/>
                  </a:lnTo>
                  <a:lnTo>
                    <a:pt x="20546" y="247467"/>
                  </a:lnTo>
                  <a:lnTo>
                    <a:pt x="23162" y="252068"/>
                  </a:lnTo>
                  <a:lnTo>
                    <a:pt x="25922" y="256585"/>
                  </a:lnTo>
                  <a:lnTo>
                    <a:pt x="28824" y="261011"/>
                  </a:lnTo>
                  <a:lnTo>
                    <a:pt x="31864" y="265344"/>
                  </a:lnTo>
                  <a:lnTo>
                    <a:pt x="35040" y="269578"/>
                  </a:lnTo>
                  <a:lnTo>
                    <a:pt x="38348" y="273710"/>
                  </a:lnTo>
                  <a:lnTo>
                    <a:pt x="41786" y="277735"/>
                  </a:lnTo>
                  <a:lnTo>
                    <a:pt x="45349" y="281649"/>
                  </a:lnTo>
                  <a:lnTo>
                    <a:pt x="49035" y="285448"/>
                  </a:lnTo>
                  <a:lnTo>
                    <a:pt x="52839" y="289128"/>
                  </a:lnTo>
                  <a:lnTo>
                    <a:pt x="56757" y="292687"/>
                  </a:lnTo>
                  <a:lnTo>
                    <a:pt x="60786" y="296119"/>
                  </a:lnTo>
                  <a:lnTo>
                    <a:pt x="64922" y="299422"/>
                  </a:lnTo>
                  <a:lnTo>
                    <a:pt x="69160" y="302593"/>
                  </a:lnTo>
                  <a:lnTo>
                    <a:pt x="73497" y="305628"/>
                  </a:lnTo>
                  <a:lnTo>
                    <a:pt x="77927" y="308524"/>
                  </a:lnTo>
                  <a:lnTo>
                    <a:pt x="82447" y="311278"/>
                  </a:lnTo>
                  <a:lnTo>
                    <a:pt x="87052" y="313888"/>
                  </a:lnTo>
                  <a:lnTo>
                    <a:pt x="91737" y="316350"/>
                  </a:lnTo>
                  <a:lnTo>
                    <a:pt x="96498" y="318664"/>
                  </a:lnTo>
                  <a:lnTo>
                    <a:pt x="101330" y="320825"/>
                  </a:lnTo>
                  <a:lnTo>
                    <a:pt x="106227" y="322832"/>
                  </a:lnTo>
                  <a:lnTo>
                    <a:pt x="111186" y="324683"/>
                  </a:lnTo>
                  <a:lnTo>
                    <a:pt x="116201" y="326376"/>
                  </a:lnTo>
                  <a:lnTo>
                    <a:pt x="121267" y="327910"/>
                  </a:lnTo>
                  <a:lnTo>
                    <a:pt x="126379" y="329283"/>
                  </a:lnTo>
                  <a:lnTo>
                    <a:pt x="131532" y="330493"/>
                  </a:lnTo>
                  <a:lnTo>
                    <a:pt x="136720" y="331539"/>
                  </a:lnTo>
                  <a:lnTo>
                    <a:pt x="141939" y="332420"/>
                  </a:lnTo>
                  <a:lnTo>
                    <a:pt x="147184" y="333136"/>
                  </a:lnTo>
                  <a:lnTo>
                    <a:pt x="152448" y="333685"/>
                  </a:lnTo>
                  <a:lnTo>
                    <a:pt x="157727" y="334068"/>
                  </a:lnTo>
                  <a:lnTo>
                    <a:pt x="163016" y="334283"/>
                  </a:lnTo>
                  <a:lnTo>
                    <a:pt x="168309" y="334330"/>
                  </a:lnTo>
                  <a:lnTo>
                    <a:pt x="173600" y="334210"/>
                  </a:lnTo>
                  <a:lnTo>
                    <a:pt x="178885" y="333923"/>
                  </a:lnTo>
                  <a:lnTo>
                    <a:pt x="184159" y="333468"/>
                  </a:lnTo>
                  <a:lnTo>
                    <a:pt x="189415" y="332847"/>
                  </a:lnTo>
                  <a:lnTo>
                    <a:pt x="194649" y="332059"/>
                  </a:lnTo>
                  <a:lnTo>
                    <a:pt x="199856" y="331107"/>
                  </a:lnTo>
                  <a:lnTo>
                    <a:pt x="205029" y="329989"/>
                  </a:lnTo>
                  <a:lnTo>
                    <a:pt x="210165" y="328709"/>
                  </a:lnTo>
                  <a:lnTo>
                    <a:pt x="215258" y="327267"/>
                  </a:lnTo>
                  <a:lnTo>
                    <a:pt x="220302" y="325664"/>
                  </a:lnTo>
                  <a:lnTo>
                    <a:pt x="225294" y="323902"/>
                  </a:lnTo>
                  <a:lnTo>
                    <a:pt x="230227" y="321983"/>
                  </a:lnTo>
                  <a:lnTo>
                    <a:pt x="235096" y="319909"/>
                  </a:lnTo>
                  <a:lnTo>
                    <a:pt x="239898" y="317682"/>
                  </a:lnTo>
                  <a:lnTo>
                    <a:pt x="244626" y="315304"/>
                  </a:lnTo>
                  <a:lnTo>
                    <a:pt x="249278" y="312777"/>
                  </a:lnTo>
                  <a:lnTo>
                    <a:pt x="253846" y="310105"/>
                  </a:lnTo>
                  <a:lnTo>
                    <a:pt x="258328" y="307289"/>
                  </a:lnTo>
                  <a:lnTo>
                    <a:pt x="262718" y="304332"/>
                  </a:lnTo>
                  <a:lnTo>
                    <a:pt x="267013" y="301239"/>
                  </a:lnTo>
                  <a:lnTo>
                    <a:pt x="271207" y="298010"/>
                  </a:lnTo>
                  <a:lnTo>
                    <a:pt x="275298" y="294651"/>
                  </a:lnTo>
                  <a:lnTo>
                    <a:pt x="279279" y="291164"/>
                  </a:lnTo>
                  <a:lnTo>
                    <a:pt x="283149" y="287552"/>
                  </a:lnTo>
                  <a:lnTo>
                    <a:pt x="286902" y="283820"/>
                  </a:lnTo>
                  <a:lnTo>
                    <a:pt x="290535" y="279970"/>
                  </a:lnTo>
                  <a:lnTo>
                    <a:pt x="294044" y="276008"/>
                  </a:lnTo>
                  <a:lnTo>
                    <a:pt x="297427" y="271937"/>
                  </a:lnTo>
                  <a:lnTo>
                    <a:pt x="300678" y="267760"/>
                  </a:lnTo>
                  <a:lnTo>
                    <a:pt x="303796" y="263483"/>
                  </a:lnTo>
                  <a:lnTo>
                    <a:pt x="306777" y="259109"/>
                  </a:lnTo>
                  <a:lnTo>
                    <a:pt x="309618" y="254643"/>
                  </a:lnTo>
                  <a:lnTo>
                    <a:pt x="312315" y="250089"/>
                  </a:lnTo>
                  <a:lnTo>
                    <a:pt x="314868" y="245452"/>
                  </a:lnTo>
                  <a:lnTo>
                    <a:pt x="317272" y="240737"/>
                  </a:lnTo>
                  <a:lnTo>
                    <a:pt x="319526" y="235948"/>
                  </a:lnTo>
                  <a:lnTo>
                    <a:pt x="321627" y="231090"/>
                  </a:lnTo>
                  <a:lnTo>
                    <a:pt x="323574" y="226168"/>
                  </a:lnTo>
                  <a:lnTo>
                    <a:pt x="325363" y="221186"/>
                  </a:lnTo>
                  <a:lnTo>
                    <a:pt x="326994" y="216151"/>
                  </a:lnTo>
                  <a:lnTo>
                    <a:pt x="328465" y="211066"/>
                  </a:lnTo>
                  <a:lnTo>
                    <a:pt x="329774" y="205938"/>
                  </a:lnTo>
                  <a:lnTo>
                    <a:pt x="330920" y="200770"/>
                  </a:lnTo>
                  <a:lnTo>
                    <a:pt x="331901" y="195569"/>
                  </a:lnTo>
                  <a:lnTo>
                    <a:pt x="332718" y="190339"/>
                  </a:lnTo>
                  <a:lnTo>
                    <a:pt x="333369" y="185087"/>
                  </a:lnTo>
                  <a:lnTo>
                    <a:pt x="333853" y="179816"/>
                  </a:lnTo>
                  <a:lnTo>
                    <a:pt x="334169" y="174532"/>
                  </a:lnTo>
                  <a:lnTo>
                    <a:pt x="334319" y="169241"/>
                  </a:lnTo>
                  <a:lnTo>
                    <a:pt x="334301" y="163948"/>
                  </a:lnTo>
                  <a:lnTo>
                    <a:pt x="334115" y="158659"/>
                  </a:lnTo>
                  <a:lnTo>
                    <a:pt x="333762" y="153378"/>
                  </a:lnTo>
                  <a:lnTo>
                    <a:pt x="333242" y="148110"/>
                  </a:lnTo>
                  <a:lnTo>
                    <a:pt x="332555" y="142862"/>
                  </a:lnTo>
                  <a:lnTo>
                    <a:pt x="331703" y="137638"/>
                  </a:lnTo>
                  <a:lnTo>
                    <a:pt x="330686" y="132444"/>
                  </a:lnTo>
                  <a:lnTo>
                    <a:pt x="329504" y="127284"/>
                  </a:lnTo>
                  <a:lnTo>
                    <a:pt x="328160" y="122165"/>
                  </a:lnTo>
                  <a:lnTo>
                    <a:pt x="326655" y="117090"/>
                  </a:lnTo>
                  <a:lnTo>
                    <a:pt x="324990" y="112066"/>
                  </a:lnTo>
                  <a:lnTo>
                    <a:pt x="323166" y="107097"/>
                  </a:lnTo>
                  <a:lnTo>
                    <a:pt x="321186" y="102188"/>
                  </a:lnTo>
                  <a:lnTo>
                    <a:pt x="319052" y="97345"/>
                  </a:lnTo>
                  <a:lnTo>
                    <a:pt x="316765" y="92571"/>
                  </a:lnTo>
                  <a:lnTo>
                    <a:pt x="314329" y="87872"/>
                  </a:lnTo>
                  <a:lnTo>
                    <a:pt x="311745" y="83253"/>
                  </a:lnTo>
                  <a:lnTo>
                    <a:pt x="309015" y="78718"/>
                  </a:lnTo>
                  <a:lnTo>
                    <a:pt x="306144" y="74271"/>
                  </a:lnTo>
                  <a:lnTo>
                    <a:pt x="303134" y="69918"/>
                  </a:lnTo>
                  <a:lnTo>
                    <a:pt x="299987" y="65662"/>
                  </a:lnTo>
                  <a:lnTo>
                    <a:pt x="296706" y="61508"/>
                  </a:lnTo>
                  <a:lnTo>
                    <a:pt x="293297" y="57460"/>
                  </a:lnTo>
                  <a:lnTo>
                    <a:pt x="289760" y="53522"/>
                  </a:lnTo>
                  <a:lnTo>
                    <a:pt x="286101" y="49697"/>
                  </a:lnTo>
                  <a:lnTo>
                    <a:pt x="282322" y="45991"/>
                  </a:lnTo>
                  <a:lnTo>
                    <a:pt x="278428" y="42406"/>
                  </a:lnTo>
                  <a:lnTo>
                    <a:pt x="274423" y="38946"/>
                  </a:lnTo>
                  <a:lnTo>
                    <a:pt x="270310" y="35615"/>
                  </a:lnTo>
                  <a:lnTo>
                    <a:pt x="266093" y="32415"/>
                  </a:lnTo>
                  <a:lnTo>
                    <a:pt x="261777" y="29351"/>
                  </a:lnTo>
                  <a:lnTo>
                    <a:pt x="257367" y="26424"/>
                  </a:lnTo>
                  <a:lnTo>
                    <a:pt x="252866" y="23639"/>
                  </a:lnTo>
                  <a:lnTo>
                    <a:pt x="248279" y="20998"/>
                  </a:lnTo>
                  <a:lnTo>
                    <a:pt x="243611" y="18503"/>
                  </a:lnTo>
                  <a:lnTo>
                    <a:pt x="238866" y="16158"/>
                  </a:lnTo>
                  <a:lnTo>
                    <a:pt x="234049" y="13963"/>
                  </a:lnTo>
                  <a:lnTo>
                    <a:pt x="229165" y="11923"/>
                  </a:lnTo>
                  <a:lnTo>
                    <a:pt x="224220" y="10037"/>
                  </a:lnTo>
                  <a:lnTo>
                    <a:pt x="219216" y="8310"/>
                  </a:lnTo>
                  <a:lnTo>
                    <a:pt x="214161" y="6742"/>
                  </a:lnTo>
                  <a:lnTo>
                    <a:pt x="209059" y="5334"/>
                  </a:lnTo>
                  <a:lnTo>
                    <a:pt x="203914" y="4089"/>
                  </a:lnTo>
                  <a:lnTo>
                    <a:pt x="198733" y="3007"/>
                  </a:lnTo>
                  <a:lnTo>
                    <a:pt x="193520" y="2090"/>
                  </a:lnTo>
                  <a:lnTo>
                    <a:pt x="188281" y="1339"/>
                  </a:lnTo>
                  <a:lnTo>
                    <a:pt x="183020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20683" y="4961274"/>
              <a:ext cx="162157" cy="167167"/>
            </a:xfrm>
            <a:custGeom>
              <a:avLst/>
              <a:pathLst>
                <a:path w="162157" h="167167">
                  <a:moveTo>
                    <a:pt x="162157" y="0"/>
                  </a:moveTo>
                  <a:lnTo>
                    <a:pt x="156754" y="87"/>
                  </a:lnTo>
                  <a:lnTo>
                    <a:pt x="151357" y="349"/>
                  </a:lnTo>
                  <a:lnTo>
                    <a:pt x="145971" y="785"/>
                  </a:lnTo>
                  <a:lnTo>
                    <a:pt x="140602" y="1395"/>
                  </a:lnTo>
                  <a:lnTo>
                    <a:pt x="135255" y="2178"/>
                  </a:lnTo>
                  <a:lnTo>
                    <a:pt x="129937" y="3134"/>
                  </a:lnTo>
                  <a:lnTo>
                    <a:pt x="124652" y="4261"/>
                  </a:lnTo>
                  <a:lnTo>
                    <a:pt x="119407" y="5558"/>
                  </a:lnTo>
                  <a:lnTo>
                    <a:pt x="114206" y="7024"/>
                  </a:lnTo>
                  <a:lnTo>
                    <a:pt x="109055" y="8658"/>
                  </a:lnTo>
                  <a:lnTo>
                    <a:pt x="103960" y="10457"/>
                  </a:lnTo>
                  <a:lnTo>
                    <a:pt x="98925" y="12420"/>
                  </a:lnTo>
                  <a:lnTo>
                    <a:pt x="93957" y="14544"/>
                  </a:lnTo>
                  <a:lnTo>
                    <a:pt x="89060" y="16828"/>
                  </a:lnTo>
                  <a:lnTo>
                    <a:pt x="84239" y="19269"/>
                  </a:lnTo>
                  <a:lnTo>
                    <a:pt x="79500" y="21865"/>
                  </a:lnTo>
                  <a:lnTo>
                    <a:pt x="74847" y="24612"/>
                  </a:lnTo>
                  <a:lnTo>
                    <a:pt x="70285" y="27508"/>
                  </a:lnTo>
                  <a:lnTo>
                    <a:pt x="65819" y="30551"/>
                  </a:lnTo>
                  <a:lnTo>
                    <a:pt x="61454" y="33736"/>
                  </a:lnTo>
                  <a:lnTo>
                    <a:pt x="57194" y="37060"/>
                  </a:lnTo>
                  <a:lnTo>
                    <a:pt x="53044" y="40520"/>
                  </a:lnTo>
                  <a:lnTo>
                    <a:pt x="49008" y="44113"/>
                  </a:lnTo>
                  <a:lnTo>
                    <a:pt x="45090" y="47834"/>
                  </a:lnTo>
                  <a:lnTo>
                    <a:pt x="41294" y="51680"/>
                  </a:lnTo>
                  <a:lnTo>
                    <a:pt x="37625" y="55647"/>
                  </a:lnTo>
                  <a:lnTo>
                    <a:pt x="34085" y="59730"/>
                  </a:lnTo>
                  <a:lnTo>
                    <a:pt x="30680" y="63925"/>
                  </a:lnTo>
                  <a:lnTo>
                    <a:pt x="27412" y="68229"/>
                  </a:lnTo>
                  <a:lnTo>
                    <a:pt x="24285" y="72635"/>
                  </a:lnTo>
                  <a:lnTo>
                    <a:pt x="21301" y="77141"/>
                  </a:lnTo>
                  <a:lnTo>
                    <a:pt x="18465" y="81740"/>
                  </a:lnTo>
                  <a:lnTo>
                    <a:pt x="15779" y="86429"/>
                  </a:lnTo>
                  <a:lnTo>
                    <a:pt x="13246" y="91202"/>
                  </a:lnTo>
                  <a:lnTo>
                    <a:pt x="10869" y="96054"/>
                  </a:lnTo>
                  <a:lnTo>
                    <a:pt x="8650" y="100981"/>
                  </a:lnTo>
                  <a:lnTo>
                    <a:pt x="6591" y="105977"/>
                  </a:lnTo>
                  <a:lnTo>
                    <a:pt x="4694" y="111037"/>
                  </a:lnTo>
                  <a:lnTo>
                    <a:pt x="2963" y="116155"/>
                  </a:lnTo>
                  <a:lnTo>
                    <a:pt x="1397" y="121327"/>
                  </a:lnTo>
                  <a:lnTo>
                    <a:pt x="0" y="126547"/>
                  </a:lnTo>
                  <a:lnTo>
                    <a:pt x="162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20683" y="5087821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5920683" y="5087821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5920683" y="5087821"/>
              <a:ext cx="162157" cy="40619"/>
            </a:xfrm>
            <a:custGeom>
              <a:avLst/>
              <a:pathLst>
                <a:path w="162157" h="40619">
                  <a:moveTo>
                    <a:pt x="0" y="0"/>
                  </a:moveTo>
                  <a:lnTo>
                    <a:pt x="162157" y="406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5915685" y="5087821"/>
              <a:ext cx="167154" cy="98534"/>
            </a:xfrm>
            <a:custGeom>
              <a:avLst/>
              <a:pathLst>
                <a:path w="167154" h="98534">
                  <a:moveTo>
                    <a:pt x="4997" y="0"/>
                  </a:moveTo>
                  <a:lnTo>
                    <a:pt x="3735" y="5419"/>
                  </a:lnTo>
                  <a:lnTo>
                    <a:pt x="2654" y="10878"/>
                  </a:lnTo>
                  <a:lnTo>
                    <a:pt x="1755" y="16370"/>
                  </a:lnTo>
                  <a:lnTo>
                    <a:pt x="1039" y="21888"/>
                  </a:lnTo>
                  <a:lnTo>
                    <a:pt x="508" y="27428"/>
                  </a:lnTo>
                  <a:lnTo>
                    <a:pt x="161" y="32982"/>
                  </a:lnTo>
                  <a:lnTo>
                    <a:pt x="0" y="38544"/>
                  </a:lnTo>
                  <a:lnTo>
                    <a:pt x="23" y="44109"/>
                  </a:lnTo>
                  <a:lnTo>
                    <a:pt x="232" y="49670"/>
                  </a:lnTo>
                  <a:lnTo>
                    <a:pt x="625" y="55221"/>
                  </a:lnTo>
                  <a:lnTo>
                    <a:pt x="1204" y="60755"/>
                  </a:lnTo>
                  <a:lnTo>
                    <a:pt x="1966" y="66268"/>
                  </a:lnTo>
                  <a:lnTo>
                    <a:pt x="2911" y="71751"/>
                  </a:lnTo>
                  <a:lnTo>
                    <a:pt x="4038" y="77201"/>
                  </a:lnTo>
                  <a:lnTo>
                    <a:pt x="5346" y="82610"/>
                  </a:lnTo>
                  <a:lnTo>
                    <a:pt x="6834" y="87972"/>
                  </a:lnTo>
                  <a:lnTo>
                    <a:pt x="8498" y="93282"/>
                  </a:lnTo>
                  <a:lnTo>
                    <a:pt x="10339" y="98534"/>
                  </a:lnTo>
                  <a:lnTo>
                    <a:pt x="167154" y="406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5926025" y="4961274"/>
              <a:ext cx="323970" cy="334329"/>
            </a:xfrm>
            <a:custGeom>
              <a:avLst/>
              <a:pathLst>
                <a:path w="323970" h="334329">
                  <a:moveTo>
                    <a:pt x="0" y="225081"/>
                  </a:moveTo>
                  <a:lnTo>
                    <a:pt x="1921" y="230040"/>
                  </a:lnTo>
                  <a:lnTo>
                    <a:pt x="3999" y="234935"/>
                  </a:lnTo>
                  <a:lnTo>
                    <a:pt x="6232" y="239762"/>
                  </a:lnTo>
                  <a:lnTo>
                    <a:pt x="8618" y="244515"/>
                  </a:lnTo>
                  <a:lnTo>
                    <a:pt x="11153" y="249190"/>
                  </a:lnTo>
                  <a:lnTo>
                    <a:pt x="13836" y="253782"/>
                  </a:lnTo>
                  <a:lnTo>
                    <a:pt x="16663" y="258286"/>
                  </a:lnTo>
                  <a:lnTo>
                    <a:pt x="19633" y="262698"/>
                  </a:lnTo>
                  <a:lnTo>
                    <a:pt x="22741" y="267013"/>
                  </a:lnTo>
                  <a:lnTo>
                    <a:pt x="25985" y="271228"/>
                  </a:lnTo>
                  <a:lnTo>
                    <a:pt x="29361" y="275336"/>
                  </a:lnTo>
                  <a:lnTo>
                    <a:pt x="32867" y="279336"/>
                  </a:lnTo>
                  <a:lnTo>
                    <a:pt x="36497" y="283222"/>
                  </a:lnTo>
                  <a:lnTo>
                    <a:pt x="40250" y="286990"/>
                  </a:lnTo>
                  <a:lnTo>
                    <a:pt x="44120" y="290638"/>
                  </a:lnTo>
                  <a:lnTo>
                    <a:pt x="48105" y="294160"/>
                  </a:lnTo>
                  <a:lnTo>
                    <a:pt x="52199" y="297553"/>
                  </a:lnTo>
                  <a:lnTo>
                    <a:pt x="56400" y="300815"/>
                  </a:lnTo>
                  <a:lnTo>
                    <a:pt x="60702" y="303942"/>
                  </a:lnTo>
                  <a:lnTo>
                    <a:pt x="65101" y="306930"/>
                  </a:lnTo>
                  <a:lnTo>
                    <a:pt x="69593" y="309776"/>
                  </a:lnTo>
                  <a:lnTo>
                    <a:pt x="74174" y="312479"/>
                  </a:lnTo>
                  <a:lnTo>
                    <a:pt x="78838" y="315034"/>
                  </a:lnTo>
                  <a:lnTo>
                    <a:pt x="83581" y="317439"/>
                  </a:lnTo>
                  <a:lnTo>
                    <a:pt x="88398" y="319693"/>
                  </a:lnTo>
                  <a:lnTo>
                    <a:pt x="93284" y="321792"/>
                  </a:lnTo>
                  <a:lnTo>
                    <a:pt x="98235" y="323735"/>
                  </a:lnTo>
                  <a:lnTo>
                    <a:pt x="103245" y="325519"/>
                  </a:lnTo>
                  <a:lnTo>
                    <a:pt x="108309" y="327143"/>
                  </a:lnTo>
                  <a:lnTo>
                    <a:pt x="113422" y="328605"/>
                  </a:lnTo>
                  <a:lnTo>
                    <a:pt x="118580" y="329903"/>
                  </a:lnTo>
                  <a:lnTo>
                    <a:pt x="123776" y="331037"/>
                  </a:lnTo>
                  <a:lnTo>
                    <a:pt x="129005" y="332005"/>
                  </a:lnTo>
                  <a:lnTo>
                    <a:pt x="134262" y="332806"/>
                  </a:lnTo>
                  <a:lnTo>
                    <a:pt x="139543" y="333440"/>
                  </a:lnTo>
                  <a:lnTo>
                    <a:pt x="144840" y="333905"/>
                  </a:lnTo>
                  <a:lnTo>
                    <a:pt x="150150" y="334201"/>
                  </a:lnTo>
                  <a:lnTo>
                    <a:pt x="155467" y="334329"/>
                  </a:lnTo>
                  <a:lnTo>
                    <a:pt x="160785" y="334287"/>
                  </a:lnTo>
                  <a:lnTo>
                    <a:pt x="166099" y="334076"/>
                  </a:lnTo>
                  <a:lnTo>
                    <a:pt x="171403" y="333697"/>
                  </a:lnTo>
                  <a:lnTo>
                    <a:pt x="176693" y="333148"/>
                  </a:lnTo>
                  <a:lnTo>
                    <a:pt x="181963" y="332432"/>
                  </a:lnTo>
                  <a:lnTo>
                    <a:pt x="187207" y="331548"/>
                  </a:lnTo>
                  <a:lnTo>
                    <a:pt x="192421" y="330498"/>
                  </a:lnTo>
                  <a:lnTo>
                    <a:pt x="197598" y="329283"/>
                  </a:lnTo>
                  <a:lnTo>
                    <a:pt x="202734" y="327904"/>
                  </a:lnTo>
                  <a:lnTo>
                    <a:pt x="207824" y="326362"/>
                  </a:lnTo>
                  <a:lnTo>
                    <a:pt x="212862" y="324659"/>
                  </a:lnTo>
                  <a:lnTo>
                    <a:pt x="217843" y="322796"/>
                  </a:lnTo>
                  <a:lnTo>
                    <a:pt x="222763" y="320776"/>
                  </a:lnTo>
                  <a:lnTo>
                    <a:pt x="227616" y="318601"/>
                  </a:lnTo>
                  <a:lnTo>
                    <a:pt x="232397" y="316272"/>
                  </a:lnTo>
                  <a:lnTo>
                    <a:pt x="237102" y="313792"/>
                  </a:lnTo>
                  <a:lnTo>
                    <a:pt x="241725" y="311164"/>
                  </a:lnTo>
                  <a:lnTo>
                    <a:pt x="246262" y="308390"/>
                  </a:lnTo>
                  <a:lnTo>
                    <a:pt x="250709" y="305473"/>
                  </a:lnTo>
                  <a:lnTo>
                    <a:pt x="255061" y="302417"/>
                  </a:lnTo>
                  <a:lnTo>
                    <a:pt x="259314" y="299223"/>
                  </a:lnTo>
                  <a:lnTo>
                    <a:pt x="263463" y="295896"/>
                  </a:lnTo>
                  <a:lnTo>
                    <a:pt x="267503" y="292438"/>
                  </a:lnTo>
                  <a:lnTo>
                    <a:pt x="271432" y="288854"/>
                  </a:lnTo>
                  <a:lnTo>
                    <a:pt x="275245" y="285146"/>
                  </a:lnTo>
                  <a:lnTo>
                    <a:pt x="278938" y="281320"/>
                  </a:lnTo>
                  <a:lnTo>
                    <a:pt x="282507" y="277377"/>
                  </a:lnTo>
                  <a:lnTo>
                    <a:pt x="285949" y="273323"/>
                  </a:lnTo>
                  <a:lnTo>
                    <a:pt x="289261" y="269162"/>
                  </a:lnTo>
                  <a:lnTo>
                    <a:pt x="292438" y="264897"/>
                  </a:lnTo>
                  <a:lnTo>
                    <a:pt x="295478" y="260534"/>
                  </a:lnTo>
                  <a:lnTo>
                    <a:pt x="298378" y="256075"/>
                  </a:lnTo>
                  <a:lnTo>
                    <a:pt x="301134" y="251527"/>
                  </a:lnTo>
                  <a:lnTo>
                    <a:pt x="303745" y="246894"/>
                  </a:lnTo>
                  <a:lnTo>
                    <a:pt x="306207" y="242180"/>
                  </a:lnTo>
                  <a:lnTo>
                    <a:pt x="308517" y="237390"/>
                  </a:lnTo>
                  <a:lnTo>
                    <a:pt x="310674" y="232529"/>
                  </a:lnTo>
                  <a:lnTo>
                    <a:pt x="312675" y="227602"/>
                  </a:lnTo>
                  <a:lnTo>
                    <a:pt x="314519" y="222613"/>
                  </a:lnTo>
                  <a:lnTo>
                    <a:pt x="316203" y="217569"/>
                  </a:lnTo>
                  <a:lnTo>
                    <a:pt x="317725" y="212473"/>
                  </a:lnTo>
                  <a:lnTo>
                    <a:pt x="319085" y="207332"/>
                  </a:lnTo>
                  <a:lnTo>
                    <a:pt x="320280" y="202150"/>
                  </a:lnTo>
                  <a:lnTo>
                    <a:pt x="321311" y="196932"/>
                  </a:lnTo>
                  <a:lnTo>
                    <a:pt x="322174" y="191685"/>
                  </a:lnTo>
                  <a:lnTo>
                    <a:pt x="322870" y="186412"/>
                  </a:lnTo>
                  <a:lnTo>
                    <a:pt x="323398" y="181120"/>
                  </a:lnTo>
                  <a:lnTo>
                    <a:pt x="323758" y="175814"/>
                  </a:lnTo>
                  <a:lnTo>
                    <a:pt x="323949" y="170500"/>
                  </a:lnTo>
                  <a:lnTo>
                    <a:pt x="323970" y="165182"/>
                  </a:lnTo>
                  <a:lnTo>
                    <a:pt x="323822" y="159865"/>
                  </a:lnTo>
                  <a:lnTo>
                    <a:pt x="323506" y="154557"/>
                  </a:lnTo>
                  <a:lnTo>
                    <a:pt x="323020" y="149261"/>
                  </a:lnTo>
                  <a:lnTo>
                    <a:pt x="322366" y="143983"/>
                  </a:lnTo>
                  <a:lnTo>
                    <a:pt x="321545" y="138729"/>
                  </a:lnTo>
                  <a:lnTo>
                    <a:pt x="320557" y="133503"/>
                  </a:lnTo>
                  <a:lnTo>
                    <a:pt x="319403" y="128312"/>
                  </a:lnTo>
                  <a:lnTo>
                    <a:pt x="318085" y="123159"/>
                  </a:lnTo>
                  <a:lnTo>
                    <a:pt x="316604" y="118052"/>
                  </a:lnTo>
                  <a:lnTo>
                    <a:pt x="314961" y="112994"/>
                  </a:lnTo>
                  <a:lnTo>
                    <a:pt x="313157" y="107991"/>
                  </a:lnTo>
                  <a:lnTo>
                    <a:pt x="311196" y="103047"/>
                  </a:lnTo>
                  <a:lnTo>
                    <a:pt x="309078" y="98169"/>
                  </a:lnTo>
                  <a:lnTo>
                    <a:pt x="306806" y="93361"/>
                  </a:lnTo>
                  <a:lnTo>
                    <a:pt x="304383" y="88627"/>
                  </a:lnTo>
                  <a:lnTo>
                    <a:pt x="301810" y="83973"/>
                  </a:lnTo>
                  <a:lnTo>
                    <a:pt x="299090" y="79402"/>
                  </a:lnTo>
                  <a:lnTo>
                    <a:pt x="296226" y="74921"/>
                  </a:lnTo>
                  <a:lnTo>
                    <a:pt x="293221" y="70533"/>
                  </a:lnTo>
                  <a:lnTo>
                    <a:pt x="290079" y="66243"/>
                  </a:lnTo>
                  <a:lnTo>
                    <a:pt x="286801" y="62055"/>
                  </a:lnTo>
                  <a:lnTo>
                    <a:pt x="283391" y="57974"/>
                  </a:lnTo>
                  <a:lnTo>
                    <a:pt x="279854" y="54002"/>
                  </a:lnTo>
                  <a:lnTo>
                    <a:pt x="276192" y="50146"/>
                  </a:lnTo>
                  <a:lnTo>
                    <a:pt x="272409" y="46408"/>
                  </a:lnTo>
                  <a:lnTo>
                    <a:pt x="268510" y="42792"/>
                  </a:lnTo>
                  <a:lnTo>
                    <a:pt x="264497" y="39302"/>
                  </a:lnTo>
                  <a:lnTo>
                    <a:pt x="260375" y="35941"/>
                  </a:lnTo>
                  <a:lnTo>
                    <a:pt x="256148" y="32714"/>
                  </a:lnTo>
                  <a:lnTo>
                    <a:pt x="251821" y="29622"/>
                  </a:lnTo>
                  <a:lnTo>
                    <a:pt x="247398" y="26669"/>
                  </a:lnTo>
                  <a:lnTo>
                    <a:pt x="242883" y="23859"/>
                  </a:lnTo>
                  <a:lnTo>
                    <a:pt x="238281" y="21194"/>
                  </a:lnTo>
                  <a:lnTo>
                    <a:pt x="233596" y="18676"/>
                  </a:lnTo>
                  <a:lnTo>
                    <a:pt x="228834" y="16309"/>
                  </a:lnTo>
                  <a:lnTo>
                    <a:pt x="223999" y="14094"/>
                  </a:lnTo>
                  <a:lnTo>
                    <a:pt x="219096" y="12035"/>
                  </a:lnTo>
                  <a:lnTo>
                    <a:pt x="214130" y="10132"/>
                  </a:lnTo>
                  <a:lnTo>
                    <a:pt x="209106" y="8389"/>
                  </a:lnTo>
                  <a:lnTo>
                    <a:pt x="204028" y="6806"/>
                  </a:lnTo>
                  <a:lnTo>
                    <a:pt x="198904" y="5385"/>
                  </a:lnTo>
                  <a:lnTo>
                    <a:pt x="193736" y="4128"/>
                  </a:lnTo>
                  <a:lnTo>
                    <a:pt x="188531" y="3036"/>
                  </a:lnTo>
                  <a:lnTo>
                    <a:pt x="183294" y="2110"/>
                  </a:lnTo>
                  <a:lnTo>
                    <a:pt x="178031" y="1351"/>
                  </a:lnTo>
                  <a:lnTo>
                    <a:pt x="172745" y="760"/>
                  </a:lnTo>
                  <a:lnTo>
                    <a:pt x="167444" y="338"/>
                  </a:lnTo>
                  <a:lnTo>
                    <a:pt x="162132" y="84"/>
                  </a:lnTo>
                  <a:lnTo>
                    <a:pt x="156814" y="0"/>
                  </a:lnTo>
                  <a:lnTo>
                    <a:pt x="15681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293386" y="4605529"/>
              <a:ext cx="167160" cy="332569"/>
            </a:xfrm>
            <a:custGeom>
              <a:avLst/>
              <a:pathLst>
                <a:path w="167160" h="332569">
                  <a:moveTo>
                    <a:pt x="167160" y="0"/>
                  </a:moveTo>
                  <a:lnTo>
                    <a:pt x="161833" y="84"/>
                  </a:lnTo>
                  <a:lnTo>
                    <a:pt x="156511" y="339"/>
                  </a:lnTo>
                  <a:lnTo>
                    <a:pt x="151200" y="763"/>
                  </a:lnTo>
                  <a:lnTo>
                    <a:pt x="145905" y="1356"/>
                  </a:lnTo>
                  <a:lnTo>
                    <a:pt x="140632" y="2118"/>
                  </a:lnTo>
                  <a:lnTo>
                    <a:pt x="135385" y="3047"/>
                  </a:lnTo>
                  <a:lnTo>
                    <a:pt x="130171" y="4143"/>
                  </a:lnTo>
                  <a:lnTo>
                    <a:pt x="124995" y="5405"/>
                  </a:lnTo>
                  <a:lnTo>
                    <a:pt x="119861" y="6831"/>
                  </a:lnTo>
                  <a:lnTo>
                    <a:pt x="114775" y="8419"/>
                  </a:lnTo>
                  <a:lnTo>
                    <a:pt x="109743" y="10169"/>
                  </a:lnTo>
                  <a:lnTo>
                    <a:pt x="104769" y="12079"/>
                  </a:lnTo>
                  <a:lnTo>
                    <a:pt x="99858" y="14146"/>
                  </a:lnTo>
                  <a:lnTo>
                    <a:pt x="95016" y="16368"/>
                  </a:lnTo>
                  <a:lnTo>
                    <a:pt x="90247" y="18744"/>
                  </a:lnTo>
                  <a:lnTo>
                    <a:pt x="85556" y="21271"/>
                  </a:lnTo>
                  <a:lnTo>
                    <a:pt x="80948" y="23945"/>
                  </a:lnTo>
                  <a:lnTo>
                    <a:pt x="76428" y="26766"/>
                  </a:lnTo>
                  <a:lnTo>
                    <a:pt x="71999" y="29728"/>
                  </a:lnTo>
                  <a:lnTo>
                    <a:pt x="67668" y="32831"/>
                  </a:lnTo>
                  <a:lnTo>
                    <a:pt x="63437" y="36070"/>
                  </a:lnTo>
                  <a:lnTo>
                    <a:pt x="59312" y="39442"/>
                  </a:lnTo>
                  <a:lnTo>
                    <a:pt x="55297" y="42943"/>
                  </a:lnTo>
                  <a:lnTo>
                    <a:pt x="51395" y="46571"/>
                  </a:lnTo>
                  <a:lnTo>
                    <a:pt x="47610" y="50322"/>
                  </a:lnTo>
                  <a:lnTo>
                    <a:pt x="43947" y="54191"/>
                  </a:lnTo>
                  <a:lnTo>
                    <a:pt x="40410" y="58175"/>
                  </a:lnTo>
                  <a:lnTo>
                    <a:pt x="37001" y="62270"/>
                  </a:lnTo>
                  <a:lnTo>
                    <a:pt x="33724" y="66471"/>
                  </a:lnTo>
                  <a:lnTo>
                    <a:pt x="30583" y="70775"/>
                  </a:lnTo>
                  <a:lnTo>
                    <a:pt x="27580" y="75176"/>
                  </a:lnTo>
                  <a:lnTo>
                    <a:pt x="24719" y="79671"/>
                  </a:lnTo>
                  <a:lnTo>
                    <a:pt x="22003" y="84255"/>
                  </a:lnTo>
                  <a:lnTo>
                    <a:pt x="19435" y="88923"/>
                  </a:lnTo>
                  <a:lnTo>
                    <a:pt x="17016" y="93670"/>
                  </a:lnTo>
                  <a:lnTo>
                    <a:pt x="14750" y="98492"/>
                  </a:lnTo>
                  <a:lnTo>
                    <a:pt x="12639" y="103384"/>
                  </a:lnTo>
                  <a:lnTo>
                    <a:pt x="10685" y="108341"/>
                  </a:lnTo>
                  <a:lnTo>
                    <a:pt x="8890" y="113357"/>
                  </a:lnTo>
                  <a:lnTo>
                    <a:pt x="7255" y="118428"/>
                  </a:lnTo>
                  <a:lnTo>
                    <a:pt x="5783" y="123549"/>
                  </a:lnTo>
                  <a:lnTo>
                    <a:pt x="4475" y="128714"/>
                  </a:lnTo>
                  <a:lnTo>
                    <a:pt x="3333" y="133918"/>
                  </a:lnTo>
                  <a:lnTo>
                    <a:pt x="2356" y="139156"/>
                  </a:lnTo>
                  <a:lnTo>
                    <a:pt x="1547" y="144422"/>
                  </a:lnTo>
                  <a:lnTo>
                    <a:pt x="907" y="149711"/>
                  </a:lnTo>
                  <a:lnTo>
                    <a:pt x="435" y="155019"/>
                  </a:lnTo>
                  <a:lnTo>
                    <a:pt x="132" y="160338"/>
                  </a:lnTo>
                  <a:lnTo>
                    <a:pt x="0" y="165664"/>
                  </a:lnTo>
                  <a:lnTo>
                    <a:pt x="37" y="170992"/>
                  </a:lnTo>
                  <a:lnTo>
                    <a:pt x="243" y="176316"/>
                  </a:lnTo>
                  <a:lnTo>
                    <a:pt x="620" y="181631"/>
                  </a:lnTo>
                  <a:lnTo>
                    <a:pt x="1165" y="186931"/>
                  </a:lnTo>
                  <a:lnTo>
                    <a:pt x="1879" y="192211"/>
                  </a:lnTo>
                  <a:lnTo>
                    <a:pt x="2761" y="197465"/>
                  </a:lnTo>
                  <a:lnTo>
                    <a:pt x="3810" y="202689"/>
                  </a:lnTo>
                  <a:lnTo>
                    <a:pt x="5025" y="207877"/>
                  </a:lnTo>
                  <a:lnTo>
                    <a:pt x="6405" y="213023"/>
                  </a:lnTo>
                  <a:lnTo>
                    <a:pt x="7948" y="218123"/>
                  </a:lnTo>
                  <a:lnTo>
                    <a:pt x="9653" y="223170"/>
                  </a:lnTo>
                  <a:lnTo>
                    <a:pt x="11518" y="228161"/>
                  </a:lnTo>
                  <a:lnTo>
                    <a:pt x="13540" y="233091"/>
                  </a:lnTo>
                  <a:lnTo>
                    <a:pt x="15719" y="237953"/>
                  </a:lnTo>
                  <a:lnTo>
                    <a:pt x="18052" y="242743"/>
                  </a:lnTo>
                  <a:lnTo>
                    <a:pt x="20536" y="247456"/>
                  </a:lnTo>
                  <a:lnTo>
                    <a:pt x="23169" y="252088"/>
                  </a:lnTo>
                  <a:lnTo>
                    <a:pt x="25949" y="256634"/>
                  </a:lnTo>
                  <a:lnTo>
                    <a:pt x="28872" y="261088"/>
                  </a:lnTo>
                  <a:lnTo>
                    <a:pt x="31935" y="265448"/>
                  </a:lnTo>
                  <a:lnTo>
                    <a:pt x="35136" y="269707"/>
                  </a:lnTo>
                  <a:lnTo>
                    <a:pt x="38471" y="273863"/>
                  </a:lnTo>
                  <a:lnTo>
                    <a:pt x="41936" y="277909"/>
                  </a:lnTo>
                  <a:lnTo>
                    <a:pt x="45529" y="281844"/>
                  </a:lnTo>
                  <a:lnTo>
                    <a:pt x="49245" y="285662"/>
                  </a:lnTo>
                  <a:lnTo>
                    <a:pt x="53081" y="289359"/>
                  </a:lnTo>
                  <a:lnTo>
                    <a:pt x="57033" y="292933"/>
                  </a:lnTo>
                  <a:lnTo>
                    <a:pt x="61097" y="296378"/>
                  </a:lnTo>
                  <a:lnTo>
                    <a:pt x="65269" y="299693"/>
                  </a:lnTo>
                  <a:lnTo>
                    <a:pt x="69544" y="302873"/>
                  </a:lnTo>
                  <a:lnTo>
                    <a:pt x="73918" y="305915"/>
                  </a:lnTo>
                  <a:lnTo>
                    <a:pt x="78387" y="308816"/>
                  </a:lnTo>
                  <a:lnTo>
                    <a:pt x="82946" y="311573"/>
                  </a:lnTo>
                  <a:lnTo>
                    <a:pt x="87591" y="314183"/>
                  </a:lnTo>
                  <a:lnTo>
                    <a:pt x="92317" y="316644"/>
                  </a:lnTo>
                  <a:lnTo>
                    <a:pt x="97118" y="318953"/>
                  </a:lnTo>
                  <a:lnTo>
                    <a:pt x="101991" y="321108"/>
                  </a:lnTo>
                  <a:lnTo>
                    <a:pt x="106930" y="323107"/>
                  </a:lnTo>
                  <a:lnTo>
                    <a:pt x="111930" y="324947"/>
                  </a:lnTo>
                  <a:lnTo>
                    <a:pt x="116986" y="326627"/>
                  </a:lnTo>
                  <a:lnTo>
                    <a:pt x="122094" y="328145"/>
                  </a:lnTo>
                  <a:lnTo>
                    <a:pt x="127246" y="329499"/>
                  </a:lnTo>
                  <a:lnTo>
                    <a:pt x="132440" y="330689"/>
                  </a:lnTo>
                  <a:lnTo>
                    <a:pt x="137669" y="331712"/>
                  </a:lnTo>
                  <a:lnTo>
                    <a:pt x="142928" y="332569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436314" y="4772696"/>
              <a:ext cx="24232" cy="165401"/>
            </a:xfrm>
            <a:custGeom>
              <a:avLst/>
              <a:pathLst>
                <a:path w="24232" h="165401">
                  <a:moveTo>
                    <a:pt x="0" y="165401"/>
                  </a:moveTo>
                  <a:lnTo>
                    <a:pt x="2423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436314" y="4772696"/>
              <a:ext cx="24232" cy="165401"/>
            </a:xfrm>
            <a:custGeom>
              <a:avLst/>
              <a:pathLst>
                <a:path w="24232" h="165401">
                  <a:moveTo>
                    <a:pt x="0" y="165401"/>
                  </a:moveTo>
                  <a:lnTo>
                    <a:pt x="2423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436314" y="4772696"/>
              <a:ext cx="131306" cy="167157"/>
            </a:xfrm>
            <a:custGeom>
              <a:avLst/>
              <a:pathLst>
                <a:path w="131306" h="167157">
                  <a:moveTo>
                    <a:pt x="0" y="165401"/>
                  </a:moveTo>
                  <a:lnTo>
                    <a:pt x="5574" y="166122"/>
                  </a:lnTo>
                  <a:lnTo>
                    <a:pt x="11169" y="166656"/>
                  </a:lnTo>
                  <a:lnTo>
                    <a:pt x="16780" y="167001"/>
                  </a:lnTo>
                  <a:lnTo>
                    <a:pt x="22398" y="167157"/>
                  </a:lnTo>
                  <a:lnTo>
                    <a:pt x="28019" y="167124"/>
                  </a:lnTo>
                  <a:lnTo>
                    <a:pt x="33636" y="166902"/>
                  </a:lnTo>
                  <a:lnTo>
                    <a:pt x="39242" y="166492"/>
                  </a:lnTo>
                  <a:lnTo>
                    <a:pt x="44831" y="165893"/>
                  </a:lnTo>
                  <a:lnTo>
                    <a:pt x="50396" y="165107"/>
                  </a:lnTo>
                  <a:lnTo>
                    <a:pt x="55932" y="164134"/>
                  </a:lnTo>
                  <a:lnTo>
                    <a:pt x="61432" y="162975"/>
                  </a:lnTo>
                  <a:lnTo>
                    <a:pt x="66891" y="161632"/>
                  </a:lnTo>
                  <a:lnTo>
                    <a:pt x="72300" y="160107"/>
                  </a:lnTo>
                  <a:lnTo>
                    <a:pt x="77656" y="158400"/>
                  </a:lnTo>
                  <a:lnTo>
                    <a:pt x="82951" y="156515"/>
                  </a:lnTo>
                  <a:lnTo>
                    <a:pt x="88180" y="154452"/>
                  </a:lnTo>
                  <a:lnTo>
                    <a:pt x="93336" y="152215"/>
                  </a:lnTo>
                  <a:lnTo>
                    <a:pt x="98415" y="149806"/>
                  </a:lnTo>
                  <a:lnTo>
                    <a:pt x="103409" y="147227"/>
                  </a:lnTo>
                  <a:lnTo>
                    <a:pt x="108314" y="144482"/>
                  </a:lnTo>
                  <a:lnTo>
                    <a:pt x="113124" y="141573"/>
                  </a:lnTo>
                  <a:lnTo>
                    <a:pt x="117834" y="138505"/>
                  </a:lnTo>
                  <a:lnTo>
                    <a:pt x="122437" y="135280"/>
                  </a:lnTo>
                  <a:lnTo>
                    <a:pt x="126930" y="131902"/>
                  </a:lnTo>
                  <a:lnTo>
                    <a:pt x="131306" y="128374"/>
                  </a:lnTo>
                  <a:lnTo>
                    <a:pt x="2423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460546" y="4605529"/>
              <a:ext cx="167163" cy="295542"/>
            </a:xfrm>
            <a:custGeom>
              <a:avLst/>
              <a:pathLst>
                <a:path w="167163" h="295542">
                  <a:moveTo>
                    <a:pt x="107073" y="295542"/>
                  </a:moveTo>
                  <a:lnTo>
                    <a:pt x="111150" y="292029"/>
                  </a:lnTo>
                  <a:lnTo>
                    <a:pt x="115111" y="288387"/>
                  </a:lnTo>
                  <a:lnTo>
                    <a:pt x="118952" y="284620"/>
                  </a:lnTo>
                  <a:lnTo>
                    <a:pt x="122671" y="280731"/>
                  </a:lnTo>
                  <a:lnTo>
                    <a:pt x="126262" y="276724"/>
                  </a:lnTo>
                  <a:lnTo>
                    <a:pt x="129723" y="272603"/>
                  </a:lnTo>
                  <a:lnTo>
                    <a:pt x="133049" y="268374"/>
                  </a:lnTo>
                  <a:lnTo>
                    <a:pt x="136237" y="264039"/>
                  </a:lnTo>
                  <a:lnTo>
                    <a:pt x="139285" y="259604"/>
                  </a:lnTo>
                  <a:lnTo>
                    <a:pt x="142187" y="255073"/>
                  </a:lnTo>
                  <a:lnTo>
                    <a:pt x="144943" y="250452"/>
                  </a:lnTo>
                  <a:lnTo>
                    <a:pt x="147548" y="245744"/>
                  </a:lnTo>
                  <a:lnTo>
                    <a:pt x="150001" y="240954"/>
                  </a:lnTo>
                  <a:lnTo>
                    <a:pt x="152298" y="236088"/>
                  </a:lnTo>
                  <a:lnTo>
                    <a:pt x="154437" y="231151"/>
                  </a:lnTo>
                  <a:lnTo>
                    <a:pt x="156416" y="226148"/>
                  </a:lnTo>
                  <a:lnTo>
                    <a:pt x="158234" y="221083"/>
                  </a:lnTo>
                  <a:lnTo>
                    <a:pt x="159887" y="215962"/>
                  </a:lnTo>
                  <a:lnTo>
                    <a:pt x="161374" y="210791"/>
                  </a:lnTo>
                  <a:lnTo>
                    <a:pt x="162695" y="205575"/>
                  </a:lnTo>
                  <a:lnTo>
                    <a:pt x="163847" y="200319"/>
                  </a:lnTo>
                  <a:lnTo>
                    <a:pt x="164829" y="195028"/>
                  </a:lnTo>
                  <a:lnTo>
                    <a:pt x="165640" y="189709"/>
                  </a:lnTo>
                  <a:lnTo>
                    <a:pt x="166280" y="184366"/>
                  </a:lnTo>
                  <a:lnTo>
                    <a:pt x="166747" y="179006"/>
                  </a:lnTo>
                  <a:lnTo>
                    <a:pt x="167042" y="173633"/>
                  </a:lnTo>
                  <a:lnTo>
                    <a:pt x="167163" y="168253"/>
                  </a:lnTo>
                  <a:lnTo>
                    <a:pt x="167112" y="162873"/>
                  </a:lnTo>
                  <a:lnTo>
                    <a:pt x="166887" y="157497"/>
                  </a:lnTo>
                  <a:lnTo>
                    <a:pt x="166489" y="152131"/>
                  </a:lnTo>
                  <a:lnTo>
                    <a:pt x="165919" y="146780"/>
                  </a:lnTo>
                  <a:lnTo>
                    <a:pt x="165177" y="141451"/>
                  </a:lnTo>
                  <a:lnTo>
                    <a:pt x="164264" y="136148"/>
                  </a:lnTo>
                  <a:lnTo>
                    <a:pt x="163180" y="130877"/>
                  </a:lnTo>
                  <a:lnTo>
                    <a:pt x="161928" y="125644"/>
                  </a:lnTo>
                  <a:lnTo>
                    <a:pt x="160508" y="120454"/>
                  </a:lnTo>
                  <a:lnTo>
                    <a:pt x="158921" y="115313"/>
                  </a:lnTo>
                  <a:lnTo>
                    <a:pt x="157170" y="110225"/>
                  </a:lnTo>
                  <a:lnTo>
                    <a:pt x="155256" y="105196"/>
                  </a:lnTo>
                  <a:lnTo>
                    <a:pt x="153181" y="100231"/>
                  </a:lnTo>
                  <a:lnTo>
                    <a:pt x="150947" y="95336"/>
                  </a:lnTo>
                  <a:lnTo>
                    <a:pt x="148557" y="90515"/>
                  </a:lnTo>
                  <a:lnTo>
                    <a:pt x="146013" y="85773"/>
                  </a:lnTo>
                  <a:lnTo>
                    <a:pt x="143318" y="81116"/>
                  </a:lnTo>
                  <a:lnTo>
                    <a:pt x="140474" y="76548"/>
                  </a:lnTo>
                  <a:lnTo>
                    <a:pt x="137485" y="72074"/>
                  </a:lnTo>
                  <a:lnTo>
                    <a:pt x="134353" y="67698"/>
                  </a:lnTo>
                  <a:lnTo>
                    <a:pt x="131082" y="63426"/>
                  </a:lnTo>
                  <a:lnTo>
                    <a:pt x="127676" y="59261"/>
                  </a:lnTo>
                  <a:lnTo>
                    <a:pt x="124137" y="55208"/>
                  </a:lnTo>
                  <a:lnTo>
                    <a:pt x="120469" y="51270"/>
                  </a:lnTo>
                  <a:lnTo>
                    <a:pt x="116677" y="47453"/>
                  </a:lnTo>
                  <a:lnTo>
                    <a:pt x="112763" y="43760"/>
                  </a:lnTo>
                  <a:lnTo>
                    <a:pt x="108733" y="40195"/>
                  </a:lnTo>
                  <a:lnTo>
                    <a:pt x="104590" y="36761"/>
                  </a:lnTo>
                  <a:lnTo>
                    <a:pt x="100339" y="33462"/>
                  </a:lnTo>
                  <a:lnTo>
                    <a:pt x="95984" y="30302"/>
                  </a:lnTo>
                  <a:lnTo>
                    <a:pt x="91529" y="27284"/>
                  </a:lnTo>
                  <a:lnTo>
                    <a:pt x="86980" y="24411"/>
                  </a:lnTo>
                  <a:lnTo>
                    <a:pt x="82340" y="21685"/>
                  </a:lnTo>
                  <a:lnTo>
                    <a:pt x="77616" y="19111"/>
                  </a:lnTo>
                  <a:lnTo>
                    <a:pt x="72810" y="16689"/>
                  </a:lnTo>
                  <a:lnTo>
                    <a:pt x="67930" y="14424"/>
                  </a:lnTo>
                  <a:lnTo>
                    <a:pt x="62978" y="12317"/>
                  </a:lnTo>
                  <a:lnTo>
                    <a:pt x="57962" y="10370"/>
                  </a:lnTo>
                  <a:lnTo>
                    <a:pt x="52886" y="8586"/>
                  </a:lnTo>
                  <a:lnTo>
                    <a:pt x="47755" y="6966"/>
                  </a:lnTo>
                  <a:lnTo>
                    <a:pt x="42574" y="5512"/>
                  </a:lnTo>
                  <a:lnTo>
                    <a:pt x="37349" y="4225"/>
                  </a:lnTo>
                  <a:lnTo>
                    <a:pt x="32086" y="3108"/>
                  </a:lnTo>
                  <a:lnTo>
                    <a:pt x="26789" y="2160"/>
                  </a:lnTo>
                  <a:lnTo>
                    <a:pt x="21464" y="1383"/>
                  </a:lnTo>
                  <a:lnTo>
                    <a:pt x="16118" y="778"/>
                  </a:lnTo>
                  <a:lnTo>
                    <a:pt x="10754" y="346"/>
                  </a:lnTo>
                  <a:lnTo>
                    <a:pt x="5380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578733" y="4172415"/>
              <a:ext cx="221516" cy="334321"/>
            </a:xfrm>
            <a:custGeom>
              <a:avLst/>
              <a:pathLst>
                <a:path w="221516" h="334321">
                  <a:moveTo>
                    <a:pt x="167159" y="0"/>
                  </a:moveTo>
                  <a:lnTo>
                    <a:pt x="161834" y="84"/>
                  </a:lnTo>
                  <a:lnTo>
                    <a:pt x="156514" y="339"/>
                  </a:lnTo>
                  <a:lnTo>
                    <a:pt x="151205" y="763"/>
                  </a:lnTo>
                  <a:lnTo>
                    <a:pt x="145913" y="1355"/>
                  </a:lnTo>
                  <a:lnTo>
                    <a:pt x="140642" y="2116"/>
                  </a:lnTo>
                  <a:lnTo>
                    <a:pt x="135397" y="3045"/>
                  </a:lnTo>
                  <a:lnTo>
                    <a:pt x="130185" y="4140"/>
                  </a:lnTo>
                  <a:lnTo>
                    <a:pt x="125011" y="5400"/>
                  </a:lnTo>
                  <a:lnTo>
                    <a:pt x="119879" y="6825"/>
                  </a:lnTo>
                  <a:lnTo>
                    <a:pt x="114796" y="8412"/>
                  </a:lnTo>
                  <a:lnTo>
                    <a:pt x="109765" y="10161"/>
                  </a:lnTo>
                  <a:lnTo>
                    <a:pt x="104793" y="12069"/>
                  </a:lnTo>
                  <a:lnTo>
                    <a:pt x="99884" y="14134"/>
                  </a:lnTo>
                  <a:lnTo>
                    <a:pt x="95043" y="16355"/>
                  </a:lnTo>
                  <a:lnTo>
                    <a:pt x="90276" y="18729"/>
                  </a:lnTo>
                  <a:lnTo>
                    <a:pt x="85586" y="21253"/>
                  </a:lnTo>
                  <a:lnTo>
                    <a:pt x="80979" y="23926"/>
                  </a:lnTo>
                  <a:lnTo>
                    <a:pt x="76460" y="26744"/>
                  </a:lnTo>
                  <a:lnTo>
                    <a:pt x="72033" y="29704"/>
                  </a:lnTo>
                  <a:lnTo>
                    <a:pt x="67702" y="32804"/>
                  </a:lnTo>
                  <a:lnTo>
                    <a:pt x="63473" y="36041"/>
                  </a:lnTo>
                  <a:lnTo>
                    <a:pt x="59348" y="39410"/>
                  </a:lnTo>
                  <a:lnTo>
                    <a:pt x="55333" y="42909"/>
                  </a:lnTo>
                  <a:lnTo>
                    <a:pt x="51432" y="46535"/>
                  </a:lnTo>
                  <a:lnTo>
                    <a:pt x="47648" y="50282"/>
                  </a:lnTo>
                  <a:lnTo>
                    <a:pt x="43985" y="54149"/>
                  </a:lnTo>
                  <a:lnTo>
                    <a:pt x="40448" y="58130"/>
                  </a:lnTo>
                  <a:lnTo>
                    <a:pt x="37039" y="62221"/>
                  </a:lnTo>
                  <a:lnTo>
                    <a:pt x="33762" y="66420"/>
                  </a:lnTo>
                  <a:lnTo>
                    <a:pt x="30620" y="70720"/>
                  </a:lnTo>
                  <a:lnTo>
                    <a:pt x="27617" y="75118"/>
                  </a:lnTo>
                  <a:lnTo>
                    <a:pt x="24756" y="79610"/>
                  </a:lnTo>
                  <a:lnTo>
                    <a:pt x="22039" y="84191"/>
                  </a:lnTo>
                  <a:lnTo>
                    <a:pt x="19469" y="88856"/>
                  </a:lnTo>
                  <a:lnTo>
                    <a:pt x="17050" y="93600"/>
                  </a:lnTo>
                  <a:lnTo>
                    <a:pt x="14782" y="98419"/>
                  </a:lnTo>
                  <a:lnTo>
                    <a:pt x="12670" y="103308"/>
                  </a:lnTo>
                  <a:lnTo>
                    <a:pt x="10714" y="108262"/>
                  </a:lnTo>
                  <a:lnTo>
                    <a:pt x="8917" y="113275"/>
                  </a:lnTo>
                  <a:lnTo>
                    <a:pt x="7280" y="118343"/>
                  </a:lnTo>
                  <a:lnTo>
                    <a:pt x="5806" y="123461"/>
                  </a:lnTo>
                  <a:lnTo>
                    <a:pt x="4496" y="128623"/>
                  </a:lnTo>
                  <a:lnTo>
                    <a:pt x="3351" y="133824"/>
                  </a:lnTo>
                  <a:lnTo>
                    <a:pt x="2372" y="139059"/>
                  </a:lnTo>
                  <a:lnTo>
                    <a:pt x="1560" y="144323"/>
                  </a:lnTo>
                  <a:lnTo>
                    <a:pt x="916" y="149610"/>
                  </a:lnTo>
                  <a:lnTo>
                    <a:pt x="441" y="154914"/>
                  </a:lnTo>
                  <a:lnTo>
                    <a:pt x="136" y="160231"/>
                  </a:lnTo>
                  <a:lnTo>
                    <a:pt x="0" y="165555"/>
                  </a:lnTo>
                  <a:lnTo>
                    <a:pt x="33" y="170881"/>
                  </a:lnTo>
                  <a:lnTo>
                    <a:pt x="236" y="176203"/>
                  </a:lnTo>
                  <a:lnTo>
                    <a:pt x="609" y="181516"/>
                  </a:lnTo>
                  <a:lnTo>
                    <a:pt x="1150" y="186814"/>
                  </a:lnTo>
                  <a:lnTo>
                    <a:pt x="1860" y="192092"/>
                  </a:lnTo>
                  <a:lnTo>
                    <a:pt x="2738" y="197345"/>
                  </a:lnTo>
                  <a:lnTo>
                    <a:pt x="3783" y="202567"/>
                  </a:lnTo>
                  <a:lnTo>
                    <a:pt x="4994" y="207754"/>
                  </a:lnTo>
                  <a:lnTo>
                    <a:pt x="6369" y="212899"/>
                  </a:lnTo>
                  <a:lnTo>
                    <a:pt x="7907" y="217998"/>
                  </a:lnTo>
                  <a:lnTo>
                    <a:pt x="9607" y="223045"/>
                  </a:lnTo>
                  <a:lnTo>
                    <a:pt x="11467" y="228035"/>
                  </a:lnTo>
                  <a:lnTo>
                    <a:pt x="13485" y="232964"/>
                  </a:lnTo>
                  <a:lnTo>
                    <a:pt x="15659" y="237826"/>
                  </a:lnTo>
                  <a:lnTo>
                    <a:pt x="17987" y="242616"/>
                  </a:lnTo>
                  <a:lnTo>
                    <a:pt x="20466" y="247330"/>
                  </a:lnTo>
                  <a:lnTo>
                    <a:pt x="23094" y="251962"/>
                  </a:lnTo>
                  <a:lnTo>
                    <a:pt x="25868" y="256508"/>
                  </a:lnTo>
                  <a:lnTo>
                    <a:pt x="28786" y="260963"/>
                  </a:lnTo>
                  <a:lnTo>
                    <a:pt x="31844" y="265324"/>
                  </a:lnTo>
                  <a:lnTo>
                    <a:pt x="35039" y="269584"/>
                  </a:lnTo>
                  <a:lnTo>
                    <a:pt x="38369" y="273741"/>
                  </a:lnTo>
                  <a:lnTo>
                    <a:pt x="41829" y="277790"/>
                  </a:lnTo>
                  <a:lnTo>
                    <a:pt x="45417" y="281726"/>
                  </a:lnTo>
                  <a:lnTo>
                    <a:pt x="49128" y="285546"/>
                  </a:lnTo>
                  <a:lnTo>
                    <a:pt x="52959" y="289246"/>
                  </a:lnTo>
                  <a:lnTo>
                    <a:pt x="56905" y="292821"/>
                  </a:lnTo>
                  <a:lnTo>
                    <a:pt x="60964" y="296270"/>
                  </a:lnTo>
                  <a:lnTo>
                    <a:pt x="65131" y="299587"/>
                  </a:lnTo>
                  <a:lnTo>
                    <a:pt x="69401" y="302770"/>
                  </a:lnTo>
                  <a:lnTo>
                    <a:pt x="73770" y="305815"/>
                  </a:lnTo>
                  <a:lnTo>
                    <a:pt x="78234" y="308720"/>
                  </a:lnTo>
                  <a:lnTo>
                    <a:pt x="82788" y="311481"/>
                  </a:lnTo>
                  <a:lnTo>
                    <a:pt x="87428" y="314095"/>
                  </a:lnTo>
                  <a:lnTo>
                    <a:pt x="92149" y="316560"/>
                  </a:lnTo>
                  <a:lnTo>
                    <a:pt x="96946" y="318874"/>
                  </a:lnTo>
                  <a:lnTo>
                    <a:pt x="101814" y="321034"/>
                  </a:lnTo>
                  <a:lnTo>
                    <a:pt x="106749" y="323037"/>
                  </a:lnTo>
                  <a:lnTo>
                    <a:pt x="111745" y="324882"/>
                  </a:lnTo>
                  <a:lnTo>
                    <a:pt x="116797" y="326568"/>
                  </a:lnTo>
                  <a:lnTo>
                    <a:pt x="121900" y="328091"/>
                  </a:lnTo>
                  <a:lnTo>
                    <a:pt x="127049" y="329451"/>
                  </a:lnTo>
                  <a:lnTo>
                    <a:pt x="132239" y="330646"/>
                  </a:lnTo>
                  <a:lnTo>
                    <a:pt x="137464" y="331676"/>
                  </a:lnTo>
                  <a:lnTo>
                    <a:pt x="142720" y="332538"/>
                  </a:lnTo>
                  <a:lnTo>
                    <a:pt x="148000" y="333233"/>
                  </a:lnTo>
                  <a:lnTo>
                    <a:pt x="153300" y="333759"/>
                  </a:lnTo>
                  <a:lnTo>
                    <a:pt x="158614" y="334116"/>
                  </a:lnTo>
                  <a:lnTo>
                    <a:pt x="163936" y="334303"/>
                  </a:lnTo>
                  <a:lnTo>
                    <a:pt x="169262" y="334321"/>
                  </a:lnTo>
                  <a:lnTo>
                    <a:pt x="174586" y="334169"/>
                  </a:lnTo>
                  <a:lnTo>
                    <a:pt x="179902" y="333848"/>
                  </a:lnTo>
                  <a:lnTo>
                    <a:pt x="185205" y="333358"/>
                  </a:lnTo>
                  <a:lnTo>
                    <a:pt x="190490" y="332698"/>
                  </a:lnTo>
                  <a:lnTo>
                    <a:pt x="195751" y="331871"/>
                  </a:lnTo>
                  <a:lnTo>
                    <a:pt x="200983" y="330877"/>
                  </a:lnTo>
                  <a:lnTo>
                    <a:pt x="206181" y="329716"/>
                  </a:lnTo>
                  <a:lnTo>
                    <a:pt x="211339" y="328391"/>
                  </a:lnTo>
                  <a:lnTo>
                    <a:pt x="216452" y="326902"/>
                  </a:lnTo>
                  <a:lnTo>
                    <a:pt x="221516" y="32525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745892" y="4339583"/>
              <a:ext cx="54356" cy="158083"/>
            </a:xfrm>
            <a:custGeom>
              <a:avLst/>
              <a:pathLst>
                <a:path w="54356" h="158083">
                  <a:moveTo>
                    <a:pt x="54356" y="15808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745892" y="4339583"/>
              <a:ext cx="157795" cy="158083"/>
            </a:xfrm>
            <a:custGeom>
              <a:avLst/>
              <a:pathLst>
                <a:path w="157795" h="158083">
                  <a:moveTo>
                    <a:pt x="54356" y="158083"/>
                  </a:moveTo>
                  <a:lnTo>
                    <a:pt x="59613" y="156176"/>
                  </a:lnTo>
                  <a:lnTo>
                    <a:pt x="64802" y="154095"/>
                  </a:lnTo>
                  <a:lnTo>
                    <a:pt x="69920" y="151842"/>
                  </a:lnTo>
                  <a:lnTo>
                    <a:pt x="74959" y="149418"/>
                  </a:lnTo>
                  <a:lnTo>
                    <a:pt x="79914" y="146828"/>
                  </a:lnTo>
                  <a:lnTo>
                    <a:pt x="84780" y="144073"/>
                  </a:lnTo>
                  <a:lnTo>
                    <a:pt x="89551" y="141157"/>
                  </a:lnTo>
                  <a:lnTo>
                    <a:pt x="94222" y="138083"/>
                  </a:lnTo>
                  <a:lnTo>
                    <a:pt x="98788" y="134855"/>
                  </a:lnTo>
                  <a:lnTo>
                    <a:pt x="103242" y="131475"/>
                  </a:lnTo>
                  <a:lnTo>
                    <a:pt x="107582" y="127949"/>
                  </a:lnTo>
                  <a:lnTo>
                    <a:pt x="111801" y="124279"/>
                  </a:lnTo>
                  <a:lnTo>
                    <a:pt x="115895" y="120470"/>
                  </a:lnTo>
                  <a:lnTo>
                    <a:pt x="119859" y="116527"/>
                  </a:lnTo>
                  <a:lnTo>
                    <a:pt x="123689" y="112453"/>
                  </a:lnTo>
                  <a:lnTo>
                    <a:pt x="127381" y="108254"/>
                  </a:lnTo>
                  <a:lnTo>
                    <a:pt x="130930" y="103933"/>
                  </a:lnTo>
                  <a:lnTo>
                    <a:pt x="134333" y="99496"/>
                  </a:lnTo>
                  <a:lnTo>
                    <a:pt x="137585" y="94947"/>
                  </a:lnTo>
                  <a:lnTo>
                    <a:pt x="140684" y="90293"/>
                  </a:lnTo>
                  <a:lnTo>
                    <a:pt x="143625" y="85537"/>
                  </a:lnTo>
                  <a:lnTo>
                    <a:pt x="146405" y="80686"/>
                  </a:lnTo>
                  <a:lnTo>
                    <a:pt x="149022" y="75744"/>
                  </a:lnTo>
                  <a:lnTo>
                    <a:pt x="151472" y="70718"/>
                  </a:lnTo>
                  <a:lnTo>
                    <a:pt x="153752" y="65612"/>
                  </a:lnTo>
                  <a:lnTo>
                    <a:pt x="155861" y="60433"/>
                  </a:lnTo>
                  <a:lnTo>
                    <a:pt x="157795" y="551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745892" y="4172415"/>
              <a:ext cx="167152" cy="222354"/>
            </a:xfrm>
            <a:custGeom>
              <a:avLst/>
              <a:pathLst>
                <a:path w="167152" h="222354">
                  <a:moveTo>
                    <a:pt x="157795" y="222354"/>
                  </a:moveTo>
                  <a:lnTo>
                    <a:pt x="159496" y="217226"/>
                  </a:lnTo>
                  <a:lnTo>
                    <a:pt x="161030" y="212044"/>
                  </a:lnTo>
                  <a:lnTo>
                    <a:pt x="162397" y="206816"/>
                  </a:lnTo>
                  <a:lnTo>
                    <a:pt x="163593" y="201547"/>
                  </a:lnTo>
                  <a:lnTo>
                    <a:pt x="164619" y="196242"/>
                  </a:lnTo>
                  <a:lnTo>
                    <a:pt x="165473" y="190906"/>
                  </a:lnTo>
                  <a:lnTo>
                    <a:pt x="166154" y="185545"/>
                  </a:lnTo>
                  <a:lnTo>
                    <a:pt x="166661" y="180165"/>
                  </a:lnTo>
                  <a:lnTo>
                    <a:pt x="166994" y="174772"/>
                  </a:lnTo>
                  <a:lnTo>
                    <a:pt x="167152" y="169371"/>
                  </a:lnTo>
                  <a:lnTo>
                    <a:pt x="167136" y="163967"/>
                  </a:lnTo>
                  <a:lnTo>
                    <a:pt x="166946" y="158567"/>
                  </a:lnTo>
                  <a:lnTo>
                    <a:pt x="166580" y="153176"/>
                  </a:lnTo>
                  <a:lnTo>
                    <a:pt x="166041" y="147799"/>
                  </a:lnTo>
                  <a:lnTo>
                    <a:pt x="165328" y="142442"/>
                  </a:lnTo>
                  <a:lnTo>
                    <a:pt x="164443" y="137112"/>
                  </a:lnTo>
                  <a:lnTo>
                    <a:pt x="163386" y="131813"/>
                  </a:lnTo>
                  <a:lnTo>
                    <a:pt x="162158" y="126550"/>
                  </a:lnTo>
                  <a:lnTo>
                    <a:pt x="160760" y="121331"/>
                  </a:lnTo>
                  <a:lnTo>
                    <a:pt x="159195" y="116159"/>
                  </a:lnTo>
                  <a:lnTo>
                    <a:pt x="157463" y="111040"/>
                  </a:lnTo>
                  <a:lnTo>
                    <a:pt x="155567" y="105980"/>
                  </a:lnTo>
                  <a:lnTo>
                    <a:pt x="153508" y="100984"/>
                  </a:lnTo>
                  <a:lnTo>
                    <a:pt x="151288" y="96057"/>
                  </a:lnTo>
                  <a:lnTo>
                    <a:pt x="148911" y="91205"/>
                  </a:lnTo>
                  <a:lnTo>
                    <a:pt x="146378" y="86431"/>
                  </a:lnTo>
                  <a:lnTo>
                    <a:pt x="143692" y="81743"/>
                  </a:lnTo>
                  <a:lnTo>
                    <a:pt x="140856" y="77143"/>
                  </a:lnTo>
                  <a:lnTo>
                    <a:pt x="137873" y="72637"/>
                  </a:lnTo>
                  <a:lnTo>
                    <a:pt x="134746" y="68231"/>
                  </a:lnTo>
                  <a:lnTo>
                    <a:pt x="131478" y="63927"/>
                  </a:lnTo>
                  <a:lnTo>
                    <a:pt x="128072" y="59732"/>
                  </a:lnTo>
                  <a:lnTo>
                    <a:pt x="124533" y="55649"/>
                  </a:lnTo>
                  <a:lnTo>
                    <a:pt x="120864" y="51682"/>
                  </a:lnTo>
                  <a:lnTo>
                    <a:pt x="117068" y="47836"/>
                  </a:lnTo>
                  <a:lnTo>
                    <a:pt x="113150" y="44114"/>
                  </a:lnTo>
                  <a:lnTo>
                    <a:pt x="109114" y="40522"/>
                  </a:lnTo>
                  <a:lnTo>
                    <a:pt x="104963" y="37061"/>
                  </a:lnTo>
                  <a:lnTo>
                    <a:pt x="100704" y="33737"/>
                  </a:lnTo>
                  <a:lnTo>
                    <a:pt x="96338" y="30552"/>
                  </a:lnTo>
                  <a:lnTo>
                    <a:pt x="91873" y="27509"/>
                  </a:lnTo>
                  <a:lnTo>
                    <a:pt x="87311" y="24613"/>
                  </a:lnTo>
                  <a:lnTo>
                    <a:pt x="82658" y="21865"/>
                  </a:lnTo>
                  <a:lnTo>
                    <a:pt x="77918" y="19270"/>
                  </a:lnTo>
                  <a:lnTo>
                    <a:pt x="73098" y="16829"/>
                  </a:lnTo>
                  <a:lnTo>
                    <a:pt x="68200" y="14545"/>
                  </a:lnTo>
                  <a:lnTo>
                    <a:pt x="63232" y="12420"/>
                  </a:lnTo>
                  <a:lnTo>
                    <a:pt x="58197" y="10457"/>
                  </a:lnTo>
                  <a:lnTo>
                    <a:pt x="53102" y="8658"/>
                  </a:lnTo>
                  <a:lnTo>
                    <a:pt x="47951" y="7025"/>
                  </a:lnTo>
                  <a:lnTo>
                    <a:pt x="42750" y="5558"/>
                  </a:lnTo>
                  <a:lnTo>
                    <a:pt x="37505" y="4261"/>
                  </a:lnTo>
                  <a:lnTo>
                    <a:pt x="32220" y="3134"/>
                  </a:lnTo>
                  <a:lnTo>
                    <a:pt x="26901" y="2178"/>
                  </a:lnTo>
                  <a:lnTo>
                    <a:pt x="21555" y="1395"/>
                  </a:lnTo>
                  <a:lnTo>
                    <a:pt x="16186" y="785"/>
                  </a:lnTo>
                  <a:lnTo>
                    <a:pt x="10800" y="349"/>
                  </a:lnTo>
                  <a:lnTo>
                    <a:pt x="540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4"/>
            <p:cNvSpPr/>
            <p:nvPr/>
          </p:nvSpPr>
          <p:spPr>
            <a:xfrm>
              <a:off x="6756337" y="3685283"/>
              <a:ext cx="167157" cy="333192"/>
            </a:xfrm>
            <a:custGeom>
              <a:avLst/>
              <a:pathLst>
                <a:path w="167157" h="333192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5" y="761"/>
                  </a:lnTo>
                  <a:lnTo>
                    <a:pt x="145926" y="1353"/>
                  </a:lnTo>
                  <a:lnTo>
                    <a:pt x="140658" y="2113"/>
                  </a:lnTo>
                  <a:lnTo>
                    <a:pt x="135418" y="3040"/>
                  </a:lnTo>
                  <a:lnTo>
                    <a:pt x="130209" y="4134"/>
                  </a:lnTo>
                  <a:lnTo>
                    <a:pt x="125038" y="5393"/>
                  </a:lnTo>
                  <a:lnTo>
                    <a:pt x="119910" y="6815"/>
                  </a:lnTo>
                  <a:lnTo>
                    <a:pt x="114829" y="8401"/>
                  </a:lnTo>
                  <a:lnTo>
                    <a:pt x="109802" y="10147"/>
                  </a:lnTo>
                  <a:lnTo>
                    <a:pt x="104833" y="12052"/>
                  </a:lnTo>
                  <a:lnTo>
                    <a:pt x="99927" y="14115"/>
                  </a:lnTo>
                  <a:lnTo>
                    <a:pt x="95089" y="16332"/>
                  </a:lnTo>
                  <a:lnTo>
                    <a:pt x="90324" y="18703"/>
                  </a:lnTo>
                  <a:lnTo>
                    <a:pt x="85637" y="21224"/>
                  </a:lnTo>
                  <a:lnTo>
                    <a:pt x="81032" y="23893"/>
                  </a:lnTo>
                  <a:lnTo>
                    <a:pt x="76515" y="26707"/>
                  </a:lnTo>
                  <a:lnTo>
                    <a:pt x="72090" y="29664"/>
                  </a:lnTo>
                  <a:lnTo>
                    <a:pt x="67761" y="32760"/>
                  </a:lnTo>
                  <a:lnTo>
                    <a:pt x="63533" y="35992"/>
                  </a:lnTo>
                  <a:lnTo>
                    <a:pt x="59410" y="39357"/>
                  </a:lnTo>
                  <a:lnTo>
                    <a:pt x="55396" y="42851"/>
                  </a:lnTo>
                  <a:lnTo>
                    <a:pt x="51495" y="46472"/>
                  </a:lnTo>
                  <a:lnTo>
                    <a:pt x="47712" y="50215"/>
                  </a:lnTo>
                  <a:lnTo>
                    <a:pt x="44050" y="54077"/>
                  </a:lnTo>
                  <a:lnTo>
                    <a:pt x="40512" y="58053"/>
                  </a:lnTo>
                  <a:lnTo>
                    <a:pt x="37103" y="62139"/>
                  </a:lnTo>
                  <a:lnTo>
                    <a:pt x="33825" y="66333"/>
                  </a:lnTo>
                  <a:lnTo>
                    <a:pt x="30683" y="70628"/>
                  </a:lnTo>
                  <a:lnTo>
                    <a:pt x="27679" y="75021"/>
                  </a:lnTo>
                  <a:lnTo>
                    <a:pt x="24817" y="79508"/>
                  </a:lnTo>
                  <a:lnTo>
                    <a:pt x="22098" y="84083"/>
                  </a:lnTo>
                  <a:lnTo>
                    <a:pt x="19527" y="88743"/>
                  </a:lnTo>
                  <a:lnTo>
                    <a:pt x="17106" y="93482"/>
                  </a:lnTo>
                  <a:lnTo>
                    <a:pt x="14836" y="98296"/>
                  </a:lnTo>
                  <a:lnTo>
                    <a:pt x="12721" y="103180"/>
                  </a:lnTo>
                  <a:lnTo>
                    <a:pt x="10762" y="108128"/>
                  </a:lnTo>
                  <a:lnTo>
                    <a:pt x="8962" y="113137"/>
                  </a:lnTo>
                  <a:lnTo>
                    <a:pt x="7322" y="118200"/>
                  </a:lnTo>
                  <a:lnTo>
                    <a:pt x="5845" y="123313"/>
                  </a:lnTo>
                  <a:lnTo>
                    <a:pt x="4530" y="128470"/>
                  </a:lnTo>
                  <a:lnTo>
                    <a:pt x="3381" y="133666"/>
                  </a:lnTo>
                  <a:lnTo>
                    <a:pt x="2398" y="138897"/>
                  </a:lnTo>
                  <a:lnTo>
                    <a:pt x="1581" y="144156"/>
                  </a:lnTo>
                  <a:lnTo>
                    <a:pt x="933" y="149438"/>
                  </a:lnTo>
                  <a:lnTo>
                    <a:pt x="453" y="154738"/>
                  </a:lnTo>
                  <a:lnTo>
                    <a:pt x="141" y="160051"/>
                  </a:lnTo>
                  <a:lnTo>
                    <a:pt x="0" y="165371"/>
                  </a:lnTo>
                  <a:lnTo>
                    <a:pt x="27" y="170693"/>
                  </a:lnTo>
                  <a:lnTo>
                    <a:pt x="224" y="176012"/>
                  </a:lnTo>
                  <a:lnTo>
                    <a:pt x="590" y="181321"/>
                  </a:lnTo>
                  <a:lnTo>
                    <a:pt x="1125" y="186616"/>
                  </a:lnTo>
                  <a:lnTo>
                    <a:pt x="1828" y="191891"/>
                  </a:lnTo>
                  <a:lnTo>
                    <a:pt x="2699" y="197142"/>
                  </a:lnTo>
                  <a:lnTo>
                    <a:pt x="3737" y="202362"/>
                  </a:lnTo>
                  <a:lnTo>
                    <a:pt x="4940" y="207546"/>
                  </a:lnTo>
                  <a:lnTo>
                    <a:pt x="6307" y="212689"/>
                  </a:lnTo>
                  <a:lnTo>
                    <a:pt x="7838" y="217786"/>
                  </a:lnTo>
                  <a:lnTo>
                    <a:pt x="9530" y="222832"/>
                  </a:lnTo>
                  <a:lnTo>
                    <a:pt x="11382" y="227822"/>
                  </a:lnTo>
                  <a:lnTo>
                    <a:pt x="13392" y="232750"/>
                  </a:lnTo>
                  <a:lnTo>
                    <a:pt x="15557" y="237611"/>
                  </a:lnTo>
                  <a:lnTo>
                    <a:pt x="17877" y="242401"/>
                  </a:lnTo>
                  <a:lnTo>
                    <a:pt x="20347" y="247115"/>
                  </a:lnTo>
                  <a:lnTo>
                    <a:pt x="22966" y="251748"/>
                  </a:lnTo>
                  <a:lnTo>
                    <a:pt x="25732" y="256295"/>
                  </a:lnTo>
                  <a:lnTo>
                    <a:pt x="28641" y="260752"/>
                  </a:lnTo>
                  <a:lnTo>
                    <a:pt x="31690" y="265114"/>
                  </a:lnTo>
                  <a:lnTo>
                    <a:pt x="34877" y="269376"/>
                  </a:lnTo>
                  <a:lnTo>
                    <a:pt x="38197" y="273535"/>
                  </a:lnTo>
                  <a:lnTo>
                    <a:pt x="41648" y="277587"/>
                  </a:lnTo>
                  <a:lnTo>
                    <a:pt x="45227" y="281526"/>
                  </a:lnTo>
                  <a:lnTo>
                    <a:pt x="48929" y="285349"/>
                  </a:lnTo>
                  <a:lnTo>
                    <a:pt x="52751" y="289053"/>
                  </a:lnTo>
                  <a:lnTo>
                    <a:pt x="56689" y="292633"/>
                  </a:lnTo>
                  <a:lnTo>
                    <a:pt x="60739" y="296086"/>
                  </a:lnTo>
                  <a:lnTo>
                    <a:pt x="64897" y="299408"/>
                  </a:lnTo>
                  <a:lnTo>
                    <a:pt x="69158" y="302596"/>
                  </a:lnTo>
                  <a:lnTo>
                    <a:pt x="73519" y="305647"/>
                  </a:lnTo>
                  <a:lnTo>
                    <a:pt x="77974" y="308558"/>
                  </a:lnTo>
                  <a:lnTo>
                    <a:pt x="82520" y="311325"/>
                  </a:lnTo>
                  <a:lnTo>
                    <a:pt x="87152" y="313946"/>
                  </a:lnTo>
                  <a:lnTo>
                    <a:pt x="91865" y="316419"/>
                  </a:lnTo>
                  <a:lnTo>
                    <a:pt x="96654" y="318740"/>
                  </a:lnTo>
                  <a:lnTo>
                    <a:pt x="101515" y="320907"/>
                  </a:lnTo>
                  <a:lnTo>
                    <a:pt x="106442" y="322919"/>
                  </a:lnTo>
                  <a:lnTo>
                    <a:pt x="111431" y="324773"/>
                  </a:lnTo>
                  <a:lnTo>
                    <a:pt x="116476" y="326467"/>
                  </a:lnTo>
                  <a:lnTo>
                    <a:pt x="121573" y="327999"/>
                  </a:lnTo>
                  <a:lnTo>
                    <a:pt x="126715" y="329369"/>
                  </a:lnTo>
                  <a:lnTo>
                    <a:pt x="131899" y="330574"/>
                  </a:lnTo>
                  <a:lnTo>
                    <a:pt x="137119" y="331613"/>
                  </a:lnTo>
                  <a:lnTo>
                    <a:pt x="142369" y="332486"/>
                  </a:lnTo>
                  <a:lnTo>
                    <a:pt x="147644" y="333192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5"/>
            <p:cNvSpPr/>
            <p:nvPr/>
          </p:nvSpPr>
          <p:spPr>
            <a:xfrm>
              <a:off x="6903981" y="3689578"/>
              <a:ext cx="186680" cy="330029"/>
            </a:xfrm>
            <a:custGeom>
              <a:avLst/>
              <a:pathLst>
                <a:path w="186680" h="330029">
                  <a:moveTo>
                    <a:pt x="0" y="328896"/>
                  </a:moveTo>
                  <a:lnTo>
                    <a:pt x="5306" y="329434"/>
                  </a:lnTo>
                  <a:lnTo>
                    <a:pt x="10628" y="329803"/>
                  </a:lnTo>
                  <a:lnTo>
                    <a:pt x="15958" y="330001"/>
                  </a:lnTo>
                  <a:lnTo>
                    <a:pt x="21292" y="330029"/>
                  </a:lnTo>
                  <a:lnTo>
                    <a:pt x="26624" y="329888"/>
                  </a:lnTo>
                  <a:lnTo>
                    <a:pt x="31949" y="329576"/>
                  </a:lnTo>
                  <a:lnTo>
                    <a:pt x="37261" y="329094"/>
                  </a:lnTo>
                  <a:lnTo>
                    <a:pt x="42555" y="328443"/>
                  </a:lnTo>
                  <a:lnTo>
                    <a:pt x="47826" y="327624"/>
                  </a:lnTo>
                  <a:lnTo>
                    <a:pt x="53068" y="326637"/>
                  </a:lnTo>
                  <a:lnTo>
                    <a:pt x="58275" y="325483"/>
                  </a:lnTo>
                  <a:lnTo>
                    <a:pt x="63444" y="324163"/>
                  </a:lnTo>
                  <a:lnTo>
                    <a:pt x="68567" y="322680"/>
                  </a:lnTo>
                  <a:lnTo>
                    <a:pt x="73641" y="321033"/>
                  </a:lnTo>
                  <a:lnTo>
                    <a:pt x="78659" y="319226"/>
                  </a:lnTo>
                  <a:lnTo>
                    <a:pt x="83617" y="317259"/>
                  </a:lnTo>
                  <a:lnTo>
                    <a:pt x="88510" y="315135"/>
                  </a:lnTo>
                  <a:lnTo>
                    <a:pt x="93333" y="312857"/>
                  </a:lnTo>
                  <a:lnTo>
                    <a:pt x="98081" y="310425"/>
                  </a:lnTo>
                  <a:lnTo>
                    <a:pt x="102748" y="307843"/>
                  </a:lnTo>
                  <a:lnTo>
                    <a:pt x="107331" y="305114"/>
                  </a:lnTo>
                  <a:lnTo>
                    <a:pt x="111825" y="302240"/>
                  </a:lnTo>
                  <a:lnTo>
                    <a:pt x="116224" y="299224"/>
                  </a:lnTo>
                  <a:lnTo>
                    <a:pt x="120525" y="296069"/>
                  </a:lnTo>
                  <a:lnTo>
                    <a:pt x="124723" y="292778"/>
                  </a:lnTo>
                  <a:lnTo>
                    <a:pt x="128814" y="289356"/>
                  </a:lnTo>
                  <a:lnTo>
                    <a:pt x="132794" y="285804"/>
                  </a:lnTo>
                  <a:lnTo>
                    <a:pt x="136658" y="282127"/>
                  </a:lnTo>
                  <a:lnTo>
                    <a:pt x="140403" y="278329"/>
                  </a:lnTo>
                  <a:lnTo>
                    <a:pt x="144025" y="274414"/>
                  </a:lnTo>
                  <a:lnTo>
                    <a:pt x="147521" y="270384"/>
                  </a:lnTo>
                  <a:lnTo>
                    <a:pt x="150886" y="266246"/>
                  </a:lnTo>
                  <a:lnTo>
                    <a:pt x="154117" y="262002"/>
                  </a:lnTo>
                  <a:lnTo>
                    <a:pt x="157211" y="257657"/>
                  </a:lnTo>
                  <a:lnTo>
                    <a:pt x="160165" y="253215"/>
                  </a:lnTo>
                  <a:lnTo>
                    <a:pt x="162976" y="248682"/>
                  </a:lnTo>
                  <a:lnTo>
                    <a:pt x="165640" y="244061"/>
                  </a:lnTo>
                  <a:lnTo>
                    <a:pt x="168156" y="239358"/>
                  </a:lnTo>
                  <a:lnTo>
                    <a:pt x="170521" y="234577"/>
                  </a:lnTo>
                  <a:lnTo>
                    <a:pt x="172732" y="229722"/>
                  </a:lnTo>
                  <a:lnTo>
                    <a:pt x="174786" y="224800"/>
                  </a:lnTo>
                  <a:lnTo>
                    <a:pt x="176683" y="219815"/>
                  </a:lnTo>
                  <a:lnTo>
                    <a:pt x="178420" y="214771"/>
                  </a:lnTo>
                  <a:lnTo>
                    <a:pt x="179995" y="209675"/>
                  </a:lnTo>
                  <a:lnTo>
                    <a:pt x="181406" y="204531"/>
                  </a:lnTo>
                  <a:lnTo>
                    <a:pt x="182653" y="199345"/>
                  </a:lnTo>
                  <a:lnTo>
                    <a:pt x="183734" y="194122"/>
                  </a:lnTo>
                  <a:lnTo>
                    <a:pt x="184647" y="188866"/>
                  </a:lnTo>
                  <a:lnTo>
                    <a:pt x="185392" y="183585"/>
                  </a:lnTo>
                  <a:lnTo>
                    <a:pt x="185969" y="178282"/>
                  </a:lnTo>
                  <a:lnTo>
                    <a:pt x="186376" y="172964"/>
                  </a:lnTo>
                  <a:lnTo>
                    <a:pt x="186613" y="167635"/>
                  </a:lnTo>
                  <a:lnTo>
                    <a:pt x="186680" y="162301"/>
                  </a:lnTo>
                  <a:lnTo>
                    <a:pt x="186576" y="156968"/>
                  </a:lnTo>
                  <a:lnTo>
                    <a:pt x="186303" y="151641"/>
                  </a:lnTo>
                  <a:lnTo>
                    <a:pt x="185860" y="146326"/>
                  </a:lnTo>
                  <a:lnTo>
                    <a:pt x="185247" y="141027"/>
                  </a:lnTo>
                  <a:lnTo>
                    <a:pt x="184466" y="135750"/>
                  </a:lnTo>
                  <a:lnTo>
                    <a:pt x="183517" y="130502"/>
                  </a:lnTo>
                  <a:lnTo>
                    <a:pt x="182400" y="125286"/>
                  </a:lnTo>
                  <a:lnTo>
                    <a:pt x="181118" y="120108"/>
                  </a:lnTo>
                  <a:lnTo>
                    <a:pt x="179672" y="114974"/>
                  </a:lnTo>
                  <a:lnTo>
                    <a:pt x="178062" y="109889"/>
                  </a:lnTo>
                  <a:lnTo>
                    <a:pt x="176291" y="104857"/>
                  </a:lnTo>
                  <a:lnTo>
                    <a:pt x="174360" y="99885"/>
                  </a:lnTo>
                  <a:lnTo>
                    <a:pt x="172272" y="94977"/>
                  </a:lnTo>
                  <a:lnTo>
                    <a:pt x="170028" y="90138"/>
                  </a:lnTo>
                  <a:lnTo>
                    <a:pt x="167631" y="85373"/>
                  </a:lnTo>
                  <a:lnTo>
                    <a:pt x="165083" y="80686"/>
                  </a:lnTo>
                  <a:lnTo>
                    <a:pt x="162387" y="76084"/>
                  </a:lnTo>
                  <a:lnTo>
                    <a:pt x="159545" y="71570"/>
                  </a:lnTo>
                  <a:lnTo>
                    <a:pt x="156561" y="67149"/>
                  </a:lnTo>
                  <a:lnTo>
                    <a:pt x="153437" y="62825"/>
                  </a:lnTo>
                  <a:lnTo>
                    <a:pt x="150177" y="58603"/>
                  </a:lnTo>
                  <a:lnTo>
                    <a:pt x="146784" y="54488"/>
                  </a:lnTo>
                  <a:lnTo>
                    <a:pt x="143261" y="50482"/>
                  </a:lnTo>
                  <a:lnTo>
                    <a:pt x="139613" y="46592"/>
                  </a:lnTo>
                  <a:lnTo>
                    <a:pt x="135842" y="42819"/>
                  </a:lnTo>
                  <a:lnTo>
                    <a:pt x="131952" y="39169"/>
                  </a:lnTo>
                  <a:lnTo>
                    <a:pt x="127949" y="35645"/>
                  </a:lnTo>
                  <a:lnTo>
                    <a:pt x="123834" y="32250"/>
                  </a:lnTo>
                  <a:lnTo>
                    <a:pt x="119614" y="28988"/>
                  </a:lnTo>
                  <a:lnTo>
                    <a:pt x="115291" y="25863"/>
                  </a:lnTo>
                  <a:lnTo>
                    <a:pt x="110872" y="22877"/>
                  </a:lnTo>
                  <a:lnTo>
                    <a:pt x="106359" y="20033"/>
                  </a:lnTo>
                  <a:lnTo>
                    <a:pt x="101757" y="17335"/>
                  </a:lnTo>
                  <a:lnTo>
                    <a:pt x="97072" y="14785"/>
                  </a:lnTo>
                  <a:lnTo>
                    <a:pt x="92308" y="12386"/>
                  </a:lnTo>
                  <a:lnTo>
                    <a:pt x="87470" y="10140"/>
                  </a:lnTo>
                  <a:lnTo>
                    <a:pt x="82563" y="8050"/>
                  </a:lnTo>
                  <a:lnTo>
                    <a:pt x="77591" y="6117"/>
                  </a:lnTo>
                  <a:lnTo>
                    <a:pt x="72560" y="4344"/>
                  </a:lnTo>
                  <a:lnTo>
                    <a:pt x="67476" y="2732"/>
                  </a:lnTo>
                  <a:lnTo>
                    <a:pt x="62342" y="1284"/>
                  </a:lnTo>
                  <a:lnTo>
                    <a:pt x="57165" y="0"/>
                  </a:lnTo>
                  <a:lnTo>
                    <a:pt x="19513" y="1628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6"/>
            <p:cNvSpPr/>
            <p:nvPr/>
          </p:nvSpPr>
          <p:spPr>
            <a:xfrm>
              <a:off x="6923495" y="3685283"/>
              <a:ext cx="37652" cy="167167"/>
            </a:xfrm>
            <a:custGeom>
              <a:avLst/>
              <a:pathLst>
                <a:path w="37652" h="167167">
                  <a:moveTo>
                    <a:pt x="37652" y="4295"/>
                  </a:moveTo>
                  <a:lnTo>
                    <a:pt x="31459" y="2986"/>
                  </a:lnTo>
                  <a:lnTo>
                    <a:pt x="25221" y="1913"/>
                  </a:lnTo>
                  <a:lnTo>
                    <a:pt x="18948" y="1077"/>
                  </a:lnTo>
                  <a:lnTo>
                    <a:pt x="12647" y="479"/>
                  </a:lnTo>
                  <a:lnTo>
                    <a:pt x="6328" y="11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tx95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2025-06-26T11:58:31Z</dcterms:modified>
  <cp:category/>
</cp:coreProperties>
</file>