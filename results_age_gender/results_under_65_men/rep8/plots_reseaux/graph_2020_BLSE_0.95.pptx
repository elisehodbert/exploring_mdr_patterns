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9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61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8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4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1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48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47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86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2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77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8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9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2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80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30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35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7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2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55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84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5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4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8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87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75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7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3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48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51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32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85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30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48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40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27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48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81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7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94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94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5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80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12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4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94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5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35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94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40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1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52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40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9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5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4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57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4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87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51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5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61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86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12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77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4093" y="3170392"/>
              <a:ext cx="69685" cy="167167"/>
            </a:xfrm>
            <a:custGeom>
              <a:avLst/>
              <a:pathLst>
                <a:path w="69685" h="167167">
                  <a:moveTo>
                    <a:pt x="69685" y="0"/>
                  </a:moveTo>
                  <a:lnTo>
                    <a:pt x="63696" y="107"/>
                  </a:lnTo>
                  <a:lnTo>
                    <a:pt x="57715" y="429"/>
                  </a:lnTo>
                  <a:lnTo>
                    <a:pt x="51749" y="964"/>
                  </a:lnTo>
                  <a:lnTo>
                    <a:pt x="45807" y="1714"/>
                  </a:lnTo>
                  <a:lnTo>
                    <a:pt x="39895" y="2675"/>
                  </a:lnTo>
                  <a:lnTo>
                    <a:pt x="34021" y="3848"/>
                  </a:lnTo>
                  <a:lnTo>
                    <a:pt x="28193" y="5231"/>
                  </a:lnTo>
                  <a:lnTo>
                    <a:pt x="22418" y="6821"/>
                  </a:lnTo>
                  <a:lnTo>
                    <a:pt x="16704" y="8617"/>
                  </a:lnTo>
                  <a:lnTo>
                    <a:pt x="11058" y="10617"/>
                  </a:lnTo>
                  <a:lnTo>
                    <a:pt x="5488" y="12818"/>
                  </a:lnTo>
                  <a:lnTo>
                    <a:pt x="0" y="15217"/>
                  </a:lnTo>
                  <a:lnTo>
                    <a:pt x="6968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4093" y="3185609"/>
              <a:ext cx="69685" cy="151950"/>
            </a:xfrm>
            <a:custGeom>
              <a:avLst/>
              <a:pathLst>
                <a:path w="69685" h="151950">
                  <a:moveTo>
                    <a:pt x="0" y="0"/>
                  </a:moveTo>
                  <a:lnTo>
                    <a:pt x="69685" y="1519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2" y="3170510"/>
              <a:ext cx="334313" cy="334213"/>
            </a:xfrm>
            <a:custGeom>
              <a:avLst/>
              <a:pathLst>
                <a:path w="334313" h="334213">
                  <a:moveTo>
                    <a:pt x="97481" y="15098"/>
                  </a:moveTo>
                  <a:lnTo>
                    <a:pt x="92714" y="17376"/>
                  </a:lnTo>
                  <a:lnTo>
                    <a:pt x="88021" y="19804"/>
                  </a:lnTo>
                  <a:lnTo>
                    <a:pt x="83408" y="22378"/>
                  </a:lnTo>
                  <a:lnTo>
                    <a:pt x="78878" y="25098"/>
                  </a:lnTo>
                  <a:lnTo>
                    <a:pt x="74436" y="27958"/>
                  </a:lnTo>
                  <a:lnTo>
                    <a:pt x="70087" y="30958"/>
                  </a:lnTo>
                  <a:lnTo>
                    <a:pt x="65835" y="34094"/>
                  </a:lnTo>
                  <a:lnTo>
                    <a:pt x="61684" y="37363"/>
                  </a:lnTo>
                  <a:lnTo>
                    <a:pt x="57638" y="40761"/>
                  </a:lnTo>
                  <a:lnTo>
                    <a:pt x="53702" y="44285"/>
                  </a:lnTo>
                  <a:lnTo>
                    <a:pt x="49880" y="47932"/>
                  </a:lnTo>
                  <a:lnTo>
                    <a:pt x="46174" y="51698"/>
                  </a:lnTo>
                  <a:lnTo>
                    <a:pt x="42589" y="55579"/>
                  </a:lnTo>
                  <a:lnTo>
                    <a:pt x="39129" y="59571"/>
                  </a:lnTo>
                  <a:lnTo>
                    <a:pt x="35796" y="63671"/>
                  </a:lnTo>
                  <a:lnTo>
                    <a:pt x="32595" y="67874"/>
                  </a:lnTo>
                  <a:lnTo>
                    <a:pt x="29528" y="72176"/>
                  </a:lnTo>
                  <a:lnTo>
                    <a:pt x="26599" y="76573"/>
                  </a:lnTo>
                  <a:lnTo>
                    <a:pt x="23810" y="81061"/>
                  </a:lnTo>
                  <a:lnTo>
                    <a:pt x="21164" y="85634"/>
                  </a:lnTo>
                  <a:lnTo>
                    <a:pt x="18664" y="90288"/>
                  </a:lnTo>
                  <a:lnTo>
                    <a:pt x="16313" y="95019"/>
                  </a:lnTo>
                  <a:lnTo>
                    <a:pt x="14112" y="99822"/>
                  </a:lnTo>
                  <a:lnTo>
                    <a:pt x="12064" y="104693"/>
                  </a:lnTo>
                  <a:lnTo>
                    <a:pt x="10171" y="109625"/>
                  </a:lnTo>
                  <a:lnTo>
                    <a:pt x="8435" y="114615"/>
                  </a:lnTo>
                  <a:lnTo>
                    <a:pt x="6857" y="119657"/>
                  </a:lnTo>
                  <a:lnTo>
                    <a:pt x="5439" y="124747"/>
                  </a:lnTo>
                  <a:lnTo>
                    <a:pt x="4183" y="129879"/>
                  </a:lnTo>
                  <a:lnTo>
                    <a:pt x="3090" y="135048"/>
                  </a:lnTo>
                  <a:lnTo>
                    <a:pt x="2161" y="140249"/>
                  </a:lnTo>
                  <a:lnTo>
                    <a:pt x="1396" y="145477"/>
                  </a:lnTo>
                  <a:lnTo>
                    <a:pt x="798" y="150726"/>
                  </a:lnTo>
                  <a:lnTo>
                    <a:pt x="365" y="155992"/>
                  </a:lnTo>
                  <a:lnTo>
                    <a:pt x="99" y="161268"/>
                  </a:lnTo>
                  <a:lnTo>
                    <a:pt x="0" y="166551"/>
                  </a:lnTo>
                  <a:lnTo>
                    <a:pt x="67" y="171833"/>
                  </a:lnTo>
                  <a:lnTo>
                    <a:pt x="302" y="177112"/>
                  </a:lnTo>
                  <a:lnTo>
                    <a:pt x="703" y="182380"/>
                  </a:lnTo>
                  <a:lnTo>
                    <a:pt x="1271" y="187632"/>
                  </a:lnTo>
                  <a:lnTo>
                    <a:pt x="2004" y="192865"/>
                  </a:lnTo>
                  <a:lnTo>
                    <a:pt x="2902" y="198071"/>
                  </a:lnTo>
                  <a:lnTo>
                    <a:pt x="3965" y="203246"/>
                  </a:lnTo>
                  <a:lnTo>
                    <a:pt x="5190" y="208386"/>
                  </a:lnTo>
                  <a:lnTo>
                    <a:pt x="6577" y="213484"/>
                  </a:lnTo>
                  <a:lnTo>
                    <a:pt x="8125" y="218535"/>
                  </a:lnTo>
                  <a:lnTo>
                    <a:pt x="9832" y="223535"/>
                  </a:lnTo>
                  <a:lnTo>
                    <a:pt x="11695" y="228479"/>
                  </a:lnTo>
                  <a:lnTo>
                    <a:pt x="13714" y="233362"/>
                  </a:lnTo>
                  <a:lnTo>
                    <a:pt x="15886" y="238178"/>
                  </a:lnTo>
                  <a:lnTo>
                    <a:pt x="18210" y="242923"/>
                  </a:lnTo>
                  <a:lnTo>
                    <a:pt x="20682" y="247592"/>
                  </a:lnTo>
                  <a:lnTo>
                    <a:pt x="23300" y="252181"/>
                  </a:lnTo>
                  <a:lnTo>
                    <a:pt x="26062" y="256685"/>
                  </a:lnTo>
                  <a:lnTo>
                    <a:pt x="28965" y="261099"/>
                  </a:lnTo>
                  <a:lnTo>
                    <a:pt x="32006" y="265419"/>
                  </a:lnTo>
                  <a:lnTo>
                    <a:pt x="35183" y="269641"/>
                  </a:lnTo>
                  <a:lnTo>
                    <a:pt x="38491" y="273761"/>
                  </a:lnTo>
                  <a:lnTo>
                    <a:pt x="41927" y="277774"/>
                  </a:lnTo>
                  <a:lnTo>
                    <a:pt x="45489" y="281676"/>
                  </a:lnTo>
                  <a:lnTo>
                    <a:pt x="49172" y="285464"/>
                  </a:lnTo>
                  <a:lnTo>
                    <a:pt x="52973" y="289134"/>
                  </a:lnTo>
                  <a:lnTo>
                    <a:pt x="56888" y="292682"/>
                  </a:lnTo>
                  <a:lnTo>
                    <a:pt x="60913" y="296104"/>
                  </a:lnTo>
                  <a:lnTo>
                    <a:pt x="65044" y="299397"/>
                  </a:lnTo>
                  <a:lnTo>
                    <a:pt x="69278" y="302558"/>
                  </a:lnTo>
                  <a:lnTo>
                    <a:pt x="73609" y="305584"/>
                  </a:lnTo>
                  <a:lnTo>
                    <a:pt x="78034" y="308471"/>
                  </a:lnTo>
                  <a:lnTo>
                    <a:pt x="82547" y="311217"/>
                  </a:lnTo>
                  <a:lnTo>
                    <a:pt x="87145" y="313819"/>
                  </a:lnTo>
                  <a:lnTo>
                    <a:pt x="91823" y="316275"/>
                  </a:lnTo>
                  <a:lnTo>
                    <a:pt x="96577" y="318581"/>
                  </a:lnTo>
                  <a:lnTo>
                    <a:pt x="101401" y="320736"/>
                  </a:lnTo>
                  <a:lnTo>
                    <a:pt x="106290" y="322738"/>
                  </a:lnTo>
                  <a:lnTo>
                    <a:pt x="111240" y="324584"/>
                  </a:lnTo>
                  <a:lnTo>
                    <a:pt x="116247" y="326272"/>
                  </a:lnTo>
                  <a:lnTo>
                    <a:pt x="121304" y="327802"/>
                  </a:lnTo>
                  <a:lnTo>
                    <a:pt x="126407" y="329171"/>
                  </a:lnTo>
                  <a:lnTo>
                    <a:pt x="131550" y="330378"/>
                  </a:lnTo>
                  <a:lnTo>
                    <a:pt x="136729" y="331422"/>
                  </a:lnTo>
                  <a:lnTo>
                    <a:pt x="141939" y="332302"/>
                  </a:lnTo>
                  <a:lnTo>
                    <a:pt x="147174" y="333016"/>
                  </a:lnTo>
                  <a:lnTo>
                    <a:pt x="152429" y="333565"/>
                  </a:lnTo>
                  <a:lnTo>
                    <a:pt x="157698" y="333948"/>
                  </a:lnTo>
                  <a:lnTo>
                    <a:pt x="162977" y="334164"/>
                  </a:lnTo>
                  <a:lnTo>
                    <a:pt x="168260" y="334213"/>
                  </a:lnTo>
                  <a:lnTo>
                    <a:pt x="173542" y="334094"/>
                  </a:lnTo>
                  <a:lnTo>
                    <a:pt x="178818" y="333810"/>
                  </a:lnTo>
                  <a:lnTo>
                    <a:pt x="184082" y="333358"/>
                  </a:lnTo>
                  <a:lnTo>
                    <a:pt x="189329" y="332740"/>
                  </a:lnTo>
                  <a:lnTo>
                    <a:pt x="194554" y="331957"/>
                  </a:lnTo>
                  <a:lnTo>
                    <a:pt x="199751" y="331009"/>
                  </a:lnTo>
                  <a:lnTo>
                    <a:pt x="204916" y="329898"/>
                  </a:lnTo>
                  <a:lnTo>
                    <a:pt x="210044" y="328624"/>
                  </a:lnTo>
                  <a:lnTo>
                    <a:pt x="215128" y="327188"/>
                  </a:lnTo>
                  <a:lnTo>
                    <a:pt x="220165" y="325592"/>
                  </a:lnTo>
                  <a:lnTo>
                    <a:pt x="225149" y="323838"/>
                  </a:lnTo>
                  <a:lnTo>
                    <a:pt x="230074" y="321928"/>
                  </a:lnTo>
                  <a:lnTo>
                    <a:pt x="234937" y="319862"/>
                  </a:lnTo>
                  <a:lnTo>
                    <a:pt x="239733" y="317644"/>
                  </a:lnTo>
                  <a:lnTo>
                    <a:pt x="244455" y="315276"/>
                  </a:lnTo>
                  <a:lnTo>
                    <a:pt x="249101" y="312759"/>
                  </a:lnTo>
                  <a:lnTo>
                    <a:pt x="253665" y="310097"/>
                  </a:lnTo>
                  <a:lnTo>
                    <a:pt x="258142" y="307293"/>
                  </a:lnTo>
                  <a:lnTo>
                    <a:pt x="262528" y="304348"/>
                  </a:lnTo>
                  <a:lnTo>
                    <a:pt x="266820" y="301265"/>
                  </a:lnTo>
                  <a:lnTo>
                    <a:pt x="271011" y="298049"/>
                  </a:lnTo>
                  <a:lnTo>
                    <a:pt x="275099" y="294702"/>
                  </a:lnTo>
                  <a:lnTo>
                    <a:pt x="279079" y="291228"/>
                  </a:lnTo>
                  <a:lnTo>
                    <a:pt x="282947" y="287629"/>
                  </a:lnTo>
                  <a:lnTo>
                    <a:pt x="286700" y="283910"/>
                  </a:lnTo>
                  <a:lnTo>
                    <a:pt x="290333" y="280074"/>
                  </a:lnTo>
                  <a:lnTo>
                    <a:pt x="293844" y="276126"/>
                  </a:lnTo>
                  <a:lnTo>
                    <a:pt x="297227" y="272068"/>
                  </a:lnTo>
                  <a:lnTo>
                    <a:pt x="300481" y="267905"/>
                  </a:lnTo>
                  <a:lnTo>
                    <a:pt x="303602" y="263642"/>
                  </a:lnTo>
                  <a:lnTo>
                    <a:pt x="306586" y="259282"/>
                  </a:lnTo>
                  <a:lnTo>
                    <a:pt x="309431" y="254831"/>
                  </a:lnTo>
                  <a:lnTo>
                    <a:pt x="312134" y="250291"/>
                  </a:lnTo>
                  <a:lnTo>
                    <a:pt x="314692" y="245668"/>
                  </a:lnTo>
                  <a:lnTo>
                    <a:pt x="317103" y="240967"/>
                  </a:lnTo>
                  <a:lnTo>
                    <a:pt x="319364" y="236192"/>
                  </a:lnTo>
                  <a:lnTo>
                    <a:pt x="321473" y="231348"/>
                  </a:lnTo>
                  <a:lnTo>
                    <a:pt x="323428" y="226439"/>
                  </a:lnTo>
                  <a:lnTo>
                    <a:pt x="325227" y="221472"/>
                  </a:lnTo>
                  <a:lnTo>
                    <a:pt x="326867" y="216450"/>
                  </a:lnTo>
                  <a:lnTo>
                    <a:pt x="328349" y="211378"/>
                  </a:lnTo>
                  <a:lnTo>
                    <a:pt x="329669" y="206263"/>
                  </a:lnTo>
                  <a:lnTo>
                    <a:pt x="330827" y="201108"/>
                  </a:lnTo>
                  <a:lnTo>
                    <a:pt x="331822" y="195919"/>
                  </a:lnTo>
                  <a:lnTo>
                    <a:pt x="332652" y="190701"/>
                  </a:lnTo>
                  <a:lnTo>
                    <a:pt x="333317" y="185460"/>
                  </a:lnTo>
                  <a:lnTo>
                    <a:pt x="333816" y="180200"/>
                  </a:lnTo>
                  <a:lnTo>
                    <a:pt x="334148" y="174927"/>
                  </a:lnTo>
                  <a:lnTo>
                    <a:pt x="334313" y="169646"/>
                  </a:lnTo>
                  <a:lnTo>
                    <a:pt x="334312" y="164363"/>
                  </a:lnTo>
                  <a:lnTo>
                    <a:pt x="334144" y="159082"/>
                  </a:lnTo>
                  <a:lnTo>
                    <a:pt x="333809" y="153810"/>
                  </a:lnTo>
                  <a:lnTo>
                    <a:pt x="333307" y="148550"/>
                  </a:lnTo>
                  <a:lnTo>
                    <a:pt x="332639" y="143309"/>
                  </a:lnTo>
                  <a:lnTo>
                    <a:pt x="331807" y="138092"/>
                  </a:lnTo>
                  <a:lnTo>
                    <a:pt x="330809" y="132904"/>
                  </a:lnTo>
                  <a:lnTo>
                    <a:pt x="329649" y="127749"/>
                  </a:lnTo>
                  <a:lnTo>
                    <a:pt x="328326" y="122634"/>
                  </a:lnTo>
                  <a:lnTo>
                    <a:pt x="326841" y="117564"/>
                  </a:lnTo>
                  <a:lnTo>
                    <a:pt x="325198" y="112542"/>
                  </a:lnTo>
                  <a:lnTo>
                    <a:pt x="323397" y="107576"/>
                  </a:lnTo>
                  <a:lnTo>
                    <a:pt x="321439" y="102668"/>
                  </a:lnTo>
                  <a:lnTo>
                    <a:pt x="319328" y="97825"/>
                  </a:lnTo>
                  <a:lnTo>
                    <a:pt x="317064" y="93051"/>
                  </a:lnTo>
                  <a:lnTo>
                    <a:pt x="314651" y="88351"/>
                  </a:lnTo>
                  <a:lnTo>
                    <a:pt x="312090" y="83730"/>
                  </a:lnTo>
                  <a:lnTo>
                    <a:pt x="309385" y="79192"/>
                  </a:lnTo>
                  <a:lnTo>
                    <a:pt x="306537" y="74742"/>
                  </a:lnTo>
                  <a:lnTo>
                    <a:pt x="303551" y="70383"/>
                  </a:lnTo>
                  <a:lnTo>
                    <a:pt x="300428" y="66122"/>
                  </a:lnTo>
                  <a:lnTo>
                    <a:pt x="297172" y="61961"/>
                  </a:lnTo>
                  <a:lnTo>
                    <a:pt x="293786" y="57905"/>
                  </a:lnTo>
                  <a:lnTo>
                    <a:pt x="290274" y="53958"/>
                  </a:lnTo>
                  <a:lnTo>
                    <a:pt x="286639" y="50124"/>
                  </a:lnTo>
                  <a:lnTo>
                    <a:pt x="282884" y="46407"/>
                  </a:lnTo>
                  <a:lnTo>
                    <a:pt x="279014" y="42811"/>
                  </a:lnTo>
                  <a:lnTo>
                    <a:pt x="275032" y="39338"/>
                  </a:lnTo>
                  <a:lnTo>
                    <a:pt x="270942" y="35993"/>
                  </a:lnTo>
                  <a:lnTo>
                    <a:pt x="266749" y="32779"/>
                  </a:lnTo>
                  <a:lnTo>
                    <a:pt x="262456" y="29700"/>
                  </a:lnTo>
                  <a:lnTo>
                    <a:pt x="258068" y="26757"/>
                  </a:lnTo>
                  <a:lnTo>
                    <a:pt x="253589" y="23954"/>
                  </a:lnTo>
                  <a:lnTo>
                    <a:pt x="249024" y="21295"/>
                  </a:lnTo>
                  <a:lnTo>
                    <a:pt x="244377" y="18781"/>
                  </a:lnTo>
                  <a:lnTo>
                    <a:pt x="239653" y="16415"/>
                  </a:lnTo>
                  <a:lnTo>
                    <a:pt x="234857" y="14199"/>
                  </a:lnTo>
                  <a:lnTo>
                    <a:pt x="229993" y="12137"/>
                  </a:lnTo>
                  <a:lnTo>
                    <a:pt x="225066" y="10229"/>
                  </a:lnTo>
                  <a:lnTo>
                    <a:pt x="220082" y="8477"/>
                  </a:lnTo>
                  <a:lnTo>
                    <a:pt x="215044" y="6884"/>
                  </a:lnTo>
                  <a:lnTo>
                    <a:pt x="209959" y="5451"/>
                  </a:lnTo>
                  <a:lnTo>
                    <a:pt x="204831" y="4180"/>
                  </a:lnTo>
                  <a:lnTo>
                    <a:pt x="199665" y="3071"/>
                  </a:lnTo>
                  <a:lnTo>
                    <a:pt x="194467" y="2126"/>
                  </a:lnTo>
                  <a:lnTo>
                    <a:pt x="189242" y="1345"/>
                  </a:lnTo>
                  <a:lnTo>
                    <a:pt x="183994" y="730"/>
                  </a:lnTo>
                  <a:lnTo>
                    <a:pt x="178730" y="282"/>
                  </a:lnTo>
                  <a:lnTo>
                    <a:pt x="173454" y="0"/>
                  </a:lnTo>
                  <a:lnTo>
                    <a:pt x="167166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5" y="2633064"/>
              <a:ext cx="167165" cy="199972"/>
            </a:xfrm>
            <a:custGeom>
              <a:avLst/>
              <a:pathLst>
                <a:path w="167165" h="199972">
                  <a:moveTo>
                    <a:pt x="167165" y="0"/>
                  </a:moveTo>
                  <a:lnTo>
                    <a:pt x="161791" y="86"/>
                  </a:lnTo>
                  <a:lnTo>
                    <a:pt x="156423" y="345"/>
                  </a:lnTo>
                  <a:lnTo>
                    <a:pt x="151066" y="777"/>
                  </a:lnTo>
                  <a:lnTo>
                    <a:pt x="145726" y="1380"/>
                  </a:lnTo>
                  <a:lnTo>
                    <a:pt x="140408" y="2155"/>
                  </a:lnTo>
                  <a:lnTo>
                    <a:pt x="135117" y="3100"/>
                  </a:lnTo>
                  <a:lnTo>
                    <a:pt x="129859" y="4215"/>
                  </a:lnTo>
                  <a:lnTo>
                    <a:pt x="124640" y="5499"/>
                  </a:lnTo>
                  <a:lnTo>
                    <a:pt x="119466" y="6949"/>
                  </a:lnTo>
                  <a:lnTo>
                    <a:pt x="114340" y="8565"/>
                  </a:lnTo>
                  <a:lnTo>
                    <a:pt x="109269" y="10346"/>
                  </a:lnTo>
                  <a:lnTo>
                    <a:pt x="104258" y="12288"/>
                  </a:lnTo>
                  <a:lnTo>
                    <a:pt x="99311" y="14390"/>
                  </a:lnTo>
                  <a:lnTo>
                    <a:pt x="94435" y="16650"/>
                  </a:lnTo>
                  <a:lnTo>
                    <a:pt x="89634" y="19066"/>
                  </a:lnTo>
                  <a:lnTo>
                    <a:pt x="84914" y="21635"/>
                  </a:lnTo>
                  <a:lnTo>
                    <a:pt x="80278" y="24354"/>
                  </a:lnTo>
                  <a:lnTo>
                    <a:pt x="75732" y="27221"/>
                  </a:lnTo>
                  <a:lnTo>
                    <a:pt x="71281" y="30232"/>
                  </a:lnTo>
                  <a:lnTo>
                    <a:pt x="66928" y="33385"/>
                  </a:lnTo>
                  <a:lnTo>
                    <a:pt x="62680" y="36677"/>
                  </a:lnTo>
                  <a:lnTo>
                    <a:pt x="58539" y="40103"/>
                  </a:lnTo>
                  <a:lnTo>
                    <a:pt x="54510" y="43660"/>
                  </a:lnTo>
                  <a:lnTo>
                    <a:pt x="50598" y="47346"/>
                  </a:lnTo>
                  <a:lnTo>
                    <a:pt x="46807" y="51155"/>
                  </a:lnTo>
                  <a:lnTo>
                    <a:pt x="43140" y="55084"/>
                  </a:lnTo>
                  <a:lnTo>
                    <a:pt x="39601" y="59128"/>
                  </a:lnTo>
                  <a:lnTo>
                    <a:pt x="36194" y="63285"/>
                  </a:lnTo>
                  <a:lnTo>
                    <a:pt x="32922" y="67549"/>
                  </a:lnTo>
                  <a:lnTo>
                    <a:pt x="29789" y="71916"/>
                  </a:lnTo>
                  <a:lnTo>
                    <a:pt x="26798" y="76381"/>
                  </a:lnTo>
                  <a:lnTo>
                    <a:pt x="23952" y="80940"/>
                  </a:lnTo>
                  <a:lnTo>
                    <a:pt x="21255" y="85588"/>
                  </a:lnTo>
                  <a:lnTo>
                    <a:pt x="18708" y="90321"/>
                  </a:lnTo>
                  <a:lnTo>
                    <a:pt x="16314" y="95133"/>
                  </a:lnTo>
                  <a:lnTo>
                    <a:pt x="14076" y="100019"/>
                  </a:lnTo>
                  <a:lnTo>
                    <a:pt x="11997" y="104975"/>
                  </a:lnTo>
                  <a:lnTo>
                    <a:pt x="10078" y="109995"/>
                  </a:lnTo>
                  <a:lnTo>
                    <a:pt x="8321" y="115075"/>
                  </a:lnTo>
                  <a:lnTo>
                    <a:pt x="6729" y="120208"/>
                  </a:lnTo>
                  <a:lnTo>
                    <a:pt x="5302" y="125389"/>
                  </a:lnTo>
                  <a:lnTo>
                    <a:pt x="4043" y="130614"/>
                  </a:lnTo>
                  <a:lnTo>
                    <a:pt x="2952" y="135877"/>
                  </a:lnTo>
                  <a:lnTo>
                    <a:pt x="2031" y="141172"/>
                  </a:lnTo>
                  <a:lnTo>
                    <a:pt x="1281" y="146493"/>
                  </a:lnTo>
                  <a:lnTo>
                    <a:pt x="702" y="151836"/>
                  </a:lnTo>
                  <a:lnTo>
                    <a:pt x="295" y="157195"/>
                  </a:lnTo>
                  <a:lnTo>
                    <a:pt x="61" y="162565"/>
                  </a:lnTo>
                  <a:lnTo>
                    <a:pt x="0" y="167939"/>
                  </a:lnTo>
                  <a:lnTo>
                    <a:pt x="111" y="173312"/>
                  </a:lnTo>
                  <a:lnTo>
                    <a:pt x="395" y="178679"/>
                  </a:lnTo>
                  <a:lnTo>
                    <a:pt x="851" y="184034"/>
                  </a:lnTo>
                  <a:lnTo>
                    <a:pt x="1479" y="189372"/>
                  </a:lnTo>
                  <a:lnTo>
                    <a:pt x="2278" y="194686"/>
                  </a:lnTo>
                  <a:lnTo>
                    <a:pt x="3248" y="19997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5094" y="2800231"/>
              <a:ext cx="163916" cy="32805"/>
            </a:xfrm>
            <a:custGeom>
              <a:avLst/>
              <a:pathLst>
                <a:path w="163916" h="32805">
                  <a:moveTo>
                    <a:pt x="0" y="32805"/>
                  </a:moveTo>
                  <a:lnTo>
                    <a:pt x="1639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5094" y="2680057"/>
              <a:ext cx="331078" cy="287335"/>
            </a:xfrm>
            <a:custGeom>
              <a:avLst/>
              <a:pathLst>
                <a:path w="331078" h="287335">
                  <a:moveTo>
                    <a:pt x="0" y="152979"/>
                  </a:moveTo>
                  <a:lnTo>
                    <a:pt x="1123" y="158166"/>
                  </a:lnTo>
                  <a:lnTo>
                    <a:pt x="2411" y="163314"/>
                  </a:lnTo>
                  <a:lnTo>
                    <a:pt x="3862" y="168419"/>
                  </a:lnTo>
                  <a:lnTo>
                    <a:pt x="5474" y="173475"/>
                  </a:lnTo>
                  <a:lnTo>
                    <a:pt x="7246" y="178477"/>
                  </a:lnTo>
                  <a:lnTo>
                    <a:pt x="9176" y="183421"/>
                  </a:lnTo>
                  <a:lnTo>
                    <a:pt x="11261" y="188301"/>
                  </a:lnTo>
                  <a:lnTo>
                    <a:pt x="13501" y="193113"/>
                  </a:lnTo>
                  <a:lnTo>
                    <a:pt x="15892" y="197850"/>
                  </a:lnTo>
                  <a:lnTo>
                    <a:pt x="18432" y="202510"/>
                  </a:lnTo>
                  <a:lnTo>
                    <a:pt x="21119" y="207086"/>
                  </a:lnTo>
                  <a:lnTo>
                    <a:pt x="23950" y="211575"/>
                  </a:lnTo>
                  <a:lnTo>
                    <a:pt x="26922" y="215972"/>
                  </a:lnTo>
                  <a:lnTo>
                    <a:pt x="30032" y="220273"/>
                  </a:lnTo>
                  <a:lnTo>
                    <a:pt x="33277" y="224472"/>
                  </a:lnTo>
                  <a:lnTo>
                    <a:pt x="36653" y="228566"/>
                  </a:lnTo>
                  <a:lnTo>
                    <a:pt x="40158" y="232551"/>
                  </a:lnTo>
                  <a:lnTo>
                    <a:pt x="43788" y="236423"/>
                  </a:lnTo>
                  <a:lnTo>
                    <a:pt x="47538" y="240178"/>
                  </a:lnTo>
                  <a:lnTo>
                    <a:pt x="51406" y="243811"/>
                  </a:lnTo>
                  <a:lnTo>
                    <a:pt x="55387" y="247321"/>
                  </a:lnTo>
                  <a:lnTo>
                    <a:pt x="59478" y="250701"/>
                  </a:lnTo>
                  <a:lnTo>
                    <a:pt x="63674" y="253951"/>
                  </a:lnTo>
                  <a:lnTo>
                    <a:pt x="67971" y="257065"/>
                  </a:lnTo>
                  <a:lnTo>
                    <a:pt x="72365" y="260042"/>
                  </a:lnTo>
                  <a:lnTo>
                    <a:pt x="76851" y="262878"/>
                  </a:lnTo>
                  <a:lnTo>
                    <a:pt x="81424" y="265569"/>
                  </a:lnTo>
                  <a:lnTo>
                    <a:pt x="86081" y="268115"/>
                  </a:lnTo>
                  <a:lnTo>
                    <a:pt x="90816" y="270511"/>
                  </a:lnTo>
                  <a:lnTo>
                    <a:pt x="95625" y="272755"/>
                  </a:lnTo>
                  <a:lnTo>
                    <a:pt x="100503" y="274846"/>
                  </a:lnTo>
                  <a:lnTo>
                    <a:pt x="105445" y="276781"/>
                  </a:lnTo>
                  <a:lnTo>
                    <a:pt x="110445" y="278558"/>
                  </a:lnTo>
                  <a:lnTo>
                    <a:pt x="115500" y="280176"/>
                  </a:lnTo>
                  <a:lnTo>
                    <a:pt x="120603" y="281632"/>
                  </a:lnTo>
                  <a:lnTo>
                    <a:pt x="125750" y="282926"/>
                  </a:lnTo>
                  <a:lnTo>
                    <a:pt x="130935" y="284055"/>
                  </a:lnTo>
                  <a:lnTo>
                    <a:pt x="136154" y="285019"/>
                  </a:lnTo>
                  <a:lnTo>
                    <a:pt x="141401" y="285818"/>
                  </a:lnTo>
                  <a:lnTo>
                    <a:pt x="146670" y="286449"/>
                  </a:lnTo>
                  <a:lnTo>
                    <a:pt x="151957" y="286912"/>
                  </a:lnTo>
                  <a:lnTo>
                    <a:pt x="157256" y="287208"/>
                  </a:lnTo>
                  <a:lnTo>
                    <a:pt x="162561" y="287335"/>
                  </a:lnTo>
                  <a:lnTo>
                    <a:pt x="167868" y="287294"/>
                  </a:lnTo>
                  <a:lnTo>
                    <a:pt x="173171" y="287084"/>
                  </a:lnTo>
                  <a:lnTo>
                    <a:pt x="178464" y="286707"/>
                  </a:lnTo>
                  <a:lnTo>
                    <a:pt x="183743" y="286161"/>
                  </a:lnTo>
                  <a:lnTo>
                    <a:pt x="189002" y="285448"/>
                  </a:lnTo>
                  <a:lnTo>
                    <a:pt x="194236" y="284568"/>
                  </a:lnTo>
                  <a:lnTo>
                    <a:pt x="199439" y="283523"/>
                  </a:lnTo>
                  <a:lnTo>
                    <a:pt x="204606" y="282313"/>
                  </a:lnTo>
                  <a:lnTo>
                    <a:pt x="209732" y="280940"/>
                  </a:lnTo>
                  <a:lnTo>
                    <a:pt x="214812" y="279405"/>
                  </a:lnTo>
                  <a:lnTo>
                    <a:pt x="219841" y="277709"/>
                  </a:lnTo>
                  <a:lnTo>
                    <a:pt x="224813" y="275854"/>
                  </a:lnTo>
                  <a:lnTo>
                    <a:pt x="229725" y="273843"/>
                  </a:lnTo>
                  <a:lnTo>
                    <a:pt x="234569" y="271676"/>
                  </a:lnTo>
                  <a:lnTo>
                    <a:pt x="239343" y="269357"/>
                  </a:lnTo>
                  <a:lnTo>
                    <a:pt x="244040" y="266888"/>
                  </a:lnTo>
                  <a:lnTo>
                    <a:pt x="248657" y="264271"/>
                  </a:lnTo>
                  <a:lnTo>
                    <a:pt x="253188" y="261508"/>
                  </a:lnTo>
                  <a:lnTo>
                    <a:pt x="257630" y="258603"/>
                  </a:lnTo>
                  <a:lnTo>
                    <a:pt x="261977" y="255559"/>
                  </a:lnTo>
                  <a:lnTo>
                    <a:pt x="266225" y="252378"/>
                  </a:lnTo>
                  <a:lnTo>
                    <a:pt x="270370" y="249064"/>
                  </a:lnTo>
                  <a:lnTo>
                    <a:pt x="274407" y="245620"/>
                  </a:lnTo>
                  <a:lnTo>
                    <a:pt x="278334" y="242049"/>
                  </a:lnTo>
                  <a:lnTo>
                    <a:pt x="282145" y="238356"/>
                  </a:lnTo>
                  <a:lnTo>
                    <a:pt x="285836" y="234543"/>
                  </a:lnTo>
                  <a:lnTo>
                    <a:pt x="289405" y="230616"/>
                  </a:lnTo>
                  <a:lnTo>
                    <a:pt x="292848" y="226577"/>
                  </a:lnTo>
                  <a:lnTo>
                    <a:pt x="296160" y="222430"/>
                  </a:lnTo>
                  <a:lnTo>
                    <a:pt x="299340" y="218181"/>
                  </a:lnTo>
                  <a:lnTo>
                    <a:pt x="302382" y="213833"/>
                  </a:lnTo>
                  <a:lnTo>
                    <a:pt x="305286" y="209390"/>
                  </a:lnTo>
                  <a:lnTo>
                    <a:pt x="308046" y="204858"/>
                  </a:lnTo>
                  <a:lnTo>
                    <a:pt x="310662" y="200240"/>
                  </a:lnTo>
                  <a:lnTo>
                    <a:pt x="313129" y="195542"/>
                  </a:lnTo>
                  <a:lnTo>
                    <a:pt x="315447" y="190768"/>
                  </a:lnTo>
                  <a:lnTo>
                    <a:pt x="317611" y="185922"/>
                  </a:lnTo>
                  <a:lnTo>
                    <a:pt x="319621" y="181010"/>
                  </a:lnTo>
                  <a:lnTo>
                    <a:pt x="321473" y="176037"/>
                  </a:lnTo>
                  <a:lnTo>
                    <a:pt x="323167" y="171008"/>
                  </a:lnTo>
                  <a:lnTo>
                    <a:pt x="324701" y="165927"/>
                  </a:lnTo>
                  <a:lnTo>
                    <a:pt x="326072" y="160800"/>
                  </a:lnTo>
                  <a:lnTo>
                    <a:pt x="327280" y="155632"/>
                  </a:lnTo>
                  <a:lnTo>
                    <a:pt x="328323" y="150429"/>
                  </a:lnTo>
                  <a:lnTo>
                    <a:pt x="329201" y="145195"/>
                  </a:lnTo>
                  <a:lnTo>
                    <a:pt x="329912" y="139936"/>
                  </a:lnTo>
                  <a:lnTo>
                    <a:pt x="330455" y="134657"/>
                  </a:lnTo>
                  <a:lnTo>
                    <a:pt x="330831" y="129363"/>
                  </a:lnTo>
                  <a:lnTo>
                    <a:pt x="331039" y="124060"/>
                  </a:lnTo>
                  <a:lnTo>
                    <a:pt x="331078" y="118753"/>
                  </a:lnTo>
                  <a:lnTo>
                    <a:pt x="330949" y="113448"/>
                  </a:lnTo>
                  <a:lnTo>
                    <a:pt x="330651" y="108149"/>
                  </a:lnTo>
                  <a:lnTo>
                    <a:pt x="330185" y="102863"/>
                  </a:lnTo>
                  <a:lnTo>
                    <a:pt x="329552" y="97594"/>
                  </a:lnTo>
                  <a:lnTo>
                    <a:pt x="328752" y="92347"/>
                  </a:lnTo>
                  <a:lnTo>
                    <a:pt x="327785" y="87129"/>
                  </a:lnTo>
                  <a:lnTo>
                    <a:pt x="326654" y="81944"/>
                  </a:lnTo>
                  <a:lnTo>
                    <a:pt x="325358" y="76798"/>
                  </a:lnTo>
                  <a:lnTo>
                    <a:pt x="323900" y="71695"/>
                  </a:lnTo>
                  <a:lnTo>
                    <a:pt x="322281" y="66641"/>
                  </a:lnTo>
                  <a:lnTo>
                    <a:pt x="320502" y="61641"/>
                  </a:lnTo>
                  <a:lnTo>
                    <a:pt x="318565" y="56700"/>
                  </a:lnTo>
                  <a:lnTo>
                    <a:pt x="316472" y="51823"/>
                  </a:lnTo>
                  <a:lnTo>
                    <a:pt x="314225" y="47015"/>
                  </a:lnTo>
                  <a:lnTo>
                    <a:pt x="311827" y="42281"/>
                  </a:lnTo>
                  <a:lnTo>
                    <a:pt x="309280" y="37625"/>
                  </a:lnTo>
                  <a:lnTo>
                    <a:pt x="306587" y="33052"/>
                  </a:lnTo>
                  <a:lnTo>
                    <a:pt x="303750" y="28567"/>
                  </a:lnTo>
                  <a:lnTo>
                    <a:pt x="300771" y="24175"/>
                  </a:lnTo>
                  <a:lnTo>
                    <a:pt x="297655" y="19879"/>
                  </a:lnTo>
                  <a:lnTo>
                    <a:pt x="294404" y="15684"/>
                  </a:lnTo>
                  <a:lnTo>
                    <a:pt x="291022" y="11595"/>
                  </a:lnTo>
                  <a:lnTo>
                    <a:pt x="287511" y="7615"/>
                  </a:lnTo>
                  <a:lnTo>
                    <a:pt x="283876" y="3749"/>
                  </a:lnTo>
                  <a:lnTo>
                    <a:pt x="280120" y="0"/>
                  </a:lnTo>
                  <a:lnTo>
                    <a:pt x="163916" y="120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16203" cy="167167"/>
            </a:xfrm>
            <a:custGeom>
              <a:avLst/>
              <a:pathLst>
                <a:path w="116203" h="167167">
                  <a:moveTo>
                    <a:pt x="116203" y="46993"/>
                  </a:moveTo>
                  <a:lnTo>
                    <a:pt x="112123" y="43178"/>
                  </a:lnTo>
                  <a:lnTo>
                    <a:pt x="107917" y="39501"/>
                  </a:lnTo>
                  <a:lnTo>
                    <a:pt x="103592" y="35966"/>
                  </a:lnTo>
                  <a:lnTo>
                    <a:pt x="99150" y="32578"/>
                  </a:lnTo>
                  <a:lnTo>
                    <a:pt x="94598" y="29341"/>
                  </a:lnTo>
                  <a:lnTo>
                    <a:pt x="89940" y="26257"/>
                  </a:lnTo>
                  <a:lnTo>
                    <a:pt x="85182" y="23331"/>
                  </a:lnTo>
                  <a:lnTo>
                    <a:pt x="80329" y="20565"/>
                  </a:lnTo>
                  <a:lnTo>
                    <a:pt x="75386" y="17963"/>
                  </a:lnTo>
                  <a:lnTo>
                    <a:pt x="70359" y="15527"/>
                  </a:lnTo>
                  <a:lnTo>
                    <a:pt x="65253" y="13261"/>
                  </a:lnTo>
                  <a:lnTo>
                    <a:pt x="60074" y="11167"/>
                  </a:lnTo>
                  <a:lnTo>
                    <a:pt x="54829" y="9247"/>
                  </a:lnTo>
                  <a:lnTo>
                    <a:pt x="49522" y="7503"/>
                  </a:lnTo>
                  <a:lnTo>
                    <a:pt x="44160" y="5938"/>
                  </a:lnTo>
                  <a:lnTo>
                    <a:pt x="38748" y="4552"/>
                  </a:lnTo>
                  <a:lnTo>
                    <a:pt x="33293" y="3349"/>
                  </a:lnTo>
                  <a:lnTo>
                    <a:pt x="27801" y="2328"/>
                  </a:lnTo>
                  <a:lnTo>
                    <a:pt x="22278" y="1491"/>
                  </a:lnTo>
                  <a:lnTo>
                    <a:pt x="16730" y="839"/>
                  </a:lnTo>
                  <a:lnTo>
                    <a:pt x="11164" y="373"/>
                  </a:lnTo>
                  <a:lnTo>
                    <a:pt x="558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27974" y="2126963"/>
              <a:ext cx="100498" cy="167167"/>
            </a:xfrm>
            <a:custGeom>
              <a:avLst/>
              <a:pathLst>
                <a:path w="100498" h="167167">
                  <a:moveTo>
                    <a:pt x="100498" y="0"/>
                  </a:moveTo>
                  <a:lnTo>
                    <a:pt x="94824" y="96"/>
                  </a:lnTo>
                  <a:lnTo>
                    <a:pt x="89157" y="385"/>
                  </a:lnTo>
                  <a:lnTo>
                    <a:pt x="83503" y="866"/>
                  </a:lnTo>
                  <a:lnTo>
                    <a:pt x="77868" y="1538"/>
                  </a:lnTo>
                  <a:lnTo>
                    <a:pt x="72260" y="2402"/>
                  </a:lnTo>
                  <a:lnTo>
                    <a:pt x="66684" y="3455"/>
                  </a:lnTo>
                  <a:lnTo>
                    <a:pt x="61147" y="4697"/>
                  </a:lnTo>
                  <a:lnTo>
                    <a:pt x="55656" y="6126"/>
                  </a:lnTo>
                  <a:lnTo>
                    <a:pt x="50216" y="7741"/>
                  </a:lnTo>
                  <a:lnTo>
                    <a:pt x="44834" y="9539"/>
                  </a:lnTo>
                  <a:lnTo>
                    <a:pt x="39516" y="11519"/>
                  </a:lnTo>
                  <a:lnTo>
                    <a:pt x="34269" y="13679"/>
                  </a:lnTo>
                  <a:lnTo>
                    <a:pt x="29098" y="16015"/>
                  </a:lnTo>
                  <a:lnTo>
                    <a:pt x="24009" y="18525"/>
                  </a:lnTo>
                  <a:lnTo>
                    <a:pt x="19008" y="21207"/>
                  </a:lnTo>
                  <a:lnTo>
                    <a:pt x="14101" y="24057"/>
                  </a:lnTo>
                  <a:lnTo>
                    <a:pt x="9294" y="27071"/>
                  </a:lnTo>
                  <a:lnTo>
                    <a:pt x="4591" y="30248"/>
                  </a:lnTo>
                  <a:lnTo>
                    <a:pt x="0" y="33582"/>
                  </a:lnTo>
                  <a:lnTo>
                    <a:pt x="1004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7974" y="2160545"/>
              <a:ext cx="100498" cy="133585"/>
            </a:xfrm>
            <a:custGeom>
              <a:avLst/>
              <a:pathLst>
                <a:path w="100498" h="133585">
                  <a:moveTo>
                    <a:pt x="0" y="0"/>
                  </a:moveTo>
                  <a:lnTo>
                    <a:pt x="100498" y="1335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05" y="2160545"/>
              <a:ext cx="222272" cy="300736"/>
            </a:xfrm>
            <a:custGeom>
              <a:avLst/>
              <a:pathLst>
                <a:path w="222272" h="300736">
                  <a:moveTo>
                    <a:pt x="66668" y="0"/>
                  </a:moveTo>
                  <a:lnTo>
                    <a:pt x="62468" y="3265"/>
                  </a:lnTo>
                  <a:lnTo>
                    <a:pt x="58374" y="6663"/>
                  </a:lnTo>
                  <a:lnTo>
                    <a:pt x="54391" y="10189"/>
                  </a:lnTo>
                  <a:lnTo>
                    <a:pt x="50521" y="13840"/>
                  </a:lnTo>
                  <a:lnTo>
                    <a:pt x="46770" y="17612"/>
                  </a:lnTo>
                  <a:lnTo>
                    <a:pt x="43140" y="21502"/>
                  </a:lnTo>
                  <a:lnTo>
                    <a:pt x="39637" y="25506"/>
                  </a:lnTo>
                  <a:lnTo>
                    <a:pt x="36262" y="29618"/>
                  </a:lnTo>
                  <a:lnTo>
                    <a:pt x="33020" y="33837"/>
                  </a:lnTo>
                  <a:lnTo>
                    <a:pt x="29914" y="38156"/>
                  </a:lnTo>
                  <a:lnTo>
                    <a:pt x="26947" y="42572"/>
                  </a:lnTo>
                  <a:lnTo>
                    <a:pt x="24122" y="47080"/>
                  </a:lnTo>
                  <a:lnTo>
                    <a:pt x="21441" y="51675"/>
                  </a:lnTo>
                  <a:lnTo>
                    <a:pt x="18909" y="56354"/>
                  </a:lnTo>
                  <a:lnTo>
                    <a:pt x="16526" y="61111"/>
                  </a:lnTo>
                  <a:lnTo>
                    <a:pt x="14296" y="65941"/>
                  </a:lnTo>
                  <a:lnTo>
                    <a:pt x="12221" y="70839"/>
                  </a:lnTo>
                  <a:lnTo>
                    <a:pt x="10303" y="75802"/>
                  </a:lnTo>
                  <a:lnTo>
                    <a:pt x="8544" y="80823"/>
                  </a:lnTo>
                  <a:lnTo>
                    <a:pt x="6945" y="85897"/>
                  </a:lnTo>
                  <a:lnTo>
                    <a:pt x="5509" y="91019"/>
                  </a:lnTo>
                  <a:lnTo>
                    <a:pt x="4236" y="96185"/>
                  </a:lnTo>
                  <a:lnTo>
                    <a:pt x="3129" y="101388"/>
                  </a:lnTo>
                  <a:lnTo>
                    <a:pt x="2187" y="106625"/>
                  </a:lnTo>
                  <a:lnTo>
                    <a:pt x="1413" y="111888"/>
                  </a:lnTo>
                  <a:lnTo>
                    <a:pt x="806" y="117173"/>
                  </a:lnTo>
                  <a:lnTo>
                    <a:pt x="368" y="122475"/>
                  </a:lnTo>
                  <a:lnTo>
                    <a:pt x="99" y="127789"/>
                  </a:lnTo>
                  <a:lnTo>
                    <a:pt x="0" y="133108"/>
                  </a:lnTo>
                  <a:lnTo>
                    <a:pt x="69" y="138428"/>
                  </a:lnTo>
                  <a:lnTo>
                    <a:pt x="308" y="143742"/>
                  </a:lnTo>
                  <a:lnTo>
                    <a:pt x="715" y="149047"/>
                  </a:lnTo>
                  <a:lnTo>
                    <a:pt x="1292" y="154336"/>
                  </a:lnTo>
                  <a:lnTo>
                    <a:pt x="2036" y="159603"/>
                  </a:lnTo>
                  <a:lnTo>
                    <a:pt x="2948" y="164845"/>
                  </a:lnTo>
                  <a:lnTo>
                    <a:pt x="4025" y="170054"/>
                  </a:lnTo>
                  <a:lnTo>
                    <a:pt x="5269" y="175227"/>
                  </a:lnTo>
                  <a:lnTo>
                    <a:pt x="6676" y="180358"/>
                  </a:lnTo>
                  <a:lnTo>
                    <a:pt x="8245" y="185441"/>
                  </a:lnTo>
                  <a:lnTo>
                    <a:pt x="9976" y="190472"/>
                  </a:lnTo>
                  <a:lnTo>
                    <a:pt x="11866" y="195445"/>
                  </a:lnTo>
                  <a:lnTo>
                    <a:pt x="13913" y="200356"/>
                  </a:lnTo>
                  <a:lnTo>
                    <a:pt x="16115" y="205198"/>
                  </a:lnTo>
                  <a:lnTo>
                    <a:pt x="18470" y="209969"/>
                  </a:lnTo>
                  <a:lnTo>
                    <a:pt x="20976" y="214662"/>
                  </a:lnTo>
                  <a:lnTo>
                    <a:pt x="23630" y="219273"/>
                  </a:lnTo>
                  <a:lnTo>
                    <a:pt x="26430" y="223797"/>
                  </a:lnTo>
                  <a:lnTo>
                    <a:pt x="29371" y="228229"/>
                  </a:lnTo>
                  <a:lnTo>
                    <a:pt x="32453" y="232566"/>
                  </a:lnTo>
                  <a:lnTo>
                    <a:pt x="35671" y="236803"/>
                  </a:lnTo>
                  <a:lnTo>
                    <a:pt x="39022" y="240935"/>
                  </a:lnTo>
                  <a:lnTo>
                    <a:pt x="42503" y="244958"/>
                  </a:lnTo>
                  <a:lnTo>
                    <a:pt x="46110" y="248869"/>
                  </a:lnTo>
                  <a:lnTo>
                    <a:pt x="49840" y="252662"/>
                  </a:lnTo>
                  <a:lnTo>
                    <a:pt x="53688" y="256335"/>
                  </a:lnTo>
                  <a:lnTo>
                    <a:pt x="57652" y="259884"/>
                  </a:lnTo>
                  <a:lnTo>
                    <a:pt x="61726" y="263305"/>
                  </a:lnTo>
                  <a:lnTo>
                    <a:pt x="65907" y="266595"/>
                  </a:lnTo>
                  <a:lnTo>
                    <a:pt x="70191" y="269749"/>
                  </a:lnTo>
                  <a:lnTo>
                    <a:pt x="74573" y="272766"/>
                  </a:lnTo>
                  <a:lnTo>
                    <a:pt x="79049" y="275642"/>
                  </a:lnTo>
                  <a:lnTo>
                    <a:pt x="83614" y="278374"/>
                  </a:lnTo>
                  <a:lnTo>
                    <a:pt x="88264" y="280960"/>
                  </a:lnTo>
                  <a:lnTo>
                    <a:pt x="92993" y="283396"/>
                  </a:lnTo>
                  <a:lnTo>
                    <a:pt x="97798" y="285680"/>
                  </a:lnTo>
                  <a:lnTo>
                    <a:pt x="102673" y="287811"/>
                  </a:lnTo>
                  <a:lnTo>
                    <a:pt x="107613" y="289785"/>
                  </a:lnTo>
                  <a:lnTo>
                    <a:pt x="112614" y="291601"/>
                  </a:lnTo>
                  <a:lnTo>
                    <a:pt x="117669" y="293256"/>
                  </a:lnTo>
                  <a:lnTo>
                    <a:pt x="122775" y="294751"/>
                  </a:lnTo>
                  <a:lnTo>
                    <a:pt x="127926" y="296082"/>
                  </a:lnTo>
                  <a:lnTo>
                    <a:pt x="133117" y="297248"/>
                  </a:lnTo>
                  <a:lnTo>
                    <a:pt x="138342" y="298249"/>
                  </a:lnTo>
                  <a:lnTo>
                    <a:pt x="143596" y="299082"/>
                  </a:lnTo>
                  <a:lnTo>
                    <a:pt x="148875" y="299749"/>
                  </a:lnTo>
                  <a:lnTo>
                    <a:pt x="154171" y="300247"/>
                  </a:lnTo>
                  <a:lnTo>
                    <a:pt x="159481" y="300576"/>
                  </a:lnTo>
                  <a:lnTo>
                    <a:pt x="164799" y="300736"/>
                  </a:lnTo>
                  <a:lnTo>
                    <a:pt x="170119" y="300726"/>
                  </a:lnTo>
                  <a:lnTo>
                    <a:pt x="175436" y="300548"/>
                  </a:lnTo>
                  <a:lnTo>
                    <a:pt x="180745" y="300200"/>
                  </a:lnTo>
                  <a:lnTo>
                    <a:pt x="186040" y="299684"/>
                  </a:lnTo>
                  <a:lnTo>
                    <a:pt x="191316" y="298999"/>
                  </a:lnTo>
                  <a:lnTo>
                    <a:pt x="196567" y="298147"/>
                  </a:lnTo>
                  <a:lnTo>
                    <a:pt x="201789" y="297128"/>
                  </a:lnTo>
                  <a:lnTo>
                    <a:pt x="206975" y="295943"/>
                  </a:lnTo>
                  <a:lnTo>
                    <a:pt x="212121" y="294594"/>
                  </a:lnTo>
                  <a:lnTo>
                    <a:pt x="217222" y="293082"/>
                  </a:lnTo>
                  <a:lnTo>
                    <a:pt x="222272" y="291409"/>
                  </a:lnTo>
                  <a:lnTo>
                    <a:pt x="167166" y="1335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1" cy="324991"/>
            </a:xfrm>
            <a:custGeom>
              <a:avLst/>
              <a:pathLst>
                <a:path w="167161" h="324991">
                  <a:moveTo>
                    <a:pt x="55105" y="324991"/>
                  </a:moveTo>
                  <a:lnTo>
                    <a:pt x="60108" y="323154"/>
                  </a:lnTo>
                  <a:lnTo>
                    <a:pt x="65050" y="321158"/>
                  </a:lnTo>
                  <a:lnTo>
                    <a:pt x="69926" y="319006"/>
                  </a:lnTo>
                  <a:lnTo>
                    <a:pt x="74731" y="316700"/>
                  </a:lnTo>
                  <a:lnTo>
                    <a:pt x="79459" y="314242"/>
                  </a:lnTo>
                  <a:lnTo>
                    <a:pt x="84107" y="311634"/>
                  </a:lnTo>
                  <a:lnTo>
                    <a:pt x="88670" y="308880"/>
                  </a:lnTo>
                  <a:lnTo>
                    <a:pt x="93142" y="305981"/>
                  </a:lnTo>
                  <a:lnTo>
                    <a:pt x="97520" y="302942"/>
                  </a:lnTo>
                  <a:lnTo>
                    <a:pt x="101798" y="299764"/>
                  </a:lnTo>
                  <a:lnTo>
                    <a:pt x="105973" y="296451"/>
                  </a:lnTo>
                  <a:lnTo>
                    <a:pt x="110041" y="293008"/>
                  </a:lnTo>
                  <a:lnTo>
                    <a:pt x="113996" y="289436"/>
                  </a:lnTo>
                  <a:lnTo>
                    <a:pt x="117836" y="285740"/>
                  </a:lnTo>
                  <a:lnTo>
                    <a:pt x="121556" y="281923"/>
                  </a:lnTo>
                  <a:lnTo>
                    <a:pt x="125152" y="277990"/>
                  </a:lnTo>
                  <a:lnTo>
                    <a:pt x="128621" y="273944"/>
                  </a:lnTo>
                  <a:lnTo>
                    <a:pt x="131960" y="269790"/>
                  </a:lnTo>
                  <a:lnTo>
                    <a:pt x="135164" y="265531"/>
                  </a:lnTo>
                  <a:lnTo>
                    <a:pt x="138231" y="261173"/>
                  </a:lnTo>
                  <a:lnTo>
                    <a:pt x="141157" y="256718"/>
                  </a:lnTo>
                  <a:lnTo>
                    <a:pt x="143940" y="252173"/>
                  </a:lnTo>
                  <a:lnTo>
                    <a:pt x="146577" y="247542"/>
                  </a:lnTo>
                  <a:lnTo>
                    <a:pt x="149064" y="242828"/>
                  </a:lnTo>
                  <a:lnTo>
                    <a:pt x="151400" y="238038"/>
                  </a:lnTo>
                  <a:lnTo>
                    <a:pt x="153583" y="233176"/>
                  </a:lnTo>
                  <a:lnTo>
                    <a:pt x="155609" y="228246"/>
                  </a:lnTo>
                  <a:lnTo>
                    <a:pt x="157477" y="223255"/>
                  </a:lnTo>
                  <a:lnTo>
                    <a:pt x="159185" y="218207"/>
                  </a:lnTo>
                  <a:lnTo>
                    <a:pt x="160731" y="213106"/>
                  </a:lnTo>
                  <a:lnTo>
                    <a:pt x="162113" y="207959"/>
                  </a:lnTo>
                  <a:lnTo>
                    <a:pt x="163331" y="202771"/>
                  </a:lnTo>
                  <a:lnTo>
                    <a:pt x="164383" y="197546"/>
                  </a:lnTo>
                  <a:lnTo>
                    <a:pt x="165268" y="192291"/>
                  </a:lnTo>
                  <a:lnTo>
                    <a:pt x="165985" y="187010"/>
                  </a:lnTo>
                  <a:lnTo>
                    <a:pt x="166533" y="181708"/>
                  </a:lnTo>
                  <a:lnTo>
                    <a:pt x="166912" y="176392"/>
                  </a:lnTo>
                  <a:lnTo>
                    <a:pt x="167121" y="171067"/>
                  </a:lnTo>
                  <a:lnTo>
                    <a:pt x="167161" y="165738"/>
                  </a:lnTo>
                  <a:lnTo>
                    <a:pt x="167030" y="160410"/>
                  </a:lnTo>
                  <a:lnTo>
                    <a:pt x="166730" y="155089"/>
                  </a:lnTo>
                  <a:lnTo>
                    <a:pt x="166260" y="149780"/>
                  </a:lnTo>
                  <a:lnTo>
                    <a:pt x="165622" y="144489"/>
                  </a:lnTo>
                  <a:lnTo>
                    <a:pt x="164814" y="139221"/>
                  </a:lnTo>
                  <a:lnTo>
                    <a:pt x="163840" y="133981"/>
                  </a:lnTo>
                  <a:lnTo>
                    <a:pt x="162699" y="128775"/>
                  </a:lnTo>
                  <a:lnTo>
                    <a:pt x="161392" y="123608"/>
                  </a:lnTo>
                  <a:lnTo>
                    <a:pt x="159922" y="118486"/>
                  </a:lnTo>
                  <a:lnTo>
                    <a:pt x="158289" y="113413"/>
                  </a:lnTo>
                  <a:lnTo>
                    <a:pt x="156495" y="108394"/>
                  </a:lnTo>
                  <a:lnTo>
                    <a:pt x="154542" y="103435"/>
                  </a:lnTo>
                  <a:lnTo>
                    <a:pt x="152431" y="98541"/>
                  </a:lnTo>
                  <a:lnTo>
                    <a:pt x="150166" y="93717"/>
                  </a:lnTo>
                  <a:lnTo>
                    <a:pt x="147749" y="88968"/>
                  </a:lnTo>
                  <a:lnTo>
                    <a:pt x="145181" y="84298"/>
                  </a:lnTo>
                  <a:lnTo>
                    <a:pt x="142465" y="79712"/>
                  </a:lnTo>
                  <a:lnTo>
                    <a:pt x="139605" y="75215"/>
                  </a:lnTo>
                  <a:lnTo>
                    <a:pt x="136603" y="70811"/>
                  </a:lnTo>
                  <a:lnTo>
                    <a:pt x="133462" y="66506"/>
                  </a:lnTo>
                  <a:lnTo>
                    <a:pt x="130185" y="62302"/>
                  </a:lnTo>
                  <a:lnTo>
                    <a:pt x="126776" y="58206"/>
                  </a:lnTo>
                  <a:lnTo>
                    <a:pt x="123239" y="54220"/>
                  </a:lnTo>
                  <a:lnTo>
                    <a:pt x="119576" y="50349"/>
                  </a:lnTo>
                  <a:lnTo>
                    <a:pt x="115791" y="46596"/>
                  </a:lnTo>
                  <a:lnTo>
                    <a:pt x="111889" y="42966"/>
                  </a:lnTo>
                  <a:lnTo>
                    <a:pt x="107873" y="39463"/>
                  </a:lnTo>
                  <a:lnTo>
                    <a:pt x="103747" y="36089"/>
                  </a:lnTo>
                  <a:lnTo>
                    <a:pt x="99516" y="32849"/>
                  </a:lnTo>
                  <a:lnTo>
                    <a:pt x="95184" y="29744"/>
                  </a:lnTo>
                  <a:lnTo>
                    <a:pt x="90755" y="26780"/>
                  </a:lnTo>
                  <a:lnTo>
                    <a:pt x="86233" y="23958"/>
                  </a:lnTo>
                  <a:lnTo>
                    <a:pt x="81624" y="21282"/>
                  </a:lnTo>
                  <a:lnTo>
                    <a:pt x="76933" y="18755"/>
                  </a:lnTo>
                  <a:lnTo>
                    <a:pt x="72163" y="16378"/>
                  </a:lnTo>
                  <a:lnTo>
                    <a:pt x="67319" y="14154"/>
                  </a:lnTo>
                  <a:lnTo>
                    <a:pt x="62407" y="12086"/>
                  </a:lnTo>
                  <a:lnTo>
                    <a:pt x="57432" y="10175"/>
                  </a:lnTo>
                  <a:lnTo>
                    <a:pt x="52398" y="8424"/>
                  </a:lnTo>
                  <a:lnTo>
                    <a:pt x="47311" y="6834"/>
                  </a:lnTo>
                  <a:lnTo>
                    <a:pt x="42177" y="5408"/>
                  </a:lnTo>
                  <a:lnTo>
                    <a:pt x="36999" y="4145"/>
                  </a:lnTo>
                  <a:lnTo>
                    <a:pt x="31783" y="3049"/>
                  </a:lnTo>
                  <a:lnTo>
                    <a:pt x="26535" y="2119"/>
                  </a:lnTo>
                  <a:lnTo>
                    <a:pt x="21261" y="1357"/>
                  </a:lnTo>
                  <a:lnTo>
                    <a:pt x="15964" y="764"/>
                  </a:lnTo>
                  <a:lnTo>
                    <a:pt x="10652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4624" y="1681503"/>
              <a:ext cx="28610" cy="167167"/>
            </a:xfrm>
            <a:custGeom>
              <a:avLst/>
              <a:pathLst>
                <a:path w="28610" h="167167">
                  <a:moveTo>
                    <a:pt x="28610" y="0"/>
                  </a:moveTo>
                  <a:lnTo>
                    <a:pt x="21424" y="154"/>
                  </a:lnTo>
                  <a:lnTo>
                    <a:pt x="14252" y="617"/>
                  </a:lnTo>
                  <a:lnTo>
                    <a:pt x="7106" y="1388"/>
                  </a:lnTo>
                  <a:lnTo>
                    <a:pt x="0" y="2466"/>
                  </a:lnTo>
                  <a:lnTo>
                    <a:pt x="2861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94624" y="1683969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68" y="1683969"/>
              <a:ext cx="334333" cy="331853"/>
            </a:xfrm>
            <a:custGeom>
              <a:avLst/>
              <a:pathLst>
                <a:path w="334333" h="331853">
                  <a:moveTo>
                    <a:pt x="138556" y="0"/>
                  </a:moveTo>
                  <a:lnTo>
                    <a:pt x="133344" y="990"/>
                  </a:lnTo>
                  <a:lnTo>
                    <a:pt x="128167" y="2146"/>
                  </a:lnTo>
                  <a:lnTo>
                    <a:pt x="123029" y="3465"/>
                  </a:lnTo>
                  <a:lnTo>
                    <a:pt x="117935" y="4947"/>
                  </a:lnTo>
                  <a:lnTo>
                    <a:pt x="112891" y="6589"/>
                  </a:lnTo>
                  <a:lnTo>
                    <a:pt x="107901" y="8391"/>
                  </a:lnTo>
                  <a:lnTo>
                    <a:pt x="102971" y="10351"/>
                  </a:lnTo>
                  <a:lnTo>
                    <a:pt x="98106" y="12465"/>
                  </a:lnTo>
                  <a:lnTo>
                    <a:pt x="93310" y="14733"/>
                  </a:lnTo>
                  <a:lnTo>
                    <a:pt x="88589" y="17152"/>
                  </a:lnTo>
                  <a:lnTo>
                    <a:pt x="83947" y="19720"/>
                  </a:lnTo>
                  <a:lnTo>
                    <a:pt x="79388" y="22433"/>
                  </a:lnTo>
                  <a:lnTo>
                    <a:pt x="74918" y="25290"/>
                  </a:lnTo>
                  <a:lnTo>
                    <a:pt x="70541" y="28287"/>
                  </a:lnTo>
                  <a:lnTo>
                    <a:pt x="66261" y="31422"/>
                  </a:lnTo>
                  <a:lnTo>
                    <a:pt x="62083" y="34691"/>
                  </a:lnTo>
                  <a:lnTo>
                    <a:pt x="58011" y="38091"/>
                  </a:lnTo>
                  <a:lnTo>
                    <a:pt x="54048" y="41618"/>
                  </a:lnTo>
                  <a:lnTo>
                    <a:pt x="50200" y="45269"/>
                  </a:lnTo>
                  <a:lnTo>
                    <a:pt x="46469" y="49041"/>
                  </a:lnTo>
                  <a:lnTo>
                    <a:pt x="42860" y="52929"/>
                  </a:lnTo>
                  <a:lnTo>
                    <a:pt x="39376" y="56929"/>
                  </a:lnTo>
                  <a:lnTo>
                    <a:pt x="36021" y="61039"/>
                  </a:lnTo>
                  <a:lnTo>
                    <a:pt x="32798" y="65252"/>
                  </a:lnTo>
                  <a:lnTo>
                    <a:pt x="29710" y="69566"/>
                  </a:lnTo>
                  <a:lnTo>
                    <a:pt x="26760" y="73975"/>
                  </a:lnTo>
                  <a:lnTo>
                    <a:pt x="23952" y="78476"/>
                  </a:lnTo>
                  <a:lnTo>
                    <a:pt x="21288" y="83064"/>
                  </a:lnTo>
                  <a:lnTo>
                    <a:pt x="18772" y="87734"/>
                  </a:lnTo>
                  <a:lnTo>
                    <a:pt x="16404" y="92481"/>
                  </a:lnTo>
                  <a:lnTo>
                    <a:pt x="14188" y="97301"/>
                  </a:lnTo>
                  <a:lnTo>
                    <a:pt x="12127" y="102189"/>
                  </a:lnTo>
                  <a:lnTo>
                    <a:pt x="10221" y="107140"/>
                  </a:lnTo>
                  <a:lnTo>
                    <a:pt x="8474" y="112149"/>
                  </a:lnTo>
                  <a:lnTo>
                    <a:pt x="6886" y="117211"/>
                  </a:lnTo>
                  <a:lnTo>
                    <a:pt x="5460" y="122320"/>
                  </a:lnTo>
                  <a:lnTo>
                    <a:pt x="4197" y="127473"/>
                  </a:lnTo>
                  <a:lnTo>
                    <a:pt x="3098" y="132662"/>
                  </a:lnTo>
                  <a:lnTo>
                    <a:pt x="2164" y="137885"/>
                  </a:lnTo>
                  <a:lnTo>
                    <a:pt x="1396" y="143134"/>
                  </a:lnTo>
                  <a:lnTo>
                    <a:pt x="795" y="148404"/>
                  </a:lnTo>
                  <a:lnTo>
                    <a:pt x="362" y="153692"/>
                  </a:lnTo>
                  <a:lnTo>
                    <a:pt x="97" y="158990"/>
                  </a:lnTo>
                  <a:lnTo>
                    <a:pt x="0" y="164294"/>
                  </a:lnTo>
                  <a:lnTo>
                    <a:pt x="71" y="169599"/>
                  </a:lnTo>
                  <a:lnTo>
                    <a:pt x="310" y="174898"/>
                  </a:lnTo>
                  <a:lnTo>
                    <a:pt x="718" y="180187"/>
                  </a:lnTo>
                  <a:lnTo>
                    <a:pt x="1293" y="185461"/>
                  </a:lnTo>
                  <a:lnTo>
                    <a:pt x="2035" y="190714"/>
                  </a:lnTo>
                  <a:lnTo>
                    <a:pt x="2944" y="195940"/>
                  </a:lnTo>
                  <a:lnTo>
                    <a:pt x="4018" y="201136"/>
                  </a:lnTo>
                  <a:lnTo>
                    <a:pt x="5256" y="206294"/>
                  </a:lnTo>
                  <a:lnTo>
                    <a:pt x="6657" y="211410"/>
                  </a:lnTo>
                  <a:lnTo>
                    <a:pt x="8220" y="216480"/>
                  </a:lnTo>
                  <a:lnTo>
                    <a:pt x="9943" y="221497"/>
                  </a:lnTo>
                  <a:lnTo>
                    <a:pt x="11825" y="226457"/>
                  </a:lnTo>
                  <a:lnTo>
                    <a:pt x="13863" y="231355"/>
                  </a:lnTo>
                  <a:lnTo>
                    <a:pt x="16055" y="236186"/>
                  </a:lnTo>
                  <a:lnTo>
                    <a:pt x="18399" y="240945"/>
                  </a:lnTo>
                  <a:lnTo>
                    <a:pt x="20893" y="245627"/>
                  </a:lnTo>
                  <a:lnTo>
                    <a:pt x="23535" y="250228"/>
                  </a:lnTo>
                  <a:lnTo>
                    <a:pt x="26321" y="254742"/>
                  </a:lnTo>
                  <a:lnTo>
                    <a:pt x="29249" y="259166"/>
                  </a:lnTo>
                  <a:lnTo>
                    <a:pt x="32316" y="263494"/>
                  </a:lnTo>
                  <a:lnTo>
                    <a:pt x="35518" y="267724"/>
                  </a:lnTo>
                  <a:lnTo>
                    <a:pt x="38854" y="271849"/>
                  </a:lnTo>
                  <a:lnTo>
                    <a:pt x="42318" y="275866"/>
                  </a:lnTo>
                  <a:lnTo>
                    <a:pt x="45908" y="279772"/>
                  </a:lnTo>
                  <a:lnTo>
                    <a:pt x="49621" y="283561"/>
                  </a:lnTo>
                  <a:lnTo>
                    <a:pt x="53451" y="287231"/>
                  </a:lnTo>
                  <a:lnTo>
                    <a:pt x="57397" y="290778"/>
                  </a:lnTo>
                  <a:lnTo>
                    <a:pt x="61452" y="294197"/>
                  </a:lnTo>
                  <a:lnTo>
                    <a:pt x="65615" y="297487"/>
                  </a:lnTo>
                  <a:lnTo>
                    <a:pt x="69879" y="300642"/>
                  </a:lnTo>
                  <a:lnTo>
                    <a:pt x="74242" y="303661"/>
                  </a:lnTo>
                  <a:lnTo>
                    <a:pt x="78698" y="306539"/>
                  </a:lnTo>
                  <a:lnTo>
                    <a:pt x="83243" y="309275"/>
                  </a:lnTo>
                  <a:lnTo>
                    <a:pt x="87872" y="311865"/>
                  </a:lnTo>
                  <a:lnTo>
                    <a:pt x="92582" y="314307"/>
                  </a:lnTo>
                  <a:lnTo>
                    <a:pt x="97367" y="316598"/>
                  </a:lnTo>
                  <a:lnTo>
                    <a:pt x="102221" y="318736"/>
                  </a:lnTo>
                  <a:lnTo>
                    <a:pt x="107142" y="320720"/>
                  </a:lnTo>
                  <a:lnTo>
                    <a:pt x="112123" y="322546"/>
                  </a:lnTo>
                  <a:lnTo>
                    <a:pt x="117159" y="324213"/>
                  </a:lnTo>
                  <a:lnTo>
                    <a:pt x="122245" y="325719"/>
                  </a:lnTo>
                  <a:lnTo>
                    <a:pt x="127377" y="327063"/>
                  </a:lnTo>
                  <a:lnTo>
                    <a:pt x="132549" y="328244"/>
                  </a:lnTo>
                  <a:lnTo>
                    <a:pt x="137756" y="329260"/>
                  </a:lnTo>
                  <a:lnTo>
                    <a:pt x="142992" y="330111"/>
                  </a:lnTo>
                  <a:lnTo>
                    <a:pt x="148253" y="330794"/>
                  </a:lnTo>
                  <a:lnTo>
                    <a:pt x="153533" y="331311"/>
                  </a:lnTo>
                  <a:lnTo>
                    <a:pt x="158826" y="331660"/>
                  </a:lnTo>
                  <a:lnTo>
                    <a:pt x="164128" y="331840"/>
                  </a:lnTo>
                  <a:lnTo>
                    <a:pt x="169433" y="331853"/>
                  </a:lnTo>
                  <a:lnTo>
                    <a:pt x="174735" y="331696"/>
                  </a:lnTo>
                  <a:lnTo>
                    <a:pt x="180031" y="331372"/>
                  </a:lnTo>
                  <a:lnTo>
                    <a:pt x="185313" y="330880"/>
                  </a:lnTo>
                  <a:lnTo>
                    <a:pt x="190576" y="330221"/>
                  </a:lnTo>
                  <a:lnTo>
                    <a:pt x="195817" y="329394"/>
                  </a:lnTo>
                  <a:lnTo>
                    <a:pt x="201028" y="328402"/>
                  </a:lnTo>
                  <a:lnTo>
                    <a:pt x="206205" y="327246"/>
                  </a:lnTo>
                  <a:lnTo>
                    <a:pt x="211343" y="325925"/>
                  </a:lnTo>
                  <a:lnTo>
                    <a:pt x="216437" y="324442"/>
                  </a:lnTo>
                  <a:lnTo>
                    <a:pt x="221481" y="322798"/>
                  </a:lnTo>
                  <a:lnTo>
                    <a:pt x="226470" y="320995"/>
                  </a:lnTo>
                  <a:lnTo>
                    <a:pt x="231399" y="319035"/>
                  </a:lnTo>
                  <a:lnTo>
                    <a:pt x="236264" y="316919"/>
                  </a:lnTo>
                  <a:lnTo>
                    <a:pt x="241059" y="314650"/>
                  </a:lnTo>
                  <a:lnTo>
                    <a:pt x="245780" y="312230"/>
                  </a:lnTo>
                  <a:lnTo>
                    <a:pt x="250421" y="309661"/>
                  </a:lnTo>
                  <a:lnTo>
                    <a:pt x="254979" y="306946"/>
                  </a:lnTo>
                  <a:lnTo>
                    <a:pt x="259448" y="304088"/>
                  </a:lnTo>
                  <a:lnTo>
                    <a:pt x="263825" y="301090"/>
                  </a:lnTo>
                  <a:lnTo>
                    <a:pt x="268104" y="297954"/>
                  </a:lnTo>
                  <a:lnTo>
                    <a:pt x="272281" y="294684"/>
                  </a:lnTo>
                  <a:lnTo>
                    <a:pt x="276353" y="291284"/>
                  </a:lnTo>
                  <a:lnTo>
                    <a:pt x="280314" y="287755"/>
                  </a:lnTo>
                  <a:lnTo>
                    <a:pt x="284162" y="284103"/>
                  </a:lnTo>
                  <a:lnTo>
                    <a:pt x="287892" y="280331"/>
                  </a:lnTo>
                  <a:lnTo>
                    <a:pt x="291500" y="276442"/>
                  </a:lnTo>
                  <a:lnTo>
                    <a:pt x="294983" y="272441"/>
                  </a:lnTo>
                  <a:lnTo>
                    <a:pt x="298337" y="268331"/>
                  </a:lnTo>
                  <a:lnTo>
                    <a:pt x="301559" y="264116"/>
                  </a:lnTo>
                  <a:lnTo>
                    <a:pt x="304646" y="259802"/>
                  </a:lnTo>
                  <a:lnTo>
                    <a:pt x="307594" y="255392"/>
                  </a:lnTo>
                  <a:lnTo>
                    <a:pt x="310401" y="250890"/>
                  </a:lnTo>
                  <a:lnTo>
                    <a:pt x="313064" y="246302"/>
                  </a:lnTo>
                  <a:lnTo>
                    <a:pt x="315580" y="241632"/>
                  </a:lnTo>
                  <a:lnTo>
                    <a:pt x="317946" y="236884"/>
                  </a:lnTo>
                  <a:lnTo>
                    <a:pt x="320161" y="232063"/>
                  </a:lnTo>
                  <a:lnTo>
                    <a:pt x="322221" y="227174"/>
                  </a:lnTo>
                  <a:lnTo>
                    <a:pt x="324125" y="222223"/>
                  </a:lnTo>
                  <a:lnTo>
                    <a:pt x="325872" y="217214"/>
                  </a:lnTo>
                  <a:lnTo>
                    <a:pt x="327458" y="212151"/>
                  </a:lnTo>
                  <a:lnTo>
                    <a:pt x="328883" y="207041"/>
                  </a:lnTo>
                  <a:lnTo>
                    <a:pt x="330145" y="201889"/>
                  </a:lnTo>
                  <a:lnTo>
                    <a:pt x="331243" y="196699"/>
                  </a:lnTo>
                  <a:lnTo>
                    <a:pt x="332176" y="191476"/>
                  </a:lnTo>
                  <a:lnTo>
                    <a:pt x="332942" y="186227"/>
                  </a:lnTo>
                  <a:lnTo>
                    <a:pt x="333542" y="180956"/>
                  </a:lnTo>
                  <a:lnTo>
                    <a:pt x="333974" y="175669"/>
                  </a:lnTo>
                  <a:lnTo>
                    <a:pt x="334238" y="170370"/>
                  </a:lnTo>
                  <a:lnTo>
                    <a:pt x="334333" y="165066"/>
                  </a:lnTo>
                  <a:lnTo>
                    <a:pt x="334261" y="159762"/>
                  </a:lnTo>
                  <a:lnTo>
                    <a:pt x="334020" y="154462"/>
                  </a:lnTo>
                  <a:lnTo>
                    <a:pt x="333611" y="149173"/>
                  </a:lnTo>
                  <a:lnTo>
                    <a:pt x="333035" y="143900"/>
                  </a:lnTo>
                  <a:lnTo>
                    <a:pt x="332291" y="138647"/>
                  </a:lnTo>
                  <a:lnTo>
                    <a:pt x="331381" y="133421"/>
                  </a:lnTo>
                  <a:lnTo>
                    <a:pt x="330306" y="128226"/>
                  </a:lnTo>
                  <a:lnTo>
                    <a:pt x="329067" y="123068"/>
                  </a:lnTo>
                  <a:lnTo>
                    <a:pt x="327664" y="117952"/>
                  </a:lnTo>
                  <a:lnTo>
                    <a:pt x="326100" y="112883"/>
                  </a:lnTo>
                  <a:lnTo>
                    <a:pt x="324376" y="107866"/>
                  </a:lnTo>
                  <a:lnTo>
                    <a:pt x="322493" y="102906"/>
                  </a:lnTo>
                  <a:lnTo>
                    <a:pt x="320454" y="98008"/>
                  </a:lnTo>
                  <a:lnTo>
                    <a:pt x="318261" y="93178"/>
                  </a:lnTo>
                  <a:lnTo>
                    <a:pt x="315915" y="88420"/>
                  </a:lnTo>
                  <a:lnTo>
                    <a:pt x="313420" y="83738"/>
                  </a:lnTo>
                  <a:lnTo>
                    <a:pt x="310777" y="79139"/>
                  </a:lnTo>
                  <a:lnTo>
                    <a:pt x="307990" y="74625"/>
                  </a:lnTo>
                  <a:lnTo>
                    <a:pt x="305061" y="70202"/>
                  </a:lnTo>
                  <a:lnTo>
                    <a:pt x="301993" y="65874"/>
                  </a:lnTo>
                  <a:lnTo>
                    <a:pt x="298790" y="61646"/>
                  </a:lnTo>
                  <a:lnTo>
                    <a:pt x="295453" y="57521"/>
                  </a:lnTo>
                  <a:lnTo>
                    <a:pt x="291988" y="53504"/>
                  </a:lnTo>
                  <a:lnTo>
                    <a:pt x="288397" y="49600"/>
                  </a:lnTo>
                  <a:lnTo>
                    <a:pt x="284683" y="45811"/>
                  </a:lnTo>
                  <a:lnTo>
                    <a:pt x="280852" y="42142"/>
                  </a:lnTo>
                  <a:lnTo>
                    <a:pt x="276906" y="38596"/>
                  </a:lnTo>
                  <a:lnTo>
                    <a:pt x="272849" y="35178"/>
                  </a:lnTo>
                  <a:lnTo>
                    <a:pt x="268686" y="31890"/>
                  </a:lnTo>
                  <a:lnTo>
                    <a:pt x="264421" y="28735"/>
                  </a:lnTo>
                  <a:lnTo>
                    <a:pt x="260058" y="25718"/>
                  </a:lnTo>
                  <a:lnTo>
                    <a:pt x="255601" y="22840"/>
                  </a:lnTo>
                  <a:lnTo>
                    <a:pt x="251055" y="20106"/>
                  </a:lnTo>
                  <a:lnTo>
                    <a:pt x="246425" y="17517"/>
                  </a:lnTo>
                  <a:lnTo>
                    <a:pt x="241715" y="15076"/>
                  </a:lnTo>
                  <a:lnTo>
                    <a:pt x="167166" y="1647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4548" cy="167167"/>
            </a:xfrm>
            <a:custGeom>
              <a:avLst/>
              <a:pathLst>
                <a:path w="74548" h="167167">
                  <a:moveTo>
                    <a:pt x="74548" y="17542"/>
                  </a:moveTo>
                  <a:lnTo>
                    <a:pt x="69182" y="14987"/>
                  </a:lnTo>
                  <a:lnTo>
                    <a:pt x="63728" y="12624"/>
                  </a:lnTo>
                  <a:lnTo>
                    <a:pt x="58194" y="10456"/>
                  </a:lnTo>
                  <a:lnTo>
                    <a:pt x="52586" y="8486"/>
                  </a:lnTo>
                  <a:lnTo>
                    <a:pt x="46912" y="6717"/>
                  </a:lnTo>
                  <a:lnTo>
                    <a:pt x="41179" y="5151"/>
                  </a:lnTo>
                  <a:lnTo>
                    <a:pt x="35393" y="3789"/>
                  </a:lnTo>
                  <a:lnTo>
                    <a:pt x="29563" y="2634"/>
                  </a:lnTo>
                  <a:lnTo>
                    <a:pt x="23695" y="1687"/>
                  </a:lnTo>
                  <a:lnTo>
                    <a:pt x="17797" y="950"/>
                  </a:lnTo>
                  <a:lnTo>
                    <a:pt x="11877" y="422"/>
                  </a:lnTo>
                  <a:lnTo>
                    <a:pt x="5942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78" y="1322571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4" y="333"/>
                  </a:lnTo>
                  <a:lnTo>
                    <a:pt x="151339" y="750"/>
                  </a:lnTo>
                  <a:lnTo>
                    <a:pt x="146089" y="1333"/>
                  </a:lnTo>
                  <a:lnTo>
                    <a:pt x="140861" y="2081"/>
                  </a:lnTo>
                  <a:lnTo>
                    <a:pt x="135659" y="2994"/>
                  </a:lnTo>
                  <a:lnTo>
                    <a:pt x="130488" y="4071"/>
                  </a:lnTo>
                  <a:lnTo>
                    <a:pt x="125354" y="5311"/>
                  </a:lnTo>
                  <a:lnTo>
                    <a:pt x="120262" y="6713"/>
                  </a:lnTo>
                  <a:lnTo>
                    <a:pt x="115217" y="8274"/>
                  </a:lnTo>
                  <a:lnTo>
                    <a:pt x="110223" y="9995"/>
                  </a:lnTo>
                  <a:lnTo>
                    <a:pt x="105287" y="11872"/>
                  </a:lnTo>
                  <a:lnTo>
                    <a:pt x="100412" y="13904"/>
                  </a:lnTo>
                  <a:lnTo>
                    <a:pt x="95603" y="16089"/>
                  </a:lnTo>
                  <a:lnTo>
                    <a:pt x="90866" y="18425"/>
                  </a:lnTo>
                  <a:lnTo>
                    <a:pt x="86206" y="20909"/>
                  </a:lnTo>
                  <a:lnTo>
                    <a:pt x="81626" y="23540"/>
                  </a:lnTo>
                  <a:lnTo>
                    <a:pt x="77131" y="26313"/>
                  </a:lnTo>
                  <a:lnTo>
                    <a:pt x="72726" y="29228"/>
                  </a:lnTo>
                  <a:lnTo>
                    <a:pt x="68416" y="32280"/>
                  </a:lnTo>
                  <a:lnTo>
                    <a:pt x="64204" y="35467"/>
                  </a:lnTo>
                  <a:lnTo>
                    <a:pt x="60095" y="38785"/>
                  </a:lnTo>
                  <a:lnTo>
                    <a:pt x="56093" y="42231"/>
                  </a:lnTo>
                  <a:lnTo>
                    <a:pt x="52201" y="45802"/>
                  </a:lnTo>
                  <a:lnTo>
                    <a:pt x="48425" y="49494"/>
                  </a:lnTo>
                  <a:lnTo>
                    <a:pt x="44767" y="53304"/>
                  </a:lnTo>
                  <a:lnTo>
                    <a:pt x="41231" y="57227"/>
                  </a:lnTo>
                  <a:lnTo>
                    <a:pt x="37821" y="61260"/>
                  </a:lnTo>
                  <a:lnTo>
                    <a:pt x="34540" y="65399"/>
                  </a:lnTo>
                  <a:lnTo>
                    <a:pt x="31391" y="69639"/>
                  </a:lnTo>
                  <a:lnTo>
                    <a:pt x="28378" y="73977"/>
                  </a:lnTo>
                  <a:lnTo>
                    <a:pt x="25503" y="78408"/>
                  </a:lnTo>
                  <a:lnTo>
                    <a:pt x="22770" y="82927"/>
                  </a:lnTo>
                  <a:lnTo>
                    <a:pt x="20181" y="87530"/>
                  </a:lnTo>
                  <a:lnTo>
                    <a:pt x="17738" y="92213"/>
                  </a:lnTo>
                  <a:lnTo>
                    <a:pt x="15445" y="96971"/>
                  </a:lnTo>
                  <a:lnTo>
                    <a:pt x="13303" y="101799"/>
                  </a:lnTo>
                  <a:lnTo>
                    <a:pt x="11315" y="106692"/>
                  </a:lnTo>
                  <a:lnTo>
                    <a:pt x="9482" y="111645"/>
                  </a:lnTo>
                  <a:lnTo>
                    <a:pt x="7807" y="116654"/>
                  </a:lnTo>
                  <a:lnTo>
                    <a:pt x="6291" y="121713"/>
                  </a:lnTo>
                  <a:lnTo>
                    <a:pt x="4935" y="126818"/>
                  </a:lnTo>
                  <a:lnTo>
                    <a:pt x="3742" y="131963"/>
                  </a:lnTo>
                  <a:lnTo>
                    <a:pt x="2711" y="137143"/>
                  </a:lnTo>
                  <a:lnTo>
                    <a:pt x="1845" y="142353"/>
                  </a:lnTo>
                  <a:lnTo>
                    <a:pt x="1143" y="147588"/>
                  </a:lnTo>
                  <a:lnTo>
                    <a:pt x="608" y="152842"/>
                  </a:lnTo>
                  <a:lnTo>
                    <a:pt x="238" y="158111"/>
                  </a:lnTo>
                  <a:lnTo>
                    <a:pt x="35" y="163388"/>
                  </a:lnTo>
                  <a:lnTo>
                    <a:pt x="0" y="168670"/>
                  </a:lnTo>
                  <a:lnTo>
                    <a:pt x="130" y="173950"/>
                  </a:lnTo>
                  <a:lnTo>
                    <a:pt x="428" y="179223"/>
                  </a:lnTo>
                  <a:lnTo>
                    <a:pt x="892" y="184484"/>
                  </a:lnTo>
                  <a:lnTo>
                    <a:pt x="1522" y="189728"/>
                  </a:lnTo>
                  <a:lnTo>
                    <a:pt x="2318" y="194949"/>
                  </a:lnTo>
                  <a:lnTo>
                    <a:pt x="3277" y="200143"/>
                  </a:lnTo>
                  <a:lnTo>
                    <a:pt x="4401" y="205303"/>
                  </a:lnTo>
                  <a:lnTo>
                    <a:pt x="5687" y="210426"/>
                  </a:lnTo>
                  <a:lnTo>
                    <a:pt x="7134" y="215505"/>
                  </a:lnTo>
                  <a:lnTo>
                    <a:pt x="8741" y="220537"/>
                  </a:lnTo>
                  <a:lnTo>
                    <a:pt x="10506" y="225515"/>
                  </a:lnTo>
                  <a:lnTo>
                    <a:pt x="12427" y="230434"/>
                  </a:lnTo>
                  <a:lnTo>
                    <a:pt x="14503" y="235291"/>
                  </a:lnTo>
                  <a:lnTo>
                    <a:pt x="16732" y="240079"/>
                  </a:lnTo>
                  <a:lnTo>
                    <a:pt x="19110" y="244795"/>
                  </a:lnTo>
                  <a:lnTo>
                    <a:pt x="21636" y="249433"/>
                  </a:lnTo>
                  <a:lnTo>
                    <a:pt x="24308" y="253989"/>
                  </a:lnTo>
                  <a:lnTo>
                    <a:pt x="27122" y="258459"/>
                  </a:lnTo>
                  <a:lnTo>
                    <a:pt x="30076" y="262837"/>
                  </a:lnTo>
                  <a:lnTo>
                    <a:pt x="33166" y="267120"/>
                  </a:lnTo>
                  <a:lnTo>
                    <a:pt x="36391" y="271303"/>
                  </a:lnTo>
                  <a:lnTo>
                    <a:pt x="39746" y="275382"/>
                  </a:lnTo>
                  <a:lnTo>
                    <a:pt x="43228" y="279353"/>
                  </a:lnTo>
                  <a:lnTo>
                    <a:pt x="46834" y="283212"/>
                  </a:lnTo>
                  <a:lnTo>
                    <a:pt x="50560" y="286955"/>
                  </a:lnTo>
                  <a:lnTo>
                    <a:pt x="54402" y="290579"/>
                  </a:lnTo>
                  <a:lnTo>
                    <a:pt x="58357" y="294080"/>
                  </a:lnTo>
                  <a:lnTo>
                    <a:pt x="62421" y="297453"/>
                  </a:lnTo>
                  <a:lnTo>
                    <a:pt x="66589" y="300697"/>
                  </a:lnTo>
                  <a:lnTo>
                    <a:pt x="70857" y="303808"/>
                  </a:lnTo>
                  <a:lnTo>
                    <a:pt x="75222" y="306782"/>
                  </a:lnTo>
                  <a:lnTo>
                    <a:pt x="79678" y="309616"/>
                  </a:lnTo>
                  <a:lnTo>
                    <a:pt x="84222" y="312309"/>
                  </a:lnTo>
                  <a:lnTo>
                    <a:pt x="88848" y="314856"/>
                  </a:lnTo>
                  <a:lnTo>
                    <a:pt x="93553" y="317257"/>
                  </a:lnTo>
                  <a:lnTo>
                    <a:pt x="98331" y="319507"/>
                  </a:lnTo>
                  <a:lnTo>
                    <a:pt x="103178" y="321605"/>
                  </a:lnTo>
                  <a:lnTo>
                    <a:pt x="108089" y="323550"/>
                  </a:lnTo>
                  <a:lnTo>
                    <a:pt x="113058" y="325338"/>
                  </a:lnTo>
                  <a:lnTo>
                    <a:pt x="118082" y="326968"/>
                  </a:lnTo>
                  <a:lnTo>
                    <a:pt x="123155" y="328438"/>
                  </a:lnTo>
                  <a:lnTo>
                    <a:pt x="128271" y="329748"/>
                  </a:lnTo>
                  <a:lnTo>
                    <a:pt x="133427" y="330895"/>
                  </a:lnTo>
                  <a:lnTo>
                    <a:pt x="138616" y="331879"/>
                  </a:lnTo>
                  <a:lnTo>
                    <a:pt x="143833" y="332699"/>
                  </a:lnTo>
                  <a:lnTo>
                    <a:pt x="149074" y="333353"/>
                  </a:lnTo>
                  <a:lnTo>
                    <a:pt x="154333" y="333842"/>
                  </a:lnTo>
                  <a:lnTo>
                    <a:pt x="159605" y="334164"/>
                  </a:lnTo>
                  <a:lnTo>
                    <a:pt x="164884" y="334319"/>
                  </a:lnTo>
                  <a:lnTo>
                    <a:pt x="170166" y="334307"/>
                  </a:lnTo>
                  <a:lnTo>
                    <a:pt x="175444" y="334129"/>
                  </a:lnTo>
                  <a:lnTo>
                    <a:pt x="180715" y="333784"/>
                  </a:lnTo>
                  <a:lnTo>
                    <a:pt x="185971" y="333273"/>
                  </a:lnTo>
                  <a:lnTo>
                    <a:pt x="191209" y="332595"/>
                  </a:lnTo>
                  <a:lnTo>
                    <a:pt x="196423" y="331753"/>
                  </a:lnTo>
                  <a:lnTo>
                    <a:pt x="201608" y="330747"/>
                  </a:lnTo>
                  <a:lnTo>
                    <a:pt x="206758" y="329577"/>
                  </a:lnTo>
                  <a:lnTo>
                    <a:pt x="211869" y="328245"/>
                  </a:lnTo>
                  <a:lnTo>
                    <a:pt x="216935" y="326752"/>
                  </a:lnTo>
                  <a:lnTo>
                    <a:pt x="221952" y="325100"/>
                  </a:lnTo>
                  <a:lnTo>
                    <a:pt x="226914" y="323290"/>
                  </a:lnTo>
                  <a:lnTo>
                    <a:pt x="231816" y="321325"/>
                  </a:lnTo>
                  <a:lnTo>
                    <a:pt x="236654" y="319205"/>
                  </a:lnTo>
                  <a:lnTo>
                    <a:pt x="241422" y="316934"/>
                  </a:lnTo>
                  <a:lnTo>
                    <a:pt x="246116" y="314513"/>
                  </a:lnTo>
                  <a:lnTo>
                    <a:pt x="250731" y="311945"/>
                  </a:lnTo>
                  <a:lnTo>
                    <a:pt x="255263" y="309233"/>
                  </a:lnTo>
                  <a:lnTo>
                    <a:pt x="259707" y="306379"/>
                  </a:lnTo>
                  <a:lnTo>
                    <a:pt x="264059" y="303386"/>
                  </a:lnTo>
                  <a:lnTo>
                    <a:pt x="268314" y="300257"/>
                  </a:lnTo>
                  <a:lnTo>
                    <a:pt x="272468" y="296995"/>
                  </a:lnTo>
                  <a:lnTo>
                    <a:pt x="276516" y="293603"/>
                  </a:lnTo>
                  <a:lnTo>
                    <a:pt x="280456" y="290086"/>
                  </a:lnTo>
                  <a:lnTo>
                    <a:pt x="284282" y="286445"/>
                  </a:lnTo>
                  <a:lnTo>
                    <a:pt x="287992" y="282686"/>
                  </a:lnTo>
                  <a:lnTo>
                    <a:pt x="291581" y="278811"/>
                  </a:lnTo>
                  <a:lnTo>
                    <a:pt x="295046" y="274825"/>
                  </a:lnTo>
                  <a:lnTo>
                    <a:pt x="298383" y="270731"/>
                  </a:lnTo>
                  <a:lnTo>
                    <a:pt x="301589" y="266534"/>
                  </a:lnTo>
                  <a:lnTo>
                    <a:pt x="304661" y="262238"/>
                  </a:lnTo>
                  <a:lnTo>
                    <a:pt x="307596" y="257847"/>
                  </a:lnTo>
                  <a:lnTo>
                    <a:pt x="310390" y="253365"/>
                  </a:lnTo>
                  <a:lnTo>
                    <a:pt x="313042" y="248797"/>
                  </a:lnTo>
                  <a:lnTo>
                    <a:pt x="315548" y="244148"/>
                  </a:lnTo>
                  <a:lnTo>
                    <a:pt x="317906" y="239422"/>
                  </a:lnTo>
                  <a:lnTo>
                    <a:pt x="320113" y="234624"/>
                  </a:lnTo>
                  <a:lnTo>
                    <a:pt x="322168" y="229758"/>
                  </a:lnTo>
                  <a:lnTo>
                    <a:pt x="324067" y="224830"/>
                  </a:lnTo>
                  <a:lnTo>
                    <a:pt x="325811" y="219845"/>
                  </a:lnTo>
                  <a:lnTo>
                    <a:pt x="327396" y="214806"/>
                  </a:lnTo>
                  <a:lnTo>
                    <a:pt x="328821" y="209721"/>
                  </a:lnTo>
                  <a:lnTo>
                    <a:pt x="330084" y="204593"/>
                  </a:lnTo>
                  <a:lnTo>
                    <a:pt x="331185" y="199427"/>
                  </a:lnTo>
                  <a:lnTo>
                    <a:pt x="332123" y="194229"/>
                  </a:lnTo>
                  <a:lnTo>
                    <a:pt x="332895" y="189005"/>
                  </a:lnTo>
                  <a:lnTo>
                    <a:pt x="333502" y="183758"/>
                  </a:lnTo>
                  <a:lnTo>
                    <a:pt x="333943" y="178495"/>
                  </a:lnTo>
                  <a:lnTo>
                    <a:pt x="334218" y="173221"/>
                  </a:lnTo>
                  <a:lnTo>
                    <a:pt x="334326" y="167940"/>
                  </a:lnTo>
                  <a:lnTo>
                    <a:pt x="334267" y="162659"/>
                  </a:lnTo>
                  <a:lnTo>
                    <a:pt x="334041" y="157382"/>
                  </a:lnTo>
                  <a:lnTo>
                    <a:pt x="333649" y="152115"/>
                  </a:lnTo>
                  <a:lnTo>
                    <a:pt x="333090" y="146863"/>
                  </a:lnTo>
                  <a:lnTo>
                    <a:pt x="332366" y="141632"/>
                  </a:lnTo>
                  <a:lnTo>
                    <a:pt x="331477" y="136425"/>
                  </a:lnTo>
                  <a:lnTo>
                    <a:pt x="330424" y="131250"/>
                  </a:lnTo>
                  <a:lnTo>
                    <a:pt x="329207" y="126110"/>
                  </a:lnTo>
                  <a:lnTo>
                    <a:pt x="327830" y="121012"/>
                  </a:lnTo>
                  <a:lnTo>
                    <a:pt x="326291" y="115959"/>
                  </a:lnTo>
                  <a:lnTo>
                    <a:pt x="324594" y="110958"/>
                  </a:lnTo>
                  <a:lnTo>
                    <a:pt x="322740" y="106012"/>
                  </a:lnTo>
                  <a:lnTo>
                    <a:pt x="320730" y="101128"/>
                  </a:lnTo>
                  <a:lnTo>
                    <a:pt x="318567" y="96309"/>
                  </a:lnTo>
                  <a:lnTo>
                    <a:pt x="316254" y="91562"/>
                  </a:lnTo>
                  <a:lnTo>
                    <a:pt x="313791" y="86890"/>
                  </a:lnTo>
                  <a:lnTo>
                    <a:pt x="311182" y="82298"/>
                  </a:lnTo>
                  <a:lnTo>
                    <a:pt x="308429" y="77790"/>
                  </a:lnTo>
                  <a:lnTo>
                    <a:pt x="305535" y="73372"/>
                  </a:lnTo>
                  <a:lnTo>
                    <a:pt x="302503" y="69048"/>
                  </a:lnTo>
                  <a:lnTo>
                    <a:pt x="299335" y="64821"/>
                  </a:lnTo>
                  <a:lnTo>
                    <a:pt x="296036" y="60697"/>
                  </a:lnTo>
                  <a:lnTo>
                    <a:pt x="292608" y="56679"/>
                  </a:lnTo>
                  <a:lnTo>
                    <a:pt x="289055" y="52771"/>
                  </a:lnTo>
                  <a:lnTo>
                    <a:pt x="285381" y="48977"/>
                  </a:lnTo>
                  <a:lnTo>
                    <a:pt x="281588" y="45301"/>
                  </a:lnTo>
                  <a:lnTo>
                    <a:pt x="277681" y="41747"/>
                  </a:lnTo>
                  <a:lnTo>
                    <a:pt x="273664" y="38319"/>
                  </a:lnTo>
                  <a:lnTo>
                    <a:pt x="269540" y="35018"/>
                  </a:lnTo>
                  <a:lnTo>
                    <a:pt x="265315" y="31850"/>
                  </a:lnTo>
                  <a:lnTo>
                    <a:pt x="260991" y="28817"/>
                  </a:lnTo>
                  <a:lnTo>
                    <a:pt x="256574" y="2592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8494"/>
              <a:ext cx="89413" cy="141245"/>
            </a:xfrm>
            <a:custGeom>
              <a:avLst/>
              <a:pathLst>
                <a:path w="89413" h="141245">
                  <a:moveTo>
                    <a:pt x="89413" y="0"/>
                  </a:moveTo>
                  <a:lnTo>
                    <a:pt x="0" y="1412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7541"/>
              <a:ext cx="89413" cy="142198"/>
            </a:xfrm>
            <a:custGeom>
              <a:avLst/>
              <a:pathLst>
                <a:path w="89413" h="142198">
                  <a:moveTo>
                    <a:pt x="89413" y="952"/>
                  </a:moveTo>
                  <a:lnTo>
                    <a:pt x="87889" y="0"/>
                  </a:lnTo>
                  <a:lnTo>
                    <a:pt x="0" y="1421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87889" cy="167167"/>
            </a:xfrm>
            <a:custGeom>
              <a:avLst/>
              <a:pathLst>
                <a:path w="87889" h="167167">
                  <a:moveTo>
                    <a:pt x="87889" y="24969"/>
                  </a:moveTo>
                  <a:lnTo>
                    <a:pt x="82918" y="22013"/>
                  </a:lnTo>
                  <a:lnTo>
                    <a:pt x="77847" y="19232"/>
                  </a:lnTo>
                  <a:lnTo>
                    <a:pt x="72682" y="16627"/>
                  </a:lnTo>
                  <a:lnTo>
                    <a:pt x="67431" y="14203"/>
                  </a:lnTo>
                  <a:lnTo>
                    <a:pt x="62099" y="11962"/>
                  </a:lnTo>
                  <a:lnTo>
                    <a:pt x="56693" y="9907"/>
                  </a:lnTo>
                  <a:lnTo>
                    <a:pt x="51219" y="8040"/>
                  </a:lnTo>
                  <a:lnTo>
                    <a:pt x="45683" y="6363"/>
                  </a:lnTo>
                  <a:lnTo>
                    <a:pt x="40093" y="4879"/>
                  </a:lnTo>
                  <a:lnTo>
                    <a:pt x="34455" y="3589"/>
                  </a:lnTo>
                  <a:lnTo>
                    <a:pt x="28776" y="2495"/>
                  </a:lnTo>
                  <a:lnTo>
                    <a:pt x="23062" y="1598"/>
                  </a:lnTo>
                  <a:lnTo>
                    <a:pt x="17321" y="899"/>
                  </a:lnTo>
                  <a:lnTo>
                    <a:pt x="11558" y="400"/>
                  </a:lnTo>
                  <a:lnTo>
                    <a:pt x="5782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7" y="1071028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80" y="755"/>
                  </a:lnTo>
                  <a:lnTo>
                    <a:pt x="146015" y="1341"/>
                  </a:lnTo>
                  <a:lnTo>
                    <a:pt x="140770" y="2094"/>
                  </a:lnTo>
                  <a:lnTo>
                    <a:pt x="135553" y="3013"/>
                  </a:lnTo>
                  <a:lnTo>
                    <a:pt x="130367" y="4097"/>
                  </a:lnTo>
                  <a:lnTo>
                    <a:pt x="125218" y="5344"/>
                  </a:lnTo>
                  <a:lnTo>
                    <a:pt x="120111" y="6754"/>
                  </a:lnTo>
                  <a:lnTo>
                    <a:pt x="115051" y="8326"/>
                  </a:lnTo>
                  <a:lnTo>
                    <a:pt x="110044" y="10056"/>
                  </a:lnTo>
                  <a:lnTo>
                    <a:pt x="105094" y="11945"/>
                  </a:lnTo>
                  <a:lnTo>
                    <a:pt x="100206" y="13989"/>
                  </a:lnTo>
                  <a:lnTo>
                    <a:pt x="95386" y="16188"/>
                  </a:lnTo>
                  <a:lnTo>
                    <a:pt x="90637" y="18538"/>
                  </a:lnTo>
                  <a:lnTo>
                    <a:pt x="85966" y="21037"/>
                  </a:lnTo>
                  <a:lnTo>
                    <a:pt x="81376" y="23683"/>
                  </a:lnTo>
                  <a:lnTo>
                    <a:pt x="76872" y="26473"/>
                  </a:lnTo>
                  <a:lnTo>
                    <a:pt x="72459" y="29405"/>
                  </a:lnTo>
                  <a:lnTo>
                    <a:pt x="68141" y="32475"/>
                  </a:lnTo>
                  <a:lnTo>
                    <a:pt x="63923" y="35680"/>
                  </a:lnTo>
                  <a:lnTo>
                    <a:pt x="59808" y="39017"/>
                  </a:lnTo>
                  <a:lnTo>
                    <a:pt x="55801" y="42483"/>
                  </a:lnTo>
                  <a:lnTo>
                    <a:pt x="51905" y="46074"/>
                  </a:lnTo>
                  <a:lnTo>
                    <a:pt x="48126" y="49787"/>
                  </a:lnTo>
                  <a:lnTo>
                    <a:pt x="44466" y="53618"/>
                  </a:lnTo>
                  <a:lnTo>
                    <a:pt x="40930" y="57562"/>
                  </a:lnTo>
                  <a:lnTo>
                    <a:pt x="37520" y="61617"/>
                  </a:lnTo>
                  <a:lnTo>
                    <a:pt x="34240" y="65778"/>
                  </a:lnTo>
                  <a:lnTo>
                    <a:pt x="31094" y="70041"/>
                  </a:lnTo>
                  <a:lnTo>
                    <a:pt x="28084" y="74401"/>
                  </a:lnTo>
                  <a:lnTo>
                    <a:pt x="25215" y="78855"/>
                  </a:lnTo>
                  <a:lnTo>
                    <a:pt x="22487" y="83397"/>
                  </a:lnTo>
                  <a:lnTo>
                    <a:pt x="19905" y="88023"/>
                  </a:lnTo>
                  <a:lnTo>
                    <a:pt x="17471" y="92729"/>
                  </a:lnTo>
                  <a:lnTo>
                    <a:pt x="15188" y="97509"/>
                  </a:lnTo>
                  <a:lnTo>
                    <a:pt x="13057" y="102360"/>
                  </a:lnTo>
                  <a:lnTo>
                    <a:pt x="11080" y="107275"/>
                  </a:lnTo>
                  <a:lnTo>
                    <a:pt x="9261" y="112251"/>
                  </a:lnTo>
                  <a:lnTo>
                    <a:pt x="7600" y="117282"/>
                  </a:lnTo>
                  <a:lnTo>
                    <a:pt x="6099" y="122363"/>
                  </a:lnTo>
                  <a:lnTo>
                    <a:pt x="4760" y="127489"/>
                  </a:lnTo>
                  <a:lnTo>
                    <a:pt x="3585" y="132655"/>
                  </a:lnTo>
                  <a:lnTo>
                    <a:pt x="2573" y="137856"/>
                  </a:lnTo>
                  <a:lnTo>
                    <a:pt x="1727" y="143086"/>
                  </a:lnTo>
                  <a:lnTo>
                    <a:pt x="1047" y="148340"/>
                  </a:lnTo>
                  <a:lnTo>
                    <a:pt x="534" y="153613"/>
                  </a:lnTo>
                  <a:lnTo>
                    <a:pt x="188" y="158900"/>
                  </a:lnTo>
                  <a:lnTo>
                    <a:pt x="10" y="164195"/>
                  </a:lnTo>
                  <a:lnTo>
                    <a:pt x="0" y="169493"/>
                  </a:lnTo>
                  <a:lnTo>
                    <a:pt x="157" y="174788"/>
                  </a:lnTo>
                  <a:lnTo>
                    <a:pt x="483" y="180077"/>
                  </a:lnTo>
                  <a:lnTo>
                    <a:pt x="975" y="185352"/>
                  </a:lnTo>
                  <a:lnTo>
                    <a:pt x="1635" y="190608"/>
                  </a:lnTo>
                  <a:lnTo>
                    <a:pt x="2461" y="195842"/>
                  </a:lnTo>
                  <a:lnTo>
                    <a:pt x="3452" y="201046"/>
                  </a:lnTo>
                  <a:lnTo>
                    <a:pt x="4608" y="206216"/>
                  </a:lnTo>
                  <a:lnTo>
                    <a:pt x="5927" y="211348"/>
                  </a:lnTo>
                  <a:lnTo>
                    <a:pt x="7408" y="216434"/>
                  </a:lnTo>
                  <a:lnTo>
                    <a:pt x="9050" y="221472"/>
                  </a:lnTo>
                  <a:lnTo>
                    <a:pt x="10850" y="226455"/>
                  </a:lnTo>
                  <a:lnTo>
                    <a:pt x="12807" y="231378"/>
                  </a:lnTo>
                  <a:lnTo>
                    <a:pt x="14920" y="236236"/>
                  </a:lnTo>
                  <a:lnTo>
                    <a:pt x="17185" y="241026"/>
                  </a:lnTo>
                  <a:lnTo>
                    <a:pt x="19601" y="245741"/>
                  </a:lnTo>
                  <a:lnTo>
                    <a:pt x="22165" y="250377"/>
                  </a:lnTo>
                  <a:lnTo>
                    <a:pt x="24874" y="254930"/>
                  </a:lnTo>
                  <a:lnTo>
                    <a:pt x="27727" y="259394"/>
                  </a:lnTo>
                  <a:lnTo>
                    <a:pt x="30719" y="263766"/>
                  </a:lnTo>
                  <a:lnTo>
                    <a:pt x="33849" y="268041"/>
                  </a:lnTo>
                  <a:lnTo>
                    <a:pt x="37113" y="272215"/>
                  </a:lnTo>
                  <a:lnTo>
                    <a:pt x="40507" y="276283"/>
                  </a:lnTo>
                  <a:lnTo>
                    <a:pt x="44028" y="280241"/>
                  </a:lnTo>
                  <a:lnTo>
                    <a:pt x="47673" y="284086"/>
                  </a:lnTo>
                  <a:lnTo>
                    <a:pt x="51438" y="287813"/>
                  </a:lnTo>
                  <a:lnTo>
                    <a:pt x="55319" y="291420"/>
                  </a:lnTo>
                  <a:lnTo>
                    <a:pt x="59313" y="294901"/>
                  </a:lnTo>
                  <a:lnTo>
                    <a:pt x="63415" y="298254"/>
                  </a:lnTo>
                  <a:lnTo>
                    <a:pt x="67621" y="301475"/>
                  </a:lnTo>
                  <a:lnTo>
                    <a:pt x="71927" y="304562"/>
                  </a:lnTo>
                  <a:lnTo>
                    <a:pt x="76329" y="307511"/>
                  </a:lnTo>
                  <a:lnTo>
                    <a:pt x="80822" y="310318"/>
                  </a:lnTo>
                  <a:lnTo>
                    <a:pt x="85401" y="312982"/>
                  </a:lnTo>
                  <a:lnTo>
                    <a:pt x="90063" y="315499"/>
                  </a:lnTo>
                  <a:lnTo>
                    <a:pt x="94802" y="317868"/>
                  </a:lnTo>
                  <a:lnTo>
                    <a:pt x="99614" y="320084"/>
                  </a:lnTo>
                  <a:lnTo>
                    <a:pt x="104494" y="322148"/>
                  </a:lnTo>
                  <a:lnTo>
                    <a:pt x="109437" y="324056"/>
                  </a:lnTo>
                  <a:lnTo>
                    <a:pt x="114437" y="325806"/>
                  </a:lnTo>
                  <a:lnTo>
                    <a:pt x="119491" y="327396"/>
                  </a:lnTo>
                  <a:lnTo>
                    <a:pt x="124592" y="328826"/>
                  </a:lnTo>
                  <a:lnTo>
                    <a:pt x="129736" y="330094"/>
                  </a:lnTo>
                  <a:lnTo>
                    <a:pt x="134918" y="331197"/>
                  </a:lnTo>
                  <a:lnTo>
                    <a:pt x="140132" y="332136"/>
                  </a:lnTo>
                  <a:lnTo>
                    <a:pt x="145374" y="332910"/>
                  </a:lnTo>
                  <a:lnTo>
                    <a:pt x="150637" y="333517"/>
                  </a:lnTo>
                  <a:lnTo>
                    <a:pt x="155916" y="333956"/>
                  </a:lnTo>
                  <a:lnTo>
                    <a:pt x="161207" y="334229"/>
                  </a:lnTo>
                  <a:lnTo>
                    <a:pt x="166504" y="334333"/>
                  </a:lnTo>
                  <a:lnTo>
                    <a:pt x="171802" y="334270"/>
                  </a:lnTo>
                  <a:lnTo>
                    <a:pt x="177095" y="334038"/>
                  </a:lnTo>
                  <a:lnTo>
                    <a:pt x="182378" y="333639"/>
                  </a:lnTo>
                  <a:lnTo>
                    <a:pt x="187646" y="333073"/>
                  </a:lnTo>
                  <a:lnTo>
                    <a:pt x="192893" y="332340"/>
                  </a:lnTo>
                  <a:lnTo>
                    <a:pt x="198114" y="331442"/>
                  </a:lnTo>
                  <a:lnTo>
                    <a:pt x="203304" y="330378"/>
                  </a:lnTo>
                  <a:lnTo>
                    <a:pt x="208458" y="329150"/>
                  </a:lnTo>
                  <a:lnTo>
                    <a:pt x="213570" y="327760"/>
                  </a:lnTo>
                  <a:lnTo>
                    <a:pt x="218636" y="326209"/>
                  </a:lnTo>
                  <a:lnTo>
                    <a:pt x="223650" y="324497"/>
                  </a:lnTo>
                  <a:lnTo>
                    <a:pt x="228607" y="322628"/>
                  </a:lnTo>
                  <a:lnTo>
                    <a:pt x="233503" y="320602"/>
                  </a:lnTo>
                  <a:lnTo>
                    <a:pt x="238332" y="318422"/>
                  </a:lnTo>
                  <a:lnTo>
                    <a:pt x="243089" y="316091"/>
                  </a:lnTo>
                  <a:lnTo>
                    <a:pt x="247770" y="313610"/>
                  </a:lnTo>
                  <a:lnTo>
                    <a:pt x="252370" y="310981"/>
                  </a:lnTo>
                  <a:lnTo>
                    <a:pt x="256885" y="308209"/>
                  </a:lnTo>
                  <a:lnTo>
                    <a:pt x="261309" y="305294"/>
                  </a:lnTo>
                  <a:lnTo>
                    <a:pt x="265639" y="302241"/>
                  </a:lnTo>
                  <a:lnTo>
                    <a:pt x="269870" y="299052"/>
                  </a:lnTo>
                  <a:lnTo>
                    <a:pt x="273998" y="295731"/>
                  </a:lnTo>
                  <a:lnTo>
                    <a:pt x="278018" y="292281"/>
                  </a:lnTo>
                  <a:lnTo>
                    <a:pt x="281927" y="288704"/>
                  </a:lnTo>
                  <a:lnTo>
                    <a:pt x="285721" y="285006"/>
                  </a:lnTo>
                  <a:lnTo>
                    <a:pt x="289395" y="281190"/>
                  </a:lnTo>
                  <a:lnTo>
                    <a:pt x="292947" y="277259"/>
                  </a:lnTo>
                  <a:lnTo>
                    <a:pt x="296373" y="273217"/>
                  </a:lnTo>
                  <a:lnTo>
                    <a:pt x="299668" y="269069"/>
                  </a:lnTo>
                  <a:lnTo>
                    <a:pt x="302831" y="264818"/>
                  </a:lnTo>
                  <a:lnTo>
                    <a:pt x="305857" y="260470"/>
                  </a:lnTo>
                  <a:lnTo>
                    <a:pt x="308744" y="256027"/>
                  </a:lnTo>
                  <a:lnTo>
                    <a:pt x="311489" y="251496"/>
                  </a:lnTo>
                  <a:lnTo>
                    <a:pt x="314089" y="246880"/>
                  </a:lnTo>
                  <a:lnTo>
                    <a:pt x="316541" y="242183"/>
                  </a:lnTo>
                  <a:lnTo>
                    <a:pt x="318843" y="237412"/>
                  </a:lnTo>
                  <a:lnTo>
                    <a:pt x="320993" y="232569"/>
                  </a:lnTo>
                  <a:lnTo>
                    <a:pt x="322988" y="227661"/>
                  </a:lnTo>
                  <a:lnTo>
                    <a:pt x="324827" y="222693"/>
                  </a:lnTo>
                  <a:lnTo>
                    <a:pt x="326508" y="217668"/>
                  </a:lnTo>
                  <a:lnTo>
                    <a:pt x="328028" y="212593"/>
                  </a:lnTo>
                  <a:lnTo>
                    <a:pt x="329387" y="207472"/>
                  </a:lnTo>
                  <a:lnTo>
                    <a:pt x="330582" y="202311"/>
                  </a:lnTo>
                  <a:lnTo>
                    <a:pt x="331614" y="197114"/>
                  </a:lnTo>
                  <a:lnTo>
                    <a:pt x="332480" y="191888"/>
                  </a:lnTo>
                  <a:lnTo>
                    <a:pt x="333181" y="186636"/>
                  </a:lnTo>
                  <a:lnTo>
                    <a:pt x="333714" y="181365"/>
                  </a:lnTo>
                  <a:lnTo>
                    <a:pt x="334080" y="176080"/>
                  </a:lnTo>
                  <a:lnTo>
                    <a:pt x="334279" y="170785"/>
                  </a:lnTo>
                  <a:lnTo>
                    <a:pt x="334310" y="165487"/>
                  </a:lnTo>
                  <a:lnTo>
                    <a:pt x="334173" y="160191"/>
                  </a:lnTo>
                  <a:lnTo>
                    <a:pt x="333868" y="154902"/>
                  </a:lnTo>
                  <a:lnTo>
                    <a:pt x="333395" y="149625"/>
                  </a:lnTo>
                  <a:lnTo>
                    <a:pt x="332756" y="144366"/>
                  </a:lnTo>
                  <a:lnTo>
                    <a:pt x="331950" y="139129"/>
                  </a:lnTo>
                  <a:lnTo>
                    <a:pt x="330979" y="13392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4950"/>
              <a:ext cx="163828" cy="33245"/>
            </a:xfrm>
            <a:custGeom>
              <a:avLst/>
              <a:pathLst>
                <a:path w="163828" h="33245">
                  <a:moveTo>
                    <a:pt x="163828" y="0"/>
                  </a:moveTo>
                  <a:lnTo>
                    <a:pt x="0" y="332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99685"/>
              <a:ext cx="163828" cy="38510"/>
            </a:xfrm>
            <a:custGeom>
              <a:avLst/>
              <a:pathLst>
                <a:path w="163828" h="38510">
                  <a:moveTo>
                    <a:pt x="163828" y="5265"/>
                  </a:moveTo>
                  <a:lnTo>
                    <a:pt x="162671" y="0"/>
                  </a:lnTo>
                  <a:lnTo>
                    <a:pt x="0" y="385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2671" cy="167167"/>
            </a:xfrm>
            <a:custGeom>
              <a:avLst/>
              <a:pathLst>
                <a:path w="162671" h="167167">
                  <a:moveTo>
                    <a:pt x="162671" y="128656"/>
                  </a:moveTo>
                  <a:lnTo>
                    <a:pt x="161327" y="123367"/>
                  </a:lnTo>
                  <a:lnTo>
                    <a:pt x="159812" y="118126"/>
                  </a:lnTo>
                  <a:lnTo>
                    <a:pt x="158126" y="112936"/>
                  </a:lnTo>
                  <a:lnTo>
                    <a:pt x="156272" y="107804"/>
                  </a:lnTo>
                  <a:lnTo>
                    <a:pt x="154251" y="102736"/>
                  </a:lnTo>
                  <a:lnTo>
                    <a:pt x="152066" y="97736"/>
                  </a:lnTo>
                  <a:lnTo>
                    <a:pt x="149719" y="92810"/>
                  </a:lnTo>
                  <a:lnTo>
                    <a:pt x="147213" y="87963"/>
                  </a:lnTo>
                  <a:lnTo>
                    <a:pt x="144549" y="83201"/>
                  </a:lnTo>
                  <a:lnTo>
                    <a:pt x="141732" y="78528"/>
                  </a:lnTo>
                  <a:lnTo>
                    <a:pt x="138764" y="73949"/>
                  </a:lnTo>
                  <a:lnTo>
                    <a:pt x="135647" y="69470"/>
                  </a:lnTo>
                  <a:lnTo>
                    <a:pt x="132387" y="65095"/>
                  </a:lnTo>
                  <a:lnTo>
                    <a:pt x="128985" y="60829"/>
                  </a:lnTo>
                  <a:lnTo>
                    <a:pt x="125446" y="56676"/>
                  </a:lnTo>
                  <a:lnTo>
                    <a:pt x="121773" y="52641"/>
                  </a:lnTo>
                  <a:lnTo>
                    <a:pt x="117970" y="48728"/>
                  </a:lnTo>
                  <a:lnTo>
                    <a:pt x="114042" y="44941"/>
                  </a:lnTo>
                  <a:lnTo>
                    <a:pt x="109992" y="41284"/>
                  </a:lnTo>
                  <a:lnTo>
                    <a:pt x="105825" y="37761"/>
                  </a:lnTo>
                  <a:lnTo>
                    <a:pt x="101545" y="34376"/>
                  </a:lnTo>
                  <a:lnTo>
                    <a:pt x="97157" y="31133"/>
                  </a:lnTo>
                  <a:lnTo>
                    <a:pt x="92666" y="28034"/>
                  </a:lnTo>
                  <a:lnTo>
                    <a:pt x="88076" y="25084"/>
                  </a:lnTo>
                  <a:lnTo>
                    <a:pt x="83392" y="22285"/>
                  </a:lnTo>
                  <a:lnTo>
                    <a:pt x="78619" y="19641"/>
                  </a:lnTo>
                  <a:lnTo>
                    <a:pt x="73762" y="17154"/>
                  </a:lnTo>
                  <a:lnTo>
                    <a:pt x="68827" y="14826"/>
                  </a:lnTo>
                  <a:lnTo>
                    <a:pt x="63819" y="12661"/>
                  </a:lnTo>
                  <a:lnTo>
                    <a:pt x="58742" y="10660"/>
                  </a:lnTo>
                  <a:lnTo>
                    <a:pt x="53603" y="8827"/>
                  </a:lnTo>
                  <a:lnTo>
                    <a:pt x="48407" y="7162"/>
                  </a:lnTo>
                  <a:lnTo>
                    <a:pt x="43159" y="5667"/>
                  </a:lnTo>
                  <a:lnTo>
                    <a:pt x="37865" y="4344"/>
                  </a:lnTo>
                  <a:lnTo>
                    <a:pt x="32531" y="3195"/>
                  </a:lnTo>
                  <a:lnTo>
                    <a:pt x="27162" y="2221"/>
                  </a:lnTo>
                  <a:lnTo>
                    <a:pt x="21764" y="1422"/>
                  </a:lnTo>
                  <a:lnTo>
                    <a:pt x="16344" y="800"/>
                  </a:lnTo>
                  <a:lnTo>
                    <a:pt x="10905" y="356"/>
                  </a:lnTo>
                  <a:lnTo>
                    <a:pt x="545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7448" y="941493"/>
              <a:ext cx="126095" cy="167167"/>
            </a:xfrm>
            <a:custGeom>
              <a:avLst/>
              <a:pathLst>
                <a:path w="126095" h="167167">
                  <a:moveTo>
                    <a:pt x="126095" y="0"/>
                  </a:moveTo>
                  <a:lnTo>
                    <a:pt x="120602" y="90"/>
                  </a:lnTo>
                  <a:lnTo>
                    <a:pt x="115114" y="361"/>
                  </a:lnTo>
                  <a:lnTo>
                    <a:pt x="109638" y="812"/>
                  </a:lnTo>
                  <a:lnTo>
                    <a:pt x="104180" y="1442"/>
                  </a:lnTo>
                  <a:lnTo>
                    <a:pt x="98745" y="2252"/>
                  </a:lnTo>
                  <a:lnTo>
                    <a:pt x="93341" y="3240"/>
                  </a:lnTo>
                  <a:lnTo>
                    <a:pt x="87971" y="4405"/>
                  </a:lnTo>
                  <a:lnTo>
                    <a:pt x="82643" y="5746"/>
                  </a:lnTo>
                  <a:lnTo>
                    <a:pt x="77361" y="7261"/>
                  </a:lnTo>
                  <a:lnTo>
                    <a:pt x="72133" y="8949"/>
                  </a:lnTo>
                  <a:lnTo>
                    <a:pt x="66962" y="10808"/>
                  </a:lnTo>
                  <a:lnTo>
                    <a:pt x="61856" y="12835"/>
                  </a:lnTo>
                  <a:lnTo>
                    <a:pt x="56819" y="15030"/>
                  </a:lnTo>
                  <a:lnTo>
                    <a:pt x="51856" y="17389"/>
                  </a:lnTo>
                  <a:lnTo>
                    <a:pt x="46974" y="19909"/>
                  </a:lnTo>
                  <a:lnTo>
                    <a:pt x="42178" y="22589"/>
                  </a:lnTo>
                  <a:lnTo>
                    <a:pt x="37472" y="25425"/>
                  </a:lnTo>
                  <a:lnTo>
                    <a:pt x="32861" y="28414"/>
                  </a:lnTo>
                  <a:lnTo>
                    <a:pt x="28352" y="31553"/>
                  </a:lnTo>
                  <a:lnTo>
                    <a:pt x="23948" y="34838"/>
                  </a:lnTo>
                  <a:lnTo>
                    <a:pt x="19654" y="38267"/>
                  </a:lnTo>
                  <a:lnTo>
                    <a:pt x="15476" y="41834"/>
                  </a:lnTo>
                  <a:lnTo>
                    <a:pt x="11417" y="45537"/>
                  </a:lnTo>
                  <a:lnTo>
                    <a:pt x="7481" y="49372"/>
                  </a:lnTo>
                  <a:lnTo>
                    <a:pt x="3674" y="53333"/>
                  </a:lnTo>
                  <a:lnTo>
                    <a:pt x="0" y="57418"/>
                  </a:lnTo>
                  <a:lnTo>
                    <a:pt x="12609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7448" y="998911"/>
              <a:ext cx="126095" cy="109748"/>
            </a:xfrm>
            <a:custGeom>
              <a:avLst/>
              <a:pathLst>
                <a:path w="126095" h="109748">
                  <a:moveTo>
                    <a:pt x="0" y="0"/>
                  </a:moveTo>
                  <a:lnTo>
                    <a:pt x="126095" y="1097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94" y="983602"/>
              <a:ext cx="334303" cy="292225"/>
            </a:xfrm>
            <a:custGeom>
              <a:avLst/>
              <a:pathLst>
                <a:path w="334303" h="292225">
                  <a:moveTo>
                    <a:pt x="41053" y="15308"/>
                  </a:moveTo>
                  <a:lnTo>
                    <a:pt x="37630" y="19370"/>
                  </a:lnTo>
                  <a:lnTo>
                    <a:pt x="34338" y="23538"/>
                  </a:lnTo>
                  <a:lnTo>
                    <a:pt x="31179" y="27809"/>
                  </a:lnTo>
                  <a:lnTo>
                    <a:pt x="28158" y="32178"/>
                  </a:lnTo>
                  <a:lnTo>
                    <a:pt x="25277" y="36641"/>
                  </a:lnTo>
                  <a:lnTo>
                    <a:pt x="22540" y="41193"/>
                  </a:lnTo>
                  <a:lnTo>
                    <a:pt x="19948" y="45830"/>
                  </a:lnTo>
                  <a:lnTo>
                    <a:pt x="17506" y="50547"/>
                  </a:lnTo>
                  <a:lnTo>
                    <a:pt x="15214" y="55339"/>
                  </a:lnTo>
                  <a:lnTo>
                    <a:pt x="13075" y="60201"/>
                  </a:lnTo>
                  <a:lnTo>
                    <a:pt x="11093" y="65129"/>
                  </a:lnTo>
                  <a:lnTo>
                    <a:pt x="9267" y="70118"/>
                  </a:lnTo>
                  <a:lnTo>
                    <a:pt x="7602" y="75162"/>
                  </a:lnTo>
                  <a:lnTo>
                    <a:pt x="6097" y="80256"/>
                  </a:lnTo>
                  <a:lnTo>
                    <a:pt x="4755" y="85395"/>
                  </a:lnTo>
                  <a:lnTo>
                    <a:pt x="3577" y="90575"/>
                  </a:lnTo>
                  <a:lnTo>
                    <a:pt x="2564" y="95789"/>
                  </a:lnTo>
                  <a:lnTo>
                    <a:pt x="1717" y="101033"/>
                  </a:lnTo>
                  <a:lnTo>
                    <a:pt x="1037" y="106301"/>
                  </a:lnTo>
                  <a:lnTo>
                    <a:pt x="525" y="111588"/>
                  </a:lnTo>
                  <a:lnTo>
                    <a:pt x="181" y="116889"/>
                  </a:lnTo>
                  <a:lnTo>
                    <a:pt x="6" y="122198"/>
                  </a:lnTo>
                  <a:lnTo>
                    <a:pt x="0" y="127510"/>
                  </a:lnTo>
                  <a:lnTo>
                    <a:pt x="162" y="132819"/>
                  </a:lnTo>
                  <a:lnTo>
                    <a:pt x="493" y="138121"/>
                  </a:lnTo>
                  <a:lnTo>
                    <a:pt x="992" y="143409"/>
                  </a:lnTo>
                  <a:lnTo>
                    <a:pt x="1659" y="148679"/>
                  </a:lnTo>
                  <a:lnTo>
                    <a:pt x="2493" y="153925"/>
                  </a:lnTo>
                  <a:lnTo>
                    <a:pt x="3493" y="159142"/>
                  </a:lnTo>
                  <a:lnTo>
                    <a:pt x="4659" y="164324"/>
                  </a:lnTo>
                  <a:lnTo>
                    <a:pt x="5988" y="169467"/>
                  </a:lnTo>
                  <a:lnTo>
                    <a:pt x="7481" y="174565"/>
                  </a:lnTo>
                  <a:lnTo>
                    <a:pt x="9134" y="179613"/>
                  </a:lnTo>
                  <a:lnTo>
                    <a:pt x="10947" y="184606"/>
                  </a:lnTo>
                  <a:lnTo>
                    <a:pt x="12918" y="189538"/>
                  </a:lnTo>
                  <a:lnTo>
                    <a:pt x="15045" y="194406"/>
                  </a:lnTo>
                  <a:lnTo>
                    <a:pt x="17325" y="199203"/>
                  </a:lnTo>
                  <a:lnTo>
                    <a:pt x="19756" y="203926"/>
                  </a:lnTo>
                  <a:lnTo>
                    <a:pt x="22336" y="208569"/>
                  </a:lnTo>
                  <a:lnTo>
                    <a:pt x="25063" y="213128"/>
                  </a:lnTo>
                  <a:lnTo>
                    <a:pt x="27933" y="217598"/>
                  </a:lnTo>
                  <a:lnTo>
                    <a:pt x="30943" y="221974"/>
                  </a:lnTo>
                  <a:lnTo>
                    <a:pt x="34091" y="226253"/>
                  </a:lnTo>
                  <a:lnTo>
                    <a:pt x="37373" y="230429"/>
                  </a:lnTo>
                  <a:lnTo>
                    <a:pt x="40787" y="234499"/>
                  </a:lnTo>
                  <a:lnTo>
                    <a:pt x="44327" y="238459"/>
                  </a:lnTo>
                  <a:lnTo>
                    <a:pt x="47992" y="242304"/>
                  </a:lnTo>
                  <a:lnTo>
                    <a:pt x="51778" y="246030"/>
                  </a:lnTo>
                  <a:lnTo>
                    <a:pt x="55679" y="249635"/>
                  </a:lnTo>
                  <a:lnTo>
                    <a:pt x="59694" y="253113"/>
                  </a:lnTo>
                  <a:lnTo>
                    <a:pt x="63817" y="256463"/>
                  </a:lnTo>
                  <a:lnTo>
                    <a:pt x="68044" y="259679"/>
                  </a:lnTo>
                  <a:lnTo>
                    <a:pt x="72371" y="262760"/>
                  </a:lnTo>
                  <a:lnTo>
                    <a:pt x="76794" y="265702"/>
                  </a:lnTo>
                  <a:lnTo>
                    <a:pt x="81308" y="268502"/>
                  </a:lnTo>
                  <a:lnTo>
                    <a:pt x="85909" y="271156"/>
                  </a:lnTo>
                  <a:lnTo>
                    <a:pt x="90591" y="273664"/>
                  </a:lnTo>
                  <a:lnTo>
                    <a:pt x="95352" y="276021"/>
                  </a:lnTo>
                  <a:lnTo>
                    <a:pt x="100184" y="278226"/>
                  </a:lnTo>
                  <a:lnTo>
                    <a:pt x="105084" y="280276"/>
                  </a:lnTo>
                  <a:lnTo>
                    <a:pt x="110047" y="282170"/>
                  </a:lnTo>
                  <a:lnTo>
                    <a:pt x="115068" y="283905"/>
                  </a:lnTo>
                  <a:lnTo>
                    <a:pt x="120141" y="285479"/>
                  </a:lnTo>
                  <a:lnTo>
                    <a:pt x="125261" y="286892"/>
                  </a:lnTo>
                  <a:lnTo>
                    <a:pt x="130424" y="288141"/>
                  </a:lnTo>
                  <a:lnTo>
                    <a:pt x="135624" y="289225"/>
                  </a:lnTo>
                  <a:lnTo>
                    <a:pt x="140856" y="290144"/>
                  </a:lnTo>
                  <a:lnTo>
                    <a:pt x="146114" y="290896"/>
                  </a:lnTo>
                  <a:lnTo>
                    <a:pt x="151394" y="291481"/>
                  </a:lnTo>
                  <a:lnTo>
                    <a:pt x="156690" y="291897"/>
                  </a:lnTo>
                  <a:lnTo>
                    <a:pt x="161996" y="292145"/>
                  </a:lnTo>
                  <a:lnTo>
                    <a:pt x="167307" y="292225"/>
                  </a:lnTo>
                  <a:lnTo>
                    <a:pt x="172618" y="292135"/>
                  </a:lnTo>
                  <a:lnTo>
                    <a:pt x="177923" y="291877"/>
                  </a:lnTo>
                  <a:lnTo>
                    <a:pt x="183218" y="291451"/>
                  </a:lnTo>
                  <a:lnTo>
                    <a:pt x="188497" y="290856"/>
                  </a:lnTo>
                  <a:lnTo>
                    <a:pt x="193754" y="290094"/>
                  </a:lnTo>
                  <a:lnTo>
                    <a:pt x="198984" y="289166"/>
                  </a:lnTo>
                  <a:lnTo>
                    <a:pt x="204181" y="288071"/>
                  </a:lnTo>
                  <a:lnTo>
                    <a:pt x="209342" y="286812"/>
                  </a:lnTo>
                  <a:lnTo>
                    <a:pt x="214460" y="285390"/>
                  </a:lnTo>
                  <a:lnTo>
                    <a:pt x="219530" y="283806"/>
                  </a:lnTo>
                  <a:lnTo>
                    <a:pt x="224547" y="282062"/>
                  </a:lnTo>
                  <a:lnTo>
                    <a:pt x="229507" y="280159"/>
                  </a:lnTo>
                  <a:lnTo>
                    <a:pt x="234403" y="278099"/>
                  </a:lnTo>
                  <a:lnTo>
                    <a:pt x="239231" y="275885"/>
                  </a:lnTo>
                  <a:lnTo>
                    <a:pt x="243987" y="273519"/>
                  </a:lnTo>
                  <a:lnTo>
                    <a:pt x="248665" y="271003"/>
                  </a:lnTo>
                  <a:lnTo>
                    <a:pt x="253261" y="268339"/>
                  </a:lnTo>
                  <a:lnTo>
                    <a:pt x="257770" y="265531"/>
                  </a:lnTo>
                  <a:lnTo>
                    <a:pt x="262187" y="262581"/>
                  </a:lnTo>
                  <a:lnTo>
                    <a:pt x="266508" y="259492"/>
                  </a:lnTo>
                  <a:lnTo>
                    <a:pt x="270729" y="256267"/>
                  </a:lnTo>
                  <a:lnTo>
                    <a:pt x="274846" y="252910"/>
                  </a:lnTo>
                  <a:lnTo>
                    <a:pt x="278854" y="249424"/>
                  </a:lnTo>
                  <a:lnTo>
                    <a:pt x="282748" y="245812"/>
                  </a:lnTo>
                  <a:lnTo>
                    <a:pt x="286527" y="242078"/>
                  </a:lnTo>
                  <a:lnTo>
                    <a:pt x="290184" y="238226"/>
                  </a:lnTo>
                  <a:lnTo>
                    <a:pt x="293718" y="234260"/>
                  </a:lnTo>
                  <a:lnTo>
                    <a:pt x="297123" y="230184"/>
                  </a:lnTo>
                  <a:lnTo>
                    <a:pt x="300398" y="226001"/>
                  </a:lnTo>
                  <a:lnTo>
                    <a:pt x="303538" y="221717"/>
                  </a:lnTo>
                  <a:lnTo>
                    <a:pt x="306540" y="217335"/>
                  </a:lnTo>
                  <a:lnTo>
                    <a:pt x="309401" y="212859"/>
                  </a:lnTo>
                  <a:lnTo>
                    <a:pt x="312119" y="208296"/>
                  </a:lnTo>
                  <a:lnTo>
                    <a:pt x="314691" y="203648"/>
                  </a:lnTo>
                  <a:lnTo>
                    <a:pt x="317113" y="198920"/>
                  </a:lnTo>
                  <a:lnTo>
                    <a:pt x="319384" y="194118"/>
                  </a:lnTo>
                  <a:lnTo>
                    <a:pt x="321501" y="189247"/>
                  </a:lnTo>
                  <a:lnTo>
                    <a:pt x="323463" y="184310"/>
                  </a:lnTo>
                  <a:lnTo>
                    <a:pt x="325266" y="179314"/>
                  </a:lnTo>
                  <a:lnTo>
                    <a:pt x="326910" y="174263"/>
                  </a:lnTo>
                  <a:lnTo>
                    <a:pt x="328393" y="169162"/>
                  </a:lnTo>
                  <a:lnTo>
                    <a:pt x="329713" y="164017"/>
                  </a:lnTo>
                  <a:lnTo>
                    <a:pt x="330869" y="158833"/>
                  </a:lnTo>
                  <a:lnTo>
                    <a:pt x="331859" y="153614"/>
                  </a:lnTo>
                  <a:lnTo>
                    <a:pt x="332683" y="148366"/>
                  </a:lnTo>
                  <a:lnTo>
                    <a:pt x="333340" y="143095"/>
                  </a:lnTo>
                  <a:lnTo>
                    <a:pt x="333830" y="137806"/>
                  </a:lnTo>
                  <a:lnTo>
                    <a:pt x="334150" y="132504"/>
                  </a:lnTo>
                  <a:lnTo>
                    <a:pt x="334303" y="127194"/>
                  </a:lnTo>
                  <a:lnTo>
                    <a:pt x="334286" y="121882"/>
                  </a:lnTo>
                  <a:lnTo>
                    <a:pt x="334101" y="116574"/>
                  </a:lnTo>
                  <a:lnTo>
                    <a:pt x="333747" y="111274"/>
                  </a:lnTo>
                  <a:lnTo>
                    <a:pt x="333225" y="105988"/>
                  </a:lnTo>
                  <a:lnTo>
                    <a:pt x="332535" y="100721"/>
                  </a:lnTo>
                  <a:lnTo>
                    <a:pt x="331679" y="95478"/>
                  </a:lnTo>
                  <a:lnTo>
                    <a:pt x="330656" y="90266"/>
                  </a:lnTo>
                  <a:lnTo>
                    <a:pt x="329468" y="85089"/>
                  </a:lnTo>
                  <a:lnTo>
                    <a:pt x="328116" y="79952"/>
                  </a:lnTo>
                  <a:lnTo>
                    <a:pt x="326602" y="74860"/>
                  </a:lnTo>
                  <a:lnTo>
                    <a:pt x="324926" y="69820"/>
                  </a:lnTo>
                  <a:lnTo>
                    <a:pt x="323092" y="64835"/>
                  </a:lnTo>
                  <a:lnTo>
                    <a:pt x="321100" y="59911"/>
                  </a:lnTo>
                  <a:lnTo>
                    <a:pt x="318952" y="55052"/>
                  </a:lnTo>
                  <a:lnTo>
                    <a:pt x="316651" y="50265"/>
                  </a:lnTo>
                  <a:lnTo>
                    <a:pt x="314200" y="45552"/>
                  </a:lnTo>
                  <a:lnTo>
                    <a:pt x="311599" y="40920"/>
                  </a:lnTo>
                  <a:lnTo>
                    <a:pt x="308853" y="36374"/>
                  </a:lnTo>
                  <a:lnTo>
                    <a:pt x="305964" y="31916"/>
                  </a:lnTo>
                  <a:lnTo>
                    <a:pt x="302935" y="27553"/>
                  </a:lnTo>
                  <a:lnTo>
                    <a:pt x="299768" y="23288"/>
                  </a:lnTo>
                  <a:lnTo>
                    <a:pt x="296468" y="19126"/>
                  </a:lnTo>
                  <a:lnTo>
                    <a:pt x="293037" y="15071"/>
                  </a:lnTo>
                  <a:lnTo>
                    <a:pt x="289479" y="11126"/>
                  </a:lnTo>
                  <a:lnTo>
                    <a:pt x="285798" y="7297"/>
                  </a:lnTo>
                  <a:lnTo>
                    <a:pt x="281996" y="3587"/>
                  </a:lnTo>
                  <a:lnTo>
                    <a:pt x="278079" y="0"/>
                  </a:lnTo>
                  <a:lnTo>
                    <a:pt x="167149" y="1250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110930" cy="167167"/>
            </a:xfrm>
            <a:custGeom>
              <a:avLst/>
              <a:pathLst>
                <a:path w="110930" h="167167">
                  <a:moveTo>
                    <a:pt x="110930" y="42109"/>
                  </a:moveTo>
                  <a:lnTo>
                    <a:pt x="106745" y="38519"/>
                  </a:lnTo>
                  <a:lnTo>
                    <a:pt x="102445" y="35069"/>
                  </a:lnTo>
                  <a:lnTo>
                    <a:pt x="98033" y="31763"/>
                  </a:lnTo>
                  <a:lnTo>
                    <a:pt x="93515" y="28603"/>
                  </a:lnTo>
                  <a:lnTo>
                    <a:pt x="88895" y="25595"/>
                  </a:lnTo>
                  <a:lnTo>
                    <a:pt x="84178" y="22741"/>
                  </a:lnTo>
                  <a:lnTo>
                    <a:pt x="79370" y="20043"/>
                  </a:lnTo>
                  <a:lnTo>
                    <a:pt x="74475" y="17506"/>
                  </a:lnTo>
                  <a:lnTo>
                    <a:pt x="69499" y="15132"/>
                  </a:lnTo>
                  <a:lnTo>
                    <a:pt x="64448" y="12922"/>
                  </a:lnTo>
                  <a:lnTo>
                    <a:pt x="59326" y="10881"/>
                  </a:lnTo>
                  <a:lnTo>
                    <a:pt x="54140" y="9010"/>
                  </a:lnTo>
                  <a:lnTo>
                    <a:pt x="48896" y="7310"/>
                  </a:lnTo>
                  <a:lnTo>
                    <a:pt x="43598" y="5785"/>
                  </a:lnTo>
                  <a:lnTo>
                    <a:pt x="38252" y="4435"/>
                  </a:lnTo>
                  <a:lnTo>
                    <a:pt x="32865" y="3262"/>
                  </a:lnTo>
                  <a:lnTo>
                    <a:pt x="27442" y="2267"/>
                  </a:lnTo>
                  <a:lnTo>
                    <a:pt x="21990" y="1452"/>
                  </a:lnTo>
                  <a:lnTo>
                    <a:pt x="16513" y="817"/>
                  </a:lnTo>
                  <a:lnTo>
                    <a:pt x="11019" y="363"/>
                  </a:lnTo>
                  <a:lnTo>
                    <a:pt x="551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7999" y="941493"/>
              <a:ext cx="108216" cy="167167"/>
            </a:xfrm>
            <a:custGeom>
              <a:avLst/>
              <a:pathLst>
                <a:path w="108216" h="167167">
                  <a:moveTo>
                    <a:pt x="108216" y="0"/>
                  </a:moveTo>
                  <a:lnTo>
                    <a:pt x="102612" y="93"/>
                  </a:lnTo>
                  <a:lnTo>
                    <a:pt x="97014" y="375"/>
                  </a:lnTo>
                  <a:lnTo>
                    <a:pt x="91429" y="844"/>
                  </a:lnTo>
                  <a:lnTo>
                    <a:pt x="85863" y="1501"/>
                  </a:lnTo>
                  <a:lnTo>
                    <a:pt x="80322" y="2343"/>
                  </a:lnTo>
                  <a:lnTo>
                    <a:pt x="74812" y="3371"/>
                  </a:lnTo>
                  <a:lnTo>
                    <a:pt x="69340" y="4583"/>
                  </a:lnTo>
                  <a:lnTo>
                    <a:pt x="63912" y="5977"/>
                  </a:lnTo>
                  <a:lnTo>
                    <a:pt x="58533" y="7553"/>
                  </a:lnTo>
                  <a:lnTo>
                    <a:pt x="53211" y="9308"/>
                  </a:lnTo>
                  <a:lnTo>
                    <a:pt x="47950" y="11241"/>
                  </a:lnTo>
                  <a:lnTo>
                    <a:pt x="42757" y="13349"/>
                  </a:lnTo>
                  <a:lnTo>
                    <a:pt x="37637" y="15629"/>
                  </a:lnTo>
                  <a:lnTo>
                    <a:pt x="32597" y="18081"/>
                  </a:lnTo>
                  <a:lnTo>
                    <a:pt x="27641" y="20699"/>
                  </a:lnTo>
                  <a:lnTo>
                    <a:pt x="22777" y="23483"/>
                  </a:lnTo>
                  <a:lnTo>
                    <a:pt x="18008" y="26427"/>
                  </a:lnTo>
                  <a:lnTo>
                    <a:pt x="13341" y="29531"/>
                  </a:lnTo>
                  <a:lnTo>
                    <a:pt x="8780" y="32788"/>
                  </a:lnTo>
                  <a:lnTo>
                    <a:pt x="4332" y="36197"/>
                  </a:lnTo>
                  <a:lnTo>
                    <a:pt x="0" y="39753"/>
                  </a:lnTo>
                  <a:lnTo>
                    <a:pt x="1082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55" y="981247"/>
              <a:ext cx="167160" cy="269375"/>
            </a:xfrm>
            <a:custGeom>
              <a:avLst/>
              <a:pathLst>
                <a:path w="167160" h="269375">
                  <a:moveTo>
                    <a:pt x="58944" y="0"/>
                  </a:moveTo>
                  <a:lnTo>
                    <a:pt x="54869" y="3576"/>
                  </a:lnTo>
                  <a:lnTo>
                    <a:pt x="50912" y="7282"/>
                  </a:lnTo>
                  <a:lnTo>
                    <a:pt x="47078" y="11115"/>
                  </a:lnTo>
                  <a:lnTo>
                    <a:pt x="43370" y="15071"/>
                  </a:lnTo>
                  <a:lnTo>
                    <a:pt x="39792" y="19144"/>
                  </a:lnTo>
                  <a:lnTo>
                    <a:pt x="36348" y="23331"/>
                  </a:lnTo>
                  <a:lnTo>
                    <a:pt x="33041" y="27628"/>
                  </a:lnTo>
                  <a:lnTo>
                    <a:pt x="29876" y="32030"/>
                  </a:lnTo>
                  <a:lnTo>
                    <a:pt x="26855" y="36532"/>
                  </a:lnTo>
                  <a:lnTo>
                    <a:pt x="23981" y="41130"/>
                  </a:lnTo>
                  <a:lnTo>
                    <a:pt x="21259" y="45818"/>
                  </a:lnTo>
                  <a:lnTo>
                    <a:pt x="18689" y="50593"/>
                  </a:lnTo>
                  <a:lnTo>
                    <a:pt x="16276" y="55448"/>
                  </a:lnTo>
                  <a:lnTo>
                    <a:pt x="14022" y="60379"/>
                  </a:lnTo>
                  <a:lnTo>
                    <a:pt x="11929" y="65380"/>
                  </a:lnTo>
                  <a:lnTo>
                    <a:pt x="9999" y="70446"/>
                  </a:lnTo>
                  <a:lnTo>
                    <a:pt x="8234" y="75573"/>
                  </a:lnTo>
                  <a:lnTo>
                    <a:pt x="6636" y="80754"/>
                  </a:lnTo>
                  <a:lnTo>
                    <a:pt x="5208" y="85984"/>
                  </a:lnTo>
                  <a:lnTo>
                    <a:pt x="3949" y="91258"/>
                  </a:lnTo>
                  <a:lnTo>
                    <a:pt x="2863" y="96570"/>
                  </a:lnTo>
                  <a:lnTo>
                    <a:pt x="1949" y="101914"/>
                  </a:lnTo>
                  <a:lnTo>
                    <a:pt x="1209" y="107285"/>
                  </a:lnTo>
                  <a:lnTo>
                    <a:pt x="643" y="112677"/>
                  </a:lnTo>
                  <a:lnTo>
                    <a:pt x="253" y="118085"/>
                  </a:lnTo>
                  <a:lnTo>
                    <a:pt x="38" y="123502"/>
                  </a:lnTo>
                  <a:lnTo>
                    <a:pt x="0" y="128924"/>
                  </a:lnTo>
                  <a:lnTo>
                    <a:pt x="136" y="134344"/>
                  </a:lnTo>
                  <a:lnTo>
                    <a:pt x="449" y="139756"/>
                  </a:lnTo>
                  <a:lnTo>
                    <a:pt x="937" y="145156"/>
                  </a:lnTo>
                  <a:lnTo>
                    <a:pt x="1600" y="150537"/>
                  </a:lnTo>
                  <a:lnTo>
                    <a:pt x="2437" y="155894"/>
                  </a:lnTo>
                  <a:lnTo>
                    <a:pt x="3447" y="161221"/>
                  </a:lnTo>
                  <a:lnTo>
                    <a:pt x="4629" y="166512"/>
                  </a:lnTo>
                  <a:lnTo>
                    <a:pt x="5983" y="171762"/>
                  </a:lnTo>
                  <a:lnTo>
                    <a:pt x="7506" y="176965"/>
                  </a:lnTo>
                  <a:lnTo>
                    <a:pt x="9197" y="182117"/>
                  </a:lnTo>
                  <a:lnTo>
                    <a:pt x="11054" y="187210"/>
                  </a:lnTo>
                  <a:lnTo>
                    <a:pt x="13075" y="192241"/>
                  </a:lnTo>
                  <a:lnTo>
                    <a:pt x="15258" y="197204"/>
                  </a:lnTo>
                  <a:lnTo>
                    <a:pt x="17601" y="202093"/>
                  </a:lnTo>
                  <a:lnTo>
                    <a:pt x="20102" y="206904"/>
                  </a:lnTo>
                  <a:lnTo>
                    <a:pt x="22757" y="211631"/>
                  </a:lnTo>
                  <a:lnTo>
                    <a:pt x="25564" y="216270"/>
                  </a:lnTo>
                  <a:lnTo>
                    <a:pt x="28520" y="220815"/>
                  </a:lnTo>
                  <a:lnTo>
                    <a:pt x="31622" y="225261"/>
                  </a:lnTo>
                  <a:lnTo>
                    <a:pt x="34866" y="229605"/>
                  </a:lnTo>
                  <a:lnTo>
                    <a:pt x="38250" y="233842"/>
                  </a:lnTo>
                  <a:lnTo>
                    <a:pt x="41769" y="237966"/>
                  </a:lnTo>
                  <a:lnTo>
                    <a:pt x="45420" y="241974"/>
                  </a:lnTo>
                  <a:lnTo>
                    <a:pt x="49199" y="245862"/>
                  </a:lnTo>
                  <a:lnTo>
                    <a:pt x="53102" y="249625"/>
                  </a:lnTo>
                  <a:lnTo>
                    <a:pt x="57125" y="253259"/>
                  </a:lnTo>
                  <a:lnTo>
                    <a:pt x="61264" y="256762"/>
                  </a:lnTo>
                  <a:lnTo>
                    <a:pt x="65514" y="260128"/>
                  </a:lnTo>
                  <a:lnTo>
                    <a:pt x="69872" y="263354"/>
                  </a:lnTo>
                  <a:lnTo>
                    <a:pt x="74331" y="266437"/>
                  </a:lnTo>
                  <a:lnTo>
                    <a:pt x="78888" y="269375"/>
                  </a:lnTo>
                  <a:lnTo>
                    <a:pt x="167160" y="12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7944" y="941493"/>
              <a:ext cx="255432" cy="334317"/>
            </a:xfrm>
            <a:custGeom>
              <a:avLst/>
              <a:pathLst>
                <a:path w="255432" h="334317">
                  <a:moveTo>
                    <a:pt x="0" y="309128"/>
                  </a:moveTo>
                  <a:lnTo>
                    <a:pt x="4569" y="311870"/>
                  </a:lnTo>
                  <a:lnTo>
                    <a:pt x="9224" y="314464"/>
                  </a:lnTo>
                  <a:lnTo>
                    <a:pt x="13959" y="316909"/>
                  </a:lnTo>
                  <a:lnTo>
                    <a:pt x="18769" y="319201"/>
                  </a:lnTo>
                  <a:lnTo>
                    <a:pt x="23650" y="321339"/>
                  </a:lnTo>
                  <a:lnTo>
                    <a:pt x="28597" y="323320"/>
                  </a:lnTo>
                  <a:lnTo>
                    <a:pt x="33604" y="325143"/>
                  </a:lnTo>
                  <a:lnTo>
                    <a:pt x="38667" y="326805"/>
                  </a:lnTo>
                  <a:lnTo>
                    <a:pt x="43781" y="328305"/>
                  </a:lnTo>
                  <a:lnTo>
                    <a:pt x="48939" y="329641"/>
                  </a:lnTo>
                  <a:lnTo>
                    <a:pt x="54138" y="330812"/>
                  </a:lnTo>
                  <a:lnTo>
                    <a:pt x="59371" y="331817"/>
                  </a:lnTo>
                  <a:lnTo>
                    <a:pt x="64634" y="332655"/>
                  </a:lnTo>
                  <a:lnTo>
                    <a:pt x="69920" y="333324"/>
                  </a:lnTo>
                  <a:lnTo>
                    <a:pt x="75225" y="333825"/>
                  </a:lnTo>
                  <a:lnTo>
                    <a:pt x="80544" y="334156"/>
                  </a:lnTo>
                  <a:lnTo>
                    <a:pt x="85870" y="334317"/>
                  </a:lnTo>
                  <a:lnTo>
                    <a:pt x="91199" y="334309"/>
                  </a:lnTo>
                  <a:lnTo>
                    <a:pt x="96525" y="334131"/>
                  </a:lnTo>
                  <a:lnTo>
                    <a:pt x="101842" y="333783"/>
                  </a:lnTo>
                  <a:lnTo>
                    <a:pt x="107146" y="333265"/>
                  </a:lnTo>
                  <a:lnTo>
                    <a:pt x="112430" y="332579"/>
                  </a:lnTo>
                  <a:lnTo>
                    <a:pt x="117690" y="331725"/>
                  </a:lnTo>
                  <a:lnTo>
                    <a:pt x="122920" y="330704"/>
                  </a:lnTo>
                  <a:lnTo>
                    <a:pt x="128115" y="329517"/>
                  </a:lnTo>
                  <a:lnTo>
                    <a:pt x="133269" y="328164"/>
                  </a:lnTo>
                  <a:lnTo>
                    <a:pt x="138378" y="326648"/>
                  </a:lnTo>
                  <a:lnTo>
                    <a:pt x="143436" y="324970"/>
                  </a:lnTo>
                  <a:lnTo>
                    <a:pt x="148437" y="323132"/>
                  </a:lnTo>
                  <a:lnTo>
                    <a:pt x="153378" y="321135"/>
                  </a:lnTo>
                  <a:lnTo>
                    <a:pt x="158252" y="318981"/>
                  </a:lnTo>
                  <a:lnTo>
                    <a:pt x="163055" y="316674"/>
                  </a:lnTo>
                  <a:lnTo>
                    <a:pt x="167783" y="314214"/>
                  </a:lnTo>
                  <a:lnTo>
                    <a:pt x="172429" y="311605"/>
                  </a:lnTo>
                  <a:lnTo>
                    <a:pt x="176990" y="308850"/>
                  </a:lnTo>
                  <a:lnTo>
                    <a:pt x="181461" y="305950"/>
                  </a:lnTo>
                  <a:lnTo>
                    <a:pt x="185837" y="302909"/>
                  </a:lnTo>
                  <a:lnTo>
                    <a:pt x="190114" y="299730"/>
                  </a:lnTo>
                  <a:lnTo>
                    <a:pt x="194287" y="296417"/>
                  </a:lnTo>
                  <a:lnTo>
                    <a:pt x="198353" y="292972"/>
                  </a:lnTo>
                  <a:lnTo>
                    <a:pt x="202307" y="289400"/>
                  </a:lnTo>
                  <a:lnTo>
                    <a:pt x="206145" y="285703"/>
                  </a:lnTo>
                  <a:lnTo>
                    <a:pt x="209863" y="281886"/>
                  </a:lnTo>
                  <a:lnTo>
                    <a:pt x="213458" y="277952"/>
                  </a:lnTo>
                  <a:lnTo>
                    <a:pt x="216925" y="273906"/>
                  </a:lnTo>
                  <a:lnTo>
                    <a:pt x="220262" y="269751"/>
                  </a:lnTo>
                  <a:lnTo>
                    <a:pt x="223464" y="265492"/>
                  </a:lnTo>
                  <a:lnTo>
                    <a:pt x="226530" y="261133"/>
                  </a:lnTo>
                  <a:lnTo>
                    <a:pt x="229454" y="256679"/>
                  </a:lnTo>
                  <a:lnTo>
                    <a:pt x="232236" y="252133"/>
                  </a:lnTo>
                  <a:lnTo>
                    <a:pt x="234870" y="247501"/>
                  </a:lnTo>
                  <a:lnTo>
                    <a:pt x="237357" y="242788"/>
                  </a:lnTo>
                  <a:lnTo>
                    <a:pt x="239691" y="237998"/>
                  </a:lnTo>
                  <a:lnTo>
                    <a:pt x="241872" y="233136"/>
                  </a:lnTo>
                  <a:lnTo>
                    <a:pt x="243896" y="228206"/>
                  </a:lnTo>
                  <a:lnTo>
                    <a:pt x="245763" y="223215"/>
                  </a:lnTo>
                  <a:lnTo>
                    <a:pt x="247469" y="218167"/>
                  </a:lnTo>
                  <a:lnTo>
                    <a:pt x="249014" y="213067"/>
                  </a:lnTo>
                  <a:lnTo>
                    <a:pt x="250395" y="207920"/>
                  </a:lnTo>
                  <a:lnTo>
                    <a:pt x="251612" y="202732"/>
                  </a:lnTo>
                  <a:lnTo>
                    <a:pt x="252662" y="197508"/>
                  </a:lnTo>
                  <a:lnTo>
                    <a:pt x="253546" y="192253"/>
                  </a:lnTo>
                  <a:lnTo>
                    <a:pt x="254261" y="186972"/>
                  </a:lnTo>
                  <a:lnTo>
                    <a:pt x="254808" y="181672"/>
                  </a:lnTo>
                  <a:lnTo>
                    <a:pt x="255186" y="176356"/>
                  </a:lnTo>
                  <a:lnTo>
                    <a:pt x="255394" y="171032"/>
                  </a:lnTo>
                  <a:lnTo>
                    <a:pt x="255432" y="165703"/>
                  </a:lnTo>
                  <a:lnTo>
                    <a:pt x="255301" y="160376"/>
                  </a:lnTo>
                  <a:lnTo>
                    <a:pt x="254999" y="155056"/>
                  </a:lnTo>
                  <a:lnTo>
                    <a:pt x="254529" y="149748"/>
                  </a:lnTo>
                  <a:lnTo>
                    <a:pt x="253889" y="144457"/>
                  </a:lnTo>
                  <a:lnTo>
                    <a:pt x="253081" y="139190"/>
                  </a:lnTo>
                  <a:lnTo>
                    <a:pt x="252106" y="133951"/>
                  </a:lnTo>
                  <a:lnTo>
                    <a:pt x="250964" y="128746"/>
                  </a:lnTo>
                  <a:lnTo>
                    <a:pt x="249656" y="123580"/>
                  </a:lnTo>
                  <a:lnTo>
                    <a:pt x="248185" y="118459"/>
                  </a:lnTo>
                  <a:lnTo>
                    <a:pt x="246551" y="113387"/>
                  </a:lnTo>
                  <a:lnTo>
                    <a:pt x="244757" y="108369"/>
                  </a:lnTo>
                  <a:lnTo>
                    <a:pt x="242803" y="103411"/>
                  </a:lnTo>
                  <a:lnTo>
                    <a:pt x="240693" y="98518"/>
                  </a:lnTo>
                  <a:lnTo>
                    <a:pt x="238427" y="93695"/>
                  </a:lnTo>
                  <a:lnTo>
                    <a:pt x="236009" y="88946"/>
                  </a:lnTo>
                  <a:lnTo>
                    <a:pt x="233441" y="84277"/>
                  </a:lnTo>
                  <a:lnTo>
                    <a:pt x="230725" y="79692"/>
                  </a:lnTo>
                  <a:lnTo>
                    <a:pt x="227865" y="75196"/>
                  </a:lnTo>
                  <a:lnTo>
                    <a:pt x="224863" y="70794"/>
                  </a:lnTo>
                  <a:lnTo>
                    <a:pt x="221722" y="66489"/>
                  </a:lnTo>
                  <a:lnTo>
                    <a:pt x="218445" y="62287"/>
                  </a:lnTo>
                  <a:lnTo>
                    <a:pt x="215036" y="58191"/>
                  </a:lnTo>
                  <a:lnTo>
                    <a:pt x="211498" y="54206"/>
                  </a:lnTo>
                  <a:lnTo>
                    <a:pt x="207835" y="50336"/>
                  </a:lnTo>
                  <a:lnTo>
                    <a:pt x="204051" y="46585"/>
                  </a:lnTo>
                  <a:lnTo>
                    <a:pt x="200148" y="42956"/>
                  </a:lnTo>
                  <a:lnTo>
                    <a:pt x="196133" y="39453"/>
                  </a:lnTo>
                  <a:lnTo>
                    <a:pt x="192007" y="36080"/>
                  </a:lnTo>
                  <a:lnTo>
                    <a:pt x="187776" y="32840"/>
                  </a:lnTo>
                  <a:lnTo>
                    <a:pt x="183444" y="29737"/>
                  </a:lnTo>
                  <a:lnTo>
                    <a:pt x="179016" y="26773"/>
                  </a:lnTo>
                  <a:lnTo>
                    <a:pt x="174495" y="23952"/>
                  </a:lnTo>
                  <a:lnTo>
                    <a:pt x="169886" y="21277"/>
                  </a:lnTo>
                  <a:lnTo>
                    <a:pt x="165195" y="18750"/>
                  </a:lnTo>
                  <a:lnTo>
                    <a:pt x="160425" y="16373"/>
                  </a:lnTo>
                  <a:lnTo>
                    <a:pt x="155583" y="14150"/>
                  </a:lnTo>
                  <a:lnTo>
                    <a:pt x="150671" y="12082"/>
                  </a:lnTo>
                  <a:lnTo>
                    <a:pt x="145697" y="10172"/>
                  </a:lnTo>
                  <a:lnTo>
                    <a:pt x="140663" y="8422"/>
                  </a:lnTo>
                  <a:lnTo>
                    <a:pt x="135577" y="6833"/>
                  </a:lnTo>
                  <a:lnTo>
                    <a:pt x="130443" y="5406"/>
                  </a:lnTo>
                  <a:lnTo>
                    <a:pt x="125266" y="4144"/>
                  </a:lnTo>
                  <a:lnTo>
                    <a:pt x="120051" y="3048"/>
                  </a:lnTo>
                  <a:lnTo>
                    <a:pt x="114804" y="2119"/>
                  </a:lnTo>
                  <a:lnTo>
                    <a:pt x="109530" y="1357"/>
                  </a:lnTo>
                  <a:lnTo>
                    <a:pt x="104234" y="763"/>
                  </a:lnTo>
                  <a:lnTo>
                    <a:pt x="98922" y="339"/>
                  </a:lnTo>
                  <a:lnTo>
                    <a:pt x="93599" y="84"/>
                  </a:lnTo>
                  <a:lnTo>
                    <a:pt x="88271" y="0"/>
                  </a:lnTo>
                  <a:lnTo>
                    <a:pt x="882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5" y="1071028"/>
              <a:ext cx="167165" cy="333417"/>
            </a:xfrm>
            <a:custGeom>
              <a:avLst/>
              <a:pathLst>
                <a:path w="167165" h="333417">
                  <a:moveTo>
                    <a:pt x="167165" y="0"/>
                  </a:moveTo>
                  <a:lnTo>
                    <a:pt x="161822" y="85"/>
                  </a:lnTo>
                  <a:lnTo>
                    <a:pt x="156485" y="341"/>
                  </a:lnTo>
                  <a:lnTo>
                    <a:pt x="151159" y="768"/>
                  </a:lnTo>
                  <a:lnTo>
                    <a:pt x="145849" y="1364"/>
                  </a:lnTo>
                  <a:lnTo>
                    <a:pt x="140560" y="2130"/>
                  </a:lnTo>
                  <a:lnTo>
                    <a:pt x="135299" y="3065"/>
                  </a:lnTo>
                  <a:lnTo>
                    <a:pt x="130071" y="4167"/>
                  </a:lnTo>
                  <a:lnTo>
                    <a:pt x="124880" y="5436"/>
                  </a:lnTo>
                  <a:lnTo>
                    <a:pt x="119733" y="6870"/>
                  </a:lnTo>
                  <a:lnTo>
                    <a:pt x="114634" y="8468"/>
                  </a:lnTo>
                  <a:lnTo>
                    <a:pt x="109588" y="10228"/>
                  </a:lnTo>
                  <a:lnTo>
                    <a:pt x="104602" y="12148"/>
                  </a:lnTo>
                  <a:lnTo>
                    <a:pt x="99679" y="14227"/>
                  </a:lnTo>
                  <a:lnTo>
                    <a:pt x="94826" y="16462"/>
                  </a:lnTo>
                  <a:lnTo>
                    <a:pt x="90046" y="18851"/>
                  </a:lnTo>
                  <a:lnTo>
                    <a:pt x="85345" y="21392"/>
                  </a:lnTo>
                  <a:lnTo>
                    <a:pt x="80728" y="24081"/>
                  </a:lnTo>
                  <a:lnTo>
                    <a:pt x="76199" y="26917"/>
                  </a:lnTo>
                  <a:lnTo>
                    <a:pt x="71763" y="29896"/>
                  </a:lnTo>
                  <a:lnTo>
                    <a:pt x="67424" y="33015"/>
                  </a:lnTo>
                  <a:lnTo>
                    <a:pt x="63188" y="36271"/>
                  </a:lnTo>
                  <a:lnTo>
                    <a:pt x="59057" y="39661"/>
                  </a:lnTo>
                  <a:lnTo>
                    <a:pt x="55038" y="43182"/>
                  </a:lnTo>
                  <a:lnTo>
                    <a:pt x="51132" y="46829"/>
                  </a:lnTo>
                  <a:lnTo>
                    <a:pt x="47345" y="50599"/>
                  </a:lnTo>
                  <a:lnTo>
                    <a:pt x="43681" y="54488"/>
                  </a:lnTo>
                  <a:lnTo>
                    <a:pt x="40143" y="58492"/>
                  </a:lnTo>
                  <a:lnTo>
                    <a:pt x="36734" y="62607"/>
                  </a:lnTo>
                  <a:lnTo>
                    <a:pt x="33459" y="66829"/>
                  </a:lnTo>
                  <a:lnTo>
                    <a:pt x="30321" y="71154"/>
                  </a:lnTo>
                  <a:lnTo>
                    <a:pt x="27322" y="75577"/>
                  </a:lnTo>
                  <a:lnTo>
                    <a:pt x="24466" y="80093"/>
                  </a:lnTo>
                  <a:lnTo>
                    <a:pt x="21756" y="84698"/>
                  </a:lnTo>
                  <a:lnTo>
                    <a:pt x="19194" y="89388"/>
                  </a:lnTo>
                  <a:lnTo>
                    <a:pt x="16784" y="94157"/>
                  </a:lnTo>
                  <a:lnTo>
                    <a:pt x="14528" y="99000"/>
                  </a:lnTo>
                  <a:lnTo>
                    <a:pt x="12427" y="103914"/>
                  </a:lnTo>
                  <a:lnTo>
                    <a:pt x="10484" y="108891"/>
                  </a:lnTo>
                  <a:lnTo>
                    <a:pt x="8702" y="113929"/>
                  </a:lnTo>
                  <a:lnTo>
                    <a:pt x="7081" y="119021"/>
                  </a:lnTo>
                  <a:lnTo>
                    <a:pt x="5624" y="124162"/>
                  </a:lnTo>
                  <a:lnTo>
                    <a:pt x="4332" y="129347"/>
                  </a:lnTo>
                  <a:lnTo>
                    <a:pt x="3207" y="134570"/>
                  </a:lnTo>
                  <a:lnTo>
                    <a:pt x="2249" y="139827"/>
                  </a:lnTo>
                  <a:lnTo>
                    <a:pt x="1459" y="145112"/>
                  </a:lnTo>
                  <a:lnTo>
                    <a:pt x="839" y="150419"/>
                  </a:lnTo>
                  <a:lnTo>
                    <a:pt x="389" y="155744"/>
                  </a:lnTo>
                  <a:lnTo>
                    <a:pt x="109" y="161080"/>
                  </a:lnTo>
                  <a:lnTo>
                    <a:pt x="0" y="166422"/>
                  </a:lnTo>
                  <a:lnTo>
                    <a:pt x="61" y="171765"/>
                  </a:lnTo>
                  <a:lnTo>
                    <a:pt x="293" y="177104"/>
                  </a:lnTo>
                  <a:lnTo>
                    <a:pt x="696" y="182432"/>
                  </a:lnTo>
                  <a:lnTo>
                    <a:pt x="1269" y="187745"/>
                  </a:lnTo>
                  <a:lnTo>
                    <a:pt x="2012" y="193036"/>
                  </a:lnTo>
                  <a:lnTo>
                    <a:pt x="2923" y="198301"/>
                  </a:lnTo>
                  <a:lnTo>
                    <a:pt x="4002" y="203535"/>
                  </a:lnTo>
                  <a:lnTo>
                    <a:pt x="5247" y="208731"/>
                  </a:lnTo>
                  <a:lnTo>
                    <a:pt x="6659" y="213885"/>
                  </a:lnTo>
                  <a:lnTo>
                    <a:pt x="8234" y="218991"/>
                  </a:lnTo>
                  <a:lnTo>
                    <a:pt x="9971" y="224044"/>
                  </a:lnTo>
                  <a:lnTo>
                    <a:pt x="11869" y="229039"/>
                  </a:lnTo>
                  <a:lnTo>
                    <a:pt x="13926" y="233971"/>
                  </a:lnTo>
                  <a:lnTo>
                    <a:pt x="16140" y="238834"/>
                  </a:lnTo>
                  <a:lnTo>
                    <a:pt x="18507" y="243624"/>
                  </a:lnTo>
                  <a:lnTo>
                    <a:pt x="21027" y="248337"/>
                  </a:lnTo>
                  <a:lnTo>
                    <a:pt x="23696" y="252966"/>
                  </a:lnTo>
                  <a:lnTo>
                    <a:pt x="26511" y="257507"/>
                  </a:lnTo>
                  <a:lnTo>
                    <a:pt x="29470" y="261957"/>
                  </a:lnTo>
                  <a:lnTo>
                    <a:pt x="32570" y="266309"/>
                  </a:lnTo>
                  <a:lnTo>
                    <a:pt x="35808" y="270560"/>
                  </a:lnTo>
                  <a:lnTo>
                    <a:pt x="39179" y="274706"/>
                  </a:lnTo>
                  <a:lnTo>
                    <a:pt x="42682" y="278741"/>
                  </a:lnTo>
                  <a:lnTo>
                    <a:pt x="46311" y="282663"/>
                  </a:lnTo>
                  <a:lnTo>
                    <a:pt x="50064" y="286466"/>
                  </a:lnTo>
                  <a:lnTo>
                    <a:pt x="53937" y="290148"/>
                  </a:lnTo>
                  <a:lnTo>
                    <a:pt x="57926" y="293704"/>
                  </a:lnTo>
                  <a:lnTo>
                    <a:pt x="62026" y="297131"/>
                  </a:lnTo>
                  <a:lnTo>
                    <a:pt x="66233" y="300425"/>
                  </a:lnTo>
                  <a:lnTo>
                    <a:pt x="70544" y="303583"/>
                  </a:lnTo>
                  <a:lnTo>
                    <a:pt x="74953" y="306601"/>
                  </a:lnTo>
                  <a:lnTo>
                    <a:pt x="79456" y="309477"/>
                  </a:lnTo>
                  <a:lnTo>
                    <a:pt x="84050" y="312207"/>
                  </a:lnTo>
                  <a:lnTo>
                    <a:pt x="88728" y="314790"/>
                  </a:lnTo>
                  <a:lnTo>
                    <a:pt x="93486" y="317221"/>
                  </a:lnTo>
                  <a:lnTo>
                    <a:pt x="98319" y="319499"/>
                  </a:lnTo>
                  <a:lnTo>
                    <a:pt x="103223" y="321622"/>
                  </a:lnTo>
                  <a:lnTo>
                    <a:pt x="108192" y="323587"/>
                  </a:lnTo>
                  <a:lnTo>
                    <a:pt x="113222" y="325392"/>
                  </a:lnTo>
                  <a:lnTo>
                    <a:pt x="118306" y="327035"/>
                  </a:lnTo>
                  <a:lnTo>
                    <a:pt x="123441" y="328515"/>
                  </a:lnTo>
                  <a:lnTo>
                    <a:pt x="128620" y="329830"/>
                  </a:lnTo>
                  <a:lnTo>
                    <a:pt x="133838" y="330979"/>
                  </a:lnTo>
                  <a:lnTo>
                    <a:pt x="139091" y="331960"/>
                  </a:lnTo>
                  <a:lnTo>
                    <a:pt x="144372" y="332773"/>
                  </a:lnTo>
                  <a:lnTo>
                    <a:pt x="149677" y="33341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47012" y="1238196"/>
              <a:ext cx="17488" cy="166250"/>
            </a:xfrm>
            <a:custGeom>
              <a:avLst/>
              <a:pathLst>
                <a:path w="17488" h="166250">
                  <a:moveTo>
                    <a:pt x="0" y="166250"/>
                  </a:moveTo>
                  <a:lnTo>
                    <a:pt x="174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47012" y="1082070"/>
              <a:ext cx="184645" cy="323286"/>
            </a:xfrm>
            <a:custGeom>
              <a:avLst/>
              <a:pathLst>
                <a:path w="184645" h="323286">
                  <a:moveTo>
                    <a:pt x="0" y="322375"/>
                  </a:moveTo>
                  <a:lnTo>
                    <a:pt x="5329" y="322850"/>
                  </a:lnTo>
                  <a:lnTo>
                    <a:pt x="10671" y="323154"/>
                  </a:lnTo>
                  <a:lnTo>
                    <a:pt x="16021" y="323286"/>
                  </a:lnTo>
                  <a:lnTo>
                    <a:pt x="21371" y="323248"/>
                  </a:lnTo>
                  <a:lnTo>
                    <a:pt x="26718" y="323038"/>
                  </a:lnTo>
                  <a:lnTo>
                    <a:pt x="32055" y="322657"/>
                  </a:lnTo>
                  <a:lnTo>
                    <a:pt x="37378" y="322105"/>
                  </a:lnTo>
                  <a:lnTo>
                    <a:pt x="42680" y="321384"/>
                  </a:lnTo>
                  <a:lnTo>
                    <a:pt x="47956" y="320493"/>
                  </a:lnTo>
                  <a:lnTo>
                    <a:pt x="53201" y="319434"/>
                  </a:lnTo>
                  <a:lnTo>
                    <a:pt x="58409" y="318207"/>
                  </a:lnTo>
                  <a:lnTo>
                    <a:pt x="63575" y="316814"/>
                  </a:lnTo>
                  <a:lnTo>
                    <a:pt x="68695" y="315257"/>
                  </a:lnTo>
                  <a:lnTo>
                    <a:pt x="73761" y="313537"/>
                  </a:lnTo>
                  <a:lnTo>
                    <a:pt x="78770" y="311655"/>
                  </a:lnTo>
                  <a:lnTo>
                    <a:pt x="83717" y="309614"/>
                  </a:lnTo>
                  <a:lnTo>
                    <a:pt x="88595" y="307416"/>
                  </a:lnTo>
                  <a:lnTo>
                    <a:pt x="93401" y="305062"/>
                  </a:lnTo>
                  <a:lnTo>
                    <a:pt x="98128" y="302557"/>
                  </a:lnTo>
                  <a:lnTo>
                    <a:pt x="102774" y="299901"/>
                  </a:lnTo>
                  <a:lnTo>
                    <a:pt x="107331" y="297098"/>
                  </a:lnTo>
                  <a:lnTo>
                    <a:pt x="111797" y="294150"/>
                  </a:lnTo>
                  <a:lnTo>
                    <a:pt x="116166" y="291061"/>
                  </a:lnTo>
                  <a:lnTo>
                    <a:pt x="120434" y="287834"/>
                  </a:lnTo>
                  <a:lnTo>
                    <a:pt x="124597" y="284471"/>
                  </a:lnTo>
                  <a:lnTo>
                    <a:pt x="128650" y="280978"/>
                  </a:lnTo>
                  <a:lnTo>
                    <a:pt x="132588" y="277356"/>
                  </a:lnTo>
                  <a:lnTo>
                    <a:pt x="136409" y="273610"/>
                  </a:lnTo>
                  <a:lnTo>
                    <a:pt x="140109" y="269744"/>
                  </a:lnTo>
                  <a:lnTo>
                    <a:pt x="143682" y="265761"/>
                  </a:lnTo>
                  <a:lnTo>
                    <a:pt x="147126" y="261666"/>
                  </a:lnTo>
                  <a:lnTo>
                    <a:pt x="150438" y="257463"/>
                  </a:lnTo>
                  <a:lnTo>
                    <a:pt x="153613" y="253156"/>
                  </a:lnTo>
                  <a:lnTo>
                    <a:pt x="156649" y="248750"/>
                  </a:lnTo>
                  <a:lnTo>
                    <a:pt x="159542" y="244249"/>
                  </a:lnTo>
                  <a:lnTo>
                    <a:pt x="162289" y="239657"/>
                  </a:lnTo>
                  <a:lnTo>
                    <a:pt x="164889" y="234980"/>
                  </a:lnTo>
                  <a:lnTo>
                    <a:pt x="167337" y="230222"/>
                  </a:lnTo>
                  <a:lnTo>
                    <a:pt x="169631" y="225388"/>
                  </a:lnTo>
                  <a:lnTo>
                    <a:pt x="171770" y="220484"/>
                  </a:lnTo>
                  <a:lnTo>
                    <a:pt x="173751" y="215513"/>
                  </a:lnTo>
                  <a:lnTo>
                    <a:pt x="175572" y="210481"/>
                  </a:lnTo>
                  <a:lnTo>
                    <a:pt x="177230" y="205394"/>
                  </a:lnTo>
                  <a:lnTo>
                    <a:pt x="178725" y="200256"/>
                  </a:lnTo>
                  <a:lnTo>
                    <a:pt x="180055" y="195073"/>
                  </a:lnTo>
                  <a:lnTo>
                    <a:pt x="181218" y="189851"/>
                  </a:lnTo>
                  <a:lnTo>
                    <a:pt x="182214" y="184593"/>
                  </a:lnTo>
                  <a:lnTo>
                    <a:pt x="183041" y="179307"/>
                  </a:lnTo>
                  <a:lnTo>
                    <a:pt x="183698" y="173996"/>
                  </a:lnTo>
                  <a:lnTo>
                    <a:pt x="184184" y="168668"/>
                  </a:lnTo>
                  <a:lnTo>
                    <a:pt x="184500" y="163326"/>
                  </a:lnTo>
                  <a:lnTo>
                    <a:pt x="184645" y="157977"/>
                  </a:lnTo>
                  <a:lnTo>
                    <a:pt x="184619" y="152626"/>
                  </a:lnTo>
                  <a:lnTo>
                    <a:pt x="184421" y="147279"/>
                  </a:lnTo>
                  <a:lnTo>
                    <a:pt x="184053" y="141941"/>
                  </a:lnTo>
                  <a:lnTo>
                    <a:pt x="183513" y="136618"/>
                  </a:lnTo>
                  <a:lnTo>
                    <a:pt x="182804" y="131314"/>
                  </a:lnTo>
                  <a:lnTo>
                    <a:pt x="181925" y="126036"/>
                  </a:lnTo>
                  <a:lnTo>
                    <a:pt x="180878" y="120789"/>
                  </a:lnTo>
                  <a:lnTo>
                    <a:pt x="179663" y="115577"/>
                  </a:lnTo>
                  <a:lnTo>
                    <a:pt x="178283" y="110408"/>
                  </a:lnTo>
                  <a:lnTo>
                    <a:pt x="176737" y="105285"/>
                  </a:lnTo>
                  <a:lnTo>
                    <a:pt x="175028" y="100214"/>
                  </a:lnTo>
                  <a:lnTo>
                    <a:pt x="173158" y="95201"/>
                  </a:lnTo>
                  <a:lnTo>
                    <a:pt x="171129" y="90250"/>
                  </a:lnTo>
                  <a:lnTo>
                    <a:pt x="168942" y="85367"/>
                  </a:lnTo>
                  <a:lnTo>
                    <a:pt x="166599" y="80556"/>
                  </a:lnTo>
                  <a:lnTo>
                    <a:pt x="164104" y="75822"/>
                  </a:lnTo>
                  <a:lnTo>
                    <a:pt x="161459" y="71171"/>
                  </a:lnTo>
                  <a:lnTo>
                    <a:pt x="158667" y="66607"/>
                  </a:lnTo>
                  <a:lnTo>
                    <a:pt x="155729" y="62134"/>
                  </a:lnTo>
                  <a:lnTo>
                    <a:pt x="152650" y="57758"/>
                  </a:lnTo>
                  <a:lnTo>
                    <a:pt x="149433" y="53482"/>
                  </a:lnTo>
                  <a:lnTo>
                    <a:pt x="146080" y="49312"/>
                  </a:lnTo>
                  <a:lnTo>
                    <a:pt x="142596" y="45251"/>
                  </a:lnTo>
                  <a:lnTo>
                    <a:pt x="138983" y="41304"/>
                  </a:lnTo>
                  <a:lnTo>
                    <a:pt x="135246" y="37474"/>
                  </a:lnTo>
                  <a:lnTo>
                    <a:pt x="131388" y="33766"/>
                  </a:lnTo>
                  <a:lnTo>
                    <a:pt x="127414" y="30184"/>
                  </a:lnTo>
                  <a:lnTo>
                    <a:pt x="123327" y="26730"/>
                  </a:lnTo>
                  <a:lnTo>
                    <a:pt x="119131" y="23409"/>
                  </a:lnTo>
                  <a:lnTo>
                    <a:pt x="114832" y="20224"/>
                  </a:lnTo>
                  <a:lnTo>
                    <a:pt x="110432" y="17178"/>
                  </a:lnTo>
                  <a:lnTo>
                    <a:pt x="105938" y="14275"/>
                  </a:lnTo>
                  <a:lnTo>
                    <a:pt x="101353" y="11517"/>
                  </a:lnTo>
                  <a:lnTo>
                    <a:pt x="96682" y="8907"/>
                  </a:lnTo>
                  <a:lnTo>
                    <a:pt x="91929" y="6448"/>
                  </a:lnTo>
                  <a:lnTo>
                    <a:pt x="87101" y="4142"/>
                  </a:lnTo>
                  <a:lnTo>
                    <a:pt x="82201" y="1992"/>
                  </a:lnTo>
                  <a:lnTo>
                    <a:pt x="77235" y="0"/>
                  </a:lnTo>
                  <a:lnTo>
                    <a:pt x="17488" y="1561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59746" cy="167167"/>
            </a:xfrm>
            <a:custGeom>
              <a:avLst/>
              <a:pathLst>
                <a:path w="59746" h="167167">
                  <a:moveTo>
                    <a:pt x="59746" y="11041"/>
                  </a:moveTo>
                  <a:lnTo>
                    <a:pt x="54001" y="8962"/>
                  </a:lnTo>
                  <a:lnTo>
                    <a:pt x="48184" y="7095"/>
                  </a:lnTo>
                  <a:lnTo>
                    <a:pt x="42303" y="5441"/>
                  </a:lnTo>
                  <a:lnTo>
                    <a:pt x="36365" y="4003"/>
                  </a:lnTo>
                  <a:lnTo>
                    <a:pt x="30379" y="2783"/>
                  </a:lnTo>
                  <a:lnTo>
                    <a:pt x="24352" y="1783"/>
                  </a:lnTo>
                  <a:lnTo>
                    <a:pt x="18292" y="1003"/>
                  </a:lnTo>
                  <a:lnTo>
                    <a:pt x="12208" y="446"/>
                  </a:lnTo>
                  <a:lnTo>
                    <a:pt x="6108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7120" y="1322571"/>
              <a:ext cx="111600" cy="167167"/>
            </a:xfrm>
            <a:custGeom>
              <a:avLst/>
              <a:pathLst>
                <a:path w="111600" h="167167">
                  <a:moveTo>
                    <a:pt x="111600" y="0"/>
                  </a:moveTo>
                  <a:lnTo>
                    <a:pt x="106047" y="92"/>
                  </a:lnTo>
                  <a:lnTo>
                    <a:pt x="100500" y="368"/>
                  </a:lnTo>
                  <a:lnTo>
                    <a:pt x="94965" y="829"/>
                  </a:lnTo>
                  <a:lnTo>
                    <a:pt x="89448" y="1474"/>
                  </a:lnTo>
                  <a:lnTo>
                    <a:pt x="83956" y="2301"/>
                  </a:lnTo>
                  <a:lnTo>
                    <a:pt x="78494" y="3310"/>
                  </a:lnTo>
                  <a:lnTo>
                    <a:pt x="73069" y="4501"/>
                  </a:lnTo>
                  <a:lnTo>
                    <a:pt x="67687" y="5870"/>
                  </a:lnTo>
                  <a:lnTo>
                    <a:pt x="62353" y="7418"/>
                  </a:lnTo>
                  <a:lnTo>
                    <a:pt x="57073" y="9142"/>
                  </a:lnTo>
                  <a:lnTo>
                    <a:pt x="51854" y="11041"/>
                  </a:lnTo>
                  <a:lnTo>
                    <a:pt x="46700" y="13112"/>
                  </a:lnTo>
                  <a:lnTo>
                    <a:pt x="41618" y="15353"/>
                  </a:lnTo>
                  <a:lnTo>
                    <a:pt x="36613" y="17762"/>
                  </a:lnTo>
                  <a:lnTo>
                    <a:pt x="31692" y="20335"/>
                  </a:lnTo>
                  <a:lnTo>
                    <a:pt x="26858" y="23071"/>
                  </a:lnTo>
                  <a:lnTo>
                    <a:pt x="22118" y="25965"/>
                  </a:lnTo>
                  <a:lnTo>
                    <a:pt x="17476" y="29016"/>
                  </a:lnTo>
                  <a:lnTo>
                    <a:pt x="12939" y="32219"/>
                  </a:lnTo>
                  <a:lnTo>
                    <a:pt x="8510" y="35571"/>
                  </a:lnTo>
                  <a:lnTo>
                    <a:pt x="4196" y="39068"/>
                  </a:lnTo>
                  <a:lnTo>
                    <a:pt x="0" y="42707"/>
                  </a:lnTo>
                  <a:lnTo>
                    <a:pt x="11160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77120" y="1365279"/>
              <a:ext cx="111600" cy="124459"/>
            </a:xfrm>
            <a:custGeom>
              <a:avLst/>
              <a:pathLst>
                <a:path w="111600" h="124459">
                  <a:moveTo>
                    <a:pt x="0" y="0"/>
                  </a:moveTo>
                  <a:lnTo>
                    <a:pt x="111600" y="1244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67" y="1342596"/>
              <a:ext cx="334318" cy="314306"/>
            </a:xfrm>
            <a:custGeom>
              <a:avLst/>
              <a:pathLst>
                <a:path w="334318" h="314306">
                  <a:moveTo>
                    <a:pt x="55553" y="22683"/>
                  </a:moveTo>
                  <a:lnTo>
                    <a:pt x="51651" y="26295"/>
                  </a:lnTo>
                  <a:lnTo>
                    <a:pt x="47866" y="30030"/>
                  </a:lnTo>
                  <a:lnTo>
                    <a:pt x="44201" y="33883"/>
                  </a:lnTo>
                  <a:lnTo>
                    <a:pt x="40661" y="37850"/>
                  </a:lnTo>
                  <a:lnTo>
                    <a:pt x="37250" y="41929"/>
                  </a:lnTo>
                  <a:lnTo>
                    <a:pt x="33969" y="46113"/>
                  </a:lnTo>
                  <a:lnTo>
                    <a:pt x="30823" y="50400"/>
                  </a:lnTo>
                  <a:lnTo>
                    <a:pt x="27815" y="54785"/>
                  </a:lnTo>
                  <a:lnTo>
                    <a:pt x="24948" y="59263"/>
                  </a:lnTo>
                  <a:lnTo>
                    <a:pt x="22226" y="63831"/>
                  </a:lnTo>
                  <a:lnTo>
                    <a:pt x="19649" y="68482"/>
                  </a:lnTo>
                  <a:lnTo>
                    <a:pt x="17222" y="73213"/>
                  </a:lnTo>
                  <a:lnTo>
                    <a:pt x="14947" y="78019"/>
                  </a:lnTo>
                  <a:lnTo>
                    <a:pt x="12825" y="82895"/>
                  </a:lnTo>
                  <a:lnTo>
                    <a:pt x="10860" y="87835"/>
                  </a:lnTo>
                  <a:lnTo>
                    <a:pt x="9053" y="92836"/>
                  </a:lnTo>
                  <a:lnTo>
                    <a:pt x="7406" y="97892"/>
                  </a:lnTo>
                  <a:lnTo>
                    <a:pt x="5920" y="102998"/>
                  </a:lnTo>
                  <a:lnTo>
                    <a:pt x="4598" y="108148"/>
                  </a:lnTo>
                  <a:lnTo>
                    <a:pt x="3440" y="113337"/>
                  </a:lnTo>
                  <a:lnTo>
                    <a:pt x="2447" y="118561"/>
                  </a:lnTo>
                  <a:lnTo>
                    <a:pt x="1622" y="123814"/>
                  </a:lnTo>
                  <a:lnTo>
                    <a:pt x="963" y="129091"/>
                  </a:lnTo>
                  <a:lnTo>
                    <a:pt x="473" y="134385"/>
                  </a:lnTo>
                  <a:lnTo>
                    <a:pt x="152" y="139693"/>
                  </a:lnTo>
                  <a:lnTo>
                    <a:pt x="0" y="145008"/>
                  </a:lnTo>
                  <a:lnTo>
                    <a:pt x="16" y="150325"/>
                  </a:lnTo>
                  <a:lnTo>
                    <a:pt x="202" y="155639"/>
                  </a:lnTo>
                  <a:lnTo>
                    <a:pt x="557" y="160945"/>
                  </a:lnTo>
                  <a:lnTo>
                    <a:pt x="1080" y="166236"/>
                  </a:lnTo>
                  <a:lnTo>
                    <a:pt x="1771" y="171508"/>
                  </a:lnTo>
                  <a:lnTo>
                    <a:pt x="2630" y="176756"/>
                  </a:lnTo>
                  <a:lnTo>
                    <a:pt x="3655" y="181973"/>
                  </a:lnTo>
                  <a:lnTo>
                    <a:pt x="4845" y="187156"/>
                  </a:lnTo>
                  <a:lnTo>
                    <a:pt x="6200" y="192298"/>
                  </a:lnTo>
                  <a:lnTo>
                    <a:pt x="7718" y="197394"/>
                  </a:lnTo>
                  <a:lnTo>
                    <a:pt x="9396" y="202439"/>
                  </a:lnTo>
                  <a:lnTo>
                    <a:pt x="11235" y="207428"/>
                  </a:lnTo>
                  <a:lnTo>
                    <a:pt x="13231" y="212357"/>
                  </a:lnTo>
                  <a:lnTo>
                    <a:pt x="15383" y="217219"/>
                  </a:lnTo>
                  <a:lnTo>
                    <a:pt x="17689" y="222011"/>
                  </a:lnTo>
                  <a:lnTo>
                    <a:pt x="20145" y="226726"/>
                  </a:lnTo>
                  <a:lnTo>
                    <a:pt x="22751" y="231362"/>
                  </a:lnTo>
                  <a:lnTo>
                    <a:pt x="25502" y="235912"/>
                  </a:lnTo>
                  <a:lnTo>
                    <a:pt x="28397" y="240372"/>
                  </a:lnTo>
                  <a:lnTo>
                    <a:pt x="31433" y="244738"/>
                  </a:lnTo>
                  <a:lnTo>
                    <a:pt x="34605" y="249005"/>
                  </a:lnTo>
                  <a:lnTo>
                    <a:pt x="37912" y="253169"/>
                  </a:lnTo>
                  <a:lnTo>
                    <a:pt x="41349" y="257226"/>
                  </a:lnTo>
                  <a:lnTo>
                    <a:pt x="44914" y="261171"/>
                  </a:lnTo>
                  <a:lnTo>
                    <a:pt x="48602" y="265001"/>
                  </a:lnTo>
                  <a:lnTo>
                    <a:pt x="52411" y="268712"/>
                  </a:lnTo>
                  <a:lnTo>
                    <a:pt x="56335" y="272300"/>
                  </a:lnTo>
                  <a:lnTo>
                    <a:pt x="60372" y="275761"/>
                  </a:lnTo>
                  <a:lnTo>
                    <a:pt x="64516" y="279092"/>
                  </a:lnTo>
                  <a:lnTo>
                    <a:pt x="68765" y="282289"/>
                  </a:lnTo>
                  <a:lnTo>
                    <a:pt x="73113" y="285350"/>
                  </a:lnTo>
                  <a:lnTo>
                    <a:pt x="77556" y="288271"/>
                  </a:lnTo>
                  <a:lnTo>
                    <a:pt x="82090" y="291049"/>
                  </a:lnTo>
                  <a:lnTo>
                    <a:pt x="86710" y="293682"/>
                  </a:lnTo>
                  <a:lnTo>
                    <a:pt x="91411" y="296166"/>
                  </a:lnTo>
                  <a:lnTo>
                    <a:pt x="96189" y="298500"/>
                  </a:lnTo>
                  <a:lnTo>
                    <a:pt x="101039" y="300680"/>
                  </a:lnTo>
                  <a:lnTo>
                    <a:pt x="105955" y="302705"/>
                  </a:lnTo>
                  <a:lnTo>
                    <a:pt x="110934" y="304573"/>
                  </a:lnTo>
                  <a:lnTo>
                    <a:pt x="115969" y="306281"/>
                  </a:lnTo>
                  <a:lnTo>
                    <a:pt x="121056" y="307829"/>
                  </a:lnTo>
                  <a:lnTo>
                    <a:pt x="126190" y="309213"/>
                  </a:lnTo>
                  <a:lnTo>
                    <a:pt x="131365" y="310434"/>
                  </a:lnTo>
                  <a:lnTo>
                    <a:pt x="136577" y="311490"/>
                  </a:lnTo>
                  <a:lnTo>
                    <a:pt x="141819" y="312379"/>
                  </a:lnTo>
                  <a:lnTo>
                    <a:pt x="147087" y="313101"/>
                  </a:lnTo>
                  <a:lnTo>
                    <a:pt x="152376" y="313655"/>
                  </a:lnTo>
                  <a:lnTo>
                    <a:pt x="157679" y="314041"/>
                  </a:lnTo>
                  <a:lnTo>
                    <a:pt x="162992" y="314258"/>
                  </a:lnTo>
                  <a:lnTo>
                    <a:pt x="168309" y="314306"/>
                  </a:lnTo>
                  <a:lnTo>
                    <a:pt x="173625" y="314185"/>
                  </a:lnTo>
                  <a:lnTo>
                    <a:pt x="178934" y="313894"/>
                  </a:lnTo>
                  <a:lnTo>
                    <a:pt x="184232" y="313435"/>
                  </a:lnTo>
                  <a:lnTo>
                    <a:pt x="189512" y="312808"/>
                  </a:lnTo>
                  <a:lnTo>
                    <a:pt x="194769" y="312013"/>
                  </a:lnTo>
                  <a:lnTo>
                    <a:pt x="199999" y="311051"/>
                  </a:lnTo>
                  <a:lnTo>
                    <a:pt x="205195" y="309924"/>
                  </a:lnTo>
                  <a:lnTo>
                    <a:pt x="210353" y="308632"/>
                  </a:lnTo>
                  <a:lnTo>
                    <a:pt x="215467" y="307176"/>
                  </a:lnTo>
                  <a:lnTo>
                    <a:pt x="220533" y="305558"/>
                  </a:lnTo>
                  <a:lnTo>
                    <a:pt x="225544" y="303781"/>
                  </a:lnTo>
                  <a:lnTo>
                    <a:pt x="230496" y="301844"/>
                  </a:lnTo>
                  <a:lnTo>
                    <a:pt x="235384" y="299751"/>
                  </a:lnTo>
                  <a:lnTo>
                    <a:pt x="240203" y="297504"/>
                  </a:lnTo>
                  <a:lnTo>
                    <a:pt x="244949" y="295105"/>
                  </a:lnTo>
                  <a:lnTo>
                    <a:pt x="249615" y="292556"/>
                  </a:lnTo>
                  <a:lnTo>
                    <a:pt x="254198" y="289860"/>
                  </a:lnTo>
                  <a:lnTo>
                    <a:pt x="258693" y="287019"/>
                  </a:lnTo>
                  <a:lnTo>
                    <a:pt x="263095" y="284037"/>
                  </a:lnTo>
                  <a:lnTo>
                    <a:pt x="267401" y="280916"/>
                  </a:lnTo>
                  <a:lnTo>
                    <a:pt x="271605" y="277660"/>
                  </a:lnTo>
                  <a:lnTo>
                    <a:pt x="275703" y="274272"/>
                  </a:lnTo>
                  <a:lnTo>
                    <a:pt x="279691" y="270756"/>
                  </a:lnTo>
                  <a:lnTo>
                    <a:pt x="283566" y="267114"/>
                  </a:lnTo>
                  <a:lnTo>
                    <a:pt x="287322" y="263351"/>
                  </a:lnTo>
                  <a:lnTo>
                    <a:pt x="290957" y="259470"/>
                  </a:lnTo>
                  <a:lnTo>
                    <a:pt x="294467" y="255476"/>
                  </a:lnTo>
                  <a:lnTo>
                    <a:pt x="297848" y="251372"/>
                  </a:lnTo>
                  <a:lnTo>
                    <a:pt x="301097" y="247163"/>
                  </a:lnTo>
                  <a:lnTo>
                    <a:pt x="304210" y="242852"/>
                  </a:lnTo>
                  <a:lnTo>
                    <a:pt x="307185" y="238445"/>
                  </a:lnTo>
                  <a:lnTo>
                    <a:pt x="310018" y="233945"/>
                  </a:lnTo>
                  <a:lnTo>
                    <a:pt x="312706" y="229357"/>
                  </a:lnTo>
                  <a:lnTo>
                    <a:pt x="315248" y="224686"/>
                  </a:lnTo>
                  <a:lnTo>
                    <a:pt x="317639" y="219937"/>
                  </a:lnTo>
                  <a:lnTo>
                    <a:pt x="319878" y="215114"/>
                  </a:lnTo>
                  <a:lnTo>
                    <a:pt x="321962" y="210223"/>
                  </a:lnTo>
                  <a:lnTo>
                    <a:pt x="323890" y="205267"/>
                  </a:lnTo>
                  <a:lnTo>
                    <a:pt x="325660" y="200253"/>
                  </a:lnTo>
                  <a:lnTo>
                    <a:pt x="327269" y="195185"/>
                  </a:lnTo>
                  <a:lnTo>
                    <a:pt x="328716" y="190068"/>
                  </a:lnTo>
                  <a:lnTo>
                    <a:pt x="329999" y="184908"/>
                  </a:lnTo>
                  <a:lnTo>
                    <a:pt x="331118" y="179710"/>
                  </a:lnTo>
                  <a:lnTo>
                    <a:pt x="332071" y="174478"/>
                  </a:lnTo>
                  <a:lnTo>
                    <a:pt x="332857" y="169220"/>
                  </a:lnTo>
                  <a:lnTo>
                    <a:pt x="333475" y="163938"/>
                  </a:lnTo>
                  <a:lnTo>
                    <a:pt x="333925" y="158640"/>
                  </a:lnTo>
                  <a:lnTo>
                    <a:pt x="334206" y="153330"/>
                  </a:lnTo>
                  <a:lnTo>
                    <a:pt x="334318" y="148014"/>
                  </a:lnTo>
                  <a:lnTo>
                    <a:pt x="334262" y="142697"/>
                  </a:lnTo>
                  <a:lnTo>
                    <a:pt x="334036" y="137385"/>
                  </a:lnTo>
                  <a:lnTo>
                    <a:pt x="333641" y="132082"/>
                  </a:lnTo>
                  <a:lnTo>
                    <a:pt x="333078" y="126795"/>
                  </a:lnTo>
                  <a:lnTo>
                    <a:pt x="332347" y="121528"/>
                  </a:lnTo>
                  <a:lnTo>
                    <a:pt x="331448" y="116287"/>
                  </a:lnTo>
                  <a:lnTo>
                    <a:pt x="330384" y="111077"/>
                  </a:lnTo>
                  <a:lnTo>
                    <a:pt x="329154" y="105904"/>
                  </a:lnTo>
                  <a:lnTo>
                    <a:pt x="327761" y="100773"/>
                  </a:lnTo>
                  <a:lnTo>
                    <a:pt x="326205" y="95688"/>
                  </a:lnTo>
                  <a:lnTo>
                    <a:pt x="324488" y="90656"/>
                  </a:lnTo>
                  <a:lnTo>
                    <a:pt x="322612" y="85680"/>
                  </a:lnTo>
                  <a:lnTo>
                    <a:pt x="320578" y="80767"/>
                  </a:lnTo>
                  <a:lnTo>
                    <a:pt x="318390" y="75921"/>
                  </a:lnTo>
                  <a:lnTo>
                    <a:pt x="316048" y="71147"/>
                  </a:lnTo>
                  <a:lnTo>
                    <a:pt x="313556" y="66450"/>
                  </a:lnTo>
                  <a:lnTo>
                    <a:pt x="310915" y="61835"/>
                  </a:lnTo>
                  <a:lnTo>
                    <a:pt x="308130" y="57306"/>
                  </a:lnTo>
                  <a:lnTo>
                    <a:pt x="305201" y="52868"/>
                  </a:lnTo>
                  <a:lnTo>
                    <a:pt x="302133" y="48525"/>
                  </a:lnTo>
                  <a:lnTo>
                    <a:pt x="298928" y="44282"/>
                  </a:lnTo>
                  <a:lnTo>
                    <a:pt x="295590" y="40143"/>
                  </a:lnTo>
                  <a:lnTo>
                    <a:pt x="292122" y="36112"/>
                  </a:lnTo>
                  <a:lnTo>
                    <a:pt x="288528" y="32194"/>
                  </a:lnTo>
                  <a:lnTo>
                    <a:pt x="284810" y="28392"/>
                  </a:lnTo>
                  <a:lnTo>
                    <a:pt x="280974" y="24710"/>
                  </a:lnTo>
                  <a:lnTo>
                    <a:pt x="277023" y="21152"/>
                  </a:lnTo>
                  <a:lnTo>
                    <a:pt x="272960" y="17721"/>
                  </a:lnTo>
                  <a:lnTo>
                    <a:pt x="268790" y="14421"/>
                  </a:lnTo>
                  <a:lnTo>
                    <a:pt x="264518" y="11256"/>
                  </a:lnTo>
                  <a:lnTo>
                    <a:pt x="260147" y="8228"/>
                  </a:lnTo>
                  <a:lnTo>
                    <a:pt x="255682" y="5341"/>
                  </a:lnTo>
                  <a:lnTo>
                    <a:pt x="251127" y="2597"/>
                  </a:lnTo>
                  <a:lnTo>
                    <a:pt x="246487" y="0"/>
                  </a:lnTo>
                  <a:lnTo>
                    <a:pt x="167153" y="14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79334" cy="167167"/>
            </a:xfrm>
            <a:custGeom>
              <a:avLst/>
              <a:pathLst>
                <a:path w="79334" h="167167">
                  <a:moveTo>
                    <a:pt x="79334" y="20024"/>
                  </a:moveTo>
                  <a:lnTo>
                    <a:pt x="74088" y="17314"/>
                  </a:lnTo>
                  <a:lnTo>
                    <a:pt x="68750" y="14791"/>
                  </a:lnTo>
                  <a:lnTo>
                    <a:pt x="63326" y="12459"/>
                  </a:lnTo>
                  <a:lnTo>
                    <a:pt x="57824" y="10319"/>
                  </a:lnTo>
                  <a:lnTo>
                    <a:pt x="52249" y="8375"/>
                  </a:lnTo>
                  <a:lnTo>
                    <a:pt x="46609" y="6629"/>
                  </a:lnTo>
                  <a:lnTo>
                    <a:pt x="40911" y="5083"/>
                  </a:lnTo>
                  <a:lnTo>
                    <a:pt x="35161" y="3739"/>
                  </a:lnTo>
                  <a:lnTo>
                    <a:pt x="29368" y="2600"/>
                  </a:lnTo>
                  <a:lnTo>
                    <a:pt x="23539" y="1665"/>
                  </a:lnTo>
                  <a:lnTo>
                    <a:pt x="17680" y="937"/>
                  </a:lnTo>
                  <a:lnTo>
                    <a:pt x="11799" y="416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1771" y="1681503"/>
              <a:ext cx="104753" cy="167167"/>
            </a:xfrm>
            <a:custGeom>
              <a:avLst/>
              <a:pathLst>
                <a:path w="104753" h="167167">
                  <a:moveTo>
                    <a:pt x="104753" y="0"/>
                  </a:moveTo>
                  <a:lnTo>
                    <a:pt x="99093" y="95"/>
                  </a:lnTo>
                  <a:lnTo>
                    <a:pt x="93440" y="383"/>
                  </a:lnTo>
                  <a:lnTo>
                    <a:pt x="87800" y="861"/>
                  </a:lnTo>
                  <a:lnTo>
                    <a:pt x="82180" y="1531"/>
                  </a:lnTo>
                  <a:lnTo>
                    <a:pt x="76585" y="2390"/>
                  </a:lnTo>
                  <a:lnTo>
                    <a:pt x="71023" y="3438"/>
                  </a:lnTo>
                  <a:lnTo>
                    <a:pt x="65499" y="4674"/>
                  </a:lnTo>
                  <a:lnTo>
                    <a:pt x="60020" y="6096"/>
                  </a:lnTo>
                  <a:lnTo>
                    <a:pt x="54593" y="7702"/>
                  </a:lnTo>
                  <a:lnTo>
                    <a:pt x="49223" y="9492"/>
                  </a:lnTo>
                  <a:lnTo>
                    <a:pt x="43917" y="11462"/>
                  </a:lnTo>
                  <a:lnTo>
                    <a:pt x="38680" y="13611"/>
                  </a:lnTo>
                  <a:lnTo>
                    <a:pt x="33519" y="15936"/>
                  </a:lnTo>
                  <a:lnTo>
                    <a:pt x="28440" y="18434"/>
                  </a:lnTo>
                  <a:lnTo>
                    <a:pt x="23449" y="21103"/>
                  </a:lnTo>
                  <a:lnTo>
                    <a:pt x="18550" y="23940"/>
                  </a:lnTo>
                  <a:lnTo>
                    <a:pt x="13751" y="26940"/>
                  </a:lnTo>
                  <a:lnTo>
                    <a:pt x="9056" y="30101"/>
                  </a:lnTo>
                  <a:lnTo>
                    <a:pt x="4470" y="33420"/>
                  </a:lnTo>
                  <a:lnTo>
                    <a:pt x="0" y="36891"/>
                  </a:lnTo>
                  <a:lnTo>
                    <a:pt x="10475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1771" y="1718395"/>
              <a:ext cx="104753" cy="130275"/>
            </a:xfrm>
            <a:custGeom>
              <a:avLst/>
              <a:pathLst>
                <a:path w="104753" h="130275">
                  <a:moveTo>
                    <a:pt x="0" y="0"/>
                  </a:moveTo>
                  <a:lnTo>
                    <a:pt x="104753" y="130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81073" y="1718395"/>
              <a:ext cx="105451" cy="130275"/>
            </a:xfrm>
            <a:custGeom>
              <a:avLst/>
              <a:pathLst>
                <a:path w="105451" h="130275">
                  <a:moveTo>
                    <a:pt x="698" y="0"/>
                  </a:moveTo>
                  <a:lnTo>
                    <a:pt x="0" y="564"/>
                  </a:lnTo>
                  <a:lnTo>
                    <a:pt x="105451" y="130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61715" y="37456"/>
                  </a:moveTo>
                  <a:lnTo>
                    <a:pt x="57664" y="40857"/>
                  </a:lnTo>
                  <a:lnTo>
                    <a:pt x="53723" y="44385"/>
                  </a:lnTo>
                  <a:lnTo>
                    <a:pt x="49895" y="48035"/>
                  </a:lnTo>
                  <a:lnTo>
                    <a:pt x="46185" y="51805"/>
                  </a:lnTo>
                  <a:lnTo>
                    <a:pt x="42596" y="55690"/>
                  </a:lnTo>
                  <a:lnTo>
                    <a:pt x="39131" y="59687"/>
                  </a:lnTo>
                  <a:lnTo>
                    <a:pt x="35795" y="63791"/>
                  </a:lnTo>
                  <a:lnTo>
                    <a:pt x="32591" y="67999"/>
                  </a:lnTo>
                  <a:lnTo>
                    <a:pt x="29521" y="72306"/>
                  </a:lnTo>
                  <a:lnTo>
                    <a:pt x="26588" y="76708"/>
                  </a:lnTo>
                  <a:lnTo>
                    <a:pt x="23797" y="81201"/>
                  </a:lnTo>
                  <a:lnTo>
                    <a:pt x="21149" y="85780"/>
                  </a:lnTo>
                  <a:lnTo>
                    <a:pt x="18647" y="90440"/>
                  </a:lnTo>
                  <a:lnTo>
                    <a:pt x="16294" y="95177"/>
                  </a:lnTo>
                  <a:lnTo>
                    <a:pt x="14092" y="99986"/>
                  </a:lnTo>
                  <a:lnTo>
                    <a:pt x="12044" y="104862"/>
                  </a:lnTo>
                  <a:lnTo>
                    <a:pt x="10150" y="109801"/>
                  </a:lnTo>
                  <a:lnTo>
                    <a:pt x="8414" y="114797"/>
                  </a:lnTo>
                  <a:lnTo>
                    <a:pt x="6837" y="119846"/>
                  </a:lnTo>
                  <a:lnTo>
                    <a:pt x="5420" y="124942"/>
                  </a:lnTo>
                  <a:lnTo>
                    <a:pt x="4165" y="130080"/>
                  </a:lnTo>
                  <a:lnTo>
                    <a:pt x="3073" y="135255"/>
                  </a:lnTo>
                  <a:lnTo>
                    <a:pt x="2146" y="140463"/>
                  </a:lnTo>
                  <a:lnTo>
                    <a:pt x="1384" y="145697"/>
                  </a:lnTo>
                  <a:lnTo>
                    <a:pt x="787" y="150952"/>
                  </a:lnTo>
                  <a:lnTo>
                    <a:pt x="358" y="156224"/>
                  </a:lnTo>
                  <a:lnTo>
                    <a:pt x="95" y="161507"/>
                  </a:lnTo>
                  <a:lnTo>
                    <a:pt x="0" y="166795"/>
                  </a:lnTo>
                  <a:lnTo>
                    <a:pt x="71" y="172084"/>
                  </a:lnTo>
                  <a:lnTo>
                    <a:pt x="311" y="177368"/>
                  </a:lnTo>
                  <a:lnTo>
                    <a:pt x="717" y="182641"/>
                  </a:lnTo>
                  <a:lnTo>
                    <a:pt x="1290" y="187899"/>
                  </a:lnTo>
                  <a:lnTo>
                    <a:pt x="2029" y="193137"/>
                  </a:lnTo>
                  <a:lnTo>
                    <a:pt x="2933" y="198348"/>
                  </a:lnTo>
                  <a:lnTo>
                    <a:pt x="4002" y="203528"/>
                  </a:lnTo>
                  <a:lnTo>
                    <a:pt x="5234" y="208672"/>
                  </a:lnTo>
                  <a:lnTo>
                    <a:pt x="6628" y="213774"/>
                  </a:lnTo>
                  <a:lnTo>
                    <a:pt x="8183" y="218830"/>
                  </a:lnTo>
                  <a:lnTo>
                    <a:pt x="9897" y="223834"/>
                  </a:lnTo>
                  <a:lnTo>
                    <a:pt x="11768" y="228781"/>
                  </a:lnTo>
                  <a:lnTo>
                    <a:pt x="13795" y="233666"/>
                  </a:lnTo>
                  <a:lnTo>
                    <a:pt x="15976" y="238485"/>
                  </a:lnTo>
                  <a:lnTo>
                    <a:pt x="18308" y="243232"/>
                  </a:lnTo>
                  <a:lnTo>
                    <a:pt x="20789" y="247904"/>
                  </a:lnTo>
                  <a:lnTo>
                    <a:pt x="23416" y="252494"/>
                  </a:lnTo>
                  <a:lnTo>
                    <a:pt x="26187" y="256999"/>
                  </a:lnTo>
                  <a:lnTo>
                    <a:pt x="29100" y="261414"/>
                  </a:lnTo>
                  <a:lnTo>
                    <a:pt x="32151" y="265735"/>
                  </a:lnTo>
                  <a:lnTo>
                    <a:pt x="35337" y="269957"/>
                  </a:lnTo>
                  <a:lnTo>
                    <a:pt x="38655" y="274076"/>
                  </a:lnTo>
                  <a:lnTo>
                    <a:pt x="42101" y="278088"/>
                  </a:lnTo>
                  <a:lnTo>
                    <a:pt x="45673" y="281990"/>
                  </a:lnTo>
                  <a:lnTo>
                    <a:pt x="49366" y="285776"/>
                  </a:lnTo>
                  <a:lnTo>
                    <a:pt x="53178" y="289443"/>
                  </a:lnTo>
                  <a:lnTo>
                    <a:pt x="57103" y="292988"/>
                  </a:lnTo>
                  <a:lnTo>
                    <a:pt x="61139" y="296407"/>
                  </a:lnTo>
                  <a:lnTo>
                    <a:pt x="65280" y="299697"/>
                  </a:lnTo>
                  <a:lnTo>
                    <a:pt x="69524" y="302854"/>
                  </a:lnTo>
                  <a:lnTo>
                    <a:pt x="73866" y="305875"/>
                  </a:lnTo>
                  <a:lnTo>
                    <a:pt x="78301" y="308757"/>
                  </a:lnTo>
                  <a:lnTo>
                    <a:pt x="82825" y="311498"/>
                  </a:lnTo>
                  <a:lnTo>
                    <a:pt x="87433" y="314094"/>
                  </a:lnTo>
                  <a:lnTo>
                    <a:pt x="92121" y="316543"/>
                  </a:lnTo>
                  <a:lnTo>
                    <a:pt x="96884" y="318842"/>
                  </a:lnTo>
                  <a:lnTo>
                    <a:pt x="101718" y="320990"/>
                  </a:lnTo>
                  <a:lnTo>
                    <a:pt x="106617" y="322983"/>
                  </a:lnTo>
                  <a:lnTo>
                    <a:pt x="111577" y="324821"/>
                  </a:lnTo>
                  <a:lnTo>
                    <a:pt x="116592" y="326501"/>
                  </a:lnTo>
                  <a:lnTo>
                    <a:pt x="121658" y="328021"/>
                  </a:lnTo>
                  <a:lnTo>
                    <a:pt x="126770" y="329380"/>
                  </a:lnTo>
                  <a:lnTo>
                    <a:pt x="131922" y="330577"/>
                  </a:lnTo>
                  <a:lnTo>
                    <a:pt x="137109" y="331610"/>
                  </a:lnTo>
                  <a:lnTo>
                    <a:pt x="142327" y="332479"/>
                  </a:lnTo>
                  <a:lnTo>
                    <a:pt x="147569" y="333182"/>
                  </a:lnTo>
                  <a:lnTo>
                    <a:pt x="152831" y="333719"/>
                  </a:lnTo>
                  <a:lnTo>
                    <a:pt x="158107" y="334089"/>
                  </a:lnTo>
                  <a:lnTo>
                    <a:pt x="163393" y="334292"/>
                  </a:lnTo>
                  <a:lnTo>
                    <a:pt x="168682" y="334328"/>
                  </a:lnTo>
                  <a:lnTo>
                    <a:pt x="173969" y="334196"/>
                  </a:lnTo>
                  <a:lnTo>
                    <a:pt x="179250" y="333897"/>
                  </a:lnTo>
                  <a:lnTo>
                    <a:pt x="184519" y="333431"/>
                  </a:lnTo>
                  <a:lnTo>
                    <a:pt x="189770" y="332799"/>
                  </a:lnTo>
                  <a:lnTo>
                    <a:pt x="194999" y="332001"/>
                  </a:lnTo>
                  <a:lnTo>
                    <a:pt x="200200" y="331038"/>
                  </a:lnTo>
                  <a:lnTo>
                    <a:pt x="205367" y="329911"/>
                  </a:lnTo>
                  <a:lnTo>
                    <a:pt x="210497" y="328621"/>
                  </a:lnTo>
                  <a:lnTo>
                    <a:pt x="215583" y="327169"/>
                  </a:lnTo>
                  <a:lnTo>
                    <a:pt x="220621" y="325558"/>
                  </a:lnTo>
                  <a:lnTo>
                    <a:pt x="225605" y="323787"/>
                  </a:lnTo>
                  <a:lnTo>
                    <a:pt x="230531" y="321860"/>
                  </a:lnTo>
                  <a:lnTo>
                    <a:pt x="235393" y="319778"/>
                  </a:lnTo>
                  <a:lnTo>
                    <a:pt x="240187" y="317543"/>
                  </a:lnTo>
                  <a:lnTo>
                    <a:pt x="244908" y="315158"/>
                  </a:lnTo>
                  <a:lnTo>
                    <a:pt x="249551" y="312624"/>
                  </a:lnTo>
                  <a:lnTo>
                    <a:pt x="254111" y="309945"/>
                  </a:lnTo>
                  <a:lnTo>
                    <a:pt x="258585" y="307123"/>
                  </a:lnTo>
                  <a:lnTo>
                    <a:pt x="262966" y="304161"/>
                  </a:lnTo>
                  <a:lnTo>
                    <a:pt x="267253" y="301061"/>
                  </a:lnTo>
                  <a:lnTo>
                    <a:pt x="271438" y="297828"/>
                  </a:lnTo>
                  <a:lnTo>
                    <a:pt x="275520" y="294464"/>
                  </a:lnTo>
                  <a:lnTo>
                    <a:pt x="279493" y="290972"/>
                  </a:lnTo>
                  <a:lnTo>
                    <a:pt x="283353" y="287357"/>
                  </a:lnTo>
                  <a:lnTo>
                    <a:pt x="287098" y="283621"/>
                  </a:lnTo>
                  <a:lnTo>
                    <a:pt x="290722" y="279768"/>
                  </a:lnTo>
                  <a:lnTo>
                    <a:pt x="294222" y="275803"/>
                  </a:lnTo>
                  <a:lnTo>
                    <a:pt x="297595" y="271729"/>
                  </a:lnTo>
                  <a:lnTo>
                    <a:pt x="300838" y="267551"/>
                  </a:lnTo>
                  <a:lnTo>
                    <a:pt x="303947" y="263271"/>
                  </a:lnTo>
                  <a:lnTo>
                    <a:pt x="306919" y="258896"/>
                  </a:lnTo>
                  <a:lnTo>
                    <a:pt x="309751" y="254429"/>
                  </a:lnTo>
                  <a:lnTo>
                    <a:pt x="312440" y="249874"/>
                  </a:lnTo>
                  <a:lnTo>
                    <a:pt x="314984" y="245237"/>
                  </a:lnTo>
                  <a:lnTo>
                    <a:pt x="317380" y="240521"/>
                  </a:lnTo>
                  <a:lnTo>
                    <a:pt x="319625" y="235733"/>
                  </a:lnTo>
                  <a:lnTo>
                    <a:pt x="321718" y="230875"/>
                  </a:lnTo>
                  <a:lnTo>
                    <a:pt x="323656" y="225954"/>
                  </a:lnTo>
                  <a:lnTo>
                    <a:pt x="325438" y="220973"/>
                  </a:lnTo>
                  <a:lnTo>
                    <a:pt x="327061" y="215939"/>
                  </a:lnTo>
                  <a:lnTo>
                    <a:pt x="328524" y="210856"/>
                  </a:lnTo>
                  <a:lnTo>
                    <a:pt x="329825" y="205730"/>
                  </a:lnTo>
                  <a:lnTo>
                    <a:pt x="330964" y="200565"/>
                  </a:lnTo>
                  <a:lnTo>
                    <a:pt x="331938" y="195366"/>
                  </a:lnTo>
                  <a:lnTo>
                    <a:pt x="332748" y="190139"/>
                  </a:lnTo>
                  <a:lnTo>
                    <a:pt x="333392" y="184889"/>
                  </a:lnTo>
                  <a:lnTo>
                    <a:pt x="333869" y="179621"/>
                  </a:lnTo>
                  <a:lnTo>
                    <a:pt x="334180" y="174341"/>
                  </a:lnTo>
                  <a:lnTo>
                    <a:pt x="334323" y="169054"/>
                  </a:lnTo>
                  <a:lnTo>
                    <a:pt x="334299" y="163765"/>
                  </a:lnTo>
                  <a:lnTo>
                    <a:pt x="334108" y="158479"/>
                  </a:lnTo>
                  <a:lnTo>
                    <a:pt x="333750" y="153202"/>
                  </a:lnTo>
                  <a:lnTo>
                    <a:pt x="333224" y="147939"/>
                  </a:lnTo>
                  <a:lnTo>
                    <a:pt x="332533" y="142695"/>
                  </a:lnTo>
                  <a:lnTo>
                    <a:pt x="331676" y="137476"/>
                  </a:lnTo>
                  <a:lnTo>
                    <a:pt x="330654" y="132286"/>
                  </a:lnTo>
                  <a:lnTo>
                    <a:pt x="329469" y="127131"/>
                  </a:lnTo>
                  <a:lnTo>
                    <a:pt x="328121" y="122017"/>
                  </a:lnTo>
                  <a:lnTo>
                    <a:pt x="326612" y="116947"/>
                  </a:lnTo>
                  <a:lnTo>
                    <a:pt x="324944" y="111928"/>
                  </a:lnTo>
                  <a:lnTo>
                    <a:pt x="323117" y="106964"/>
                  </a:lnTo>
                  <a:lnTo>
                    <a:pt x="321134" y="102061"/>
                  </a:lnTo>
                  <a:lnTo>
                    <a:pt x="318998" y="97222"/>
                  </a:lnTo>
                  <a:lnTo>
                    <a:pt x="316709" y="92454"/>
                  </a:lnTo>
                  <a:lnTo>
                    <a:pt x="314270" y="87760"/>
                  </a:lnTo>
                  <a:lnTo>
                    <a:pt x="311685" y="83146"/>
                  </a:lnTo>
                  <a:lnTo>
                    <a:pt x="308954" y="78616"/>
                  </a:lnTo>
                  <a:lnTo>
                    <a:pt x="306082" y="74175"/>
                  </a:lnTo>
                  <a:lnTo>
                    <a:pt x="303070" y="69827"/>
                  </a:lnTo>
                  <a:lnTo>
                    <a:pt x="299923" y="65576"/>
                  </a:lnTo>
                  <a:lnTo>
                    <a:pt x="296642" y="61427"/>
                  </a:lnTo>
                  <a:lnTo>
                    <a:pt x="293232" y="57384"/>
                  </a:lnTo>
                  <a:lnTo>
                    <a:pt x="289696" y="53450"/>
                  </a:lnTo>
                  <a:lnTo>
                    <a:pt x="286037" y="49631"/>
                  </a:lnTo>
                  <a:lnTo>
                    <a:pt x="282259" y="45929"/>
                  </a:lnTo>
                  <a:lnTo>
                    <a:pt x="278366" y="42349"/>
                  </a:lnTo>
                  <a:lnTo>
                    <a:pt x="274362" y="38893"/>
                  </a:lnTo>
                  <a:lnTo>
                    <a:pt x="270250" y="35566"/>
                  </a:lnTo>
                  <a:lnTo>
                    <a:pt x="266035" y="32371"/>
                  </a:lnTo>
                  <a:lnTo>
                    <a:pt x="261721" y="29310"/>
                  </a:lnTo>
                  <a:lnTo>
                    <a:pt x="257312" y="26388"/>
                  </a:lnTo>
                  <a:lnTo>
                    <a:pt x="252813" y="23607"/>
                  </a:lnTo>
                  <a:lnTo>
                    <a:pt x="248229" y="20969"/>
                  </a:lnTo>
                  <a:lnTo>
                    <a:pt x="243563" y="18478"/>
                  </a:lnTo>
                  <a:lnTo>
                    <a:pt x="238821" y="16135"/>
                  </a:lnTo>
                  <a:lnTo>
                    <a:pt x="234007" y="13944"/>
                  </a:lnTo>
                  <a:lnTo>
                    <a:pt x="229126" y="11906"/>
                  </a:lnTo>
                  <a:lnTo>
                    <a:pt x="224183" y="10023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1508" y="2126963"/>
              <a:ext cx="99778" cy="167167"/>
            </a:xfrm>
            <a:custGeom>
              <a:avLst/>
              <a:pathLst>
                <a:path w="99778" h="167167">
                  <a:moveTo>
                    <a:pt x="99778" y="0"/>
                  </a:moveTo>
                  <a:lnTo>
                    <a:pt x="94152" y="94"/>
                  </a:lnTo>
                  <a:lnTo>
                    <a:pt x="88532" y="378"/>
                  </a:lnTo>
                  <a:lnTo>
                    <a:pt x="82925" y="851"/>
                  </a:lnTo>
                  <a:lnTo>
                    <a:pt x="77336" y="1513"/>
                  </a:lnTo>
                  <a:lnTo>
                    <a:pt x="71774" y="2362"/>
                  </a:lnTo>
                  <a:lnTo>
                    <a:pt x="66243" y="3398"/>
                  </a:lnTo>
                  <a:lnTo>
                    <a:pt x="60750" y="4619"/>
                  </a:lnTo>
                  <a:lnTo>
                    <a:pt x="55301" y="6025"/>
                  </a:lnTo>
                  <a:lnTo>
                    <a:pt x="49903" y="7613"/>
                  </a:lnTo>
                  <a:lnTo>
                    <a:pt x="44561" y="9382"/>
                  </a:lnTo>
                  <a:lnTo>
                    <a:pt x="39281" y="11330"/>
                  </a:lnTo>
                  <a:lnTo>
                    <a:pt x="34071" y="13455"/>
                  </a:lnTo>
                  <a:lnTo>
                    <a:pt x="28934" y="15753"/>
                  </a:lnTo>
                  <a:lnTo>
                    <a:pt x="23878" y="18223"/>
                  </a:lnTo>
                  <a:lnTo>
                    <a:pt x="18908" y="20862"/>
                  </a:lnTo>
                  <a:lnTo>
                    <a:pt x="14030" y="23667"/>
                  </a:lnTo>
                  <a:lnTo>
                    <a:pt x="9249" y="26634"/>
                  </a:lnTo>
                  <a:lnTo>
                    <a:pt x="4570" y="29761"/>
                  </a:lnTo>
                  <a:lnTo>
                    <a:pt x="0" y="33043"/>
                  </a:lnTo>
                  <a:lnTo>
                    <a:pt x="9977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1508" y="2160007"/>
              <a:ext cx="99778" cy="134123"/>
            </a:xfrm>
            <a:custGeom>
              <a:avLst/>
              <a:pathLst>
                <a:path w="99778" h="134123">
                  <a:moveTo>
                    <a:pt x="0" y="0"/>
                  </a:moveTo>
                  <a:lnTo>
                    <a:pt x="99778" y="134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33" y="2127081"/>
              <a:ext cx="334307" cy="334216"/>
            </a:xfrm>
            <a:custGeom>
              <a:avLst/>
              <a:pathLst>
                <a:path w="334307" h="334216">
                  <a:moveTo>
                    <a:pt x="67375" y="32925"/>
                  </a:moveTo>
                  <a:lnTo>
                    <a:pt x="63177" y="36152"/>
                  </a:lnTo>
                  <a:lnTo>
                    <a:pt x="59085" y="39510"/>
                  </a:lnTo>
                  <a:lnTo>
                    <a:pt x="55100" y="42996"/>
                  </a:lnTo>
                  <a:lnTo>
                    <a:pt x="51228" y="46607"/>
                  </a:lnTo>
                  <a:lnTo>
                    <a:pt x="47472" y="50338"/>
                  </a:lnTo>
                  <a:lnTo>
                    <a:pt x="43836" y="54187"/>
                  </a:lnTo>
                  <a:lnTo>
                    <a:pt x="40324" y="58148"/>
                  </a:lnTo>
                  <a:lnTo>
                    <a:pt x="36939" y="62219"/>
                  </a:lnTo>
                  <a:lnTo>
                    <a:pt x="33685" y="66395"/>
                  </a:lnTo>
                  <a:lnTo>
                    <a:pt x="30564" y="70672"/>
                  </a:lnTo>
                  <a:lnTo>
                    <a:pt x="27581" y="75046"/>
                  </a:lnTo>
                  <a:lnTo>
                    <a:pt x="24738" y="79512"/>
                  </a:lnTo>
                  <a:lnTo>
                    <a:pt x="22037" y="84066"/>
                  </a:lnTo>
                  <a:lnTo>
                    <a:pt x="19482" y="88703"/>
                  </a:lnTo>
                  <a:lnTo>
                    <a:pt x="17075" y="93418"/>
                  </a:lnTo>
                  <a:lnTo>
                    <a:pt x="14819" y="98208"/>
                  </a:lnTo>
                  <a:lnTo>
                    <a:pt x="12715" y="103066"/>
                  </a:lnTo>
                  <a:lnTo>
                    <a:pt x="10766" y="107989"/>
                  </a:lnTo>
                  <a:lnTo>
                    <a:pt x="8975" y="112971"/>
                  </a:lnTo>
                  <a:lnTo>
                    <a:pt x="7342" y="118007"/>
                  </a:lnTo>
                  <a:lnTo>
                    <a:pt x="5869" y="123092"/>
                  </a:lnTo>
                  <a:lnTo>
                    <a:pt x="4558" y="128222"/>
                  </a:lnTo>
                  <a:lnTo>
                    <a:pt x="3410" y="133390"/>
                  </a:lnTo>
                  <a:lnTo>
                    <a:pt x="2426" y="138592"/>
                  </a:lnTo>
                  <a:lnTo>
                    <a:pt x="1607" y="143823"/>
                  </a:lnTo>
                  <a:lnTo>
                    <a:pt x="955" y="149077"/>
                  </a:lnTo>
                  <a:lnTo>
                    <a:pt x="469" y="154349"/>
                  </a:lnTo>
                  <a:lnTo>
                    <a:pt x="151" y="159633"/>
                  </a:lnTo>
                  <a:lnTo>
                    <a:pt x="0" y="164926"/>
                  </a:lnTo>
                  <a:lnTo>
                    <a:pt x="16" y="170220"/>
                  </a:lnTo>
                  <a:lnTo>
                    <a:pt x="200" y="175511"/>
                  </a:lnTo>
                  <a:lnTo>
                    <a:pt x="552" y="180794"/>
                  </a:lnTo>
                  <a:lnTo>
                    <a:pt x="1071" y="186062"/>
                  </a:lnTo>
                  <a:lnTo>
                    <a:pt x="1756" y="191312"/>
                  </a:lnTo>
                  <a:lnTo>
                    <a:pt x="2608" y="196538"/>
                  </a:lnTo>
                  <a:lnTo>
                    <a:pt x="3624" y="201733"/>
                  </a:lnTo>
                  <a:lnTo>
                    <a:pt x="4804" y="206895"/>
                  </a:lnTo>
                  <a:lnTo>
                    <a:pt x="6147" y="212016"/>
                  </a:lnTo>
                  <a:lnTo>
                    <a:pt x="7652" y="217092"/>
                  </a:lnTo>
                  <a:lnTo>
                    <a:pt x="9317" y="222117"/>
                  </a:lnTo>
                  <a:lnTo>
                    <a:pt x="11140" y="227088"/>
                  </a:lnTo>
                  <a:lnTo>
                    <a:pt x="13119" y="231998"/>
                  </a:lnTo>
                  <a:lnTo>
                    <a:pt x="15253" y="236843"/>
                  </a:lnTo>
                  <a:lnTo>
                    <a:pt x="17540" y="241619"/>
                  </a:lnTo>
                  <a:lnTo>
                    <a:pt x="19976" y="246319"/>
                  </a:lnTo>
                  <a:lnTo>
                    <a:pt x="22560" y="250940"/>
                  </a:lnTo>
                  <a:lnTo>
                    <a:pt x="25289" y="255477"/>
                  </a:lnTo>
                  <a:lnTo>
                    <a:pt x="28161" y="259925"/>
                  </a:lnTo>
                  <a:lnTo>
                    <a:pt x="31171" y="264280"/>
                  </a:lnTo>
                  <a:lnTo>
                    <a:pt x="34319" y="268537"/>
                  </a:lnTo>
                  <a:lnTo>
                    <a:pt x="37599" y="272692"/>
                  </a:lnTo>
                  <a:lnTo>
                    <a:pt x="41009" y="276742"/>
                  </a:lnTo>
                  <a:lnTo>
                    <a:pt x="44546" y="280682"/>
                  </a:lnTo>
                  <a:lnTo>
                    <a:pt x="48206" y="284507"/>
                  </a:lnTo>
                  <a:lnTo>
                    <a:pt x="51985" y="288215"/>
                  </a:lnTo>
                  <a:lnTo>
                    <a:pt x="55880" y="291801"/>
                  </a:lnTo>
                  <a:lnTo>
                    <a:pt x="59886" y="295262"/>
                  </a:lnTo>
                  <a:lnTo>
                    <a:pt x="64000" y="298595"/>
                  </a:lnTo>
                  <a:lnTo>
                    <a:pt x="68218" y="301795"/>
                  </a:lnTo>
                  <a:lnTo>
                    <a:pt x="72534" y="304861"/>
                  </a:lnTo>
                  <a:lnTo>
                    <a:pt x="76946" y="307788"/>
                  </a:lnTo>
                  <a:lnTo>
                    <a:pt x="81448" y="310574"/>
                  </a:lnTo>
                  <a:lnTo>
                    <a:pt x="86036" y="313216"/>
                  </a:lnTo>
                  <a:lnTo>
                    <a:pt x="90705" y="315711"/>
                  </a:lnTo>
                  <a:lnTo>
                    <a:pt x="95451" y="318058"/>
                  </a:lnTo>
                  <a:lnTo>
                    <a:pt x="100269" y="320253"/>
                  </a:lnTo>
                  <a:lnTo>
                    <a:pt x="105154" y="322294"/>
                  </a:lnTo>
                  <a:lnTo>
                    <a:pt x="110101" y="324179"/>
                  </a:lnTo>
                  <a:lnTo>
                    <a:pt x="115106" y="325907"/>
                  </a:lnTo>
                  <a:lnTo>
                    <a:pt x="120162" y="327476"/>
                  </a:lnTo>
                  <a:lnTo>
                    <a:pt x="125266" y="328883"/>
                  </a:lnTo>
                  <a:lnTo>
                    <a:pt x="130412" y="330128"/>
                  </a:lnTo>
                  <a:lnTo>
                    <a:pt x="135595" y="331210"/>
                  </a:lnTo>
                  <a:lnTo>
                    <a:pt x="140809" y="332127"/>
                  </a:lnTo>
                  <a:lnTo>
                    <a:pt x="146050" y="332879"/>
                  </a:lnTo>
                  <a:lnTo>
                    <a:pt x="151311" y="333464"/>
                  </a:lnTo>
                  <a:lnTo>
                    <a:pt x="156589" y="333882"/>
                  </a:lnTo>
                  <a:lnTo>
                    <a:pt x="161878" y="334133"/>
                  </a:lnTo>
                  <a:lnTo>
                    <a:pt x="167171" y="334216"/>
                  </a:lnTo>
                  <a:lnTo>
                    <a:pt x="172465" y="334132"/>
                  </a:lnTo>
                  <a:lnTo>
                    <a:pt x="177753" y="333880"/>
                  </a:lnTo>
                  <a:lnTo>
                    <a:pt x="183031" y="333460"/>
                  </a:lnTo>
                  <a:lnTo>
                    <a:pt x="188293" y="332874"/>
                  </a:lnTo>
                  <a:lnTo>
                    <a:pt x="193533" y="332122"/>
                  </a:lnTo>
                  <a:lnTo>
                    <a:pt x="198747" y="331203"/>
                  </a:lnTo>
                  <a:lnTo>
                    <a:pt x="203930" y="330121"/>
                  </a:lnTo>
                  <a:lnTo>
                    <a:pt x="209075" y="328874"/>
                  </a:lnTo>
                  <a:lnTo>
                    <a:pt x="214179" y="327466"/>
                  </a:lnTo>
                  <a:lnTo>
                    <a:pt x="219235" y="325896"/>
                  </a:lnTo>
                  <a:lnTo>
                    <a:pt x="224239" y="324167"/>
                  </a:lnTo>
                  <a:lnTo>
                    <a:pt x="229186" y="322281"/>
                  </a:lnTo>
                  <a:lnTo>
                    <a:pt x="234070" y="320238"/>
                  </a:lnTo>
                  <a:lnTo>
                    <a:pt x="238888" y="318042"/>
                  </a:lnTo>
                  <a:lnTo>
                    <a:pt x="243633" y="315695"/>
                  </a:lnTo>
                  <a:lnTo>
                    <a:pt x="248302" y="313199"/>
                  </a:lnTo>
                  <a:lnTo>
                    <a:pt x="252890" y="310556"/>
                  </a:lnTo>
                  <a:lnTo>
                    <a:pt x="257391" y="307769"/>
                  </a:lnTo>
                  <a:lnTo>
                    <a:pt x="261802" y="304841"/>
                  </a:lnTo>
                  <a:lnTo>
                    <a:pt x="266118" y="301774"/>
                  </a:lnTo>
                  <a:lnTo>
                    <a:pt x="270335" y="298573"/>
                  </a:lnTo>
                  <a:lnTo>
                    <a:pt x="274448" y="295239"/>
                  </a:lnTo>
                  <a:lnTo>
                    <a:pt x="278453" y="291778"/>
                  </a:lnTo>
                  <a:lnTo>
                    <a:pt x="282347" y="288190"/>
                  </a:lnTo>
                  <a:lnTo>
                    <a:pt x="286126" y="284482"/>
                  </a:lnTo>
                  <a:lnTo>
                    <a:pt x="289785" y="280656"/>
                  </a:lnTo>
                  <a:lnTo>
                    <a:pt x="293321" y="276715"/>
                  </a:lnTo>
                  <a:lnTo>
                    <a:pt x="296730" y="272665"/>
                  </a:lnTo>
                  <a:lnTo>
                    <a:pt x="300010" y="268509"/>
                  </a:lnTo>
                  <a:lnTo>
                    <a:pt x="303156" y="264251"/>
                  </a:lnTo>
                  <a:lnTo>
                    <a:pt x="306166" y="259895"/>
                  </a:lnTo>
                  <a:lnTo>
                    <a:pt x="309036" y="255446"/>
                  </a:lnTo>
                  <a:lnTo>
                    <a:pt x="311765" y="250909"/>
                  </a:lnTo>
                  <a:lnTo>
                    <a:pt x="314348" y="246288"/>
                  </a:lnTo>
                  <a:lnTo>
                    <a:pt x="316783" y="241587"/>
                  </a:lnTo>
                  <a:lnTo>
                    <a:pt x="319068" y="236811"/>
                  </a:lnTo>
                  <a:lnTo>
                    <a:pt x="321201" y="231966"/>
                  </a:lnTo>
                  <a:lnTo>
                    <a:pt x="323180" y="227055"/>
                  </a:lnTo>
                  <a:lnTo>
                    <a:pt x="325002" y="222084"/>
                  </a:lnTo>
                  <a:lnTo>
                    <a:pt x="326665" y="217058"/>
                  </a:lnTo>
                  <a:lnTo>
                    <a:pt x="328169" y="211981"/>
                  </a:lnTo>
                  <a:lnTo>
                    <a:pt x="329511" y="206860"/>
                  </a:lnTo>
                  <a:lnTo>
                    <a:pt x="330690" y="201699"/>
                  </a:lnTo>
                  <a:lnTo>
                    <a:pt x="331706" y="196503"/>
                  </a:lnTo>
                  <a:lnTo>
                    <a:pt x="332556" y="191277"/>
                  </a:lnTo>
                  <a:lnTo>
                    <a:pt x="333240" y="186027"/>
                  </a:lnTo>
                  <a:lnTo>
                    <a:pt x="333758" y="180758"/>
                  </a:lnTo>
                  <a:lnTo>
                    <a:pt x="334108" y="175475"/>
                  </a:lnTo>
                  <a:lnTo>
                    <a:pt x="334291" y="170184"/>
                  </a:lnTo>
                  <a:lnTo>
                    <a:pt x="334307" y="164890"/>
                  </a:lnTo>
                  <a:lnTo>
                    <a:pt x="334155" y="159598"/>
                  </a:lnTo>
                  <a:lnTo>
                    <a:pt x="333835" y="154313"/>
                  </a:lnTo>
                  <a:lnTo>
                    <a:pt x="333348" y="149041"/>
                  </a:lnTo>
                  <a:lnTo>
                    <a:pt x="332695" y="143788"/>
                  </a:lnTo>
                  <a:lnTo>
                    <a:pt x="331875" y="138557"/>
                  </a:lnTo>
                  <a:lnTo>
                    <a:pt x="330890" y="133355"/>
                  </a:lnTo>
                  <a:lnTo>
                    <a:pt x="329741" y="128187"/>
                  </a:lnTo>
                  <a:lnTo>
                    <a:pt x="328429" y="123058"/>
                  </a:lnTo>
                  <a:lnTo>
                    <a:pt x="326955" y="117973"/>
                  </a:lnTo>
                  <a:lnTo>
                    <a:pt x="325321" y="112937"/>
                  </a:lnTo>
                  <a:lnTo>
                    <a:pt x="323528" y="107956"/>
                  </a:lnTo>
                  <a:lnTo>
                    <a:pt x="321578" y="103033"/>
                  </a:lnTo>
                  <a:lnTo>
                    <a:pt x="319474" y="98175"/>
                  </a:lnTo>
                  <a:lnTo>
                    <a:pt x="317216" y="93386"/>
                  </a:lnTo>
                  <a:lnTo>
                    <a:pt x="314808" y="88671"/>
                  </a:lnTo>
                  <a:lnTo>
                    <a:pt x="312252" y="84035"/>
                  </a:lnTo>
                  <a:lnTo>
                    <a:pt x="309551" y="79482"/>
                  </a:lnTo>
                  <a:lnTo>
                    <a:pt x="306706" y="75016"/>
                  </a:lnTo>
                  <a:lnTo>
                    <a:pt x="303722" y="70643"/>
                  </a:lnTo>
                  <a:lnTo>
                    <a:pt x="300601" y="66367"/>
                  </a:lnTo>
                  <a:lnTo>
                    <a:pt x="297345" y="62192"/>
                  </a:lnTo>
                  <a:lnTo>
                    <a:pt x="293960" y="58121"/>
                  </a:lnTo>
                  <a:lnTo>
                    <a:pt x="290447" y="54161"/>
                  </a:lnTo>
                  <a:lnTo>
                    <a:pt x="286810" y="50313"/>
                  </a:lnTo>
                  <a:lnTo>
                    <a:pt x="283053" y="46582"/>
                  </a:lnTo>
                  <a:lnTo>
                    <a:pt x="279181" y="42972"/>
                  </a:lnTo>
                  <a:lnTo>
                    <a:pt x="275195" y="39487"/>
                  </a:lnTo>
                  <a:lnTo>
                    <a:pt x="271102" y="36130"/>
                  </a:lnTo>
                  <a:lnTo>
                    <a:pt x="266904" y="32904"/>
                  </a:lnTo>
                  <a:lnTo>
                    <a:pt x="262606" y="29812"/>
                  </a:lnTo>
                  <a:lnTo>
                    <a:pt x="258212" y="26858"/>
                  </a:lnTo>
                  <a:lnTo>
                    <a:pt x="253727" y="24045"/>
                  </a:lnTo>
                  <a:lnTo>
                    <a:pt x="249155" y="21375"/>
                  </a:lnTo>
                  <a:lnTo>
                    <a:pt x="244501" y="18852"/>
                  </a:lnTo>
                  <a:lnTo>
                    <a:pt x="239769" y="16477"/>
                  </a:lnTo>
                  <a:lnTo>
                    <a:pt x="234965" y="14253"/>
                  </a:lnTo>
                  <a:lnTo>
                    <a:pt x="230092" y="12182"/>
                  </a:lnTo>
                  <a:lnTo>
                    <a:pt x="225156" y="10267"/>
                  </a:lnTo>
                  <a:lnTo>
                    <a:pt x="220163" y="8508"/>
                  </a:lnTo>
                  <a:lnTo>
                    <a:pt x="215116" y="6909"/>
                  </a:lnTo>
                  <a:lnTo>
                    <a:pt x="210020" y="5471"/>
                  </a:lnTo>
                  <a:lnTo>
                    <a:pt x="204882" y="4194"/>
                  </a:lnTo>
                  <a:lnTo>
                    <a:pt x="199706" y="3081"/>
                  </a:lnTo>
                  <a:lnTo>
                    <a:pt x="194498" y="2133"/>
                  </a:lnTo>
                  <a:lnTo>
                    <a:pt x="189262" y="1350"/>
                  </a:lnTo>
                  <a:lnTo>
                    <a:pt x="184003" y="733"/>
                  </a:lnTo>
                  <a:lnTo>
                    <a:pt x="178728" y="282"/>
                  </a:lnTo>
                  <a:lnTo>
                    <a:pt x="173441" y="0"/>
                  </a:lnTo>
                  <a:lnTo>
                    <a:pt x="167153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1" y="2109"/>
                  </a:lnTo>
                  <a:lnTo>
                    <a:pt x="135445" y="3034"/>
                  </a:lnTo>
                  <a:lnTo>
                    <a:pt x="130242" y="4126"/>
                  </a:lnTo>
                  <a:lnTo>
                    <a:pt x="125075" y="5382"/>
                  </a:lnTo>
                  <a:lnTo>
                    <a:pt x="119952" y="6802"/>
                  </a:lnTo>
                  <a:lnTo>
                    <a:pt x="114876" y="8384"/>
                  </a:lnTo>
                  <a:lnTo>
                    <a:pt x="109853" y="10127"/>
                  </a:lnTo>
                  <a:lnTo>
                    <a:pt x="104888" y="12029"/>
                  </a:lnTo>
                  <a:lnTo>
                    <a:pt x="99985" y="14088"/>
                  </a:lnTo>
                  <a:lnTo>
                    <a:pt x="95151" y="16301"/>
                  </a:lnTo>
                  <a:lnTo>
                    <a:pt x="90390" y="18667"/>
                  </a:lnTo>
                  <a:lnTo>
                    <a:pt x="85706" y="21184"/>
                  </a:lnTo>
                  <a:lnTo>
                    <a:pt x="81105" y="23848"/>
                  </a:lnTo>
                  <a:lnTo>
                    <a:pt x="76591" y="26656"/>
                  </a:lnTo>
                  <a:lnTo>
                    <a:pt x="72168" y="29608"/>
                  </a:lnTo>
                  <a:lnTo>
                    <a:pt x="67842" y="32698"/>
                  </a:lnTo>
                  <a:lnTo>
                    <a:pt x="63616" y="35924"/>
                  </a:lnTo>
                  <a:lnTo>
                    <a:pt x="59494" y="39283"/>
                  </a:lnTo>
                  <a:lnTo>
                    <a:pt x="55482" y="42772"/>
                  </a:lnTo>
                  <a:lnTo>
                    <a:pt x="51582" y="46386"/>
                  </a:lnTo>
                  <a:lnTo>
                    <a:pt x="47800" y="50122"/>
                  </a:lnTo>
                  <a:lnTo>
                    <a:pt x="44138" y="53977"/>
                  </a:lnTo>
                  <a:lnTo>
                    <a:pt x="40601" y="57947"/>
                  </a:lnTo>
                  <a:lnTo>
                    <a:pt x="37191" y="62026"/>
                  </a:lnTo>
                  <a:lnTo>
                    <a:pt x="33913" y="66213"/>
                  </a:lnTo>
                  <a:lnTo>
                    <a:pt x="30770" y="70501"/>
                  </a:lnTo>
                  <a:lnTo>
                    <a:pt x="27765" y="74887"/>
                  </a:lnTo>
                  <a:lnTo>
                    <a:pt x="24901" y="79366"/>
                  </a:lnTo>
                  <a:lnTo>
                    <a:pt x="22181" y="83935"/>
                  </a:lnTo>
                  <a:lnTo>
                    <a:pt x="19607" y="88587"/>
                  </a:lnTo>
                  <a:lnTo>
                    <a:pt x="17183" y="93319"/>
                  </a:lnTo>
                  <a:lnTo>
                    <a:pt x="14910" y="98126"/>
                  </a:lnTo>
                  <a:lnTo>
                    <a:pt x="12792" y="103002"/>
                  </a:lnTo>
                  <a:lnTo>
                    <a:pt x="10829" y="107944"/>
                  </a:lnTo>
                  <a:lnTo>
                    <a:pt x="9025" y="112945"/>
                  </a:lnTo>
                  <a:lnTo>
                    <a:pt x="7381" y="118001"/>
                  </a:lnTo>
                  <a:lnTo>
                    <a:pt x="5898" y="123107"/>
                  </a:lnTo>
                  <a:lnTo>
                    <a:pt x="4578" y="128258"/>
                  </a:lnTo>
                  <a:lnTo>
                    <a:pt x="3423" y="133447"/>
                  </a:lnTo>
                  <a:lnTo>
                    <a:pt x="2434" y="138671"/>
                  </a:lnTo>
                  <a:lnTo>
                    <a:pt x="1611" y="143924"/>
                  </a:lnTo>
                  <a:lnTo>
                    <a:pt x="955" y="149200"/>
                  </a:lnTo>
                  <a:lnTo>
                    <a:pt x="468" y="154495"/>
                  </a:lnTo>
                  <a:lnTo>
                    <a:pt x="149" y="159802"/>
                  </a:lnTo>
                  <a:lnTo>
                    <a:pt x="0" y="165117"/>
                  </a:lnTo>
                  <a:lnTo>
                    <a:pt x="19" y="170434"/>
                  </a:lnTo>
                  <a:lnTo>
                    <a:pt x="207" y="175747"/>
                  </a:lnTo>
                  <a:lnTo>
                    <a:pt x="565" y="181052"/>
                  </a:lnTo>
                  <a:lnTo>
                    <a:pt x="1090" y="186343"/>
                  </a:lnTo>
                  <a:lnTo>
                    <a:pt x="1784" y="191614"/>
                  </a:lnTo>
                  <a:lnTo>
                    <a:pt x="2645" y="196861"/>
                  </a:lnTo>
                  <a:lnTo>
                    <a:pt x="3673" y="202077"/>
                  </a:lnTo>
                  <a:lnTo>
                    <a:pt x="4866" y="207259"/>
                  </a:lnTo>
                  <a:lnTo>
                    <a:pt x="6223" y="212399"/>
                  </a:lnTo>
                  <a:lnTo>
                    <a:pt x="7743" y="217494"/>
                  </a:lnTo>
                  <a:lnTo>
                    <a:pt x="9424" y="222539"/>
                  </a:lnTo>
                  <a:lnTo>
                    <a:pt x="11264" y="227527"/>
                  </a:lnTo>
                  <a:lnTo>
                    <a:pt x="13263" y="232454"/>
                  </a:lnTo>
                  <a:lnTo>
                    <a:pt x="15417" y="237315"/>
                  </a:lnTo>
                  <a:lnTo>
                    <a:pt x="17724" y="242104"/>
                  </a:lnTo>
                  <a:lnTo>
                    <a:pt x="20183" y="246819"/>
                  </a:lnTo>
                  <a:lnTo>
                    <a:pt x="22790" y="251452"/>
                  </a:lnTo>
                  <a:lnTo>
                    <a:pt x="25544" y="256001"/>
                  </a:lnTo>
                  <a:lnTo>
                    <a:pt x="28441" y="260459"/>
                  </a:lnTo>
                  <a:lnTo>
                    <a:pt x="31478" y="264823"/>
                  </a:lnTo>
                  <a:lnTo>
                    <a:pt x="34652" y="269089"/>
                  </a:lnTo>
                  <a:lnTo>
                    <a:pt x="37960" y="273251"/>
                  </a:lnTo>
                  <a:lnTo>
                    <a:pt x="41399" y="277306"/>
                  </a:lnTo>
                  <a:lnTo>
                    <a:pt x="44965" y="281249"/>
                  </a:lnTo>
                  <a:lnTo>
                    <a:pt x="48655" y="285077"/>
                  </a:lnTo>
                  <a:lnTo>
                    <a:pt x="52465" y="288786"/>
                  </a:lnTo>
                  <a:lnTo>
                    <a:pt x="56390" y="292372"/>
                  </a:lnTo>
                  <a:lnTo>
                    <a:pt x="60428" y="295831"/>
                  </a:lnTo>
                  <a:lnTo>
                    <a:pt x="64574" y="299160"/>
                  </a:lnTo>
                  <a:lnTo>
                    <a:pt x="68823" y="302355"/>
                  </a:lnTo>
                  <a:lnTo>
                    <a:pt x="73172" y="305414"/>
                  </a:lnTo>
                  <a:lnTo>
                    <a:pt x="77616" y="308333"/>
                  </a:lnTo>
                  <a:lnTo>
                    <a:pt x="82151" y="311109"/>
                  </a:lnTo>
                  <a:lnTo>
                    <a:pt x="86771" y="313739"/>
                  </a:lnTo>
                  <a:lnTo>
                    <a:pt x="91473" y="316222"/>
                  </a:lnTo>
                  <a:lnTo>
                    <a:pt x="96251" y="318553"/>
                  </a:lnTo>
                  <a:lnTo>
                    <a:pt x="101102" y="320731"/>
                  </a:lnTo>
                  <a:lnTo>
                    <a:pt x="106019" y="322754"/>
                  </a:lnTo>
                  <a:lnTo>
                    <a:pt x="110997" y="324620"/>
                  </a:lnTo>
                  <a:lnTo>
                    <a:pt x="116033" y="326326"/>
                  </a:lnTo>
                  <a:lnTo>
                    <a:pt x="121120" y="327871"/>
                  </a:lnTo>
                  <a:lnTo>
                    <a:pt x="126254" y="329254"/>
                  </a:lnTo>
                  <a:lnTo>
                    <a:pt x="131430" y="330472"/>
                  </a:lnTo>
                  <a:lnTo>
                    <a:pt x="136641" y="331526"/>
                  </a:lnTo>
                  <a:lnTo>
                    <a:pt x="141883" y="332413"/>
                  </a:lnTo>
                  <a:lnTo>
                    <a:pt x="147151" y="333133"/>
                  </a:lnTo>
                  <a:lnTo>
                    <a:pt x="152439" y="333685"/>
                  </a:lnTo>
                  <a:lnTo>
                    <a:pt x="157742" y="334069"/>
                  </a:lnTo>
                  <a:lnTo>
                    <a:pt x="163055" y="334284"/>
                  </a:lnTo>
                  <a:lnTo>
                    <a:pt x="168371" y="334330"/>
                  </a:lnTo>
                  <a:lnTo>
                    <a:pt x="173687" y="334207"/>
                  </a:lnTo>
                  <a:lnTo>
                    <a:pt x="178996" y="333914"/>
                  </a:lnTo>
                  <a:lnTo>
                    <a:pt x="184292" y="333454"/>
                  </a:lnTo>
                  <a:lnTo>
                    <a:pt x="189572" y="332824"/>
                  </a:lnTo>
                  <a:lnTo>
                    <a:pt x="194829" y="332028"/>
                  </a:lnTo>
                  <a:lnTo>
                    <a:pt x="200057" y="331064"/>
                  </a:lnTo>
                  <a:lnTo>
                    <a:pt x="205253" y="329935"/>
                  </a:lnTo>
                  <a:lnTo>
                    <a:pt x="210410" y="328641"/>
                  </a:lnTo>
                  <a:lnTo>
                    <a:pt x="215523" y="327184"/>
                  </a:lnTo>
                  <a:lnTo>
                    <a:pt x="220587" y="325565"/>
                  </a:lnTo>
                  <a:lnTo>
                    <a:pt x="225598" y="323785"/>
                  </a:lnTo>
                  <a:lnTo>
                    <a:pt x="230549" y="321848"/>
                  </a:lnTo>
                  <a:lnTo>
                    <a:pt x="235436" y="319753"/>
                  </a:lnTo>
                  <a:lnTo>
                    <a:pt x="240254" y="317505"/>
                  </a:lnTo>
                  <a:lnTo>
                    <a:pt x="244998" y="315104"/>
                  </a:lnTo>
                  <a:lnTo>
                    <a:pt x="249663" y="312554"/>
                  </a:lnTo>
                  <a:lnTo>
                    <a:pt x="254245" y="309856"/>
                  </a:lnTo>
                  <a:lnTo>
                    <a:pt x="258738" y="307014"/>
                  </a:lnTo>
                  <a:lnTo>
                    <a:pt x="263139" y="304031"/>
                  </a:lnTo>
                  <a:lnTo>
                    <a:pt x="267443" y="300909"/>
                  </a:lnTo>
                  <a:lnTo>
                    <a:pt x="271646" y="297652"/>
                  </a:lnTo>
                  <a:lnTo>
                    <a:pt x="275743" y="294264"/>
                  </a:lnTo>
                  <a:lnTo>
                    <a:pt x="279730" y="290746"/>
                  </a:lnTo>
                  <a:lnTo>
                    <a:pt x="283603" y="287103"/>
                  </a:lnTo>
                  <a:lnTo>
                    <a:pt x="287358" y="283340"/>
                  </a:lnTo>
                  <a:lnTo>
                    <a:pt x="290992" y="279458"/>
                  </a:lnTo>
                  <a:lnTo>
                    <a:pt x="294500" y="275463"/>
                  </a:lnTo>
                  <a:lnTo>
                    <a:pt x="297880" y="271359"/>
                  </a:lnTo>
                  <a:lnTo>
                    <a:pt x="301127" y="267149"/>
                  </a:lnTo>
                  <a:lnTo>
                    <a:pt x="304239" y="262838"/>
                  </a:lnTo>
                  <a:lnTo>
                    <a:pt x="307212" y="258430"/>
                  </a:lnTo>
                  <a:lnTo>
                    <a:pt x="310043" y="253929"/>
                  </a:lnTo>
                  <a:lnTo>
                    <a:pt x="312730" y="249342"/>
                  </a:lnTo>
                  <a:lnTo>
                    <a:pt x="315270" y="244670"/>
                  </a:lnTo>
                  <a:lnTo>
                    <a:pt x="317660" y="239921"/>
                  </a:lnTo>
                  <a:lnTo>
                    <a:pt x="319897" y="235098"/>
                  </a:lnTo>
                  <a:lnTo>
                    <a:pt x="321980" y="230206"/>
                  </a:lnTo>
                  <a:lnTo>
                    <a:pt x="323907" y="225251"/>
                  </a:lnTo>
                  <a:lnTo>
                    <a:pt x="325674" y="220236"/>
                  </a:lnTo>
                  <a:lnTo>
                    <a:pt x="327282" y="215168"/>
                  </a:lnTo>
                  <a:lnTo>
                    <a:pt x="328727" y="210052"/>
                  </a:lnTo>
                  <a:lnTo>
                    <a:pt x="330010" y="204892"/>
                  </a:lnTo>
                  <a:lnTo>
                    <a:pt x="331127" y="199694"/>
                  </a:lnTo>
                  <a:lnTo>
                    <a:pt x="332078" y="194463"/>
                  </a:lnTo>
                  <a:lnTo>
                    <a:pt x="332863" y="189204"/>
                  </a:lnTo>
                  <a:lnTo>
                    <a:pt x="333480" y="183923"/>
                  </a:lnTo>
                  <a:lnTo>
                    <a:pt x="333929" y="178625"/>
                  </a:lnTo>
                  <a:lnTo>
                    <a:pt x="334209" y="173316"/>
                  </a:lnTo>
                  <a:lnTo>
                    <a:pt x="334320" y="168000"/>
                  </a:lnTo>
                  <a:lnTo>
                    <a:pt x="334262" y="162684"/>
                  </a:lnTo>
                  <a:lnTo>
                    <a:pt x="334035" y="157372"/>
                  </a:lnTo>
                  <a:lnTo>
                    <a:pt x="333639" y="152069"/>
                  </a:lnTo>
                  <a:lnTo>
                    <a:pt x="333074" y="146783"/>
                  </a:lnTo>
                  <a:lnTo>
                    <a:pt x="332342" y="141516"/>
                  </a:lnTo>
                  <a:lnTo>
                    <a:pt x="331443" y="136276"/>
                  </a:lnTo>
                  <a:lnTo>
                    <a:pt x="330377" y="131067"/>
                  </a:lnTo>
                  <a:lnTo>
                    <a:pt x="329147" y="125895"/>
                  </a:lnTo>
                  <a:lnTo>
                    <a:pt x="327752" y="120764"/>
                  </a:lnTo>
                  <a:lnTo>
                    <a:pt x="326195" y="11568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8745"/>
              <a:ext cx="159041" cy="51486"/>
            </a:xfrm>
            <a:custGeom>
              <a:avLst/>
              <a:pathLst>
                <a:path w="159041" h="51486">
                  <a:moveTo>
                    <a:pt x="159041" y="0"/>
                  </a:moveTo>
                  <a:lnTo>
                    <a:pt x="0" y="514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58508"/>
              <a:ext cx="159041" cy="141723"/>
            </a:xfrm>
            <a:custGeom>
              <a:avLst/>
              <a:pathLst>
                <a:path w="159041" h="141723">
                  <a:moveTo>
                    <a:pt x="159041" y="90237"/>
                  </a:moveTo>
                  <a:lnTo>
                    <a:pt x="157240" y="84974"/>
                  </a:lnTo>
                  <a:lnTo>
                    <a:pt x="155265" y="79775"/>
                  </a:lnTo>
                  <a:lnTo>
                    <a:pt x="153118" y="74644"/>
                  </a:lnTo>
                  <a:lnTo>
                    <a:pt x="150802" y="69587"/>
                  </a:lnTo>
                  <a:lnTo>
                    <a:pt x="148319" y="64611"/>
                  </a:lnTo>
                  <a:lnTo>
                    <a:pt x="145671" y="59719"/>
                  </a:lnTo>
                  <a:lnTo>
                    <a:pt x="142863" y="54919"/>
                  </a:lnTo>
                  <a:lnTo>
                    <a:pt x="139896" y="50214"/>
                  </a:lnTo>
                  <a:lnTo>
                    <a:pt x="136774" y="45611"/>
                  </a:lnTo>
                  <a:lnTo>
                    <a:pt x="133501" y="41114"/>
                  </a:lnTo>
                  <a:lnTo>
                    <a:pt x="130080" y="36728"/>
                  </a:lnTo>
                  <a:lnTo>
                    <a:pt x="126516" y="32459"/>
                  </a:lnTo>
                  <a:lnTo>
                    <a:pt x="122811" y="28311"/>
                  </a:lnTo>
                  <a:lnTo>
                    <a:pt x="118970" y="24288"/>
                  </a:lnTo>
                  <a:lnTo>
                    <a:pt x="114997" y="20395"/>
                  </a:lnTo>
                  <a:lnTo>
                    <a:pt x="110898" y="16637"/>
                  </a:lnTo>
                  <a:lnTo>
                    <a:pt x="106675" y="13017"/>
                  </a:lnTo>
                  <a:lnTo>
                    <a:pt x="102334" y="9539"/>
                  </a:lnTo>
                  <a:lnTo>
                    <a:pt x="97880" y="6208"/>
                  </a:lnTo>
                  <a:lnTo>
                    <a:pt x="93318" y="3027"/>
                  </a:lnTo>
                  <a:lnTo>
                    <a:pt x="88652" y="0"/>
                  </a:lnTo>
                  <a:lnTo>
                    <a:pt x="0" y="141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88652" cy="167167"/>
            </a:xfrm>
            <a:custGeom>
              <a:avLst/>
              <a:pathLst>
                <a:path w="88652" h="167167">
                  <a:moveTo>
                    <a:pt x="88652" y="25443"/>
                  </a:moveTo>
                  <a:lnTo>
                    <a:pt x="83648" y="22433"/>
                  </a:lnTo>
                  <a:lnTo>
                    <a:pt x="78542" y="19600"/>
                  </a:lnTo>
                  <a:lnTo>
                    <a:pt x="73339" y="16946"/>
                  </a:lnTo>
                  <a:lnTo>
                    <a:pt x="68047" y="14476"/>
                  </a:lnTo>
                  <a:lnTo>
                    <a:pt x="62672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3" y="3170392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7" y="334"/>
                  </a:lnTo>
                  <a:lnTo>
                    <a:pt x="151316" y="752"/>
                  </a:lnTo>
                  <a:lnTo>
                    <a:pt x="146060" y="1336"/>
                  </a:lnTo>
                  <a:lnTo>
                    <a:pt x="140826" y="2086"/>
                  </a:lnTo>
                  <a:lnTo>
                    <a:pt x="135617" y="3002"/>
                  </a:lnTo>
                  <a:lnTo>
                    <a:pt x="130441" y="4081"/>
                  </a:lnTo>
                  <a:lnTo>
                    <a:pt x="125301" y="5324"/>
                  </a:lnTo>
                  <a:lnTo>
                    <a:pt x="120203" y="6729"/>
                  </a:lnTo>
                  <a:lnTo>
                    <a:pt x="115152" y="8295"/>
                  </a:lnTo>
                  <a:lnTo>
                    <a:pt x="110153" y="10019"/>
                  </a:lnTo>
                  <a:lnTo>
                    <a:pt x="105211" y="11901"/>
                  </a:lnTo>
                  <a:lnTo>
                    <a:pt x="100331" y="13938"/>
                  </a:lnTo>
                  <a:lnTo>
                    <a:pt x="95517" y="16128"/>
                  </a:lnTo>
                  <a:lnTo>
                    <a:pt x="90776" y="18470"/>
                  </a:lnTo>
                  <a:lnTo>
                    <a:pt x="86111" y="20960"/>
                  </a:lnTo>
                  <a:lnTo>
                    <a:pt x="81527" y="23596"/>
                  </a:lnTo>
                  <a:lnTo>
                    <a:pt x="77029" y="26377"/>
                  </a:lnTo>
                  <a:lnTo>
                    <a:pt x="72621" y="29298"/>
                  </a:lnTo>
                  <a:lnTo>
                    <a:pt x="68307" y="32357"/>
                  </a:lnTo>
                  <a:lnTo>
                    <a:pt x="64093" y="35551"/>
                  </a:lnTo>
                  <a:lnTo>
                    <a:pt x="59982" y="38877"/>
                  </a:lnTo>
                  <a:lnTo>
                    <a:pt x="55977" y="42331"/>
                  </a:lnTo>
                  <a:lnTo>
                    <a:pt x="52085" y="45910"/>
                  </a:lnTo>
                  <a:lnTo>
                    <a:pt x="48307" y="49610"/>
                  </a:lnTo>
                  <a:lnTo>
                    <a:pt x="44648" y="53428"/>
                  </a:lnTo>
                  <a:lnTo>
                    <a:pt x="41112" y="57360"/>
                  </a:lnTo>
                  <a:lnTo>
                    <a:pt x="37702" y="61402"/>
                  </a:lnTo>
                  <a:lnTo>
                    <a:pt x="34421" y="65549"/>
                  </a:lnTo>
                  <a:lnTo>
                    <a:pt x="31273" y="69798"/>
                  </a:lnTo>
                  <a:lnTo>
                    <a:pt x="28262" y="74145"/>
                  </a:lnTo>
                  <a:lnTo>
                    <a:pt x="25389" y="78585"/>
                  </a:lnTo>
                  <a:lnTo>
                    <a:pt x="22658" y="83113"/>
                  </a:lnTo>
                  <a:lnTo>
                    <a:pt x="20072" y="87726"/>
                  </a:lnTo>
                  <a:lnTo>
                    <a:pt x="17633" y="92418"/>
                  </a:lnTo>
                  <a:lnTo>
                    <a:pt x="15343" y="97184"/>
                  </a:lnTo>
                  <a:lnTo>
                    <a:pt x="13206" y="102021"/>
                  </a:lnTo>
                  <a:lnTo>
                    <a:pt x="11222" y="106923"/>
                  </a:lnTo>
                  <a:lnTo>
                    <a:pt x="9395" y="111885"/>
                  </a:lnTo>
                  <a:lnTo>
                    <a:pt x="7725" y="116903"/>
                  </a:lnTo>
                  <a:lnTo>
                    <a:pt x="6215" y="121971"/>
                  </a:lnTo>
                  <a:lnTo>
                    <a:pt x="4866" y="127084"/>
                  </a:lnTo>
                  <a:lnTo>
                    <a:pt x="3680" y="132237"/>
                  </a:lnTo>
                  <a:lnTo>
                    <a:pt x="2656" y="137425"/>
                  </a:lnTo>
                  <a:lnTo>
                    <a:pt x="1798" y="142643"/>
                  </a:lnTo>
                  <a:lnTo>
                    <a:pt x="1105" y="147886"/>
                  </a:lnTo>
                  <a:lnTo>
                    <a:pt x="578" y="153148"/>
                  </a:lnTo>
                  <a:lnTo>
                    <a:pt x="218" y="158423"/>
                  </a:lnTo>
                  <a:lnTo>
                    <a:pt x="25" y="163708"/>
                  </a:lnTo>
                  <a:lnTo>
                    <a:pt x="0" y="168996"/>
                  </a:lnTo>
                  <a:lnTo>
                    <a:pt x="141" y="174282"/>
                  </a:lnTo>
                  <a:lnTo>
                    <a:pt x="450" y="179561"/>
                  </a:lnTo>
                  <a:lnTo>
                    <a:pt x="925" y="184828"/>
                  </a:lnTo>
                  <a:lnTo>
                    <a:pt x="1567" y="190077"/>
                  </a:lnTo>
                  <a:lnTo>
                    <a:pt x="2374" y="195303"/>
                  </a:lnTo>
                  <a:lnTo>
                    <a:pt x="3347" y="200501"/>
                  </a:lnTo>
                  <a:lnTo>
                    <a:pt x="4483" y="205665"/>
                  </a:lnTo>
                  <a:lnTo>
                    <a:pt x="5782" y="210791"/>
                  </a:lnTo>
                  <a:lnTo>
                    <a:pt x="7243" y="215874"/>
                  </a:lnTo>
                  <a:lnTo>
                    <a:pt x="8863" y="220907"/>
                  </a:lnTo>
                  <a:lnTo>
                    <a:pt x="10642" y="225887"/>
                  </a:lnTo>
                  <a:lnTo>
                    <a:pt x="12578" y="230808"/>
                  </a:lnTo>
                  <a:lnTo>
                    <a:pt x="14668" y="235666"/>
                  </a:lnTo>
                  <a:lnTo>
                    <a:pt x="16911" y="240455"/>
                  </a:lnTo>
                  <a:lnTo>
                    <a:pt x="19304" y="245170"/>
                  </a:lnTo>
                  <a:lnTo>
                    <a:pt x="21845" y="249808"/>
                  </a:lnTo>
                  <a:lnTo>
                    <a:pt x="24532" y="254363"/>
                  </a:lnTo>
                  <a:lnTo>
                    <a:pt x="27361" y="258830"/>
                  </a:lnTo>
                  <a:lnTo>
                    <a:pt x="30330" y="263206"/>
                  </a:lnTo>
                  <a:lnTo>
                    <a:pt x="33437" y="267486"/>
                  </a:lnTo>
                  <a:lnTo>
                    <a:pt x="36677" y="271665"/>
                  </a:lnTo>
                  <a:lnTo>
                    <a:pt x="40047" y="275740"/>
                  </a:lnTo>
                  <a:lnTo>
                    <a:pt x="43545" y="279706"/>
                  </a:lnTo>
                  <a:lnTo>
                    <a:pt x="47166" y="283559"/>
                  </a:lnTo>
                  <a:lnTo>
                    <a:pt x="50908" y="287296"/>
                  </a:lnTo>
                  <a:lnTo>
                    <a:pt x="54765" y="290913"/>
                  </a:lnTo>
                  <a:lnTo>
                    <a:pt x="58736" y="294406"/>
                  </a:lnTo>
                  <a:lnTo>
                    <a:pt x="62814" y="297772"/>
                  </a:lnTo>
                  <a:lnTo>
                    <a:pt x="66998" y="301007"/>
                  </a:lnTo>
                  <a:lnTo>
                    <a:pt x="71281" y="304108"/>
                  </a:lnTo>
                  <a:lnTo>
                    <a:pt x="75660" y="307072"/>
                  </a:lnTo>
                  <a:lnTo>
                    <a:pt x="80131" y="309896"/>
                  </a:lnTo>
                  <a:lnTo>
                    <a:pt x="84689" y="312577"/>
                  </a:lnTo>
                  <a:lnTo>
                    <a:pt x="89330" y="315112"/>
                  </a:lnTo>
                  <a:lnTo>
                    <a:pt x="94048" y="317500"/>
                  </a:lnTo>
                  <a:lnTo>
                    <a:pt x="98840" y="319737"/>
                  </a:lnTo>
                  <a:lnTo>
                    <a:pt x="103699" y="321822"/>
                  </a:lnTo>
                  <a:lnTo>
                    <a:pt x="108623" y="323751"/>
                  </a:lnTo>
                  <a:lnTo>
                    <a:pt x="113605" y="325525"/>
                  </a:lnTo>
                  <a:lnTo>
                    <a:pt x="118640" y="327139"/>
                  </a:lnTo>
                  <a:lnTo>
                    <a:pt x="123724" y="328594"/>
                  </a:lnTo>
                  <a:lnTo>
                    <a:pt x="128852" y="329887"/>
                  </a:lnTo>
                  <a:lnTo>
                    <a:pt x="134018" y="331017"/>
                  </a:lnTo>
                  <a:lnTo>
                    <a:pt x="139217" y="331983"/>
                  </a:lnTo>
                  <a:lnTo>
                    <a:pt x="144444" y="332784"/>
                  </a:lnTo>
                  <a:lnTo>
                    <a:pt x="149694" y="333420"/>
                  </a:lnTo>
                  <a:lnTo>
                    <a:pt x="154961" y="333889"/>
                  </a:lnTo>
                  <a:lnTo>
                    <a:pt x="160240" y="334191"/>
                  </a:lnTo>
                  <a:lnTo>
                    <a:pt x="165527" y="334326"/>
                  </a:lnTo>
                  <a:lnTo>
                    <a:pt x="170815" y="334294"/>
                  </a:lnTo>
                  <a:lnTo>
                    <a:pt x="176099" y="334095"/>
                  </a:lnTo>
                  <a:lnTo>
                    <a:pt x="181375" y="333729"/>
                  </a:lnTo>
                  <a:lnTo>
                    <a:pt x="186636" y="333196"/>
                  </a:lnTo>
                  <a:lnTo>
                    <a:pt x="191877" y="332496"/>
                  </a:lnTo>
                  <a:lnTo>
                    <a:pt x="197094" y="331632"/>
                  </a:lnTo>
                  <a:lnTo>
                    <a:pt x="202281" y="330603"/>
                  </a:lnTo>
                  <a:lnTo>
                    <a:pt x="207433" y="329410"/>
                  </a:lnTo>
                  <a:lnTo>
                    <a:pt x="212545" y="328055"/>
                  </a:lnTo>
                  <a:lnTo>
                    <a:pt x="217611" y="326539"/>
                  </a:lnTo>
                  <a:lnTo>
                    <a:pt x="222626" y="324863"/>
                  </a:lnTo>
                  <a:lnTo>
                    <a:pt x="227586" y="323030"/>
                  </a:lnTo>
                  <a:lnTo>
                    <a:pt x="232486" y="321041"/>
                  </a:lnTo>
                  <a:lnTo>
                    <a:pt x="237320" y="318897"/>
                  </a:lnTo>
                  <a:lnTo>
                    <a:pt x="242084" y="316602"/>
                  </a:lnTo>
                  <a:lnTo>
                    <a:pt x="246773" y="314157"/>
                  </a:lnTo>
                  <a:lnTo>
                    <a:pt x="251383" y="311566"/>
                  </a:lnTo>
                  <a:lnTo>
                    <a:pt x="255908" y="308829"/>
                  </a:lnTo>
                  <a:lnTo>
                    <a:pt x="260344" y="305951"/>
                  </a:lnTo>
                  <a:lnTo>
                    <a:pt x="264687" y="302934"/>
                  </a:lnTo>
                  <a:lnTo>
                    <a:pt x="268933" y="299782"/>
                  </a:lnTo>
                  <a:lnTo>
                    <a:pt x="273076" y="296496"/>
                  </a:lnTo>
                  <a:lnTo>
                    <a:pt x="277114" y="293081"/>
                  </a:lnTo>
                  <a:lnTo>
                    <a:pt x="281041" y="289540"/>
                  </a:lnTo>
                  <a:lnTo>
                    <a:pt x="284855" y="285877"/>
                  </a:lnTo>
                  <a:lnTo>
                    <a:pt x="288551" y="282095"/>
                  </a:lnTo>
                  <a:lnTo>
                    <a:pt x="292125" y="278198"/>
                  </a:lnTo>
                  <a:lnTo>
                    <a:pt x="295575" y="274190"/>
                  </a:lnTo>
                  <a:lnTo>
                    <a:pt x="298895" y="270074"/>
                  </a:lnTo>
                  <a:lnTo>
                    <a:pt x="302084" y="265856"/>
                  </a:lnTo>
                  <a:lnTo>
                    <a:pt x="305138" y="261539"/>
                  </a:lnTo>
                  <a:lnTo>
                    <a:pt x="308054" y="257127"/>
                  </a:lnTo>
                  <a:lnTo>
                    <a:pt x="310829" y="252626"/>
                  </a:lnTo>
                  <a:lnTo>
                    <a:pt x="313460" y="248039"/>
                  </a:lnTo>
                  <a:lnTo>
                    <a:pt x="315945" y="243371"/>
                  </a:lnTo>
                  <a:lnTo>
                    <a:pt x="318281" y="238627"/>
                  </a:lnTo>
                  <a:lnTo>
                    <a:pt x="320466" y="233811"/>
                  </a:lnTo>
                  <a:lnTo>
                    <a:pt x="322497" y="228928"/>
                  </a:lnTo>
                  <a:lnTo>
                    <a:pt x="324373" y="223984"/>
                  </a:lnTo>
                  <a:lnTo>
                    <a:pt x="326091" y="218983"/>
                  </a:lnTo>
                  <a:lnTo>
                    <a:pt x="327650" y="213930"/>
                  </a:lnTo>
                  <a:lnTo>
                    <a:pt x="329049" y="208831"/>
                  </a:lnTo>
                  <a:lnTo>
                    <a:pt x="330286" y="203689"/>
                  </a:lnTo>
                  <a:lnTo>
                    <a:pt x="331360" y="198511"/>
                  </a:lnTo>
                  <a:lnTo>
                    <a:pt x="332269" y="193302"/>
                  </a:lnTo>
                  <a:lnTo>
                    <a:pt x="333013" y="188066"/>
                  </a:lnTo>
                  <a:lnTo>
                    <a:pt x="333591" y="182810"/>
                  </a:lnTo>
                  <a:lnTo>
                    <a:pt x="334002" y="177538"/>
                  </a:lnTo>
                  <a:lnTo>
                    <a:pt x="334247" y="172256"/>
                  </a:lnTo>
                  <a:lnTo>
                    <a:pt x="334324" y="166968"/>
                  </a:lnTo>
                  <a:lnTo>
                    <a:pt x="334234" y="161681"/>
                  </a:lnTo>
                  <a:lnTo>
                    <a:pt x="333977" y="156399"/>
                  </a:lnTo>
                  <a:lnTo>
                    <a:pt x="333553" y="151128"/>
                  </a:lnTo>
                  <a:lnTo>
                    <a:pt x="332963" y="145873"/>
                  </a:lnTo>
                  <a:lnTo>
                    <a:pt x="332206" y="140639"/>
                  </a:lnTo>
                  <a:lnTo>
                    <a:pt x="331284" y="135432"/>
                  </a:lnTo>
                  <a:lnTo>
                    <a:pt x="330199" y="130257"/>
                  </a:lnTo>
                  <a:lnTo>
                    <a:pt x="328950" y="125118"/>
                  </a:lnTo>
                  <a:lnTo>
                    <a:pt x="327539" y="120022"/>
                  </a:lnTo>
                  <a:lnTo>
                    <a:pt x="325967" y="114973"/>
                  </a:lnTo>
                  <a:lnTo>
                    <a:pt x="324237" y="109976"/>
                  </a:lnTo>
                  <a:lnTo>
                    <a:pt x="322349" y="105036"/>
                  </a:lnTo>
                  <a:lnTo>
                    <a:pt x="320306" y="100158"/>
                  </a:lnTo>
                  <a:lnTo>
                    <a:pt x="318110" y="95348"/>
                  </a:lnTo>
                  <a:lnTo>
                    <a:pt x="315763" y="90609"/>
                  </a:lnTo>
                  <a:lnTo>
                    <a:pt x="313267" y="85947"/>
                  </a:lnTo>
                  <a:lnTo>
                    <a:pt x="310625" y="81366"/>
                  </a:lnTo>
                  <a:lnTo>
                    <a:pt x="307840" y="76871"/>
                  </a:lnTo>
                  <a:lnTo>
                    <a:pt x="304913" y="72467"/>
                  </a:lnTo>
                  <a:lnTo>
                    <a:pt x="301849" y="68157"/>
                  </a:lnTo>
                  <a:lnTo>
                    <a:pt x="298650" y="63946"/>
                  </a:lnTo>
                  <a:lnTo>
                    <a:pt x="295320" y="59839"/>
                  </a:lnTo>
                  <a:lnTo>
                    <a:pt x="291861" y="55839"/>
                  </a:lnTo>
                  <a:lnTo>
                    <a:pt x="288277" y="51950"/>
                  </a:lnTo>
                  <a:lnTo>
                    <a:pt x="284572" y="48177"/>
                  </a:lnTo>
                  <a:lnTo>
                    <a:pt x="280750" y="4452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4915"/>
              <a:ext cx="113592" cy="122644"/>
            </a:xfrm>
            <a:custGeom>
              <a:avLst/>
              <a:pathLst>
                <a:path w="113592" h="122644">
                  <a:moveTo>
                    <a:pt x="113592" y="0"/>
                  </a:moveTo>
                  <a:lnTo>
                    <a:pt x="0" y="122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7849"/>
              <a:ext cx="113592" cy="129710"/>
            </a:xfrm>
            <a:custGeom>
              <a:avLst/>
              <a:pathLst>
                <a:path w="113592" h="129710">
                  <a:moveTo>
                    <a:pt x="113592" y="7066"/>
                  </a:moveTo>
                  <a:lnTo>
                    <a:pt x="105451" y="0"/>
                  </a:lnTo>
                  <a:lnTo>
                    <a:pt x="0" y="1297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105451" cy="167167"/>
            </a:xfrm>
            <a:custGeom>
              <a:avLst/>
              <a:pathLst>
                <a:path w="105451" h="167167">
                  <a:moveTo>
                    <a:pt x="105451" y="37456"/>
                  </a:moveTo>
                  <a:lnTo>
                    <a:pt x="100964" y="33933"/>
                  </a:lnTo>
                  <a:lnTo>
                    <a:pt x="96359" y="30566"/>
                  </a:lnTo>
                  <a:lnTo>
                    <a:pt x="91641" y="27357"/>
                  </a:lnTo>
                  <a:lnTo>
                    <a:pt x="86817" y="24311"/>
                  </a:lnTo>
                  <a:lnTo>
                    <a:pt x="81892" y="21432"/>
                  </a:lnTo>
                  <a:lnTo>
                    <a:pt x="76871" y="18723"/>
                  </a:lnTo>
                  <a:lnTo>
                    <a:pt x="71761" y="16186"/>
                  </a:lnTo>
                  <a:lnTo>
                    <a:pt x="66567" y="13825"/>
                  </a:lnTo>
                  <a:lnTo>
                    <a:pt x="61296" y="11643"/>
                  </a:lnTo>
                  <a:lnTo>
                    <a:pt x="55953" y="9642"/>
                  </a:lnTo>
                  <a:lnTo>
                    <a:pt x="50545" y="7824"/>
                  </a:lnTo>
                  <a:lnTo>
                    <a:pt x="45078" y="6192"/>
                  </a:lnTo>
                  <a:lnTo>
                    <a:pt x="39559" y="4748"/>
                  </a:lnTo>
                  <a:lnTo>
                    <a:pt x="33994" y="3492"/>
                  </a:lnTo>
                  <a:lnTo>
                    <a:pt x="28389" y="2428"/>
                  </a:lnTo>
                  <a:lnTo>
                    <a:pt x="22751" y="1555"/>
                  </a:lnTo>
                  <a:lnTo>
                    <a:pt x="17086" y="875"/>
                  </a:lnTo>
                  <a:lnTo>
                    <a:pt x="11402" y="389"/>
                  </a:lnTo>
                  <a:lnTo>
                    <a:pt x="570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92" y="3707720"/>
              <a:ext cx="334322" cy="334329"/>
            </a:xfrm>
            <a:custGeom>
              <a:avLst/>
              <a:pathLst>
                <a:path w="334322" h="334329">
                  <a:moveTo>
                    <a:pt x="167156" y="0"/>
                  </a:moveTo>
                  <a:lnTo>
                    <a:pt x="161866" y="83"/>
                  </a:lnTo>
                  <a:lnTo>
                    <a:pt x="156581" y="334"/>
                  </a:lnTo>
                  <a:lnTo>
                    <a:pt x="151308" y="752"/>
                  </a:lnTo>
                  <a:lnTo>
                    <a:pt x="146050" y="1337"/>
                  </a:lnTo>
                  <a:lnTo>
                    <a:pt x="140813" y="2088"/>
                  </a:lnTo>
                  <a:lnTo>
                    <a:pt x="135602" y="3004"/>
                  </a:lnTo>
                  <a:lnTo>
                    <a:pt x="130423" y="4085"/>
                  </a:lnTo>
                  <a:lnTo>
                    <a:pt x="125281" y="5329"/>
                  </a:lnTo>
                  <a:lnTo>
                    <a:pt x="120181" y="6735"/>
                  </a:lnTo>
                  <a:lnTo>
                    <a:pt x="115128" y="8302"/>
                  </a:lnTo>
                  <a:lnTo>
                    <a:pt x="110127" y="10028"/>
                  </a:lnTo>
                  <a:lnTo>
                    <a:pt x="105183" y="11911"/>
                  </a:lnTo>
                  <a:lnTo>
                    <a:pt x="100301" y="13950"/>
                  </a:lnTo>
                  <a:lnTo>
                    <a:pt x="95486" y="16142"/>
                  </a:lnTo>
                  <a:lnTo>
                    <a:pt x="90743" y="18486"/>
                  </a:lnTo>
                  <a:lnTo>
                    <a:pt x="86077" y="20978"/>
                  </a:lnTo>
                  <a:lnTo>
                    <a:pt x="81492" y="23617"/>
                  </a:lnTo>
                  <a:lnTo>
                    <a:pt x="76992" y="26399"/>
                  </a:lnTo>
                  <a:lnTo>
                    <a:pt x="72583" y="29323"/>
                  </a:lnTo>
                  <a:lnTo>
                    <a:pt x="68268" y="32385"/>
                  </a:lnTo>
                  <a:lnTo>
                    <a:pt x="64053" y="35581"/>
                  </a:lnTo>
                  <a:lnTo>
                    <a:pt x="59941" y="38910"/>
                  </a:lnTo>
                  <a:lnTo>
                    <a:pt x="55936" y="42367"/>
                  </a:lnTo>
                  <a:lnTo>
                    <a:pt x="52042" y="45949"/>
                  </a:lnTo>
                  <a:lnTo>
                    <a:pt x="48264" y="49652"/>
                  </a:lnTo>
                  <a:lnTo>
                    <a:pt x="44605" y="53473"/>
                  </a:lnTo>
                  <a:lnTo>
                    <a:pt x="41069" y="57408"/>
                  </a:lnTo>
                  <a:lnTo>
                    <a:pt x="37659" y="61452"/>
                  </a:lnTo>
                  <a:lnTo>
                    <a:pt x="34379" y="65603"/>
                  </a:lnTo>
                  <a:lnTo>
                    <a:pt x="31231" y="69856"/>
                  </a:lnTo>
                  <a:lnTo>
                    <a:pt x="28220" y="74205"/>
                  </a:lnTo>
                  <a:lnTo>
                    <a:pt x="25348" y="78648"/>
                  </a:lnTo>
                  <a:lnTo>
                    <a:pt x="22618" y="83180"/>
                  </a:lnTo>
                  <a:lnTo>
                    <a:pt x="20033" y="87796"/>
                  </a:lnTo>
                  <a:lnTo>
                    <a:pt x="17595" y="92491"/>
                  </a:lnTo>
                  <a:lnTo>
                    <a:pt x="15307" y="97261"/>
                  </a:lnTo>
                  <a:lnTo>
                    <a:pt x="13171" y="102101"/>
                  </a:lnTo>
                  <a:lnTo>
                    <a:pt x="11189" y="107006"/>
                  </a:lnTo>
                  <a:lnTo>
                    <a:pt x="9363" y="111972"/>
                  </a:lnTo>
                  <a:lnTo>
                    <a:pt x="7696" y="116992"/>
                  </a:lnTo>
                  <a:lnTo>
                    <a:pt x="6188" y="122063"/>
                  </a:lnTo>
                  <a:lnTo>
                    <a:pt x="4841" y="127180"/>
                  </a:lnTo>
                  <a:lnTo>
                    <a:pt x="3657" y="132336"/>
                  </a:lnTo>
                  <a:lnTo>
                    <a:pt x="2637" y="137527"/>
                  </a:lnTo>
                  <a:lnTo>
                    <a:pt x="1781" y="142748"/>
                  </a:lnTo>
                  <a:lnTo>
                    <a:pt x="1091" y="147993"/>
                  </a:lnTo>
                  <a:lnTo>
                    <a:pt x="568" y="153257"/>
                  </a:lnTo>
                  <a:lnTo>
                    <a:pt x="211" y="158536"/>
                  </a:lnTo>
                  <a:lnTo>
                    <a:pt x="22" y="163823"/>
                  </a:lnTo>
                  <a:lnTo>
                    <a:pt x="0" y="169113"/>
                  </a:lnTo>
                  <a:lnTo>
                    <a:pt x="145" y="174402"/>
                  </a:lnTo>
                  <a:lnTo>
                    <a:pt x="457" y="179683"/>
                  </a:lnTo>
                  <a:lnTo>
                    <a:pt x="937" y="184952"/>
                  </a:lnTo>
                  <a:lnTo>
                    <a:pt x="1583" y="190202"/>
                  </a:lnTo>
                  <a:lnTo>
                    <a:pt x="2395" y="195430"/>
                  </a:lnTo>
                  <a:lnTo>
                    <a:pt x="3372" y="200630"/>
                  </a:lnTo>
                  <a:lnTo>
                    <a:pt x="4512" y="205796"/>
                  </a:lnTo>
                  <a:lnTo>
                    <a:pt x="5816" y="210923"/>
                  </a:lnTo>
                  <a:lnTo>
                    <a:pt x="7282" y="216006"/>
                  </a:lnTo>
                  <a:lnTo>
                    <a:pt x="8907" y="221041"/>
                  </a:lnTo>
                  <a:lnTo>
                    <a:pt x="10691" y="226021"/>
                  </a:lnTo>
                  <a:lnTo>
                    <a:pt x="12632" y="230943"/>
                  </a:lnTo>
                  <a:lnTo>
                    <a:pt x="14727" y="235801"/>
                  </a:lnTo>
                  <a:lnTo>
                    <a:pt x="16976" y="240590"/>
                  </a:lnTo>
                  <a:lnTo>
                    <a:pt x="19374" y="245305"/>
                  </a:lnTo>
                  <a:lnTo>
                    <a:pt x="21921" y="249942"/>
                  </a:lnTo>
                  <a:lnTo>
                    <a:pt x="24613" y="254497"/>
                  </a:lnTo>
                  <a:lnTo>
                    <a:pt x="27447" y="258963"/>
                  </a:lnTo>
                  <a:lnTo>
                    <a:pt x="30422" y="263338"/>
                  </a:lnTo>
                  <a:lnTo>
                    <a:pt x="33534" y="267617"/>
                  </a:lnTo>
                  <a:lnTo>
                    <a:pt x="36779" y="271795"/>
                  </a:lnTo>
                  <a:lnTo>
                    <a:pt x="40155" y="275868"/>
                  </a:lnTo>
                  <a:lnTo>
                    <a:pt x="43659" y="279832"/>
                  </a:lnTo>
                  <a:lnTo>
                    <a:pt x="47286" y="283684"/>
                  </a:lnTo>
                  <a:lnTo>
                    <a:pt x="51033" y="287418"/>
                  </a:lnTo>
                  <a:lnTo>
                    <a:pt x="54896" y="291033"/>
                  </a:lnTo>
                  <a:lnTo>
                    <a:pt x="58872" y="294523"/>
                  </a:lnTo>
                  <a:lnTo>
                    <a:pt x="62956" y="297886"/>
                  </a:lnTo>
                  <a:lnTo>
                    <a:pt x="67145" y="301118"/>
                  </a:lnTo>
                  <a:lnTo>
                    <a:pt x="71433" y="304215"/>
                  </a:lnTo>
                  <a:lnTo>
                    <a:pt x="75818" y="307175"/>
                  </a:lnTo>
                  <a:lnTo>
                    <a:pt x="80294" y="309996"/>
                  </a:lnTo>
                  <a:lnTo>
                    <a:pt x="84857" y="312673"/>
                  </a:lnTo>
                  <a:lnTo>
                    <a:pt x="89503" y="315204"/>
                  </a:lnTo>
                  <a:lnTo>
                    <a:pt x="94226" y="317587"/>
                  </a:lnTo>
                  <a:lnTo>
                    <a:pt x="99022" y="319820"/>
                  </a:lnTo>
                  <a:lnTo>
                    <a:pt x="103887" y="321899"/>
                  </a:lnTo>
                  <a:lnTo>
                    <a:pt x="108815" y="323824"/>
                  </a:lnTo>
                  <a:lnTo>
                    <a:pt x="113801" y="325591"/>
                  </a:lnTo>
                  <a:lnTo>
                    <a:pt x="118841" y="327200"/>
                  </a:lnTo>
                  <a:lnTo>
                    <a:pt x="123929" y="328649"/>
                  </a:lnTo>
                  <a:lnTo>
                    <a:pt x="129061" y="329936"/>
                  </a:lnTo>
                  <a:lnTo>
                    <a:pt x="134230" y="331060"/>
                  </a:lnTo>
                  <a:lnTo>
                    <a:pt x="139433" y="332020"/>
                  </a:lnTo>
                  <a:lnTo>
                    <a:pt x="144664" y="332814"/>
                  </a:lnTo>
                  <a:lnTo>
                    <a:pt x="149916" y="333443"/>
                  </a:lnTo>
                  <a:lnTo>
                    <a:pt x="155187" y="333905"/>
                  </a:lnTo>
                  <a:lnTo>
                    <a:pt x="160469" y="334201"/>
                  </a:lnTo>
                  <a:lnTo>
                    <a:pt x="165758" y="334329"/>
                  </a:lnTo>
                  <a:lnTo>
                    <a:pt x="171048" y="334289"/>
                  </a:lnTo>
                  <a:lnTo>
                    <a:pt x="176334" y="334082"/>
                  </a:lnTo>
                  <a:lnTo>
                    <a:pt x="181612" y="333708"/>
                  </a:lnTo>
                  <a:lnTo>
                    <a:pt x="186874" y="333167"/>
                  </a:lnTo>
                  <a:lnTo>
                    <a:pt x="192117" y="332460"/>
                  </a:lnTo>
                  <a:lnTo>
                    <a:pt x="197335" y="331588"/>
                  </a:lnTo>
                  <a:lnTo>
                    <a:pt x="202523" y="330550"/>
                  </a:lnTo>
                  <a:lnTo>
                    <a:pt x="207675" y="329349"/>
                  </a:lnTo>
                  <a:lnTo>
                    <a:pt x="212787" y="327986"/>
                  </a:lnTo>
                  <a:lnTo>
                    <a:pt x="217853" y="326461"/>
                  </a:lnTo>
                  <a:lnTo>
                    <a:pt x="222868" y="324777"/>
                  </a:lnTo>
                  <a:lnTo>
                    <a:pt x="227828" y="322936"/>
                  </a:lnTo>
                  <a:lnTo>
                    <a:pt x="232726" y="320938"/>
                  </a:lnTo>
                  <a:lnTo>
                    <a:pt x="237559" y="318786"/>
                  </a:lnTo>
                  <a:lnTo>
                    <a:pt x="242322" y="316482"/>
                  </a:lnTo>
                  <a:lnTo>
                    <a:pt x="247009" y="314029"/>
                  </a:lnTo>
                  <a:lnTo>
                    <a:pt x="251616" y="311428"/>
                  </a:lnTo>
                  <a:lnTo>
                    <a:pt x="256139" y="308683"/>
                  </a:lnTo>
                  <a:lnTo>
                    <a:pt x="260572" y="305797"/>
                  </a:lnTo>
                  <a:lnTo>
                    <a:pt x="264912" y="302771"/>
                  </a:lnTo>
                  <a:lnTo>
                    <a:pt x="269154" y="299610"/>
                  </a:lnTo>
                  <a:lnTo>
                    <a:pt x="273294" y="296316"/>
                  </a:lnTo>
                  <a:lnTo>
                    <a:pt x="277328" y="292893"/>
                  </a:lnTo>
                  <a:lnTo>
                    <a:pt x="281251" y="289344"/>
                  </a:lnTo>
                  <a:lnTo>
                    <a:pt x="285060" y="285672"/>
                  </a:lnTo>
                  <a:lnTo>
                    <a:pt x="288751" y="281882"/>
                  </a:lnTo>
                  <a:lnTo>
                    <a:pt x="292320" y="277977"/>
                  </a:lnTo>
                  <a:lnTo>
                    <a:pt x="295764" y="273961"/>
                  </a:lnTo>
                  <a:lnTo>
                    <a:pt x="299079" y="269837"/>
                  </a:lnTo>
                  <a:lnTo>
                    <a:pt x="302262" y="265612"/>
                  </a:lnTo>
                  <a:lnTo>
                    <a:pt x="305309" y="261287"/>
                  </a:lnTo>
                  <a:lnTo>
                    <a:pt x="308218" y="256868"/>
                  </a:lnTo>
                  <a:lnTo>
                    <a:pt x="310986" y="252360"/>
                  </a:lnTo>
                  <a:lnTo>
                    <a:pt x="313610" y="247766"/>
                  </a:lnTo>
                  <a:lnTo>
                    <a:pt x="316087" y="243091"/>
                  </a:lnTo>
                  <a:lnTo>
                    <a:pt x="318415" y="238340"/>
                  </a:lnTo>
                  <a:lnTo>
                    <a:pt x="320591" y="233518"/>
                  </a:lnTo>
                  <a:lnTo>
                    <a:pt x="322614" y="228630"/>
                  </a:lnTo>
                  <a:lnTo>
                    <a:pt x="324481" y="223680"/>
                  </a:lnTo>
                  <a:lnTo>
                    <a:pt x="326190" y="218673"/>
                  </a:lnTo>
                  <a:lnTo>
                    <a:pt x="327741" y="213615"/>
                  </a:lnTo>
                  <a:lnTo>
                    <a:pt x="329130" y="208510"/>
                  </a:lnTo>
                  <a:lnTo>
                    <a:pt x="330357" y="203364"/>
                  </a:lnTo>
                  <a:lnTo>
                    <a:pt x="331421" y="198182"/>
                  </a:lnTo>
                  <a:lnTo>
                    <a:pt x="332320" y="192968"/>
                  </a:lnTo>
                  <a:lnTo>
                    <a:pt x="333054" y="187729"/>
                  </a:lnTo>
                  <a:lnTo>
                    <a:pt x="333621" y="182469"/>
                  </a:lnTo>
                  <a:lnTo>
                    <a:pt x="334022" y="177194"/>
                  </a:lnTo>
                  <a:lnTo>
                    <a:pt x="334256" y="171909"/>
                  </a:lnTo>
                  <a:lnTo>
                    <a:pt x="334322" y="166618"/>
                  </a:lnTo>
                  <a:lnTo>
                    <a:pt x="334221" y="161329"/>
                  </a:lnTo>
                  <a:lnTo>
                    <a:pt x="333953" y="156045"/>
                  </a:lnTo>
                  <a:lnTo>
                    <a:pt x="333517" y="150773"/>
                  </a:lnTo>
                  <a:lnTo>
                    <a:pt x="332915" y="145517"/>
                  </a:lnTo>
                  <a:lnTo>
                    <a:pt x="332147" y="140283"/>
                  </a:lnTo>
                  <a:lnTo>
                    <a:pt x="331214" y="135075"/>
                  </a:lnTo>
                  <a:lnTo>
                    <a:pt x="330116" y="129900"/>
                  </a:lnTo>
                  <a:lnTo>
                    <a:pt x="328855" y="124762"/>
                  </a:lnTo>
                  <a:lnTo>
                    <a:pt x="327432" y="119666"/>
                  </a:lnTo>
                  <a:lnTo>
                    <a:pt x="325849" y="114618"/>
                  </a:lnTo>
                  <a:lnTo>
                    <a:pt x="324107" y="109623"/>
                  </a:lnTo>
                  <a:lnTo>
                    <a:pt x="322207" y="104685"/>
                  </a:lnTo>
                  <a:lnTo>
                    <a:pt x="320152" y="99810"/>
                  </a:lnTo>
                  <a:lnTo>
                    <a:pt x="317944" y="95003"/>
                  </a:lnTo>
                  <a:lnTo>
                    <a:pt x="315585" y="90267"/>
                  </a:lnTo>
                  <a:lnTo>
                    <a:pt x="313078" y="85609"/>
                  </a:lnTo>
                  <a:lnTo>
                    <a:pt x="310424" y="81032"/>
                  </a:lnTo>
                  <a:lnTo>
                    <a:pt x="307626" y="76542"/>
                  </a:lnTo>
                  <a:lnTo>
                    <a:pt x="304688" y="72142"/>
                  </a:lnTo>
                  <a:lnTo>
                    <a:pt x="301613" y="67838"/>
                  </a:lnTo>
                  <a:lnTo>
                    <a:pt x="298402" y="63633"/>
                  </a:lnTo>
                  <a:lnTo>
                    <a:pt x="295060" y="59532"/>
                  </a:lnTo>
                  <a:lnTo>
                    <a:pt x="291590" y="55538"/>
                  </a:lnTo>
                  <a:lnTo>
                    <a:pt x="287996" y="51657"/>
                  </a:lnTo>
                  <a:lnTo>
                    <a:pt x="284280" y="47891"/>
                  </a:lnTo>
                  <a:lnTo>
                    <a:pt x="280447" y="44244"/>
                  </a:lnTo>
                  <a:lnTo>
                    <a:pt x="276501" y="40721"/>
                  </a:lnTo>
                  <a:lnTo>
                    <a:pt x="272445" y="37324"/>
                  </a:lnTo>
                  <a:lnTo>
                    <a:pt x="268283" y="34057"/>
                  </a:lnTo>
                  <a:lnTo>
                    <a:pt x="264021" y="30924"/>
                  </a:lnTo>
                  <a:lnTo>
                    <a:pt x="259661" y="27927"/>
                  </a:lnTo>
                  <a:lnTo>
                    <a:pt x="255208" y="25070"/>
                  </a:lnTo>
                  <a:lnTo>
                    <a:pt x="250668" y="22354"/>
                  </a:lnTo>
                  <a:lnTo>
                    <a:pt x="246044" y="19784"/>
                  </a:lnTo>
                  <a:lnTo>
                    <a:pt x="241340" y="17362"/>
                  </a:lnTo>
                  <a:lnTo>
                    <a:pt x="236563" y="15089"/>
                  </a:lnTo>
                  <a:lnTo>
                    <a:pt x="231716" y="12969"/>
                  </a:lnTo>
                  <a:lnTo>
                    <a:pt x="226804" y="11004"/>
                  </a:lnTo>
                  <a:lnTo>
                    <a:pt x="221833" y="9194"/>
                  </a:lnTo>
                  <a:lnTo>
                    <a:pt x="216807" y="7543"/>
                  </a:lnTo>
                  <a:lnTo>
                    <a:pt x="211731" y="6052"/>
                  </a:lnTo>
                  <a:lnTo>
                    <a:pt x="206610" y="4722"/>
                  </a:lnTo>
                  <a:lnTo>
                    <a:pt x="201450" y="3555"/>
                  </a:lnTo>
                  <a:lnTo>
                    <a:pt x="196256" y="2552"/>
                  </a:lnTo>
                  <a:lnTo>
                    <a:pt x="191032" y="1713"/>
                  </a:lnTo>
                  <a:lnTo>
                    <a:pt x="185785" y="1041"/>
                  </a:lnTo>
                  <a:lnTo>
                    <a:pt x="180518" y="534"/>
                  </a:lnTo>
                  <a:lnTo>
                    <a:pt x="175239" y="19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9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8083" cy="167167"/>
            </a:xfrm>
            <a:custGeom>
              <a:avLst/>
              <a:pathLst>
                <a:path w="8083" h="167167">
                  <a:moveTo>
                    <a:pt x="8083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31" y="4213821"/>
              <a:ext cx="334322" cy="334329"/>
            </a:xfrm>
            <a:custGeom>
              <a:avLst/>
              <a:pathLst>
                <a:path w="334322" h="334329">
                  <a:moveTo>
                    <a:pt x="167156" y="0"/>
                  </a:moveTo>
                  <a:lnTo>
                    <a:pt x="161866" y="83"/>
                  </a:lnTo>
                  <a:lnTo>
                    <a:pt x="156581" y="334"/>
                  </a:lnTo>
                  <a:lnTo>
                    <a:pt x="151308" y="752"/>
                  </a:lnTo>
                  <a:lnTo>
                    <a:pt x="146050" y="1337"/>
                  </a:lnTo>
                  <a:lnTo>
                    <a:pt x="140813" y="2088"/>
                  </a:lnTo>
                  <a:lnTo>
                    <a:pt x="135602" y="3004"/>
                  </a:lnTo>
                  <a:lnTo>
                    <a:pt x="130423" y="4085"/>
                  </a:lnTo>
                  <a:lnTo>
                    <a:pt x="125281" y="5329"/>
                  </a:lnTo>
                  <a:lnTo>
                    <a:pt x="120181" y="6735"/>
                  </a:lnTo>
                  <a:lnTo>
                    <a:pt x="115128" y="8302"/>
                  </a:lnTo>
                  <a:lnTo>
                    <a:pt x="110127" y="10028"/>
                  </a:lnTo>
                  <a:lnTo>
                    <a:pt x="105183" y="11911"/>
                  </a:lnTo>
                  <a:lnTo>
                    <a:pt x="100301" y="13950"/>
                  </a:lnTo>
                  <a:lnTo>
                    <a:pt x="95486" y="16142"/>
                  </a:lnTo>
                  <a:lnTo>
                    <a:pt x="90743" y="18486"/>
                  </a:lnTo>
                  <a:lnTo>
                    <a:pt x="86077" y="20978"/>
                  </a:lnTo>
                  <a:lnTo>
                    <a:pt x="81492" y="23617"/>
                  </a:lnTo>
                  <a:lnTo>
                    <a:pt x="76992" y="26399"/>
                  </a:lnTo>
                  <a:lnTo>
                    <a:pt x="72583" y="29323"/>
                  </a:lnTo>
                  <a:lnTo>
                    <a:pt x="68268" y="32385"/>
                  </a:lnTo>
                  <a:lnTo>
                    <a:pt x="64053" y="35581"/>
                  </a:lnTo>
                  <a:lnTo>
                    <a:pt x="59941" y="38910"/>
                  </a:lnTo>
                  <a:lnTo>
                    <a:pt x="55936" y="42367"/>
                  </a:lnTo>
                  <a:lnTo>
                    <a:pt x="52042" y="45949"/>
                  </a:lnTo>
                  <a:lnTo>
                    <a:pt x="48264" y="49652"/>
                  </a:lnTo>
                  <a:lnTo>
                    <a:pt x="44605" y="53473"/>
                  </a:lnTo>
                  <a:lnTo>
                    <a:pt x="41069" y="57408"/>
                  </a:lnTo>
                  <a:lnTo>
                    <a:pt x="37659" y="61452"/>
                  </a:lnTo>
                  <a:lnTo>
                    <a:pt x="34379" y="65603"/>
                  </a:lnTo>
                  <a:lnTo>
                    <a:pt x="31231" y="69856"/>
                  </a:lnTo>
                  <a:lnTo>
                    <a:pt x="28220" y="74205"/>
                  </a:lnTo>
                  <a:lnTo>
                    <a:pt x="25348" y="78648"/>
                  </a:lnTo>
                  <a:lnTo>
                    <a:pt x="22618" y="83180"/>
                  </a:lnTo>
                  <a:lnTo>
                    <a:pt x="20033" y="87796"/>
                  </a:lnTo>
                  <a:lnTo>
                    <a:pt x="17595" y="92491"/>
                  </a:lnTo>
                  <a:lnTo>
                    <a:pt x="15307" y="97261"/>
                  </a:lnTo>
                  <a:lnTo>
                    <a:pt x="13171" y="102101"/>
                  </a:lnTo>
                  <a:lnTo>
                    <a:pt x="11189" y="107006"/>
                  </a:lnTo>
                  <a:lnTo>
                    <a:pt x="9363" y="111972"/>
                  </a:lnTo>
                  <a:lnTo>
                    <a:pt x="7696" y="116992"/>
                  </a:lnTo>
                  <a:lnTo>
                    <a:pt x="6188" y="122063"/>
                  </a:lnTo>
                  <a:lnTo>
                    <a:pt x="4841" y="127180"/>
                  </a:lnTo>
                  <a:lnTo>
                    <a:pt x="3657" y="132336"/>
                  </a:lnTo>
                  <a:lnTo>
                    <a:pt x="2637" y="137527"/>
                  </a:lnTo>
                  <a:lnTo>
                    <a:pt x="1781" y="142748"/>
                  </a:lnTo>
                  <a:lnTo>
                    <a:pt x="1091" y="147993"/>
                  </a:lnTo>
                  <a:lnTo>
                    <a:pt x="568" y="153257"/>
                  </a:lnTo>
                  <a:lnTo>
                    <a:pt x="211" y="158536"/>
                  </a:lnTo>
                  <a:lnTo>
                    <a:pt x="22" y="163823"/>
                  </a:lnTo>
                  <a:lnTo>
                    <a:pt x="0" y="169113"/>
                  </a:lnTo>
                  <a:lnTo>
                    <a:pt x="145" y="174402"/>
                  </a:lnTo>
                  <a:lnTo>
                    <a:pt x="457" y="179683"/>
                  </a:lnTo>
                  <a:lnTo>
                    <a:pt x="937" y="184952"/>
                  </a:lnTo>
                  <a:lnTo>
                    <a:pt x="1583" y="190202"/>
                  </a:lnTo>
                  <a:lnTo>
                    <a:pt x="2395" y="195430"/>
                  </a:lnTo>
                  <a:lnTo>
                    <a:pt x="3372" y="200630"/>
                  </a:lnTo>
                  <a:lnTo>
                    <a:pt x="4512" y="205796"/>
                  </a:lnTo>
                  <a:lnTo>
                    <a:pt x="5816" y="210923"/>
                  </a:lnTo>
                  <a:lnTo>
                    <a:pt x="7282" y="216006"/>
                  </a:lnTo>
                  <a:lnTo>
                    <a:pt x="8907" y="221041"/>
                  </a:lnTo>
                  <a:lnTo>
                    <a:pt x="10691" y="226021"/>
                  </a:lnTo>
                  <a:lnTo>
                    <a:pt x="12632" y="230943"/>
                  </a:lnTo>
                  <a:lnTo>
                    <a:pt x="14727" y="235801"/>
                  </a:lnTo>
                  <a:lnTo>
                    <a:pt x="16976" y="240590"/>
                  </a:lnTo>
                  <a:lnTo>
                    <a:pt x="19374" y="245305"/>
                  </a:lnTo>
                  <a:lnTo>
                    <a:pt x="21921" y="249942"/>
                  </a:lnTo>
                  <a:lnTo>
                    <a:pt x="24613" y="254497"/>
                  </a:lnTo>
                  <a:lnTo>
                    <a:pt x="27447" y="258963"/>
                  </a:lnTo>
                  <a:lnTo>
                    <a:pt x="30422" y="263338"/>
                  </a:lnTo>
                  <a:lnTo>
                    <a:pt x="33534" y="267617"/>
                  </a:lnTo>
                  <a:lnTo>
                    <a:pt x="36779" y="271795"/>
                  </a:lnTo>
                  <a:lnTo>
                    <a:pt x="40155" y="275868"/>
                  </a:lnTo>
                  <a:lnTo>
                    <a:pt x="43659" y="279832"/>
                  </a:lnTo>
                  <a:lnTo>
                    <a:pt x="47286" y="283684"/>
                  </a:lnTo>
                  <a:lnTo>
                    <a:pt x="51033" y="287418"/>
                  </a:lnTo>
                  <a:lnTo>
                    <a:pt x="54896" y="291033"/>
                  </a:lnTo>
                  <a:lnTo>
                    <a:pt x="58872" y="294523"/>
                  </a:lnTo>
                  <a:lnTo>
                    <a:pt x="62956" y="297886"/>
                  </a:lnTo>
                  <a:lnTo>
                    <a:pt x="67145" y="301118"/>
                  </a:lnTo>
                  <a:lnTo>
                    <a:pt x="71433" y="304215"/>
                  </a:lnTo>
                  <a:lnTo>
                    <a:pt x="75818" y="307175"/>
                  </a:lnTo>
                  <a:lnTo>
                    <a:pt x="80294" y="309996"/>
                  </a:lnTo>
                  <a:lnTo>
                    <a:pt x="84857" y="312673"/>
                  </a:lnTo>
                  <a:lnTo>
                    <a:pt x="89503" y="315204"/>
                  </a:lnTo>
                  <a:lnTo>
                    <a:pt x="94226" y="317587"/>
                  </a:lnTo>
                  <a:lnTo>
                    <a:pt x="99022" y="319820"/>
                  </a:lnTo>
                  <a:lnTo>
                    <a:pt x="103887" y="321899"/>
                  </a:lnTo>
                  <a:lnTo>
                    <a:pt x="108815" y="323824"/>
                  </a:lnTo>
                  <a:lnTo>
                    <a:pt x="113801" y="325591"/>
                  </a:lnTo>
                  <a:lnTo>
                    <a:pt x="118841" y="327200"/>
                  </a:lnTo>
                  <a:lnTo>
                    <a:pt x="123929" y="328649"/>
                  </a:lnTo>
                  <a:lnTo>
                    <a:pt x="129061" y="329936"/>
                  </a:lnTo>
                  <a:lnTo>
                    <a:pt x="134230" y="331060"/>
                  </a:lnTo>
                  <a:lnTo>
                    <a:pt x="139433" y="332020"/>
                  </a:lnTo>
                  <a:lnTo>
                    <a:pt x="144664" y="332814"/>
                  </a:lnTo>
                  <a:lnTo>
                    <a:pt x="149916" y="333443"/>
                  </a:lnTo>
                  <a:lnTo>
                    <a:pt x="155187" y="333905"/>
                  </a:lnTo>
                  <a:lnTo>
                    <a:pt x="160469" y="334201"/>
                  </a:lnTo>
                  <a:lnTo>
                    <a:pt x="165758" y="334329"/>
                  </a:lnTo>
                  <a:lnTo>
                    <a:pt x="171048" y="334289"/>
                  </a:lnTo>
                  <a:lnTo>
                    <a:pt x="176334" y="334082"/>
                  </a:lnTo>
                  <a:lnTo>
                    <a:pt x="181612" y="333708"/>
                  </a:lnTo>
                  <a:lnTo>
                    <a:pt x="186874" y="333167"/>
                  </a:lnTo>
                  <a:lnTo>
                    <a:pt x="192117" y="332460"/>
                  </a:lnTo>
                  <a:lnTo>
                    <a:pt x="197335" y="331588"/>
                  </a:lnTo>
                  <a:lnTo>
                    <a:pt x="202523" y="330550"/>
                  </a:lnTo>
                  <a:lnTo>
                    <a:pt x="207675" y="329349"/>
                  </a:lnTo>
                  <a:lnTo>
                    <a:pt x="212787" y="327986"/>
                  </a:lnTo>
                  <a:lnTo>
                    <a:pt x="217853" y="326461"/>
                  </a:lnTo>
                  <a:lnTo>
                    <a:pt x="222868" y="324777"/>
                  </a:lnTo>
                  <a:lnTo>
                    <a:pt x="227828" y="322936"/>
                  </a:lnTo>
                  <a:lnTo>
                    <a:pt x="232726" y="320938"/>
                  </a:lnTo>
                  <a:lnTo>
                    <a:pt x="237559" y="318786"/>
                  </a:lnTo>
                  <a:lnTo>
                    <a:pt x="242322" y="316482"/>
                  </a:lnTo>
                  <a:lnTo>
                    <a:pt x="247009" y="314029"/>
                  </a:lnTo>
                  <a:lnTo>
                    <a:pt x="251616" y="311428"/>
                  </a:lnTo>
                  <a:lnTo>
                    <a:pt x="256139" y="308683"/>
                  </a:lnTo>
                  <a:lnTo>
                    <a:pt x="260572" y="305797"/>
                  </a:lnTo>
                  <a:lnTo>
                    <a:pt x="264912" y="302771"/>
                  </a:lnTo>
                  <a:lnTo>
                    <a:pt x="269154" y="299610"/>
                  </a:lnTo>
                  <a:lnTo>
                    <a:pt x="273294" y="296316"/>
                  </a:lnTo>
                  <a:lnTo>
                    <a:pt x="277328" y="292893"/>
                  </a:lnTo>
                  <a:lnTo>
                    <a:pt x="281251" y="289344"/>
                  </a:lnTo>
                  <a:lnTo>
                    <a:pt x="285060" y="285672"/>
                  </a:lnTo>
                  <a:lnTo>
                    <a:pt x="288751" y="281882"/>
                  </a:lnTo>
                  <a:lnTo>
                    <a:pt x="292320" y="277977"/>
                  </a:lnTo>
                  <a:lnTo>
                    <a:pt x="295764" y="273961"/>
                  </a:lnTo>
                  <a:lnTo>
                    <a:pt x="299079" y="269837"/>
                  </a:lnTo>
                  <a:lnTo>
                    <a:pt x="302262" y="265612"/>
                  </a:lnTo>
                  <a:lnTo>
                    <a:pt x="305309" y="261287"/>
                  </a:lnTo>
                  <a:lnTo>
                    <a:pt x="308218" y="256868"/>
                  </a:lnTo>
                  <a:lnTo>
                    <a:pt x="310986" y="252360"/>
                  </a:lnTo>
                  <a:lnTo>
                    <a:pt x="313610" y="247766"/>
                  </a:lnTo>
                  <a:lnTo>
                    <a:pt x="316087" y="243091"/>
                  </a:lnTo>
                  <a:lnTo>
                    <a:pt x="318415" y="238340"/>
                  </a:lnTo>
                  <a:lnTo>
                    <a:pt x="320591" y="233518"/>
                  </a:lnTo>
                  <a:lnTo>
                    <a:pt x="322614" y="228630"/>
                  </a:lnTo>
                  <a:lnTo>
                    <a:pt x="324481" y="223680"/>
                  </a:lnTo>
                  <a:lnTo>
                    <a:pt x="326190" y="218673"/>
                  </a:lnTo>
                  <a:lnTo>
                    <a:pt x="327741" y="213615"/>
                  </a:lnTo>
                  <a:lnTo>
                    <a:pt x="329130" y="208510"/>
                  </a:lnTo>
                  <a:lnTo>
                    <a:pt x="330357" y="203364"/>
                  </a:lnTo>
                  <a:lnTo>
                    <a:pt x="331421" y="198182"/>
                  </a:lnTo>
                  <a:lnTo>
                    <a:pt x="332320" y="192968"/>
                  </a:lnTo>
                  <a:lnTo>
                    <a:pt x="333054" y="187729"/>
                  </a:lnTo>
                  <a:lnTo>
                    <a:pt x="333621" y="182469"/>
                  </a:lnTo>
                  <a:lnTo>
                    <a:pt x="334022" y="177194"/>
                  </a:lnTo>
                  <a:lnTo>
                    <a:pt x="334256" y="171909"/>
                  </a:lnTo>
                  <a:lnTo>
                    <a:pt x="334322" y="166618"/>
                  </a:lnTo>
                  <a:lnTo>
                    <a:pt x="334221" y="161329"/>
                  </a:lnTo>
                  <a:lnTo>
                    <a:pt x="333953" y="156045"/>
                  </a:lnTo>
                  <a:lnTo>
                    <a:pt x="333517" y="150773"/>
                  </a:lnTo>
                  <a:lnTo>
                    <a:pt x="332915" y="145517"/>
                  </a:lnTo>
                  <a:lnTo>
                    <a:pt x="332147" y="140283"/>
                  </a:lnTo>
                  <a:lnTo>
                    <a:pt x="331214" y="135075"/>
                  </a:lnTo>
                  <a:lnTo>
                    <a:pt x="330116" y="129900"/>
                  </a:lnTo>
                  <a:lnTo>
                    <a:pt x="328855" y="124762"/>
                  </a:lnTo>
                  <a:lnTo>
                    <a:pt x="327432" y="119666"/>
                  </a:lnTo>
                  <a:lnTo>
                    <a:pt x="325849" y="114618"/>
                  </a:lnTo>
                  <a:lnTo>
                    <a:pt x="324107" y="109623"/>
                  </a:lnTo>
                  <a:lnTo>
                    <a:pt x="322207" y="104685"/>
                  </a:lnTo>
                  <a:lnTo>
                    <a:pt x="320152" y="99810"/>
                  </a:lnTo>
                  <a:lnTo>
                    <a:pt x="317944" y="95003"/>
                  </a:lnTo>
                  <a:lnTo>
                    <a:pt x="315585" y="90267"/>
                  </a:lnTo>
                  <a:lnTo>
                    <a:pt x="313078" y="85609"/>
                  </a:lnTo>
                  <a:lnTo>
                    <a:pt x="310424" y="81032"/>
                  </a:lnTo>
                  <a:lnTo>
                    <a:pt x="307626" y="76542"/>
                  </a:lnTo>
                  <a:lnTo>
                    <a:pt x="304688" y="72142"/>
                  </a:lnTo>
                  <a:lnTo>
                    <a:pt x="301613" y="67838"/>
                  </a:lnTo>
                  <a:lnTo>
                    <a:pt x="298402" y="63633"/>
                  </a:lnTo>
                  <a:lnTo>
                    <a:pt x="295060" y="59532"/>
                  </a:lnTo>
                  <a:lnTo>
                    <a:pt x="291590" y="55538"/>
                  </a:lnTo>
                  <a:lnTo>
                    <a:pt x="287996" y="51657"/>
                  </a:lnTo>
                  <a:lnTo>
                    <a:pt x="284280" y="47891"/>
                  </a:lnTo>
                  <a:lnTo>
                    <a:pt x="280447" y="44244"/>
                  </a:lnTo>
                  <a:lnTo>
                    <a:pt x="276501" y="40721"/>
                  </a:lnTo>
                  <a:lnTo>
                    <a:pt x="272445" y="37324"/>
                  </a:lnTo>
                  <a:lnTo>
                    <a:pt x="268283" y="34057"/>
                  </a:lnTo>
                  <a:lnTo>
                    <a:pt x="264021" y="30924"/>
                  </a:lnTo>
                  <a:lnTo>
                    <a:pt x="259661" y="27927"/>
                  </a:lnTo>
                  <a:lnTo>
                    <a:pt x="255208" y="25070"/>
                  </a:lnTo>
                  <a:lnTo>
                    <a:pt x="250668" y="22354"/>
                  </a:lnTo>
                  <a:lnTo>
                    <a:pt x="246044" y="19784"/>
                  </a:lnTo>
                  <a:lnTo>
                    <a:pt x="241340" y="17362"/>
                  </a:lnTo>
                  <a:lnTo>
                    <a:pt x="236563" y="15089"/>
                  </a:lnTo>
                  <a:lnTo>
                    <a:pt x="231716" y="12969"/>
                  </a:lnTo>
                  <a:lnTo>
                    <a:pt x="226804" y="11004"/>
                  </a:lnTo>
                  <a:lnTo>
                    <a:pt x="221833" y="9194"/>
                  </a:lnTo>
                  <a:lnTo>
                    <a:pt x="216807" y="7543"/>
                  </a:lnTo>
                  <a:lnTo>
                    <a:pt x="211731" y="6052"/>
                  </a:lnTo>
                  <a:lnTo>
                    <a:pt x="206610" y="4722"/>
                  </a:lnTo>
                  <a:lnTo>
                    <a:pt x="201450" y="3555"/>
                  </a:lnTo>
                  <a:lnTo>
                    <a:pt x="196256" y="2552"/>
                  </a:lnTo>
                  <a:lnTo>
                    <a:pt x="191032" y="1713"/>
                  </a:lnTo>
                  <a:lnTo>
                    <a:pt x="185785" y="1041"/>
                  </a:lnTo>
                  <a:lnTo>
                    <a:pt x="180518" y="534"/>
                  </a:lnTo>
                  <a:lnTo>
                    <a:pt x="175239" y="19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4016"/>
              <a:ext cx="8083" cy="166971"/>
            </a:xfrm>
            <a:custGeom>
              <a:avLst/>
              <a:pathLst>
                <a:path w="8083" h="166971">
                  <a:moveTo>
                    <a:pt x="8083" y="0"/>
                  </a:moveTo>
                  <a:lnTo>
                    <a:pt x="0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8083" cy="167167"/>
            </a:xfrm>
            <a:custGeom>
              <a:avLst/>
              <a:pathLst>
                <a:path w="8083" h="167167">
                  <a:moveTo>
                    <a:pt x="8083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72" y="4659281"/>
              <a:ext cx="167152" cy="247094"/>
            </a:xfrm>
            <a:custGeom>
              <a:avLst/>
              <a:pathLst>
                <a:path w="167152" h="247094">
                  <a:moveTo>
                    <a:pt x="167152" y="0"/>
                  </a:moveTo>
                  <a:lnTo>
                    <a:pt x="161748" y="87"/>
                  </a:lnTo>
                  <a:lnTo>
                    <a:pt x="156349" y="349"/>
                  </a:lnTo>
                  <a:lnTo>
                    <a:pt x="150962" y="785"/>
                  </a:lnTo>
                  <a:lnTo>
                    <a:pt x="145592" y="1396"/>
                  </a:lnTo>
                  <a:lnTo>
                    <a:pt x="140244" y="2179"/>
                  </a:lnTo>
                  <a:lnTo>
                    <a:pt x="134925" y="3135"/>
                  </a:lnTo>
                  <a:lnTo>
                    <a:pt x="129639" y="4263"/>
                  </a:lnTo>
                  <a:lnTo>
                    <a:pt x="124392" y="5561"/>
                  </a:lnTo>
                  <a:lnTo>
                    <a:pt x="119190" y="7028"/>
                  </a:lnTo>
                  <a:lnTo>
                    <a:pt x="114038" y="8662"/>
                  </a:lnTo>
                  <a:lnTo>
                    <a:pt x="108942" y="10462"/>
                  </a:lnTo>
                  <a:lnTo>
                    <a:pt x="103906" y="12425"/>
                  </a:lnTo>
                  <a:lnTo>
                    <a:pt x="98937" y="14551"/>
                  </a:lnTo>
                  <a:lnTo>
                    <a:pt x="94039" y="16836"/>
                  </a:lnTo>
                  <a:lnTo>
                    <a:pt x="89218" y="19278"/>
                  </a:lnTo>
                  <a:lnTo>
                    <a:pt x="84477" y="21874"/>
                  </a:lnTo>
                  <a:lnTo>
                    <a:pt x="79824" y="24623"/>
                  </a:lnTo>
                  <a:lnTo>
                    <a:pt x="75261" y="27521"/>
                  </a:lnTo>
                  <a:lnTo>
                    <a:pt x="70795" y="30564"/>
                  </a:lnTo>
                  <a:lnTo>
                    <a:pt x="66429" y="33751"/>
                  </a:lnTo>
                  <a:lnTo>
                    <a:pt x="62169" y="37076"/>
                  </a:lnTo>
                  <a:lnTo>
                    <a:pt x="58018" y="40538"/>
                  </a:lnTo>
                  <a:lnTo>
                    <a:pt x="53982" y="44132"/>
                  </a:lnTo>
                  <a:lnTo>
                    <a:pt x="50063" y="47855"/>
                  </a:lnTo>
                  <a:lnTo>
                    <a:pt x="46268" y="51703"/>
                  </a:lnTo>
                  <a:lnTo>
                    <a:pt x="42598" y="55671"/>
                  </a:lnTo>
                  <a:lnTo>
                    <a:pt x="39059" y="59756"/>
                  </a:lnTo>
                  <a:lnTo>
                    <a:pt x="35654" y="63953"/>
                  </a:lnTo>
                  <a:lnTo>
                    <a:pt x="32386" y="68258"/>
                  </a:lnTo>
                  <a:lnTo>
                    <a:pt x="29259" y="72666"/>
                  </a:lnTo>
                  <a:lnTo>
                    <a:pt x="26276" y="77173"/>
                  </a:lnTo>
                  <a:lnTo>
                    <a:pt x="23440" y="81774"/>
                  </a:lnTo>
                  <a:lnTo>
                    <a:pt x="20755" y="86465"/>
                  </a:lnTo>
                  <a:lnTo>
                    <a:pt x="18222" y="91239"/>
                  </a:lnTo>
                  <a:lnTo>
                    <a:pt x="15846" y="96094"/>
                  </a:lnTo>
                  <a:lnTo>
                    <a:pt x="13627" y="101022"/>
                  </a:lnTo>
                  <a:lnTo>
                    <a:pt x="11569" y="106020"/>
                  </a:lnTo>
                  <a:lnTo>
                    <a:pt x="9674" y="111081"/>
                  </a:lnTo>
                  <a:lnTo>
                    <a:pt x="7943" y="116201"/>
                  </a:lnTo>
                  <a:lnTo>
                    <a:pt x="6378" y="121375"/>
                  </a:lnTo>
                  <a:lnTo>
                    <a:pt x="4982" y="126596"/>
                  </a:lnTo>
                  <a:lnTo>
                    <a:pt x="3755" y="131860"/>
                  </a:lnTo>
                  <a:lnTo>
                    <a:pt x="2699" y="137161"/>
                  </a:lnTo>
                  <a:lnTo>
                    <a:pt x="1815" y="142493"/>
                  </a:lnTo>
                  <a:lnTo>
                    <a:pt x="1104" y="147850"/>
                  </a:lnTo>
                  <a:lnTo>
                    <a:pt x="566" y="153228"/>
                  </a:lnTo>
                  <a:lnTo>
                    <a:pt x="203" y="158621"/>
                  </a:lnTo>
                  <a:lnTo>
                    <a:pt x="14" y="164022"/>
                  </a:lnTo>
                  <a:lnTo>
                    <a:pt x="0" y="169427"/>
                  </a:lnTo>
                  <a:lnTo>
                    <a:pt x="160" y="174830"/>
                  </a:lnTo>
                  <a:lnTo>
                    <a:pt x="495" y="180224"/>
                  </a:lnTo>
                  <a:lnTo>
                    <a:pt x="1004" y="185605"/>
                  </a:lnTo>
                  <a:lnTo>
                    <a:pt x="1687" y="190966"/>
                  </a:lnTo>
                  <a:lnTo>
                    <a:pt x="2543" y="196303"/>
                  </a:lnTo>
                  <a:lnTo>
                    <a:pt x="3571" y="201609"/>
                  </a:lnTo>
                  <a:lnTo>
                    <a:pt x="4770" y="206879"/>
                  </a:lnTo>
                  <a:lnTo>
                    <a:pt x="6138" y="212108"/>
                  </a:lnTo>
                  <a:lnTo>
                    <a:pt x="7675" y="217289"/>
                  </a:lnTo>
                  <a:lnTo>
                    <a:pt x="9379" y="222419"/>
                  </a:lnTo>
                  <a:lnTo>
                    <a:pt x="11248" y="227490"/>
                  </a:lnTo>
                  <a:lnTo>
                    <a:pt x="13279" y="232499"/>
                  </a:lnTo>
                  <a:lnTo>
                    <a:pt x="15472" y="237439"/>
                  </a:lnTo>
                  <a:lnTo>
                    <a:pt x="17823" y="242305"/>
                  </a:lnTo>
                  <a:lnTo>
                    <a:pt x="20330" y="247094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39702" y="4826449"/>
              <a:ext cx="146821" cy="79926"/>
            </a:xfrm>
            <a:custGeom>
              <a:avLst/>
              <a:pathLst>
                <a:path w="146821" h="79926">
                  <a:moveTo>
                    <a:pt x="0" y="79926"/>
                  </a:moveTo>
                  <a:lnTo>
                    <a:pt x="1468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39702" y="4826449"/>
              <a:ext cx="146821" cy="99598"/>
            </a:xfrm>
            <a:custGeom>
              <a:avLst/>
              <a:pathLst>
                <a:path w="146821" h="99598">
                  <a:moveTo>
                    <a:pt x="0" y="79926"/>
                  </a:moveTo>
                  <a:lnTo>
                    <a:pt x="3881" y="86676"/>
                  </a:lnTo>
                  <a:lnTo>
                    <a:pt x="8072" y="93238"/>
                  </a:lnTo>
                  <a:lnTo>
                    <a:pt x="12564" y="99598"/>
                  </a:lnTo>
                  <a:lnTo>
                    <a:pt x="14682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52267" y="4659281"/>
              <a:ext cx="301414" cy="334327"/>
            </a:xfrm>
            <a:custGeom>
              <a:avLst/>
              <a:pathLst>
                <a:path w="301414" h="334327">
                  <a:moveTo>
                    <a:pt x="0" y="266765"/>
                  </a:moveTo>
                  <a:lnTo>
                    <a:pt x="3237" y="270988"/>
                  </a:lnTo>
                  <a:lnTo>
                    <a:pt x="6607" y="275104"/>
                  </a:lnTo>
                  <a:lnTo>
                    <a:pt x="10107" y="279112"/>
                  </a:lnTo>
                  <a:lnTo>
                    <a:pt x="13732" y="283006"/>
                  </a:lnTo>
                  <a:lnTo>
                    <a:pt x="17480" y="286783"/>
                  </a:lnTo>
                  <a:lnTo>
                    <a:pt x="21346" y="290439"/>
                  </a:lnTo>
                  <a:lnTo>
                    <a:pt x="25326" y="293970"/>
                  </a:lnTo>
                  <a:lnTo>
                    <a:pt x="29416" y="297372"/>
                  </a:lnTo>
                  <a:lnTo>
                    <a:pt x="33613" y="300643"/>
                  </a:lnTo>
                  <a:lnTo>
                    <a:pt x="37912" y="303778"/>
                  </a:lnTo>
                  <a:lnTo>
                    <a:pt x="42308" y="306775"/>
                  </a:lnTo>
                  <a:lnTo>
                    <a:pt x="46797" y="309630"/>
                  </a:lnTo>
                  <a:lnTo>
                    <a:pt x="51375" y="312341"/>
                  </a:lnTo>
                  <a:lnTo>
                    <a:pt x="56037" y="314905"/>
                  </a:lnTo>
                  <a:lnTo>
                    <a:pt x="60779" y="317320"/>
                  </a:lnTo>
                  <a:lnTo>
                    <a:pt x="65594" y="319582"/>
                  </a:lnTo>
                  <a:lnTo>
                    <a:pt x="70479" y="321690"/>
                  </a:lnTo>
                  <a:lnTo>
                    <a:pt x="75429" y="323641"/>
                  </a:lnTo>
                  <a:lnTo>
                    <a:pt x="80439" y="325434"/>
                  </a:lnTo>
                  <a:lnTo>
                    <a:pt x="85503" y="327067"/>
                  </a:lnTo>
                  <a:lnTo>
                    <a:pt x="90616" y="328537"/>
                  </a:lnTo>
                  <a:lnTo>
                    <a:pt x="95773" y="329844"/>
                  </a:lnTo>
                  <a:lnTo>
                    <a:pt x="100970" y="330987"/>
                  </a:lnTo>
                  <a:lnTo>
                    <a:pt x="106200" y="331963"/>
                  </a:lnTo>
                  <a:lnTo>
                    <a:pt x="111459" y="332772"/>
                  </a:lnTo>
                  <a:lnTo>
                    <a:pt x="116741" y="333414"/>
                  </a:lnTo>
                  <a:lnTo>
                    <a:pt x="122040" y="333887"/>
                  </a:lnTo>
                  <a:lnTo>
                    <a:pt x="127352" y="334192"/>
                  </a:lnTo>
                  <a:lnTo>
                    <a:pt x="132671" y="334327"/>
                  </a:lnTo>
                  <a:lnTo>
                    <a:pt x="137991" y="334293"/>
                  </a:lnTo>
                  <a:lnTo>
                    <a:pt x="143308" y="334089"/>
                  </a:lnTo>
                  <a:lnTo>
                    <a:pt x="148615" y="333717"/>
                  </a:lnTo>
                  <a:lnTo>
                    <a:pt x="153908" y="333175"/>
                  </a:lnTo>
                  <a:lnTo>
                    <a:pt x="159181" y="332466"/>
                  </a:lnTo>
                  <a:lnTo>
                    <a:pt x="164429" y="331589"/>
                  </a:lnTo>
                  <a:lnTo>
                    <a:pt x="169646" y="330545"/>
                  </a:lnTo>
                  <a:lnTo>
                    <a:pt x="174828" y="329337"/>
                  </a:lnTo>
                  <a:lnTo>
                    <a:pt x="179968" y="327963"/>
                  </a:lnTo>
                  <a:lnTo>
                    <a:pt x="185062" y="326427"/>
                  </a:lnTo>
                  <a:lnTo>
                    <a:pt x="190105" y="324730"/>
                  </a:lnTo>
                  <a:lnTo>
                    <a:pt x="195091" y="322873"/>
                  </a:lnTo>
                  <a:lnTo>
                    <a:pt x="200015" y="320858"/>
                  </a:lnTo>
                  <a:lnTo>
                    <a:pt x="204873" y="318687"/>
                  </a:lnTo>
                  <a:lnTo>
                    <a:pt x="209659" y="316363"/>
                  </a:lnTo>
                  <a:lnTo>
                    <a:pt x="214369" y="313888"/>
                  </a:lnTo>
                  <a:lnTo>
                    <a:pt x="218997" y="311264"/>
                  </a:lnTo>
                  <a:lnTo>
                    <a:pt x="223540" y="308495"/>
                  </a:lnTo>
                  <a:lnTo>
                    <a:pt x="227992" y="305582"/>
                  </a:lnTo>
                  <a:lnTo>
                    <a:pt x="232350" y="302529"/>
                  </a:lnTo>
                  <a:lnTo>
                    <a:pt x="236608" y="299338"/>
                  </a:lnTo>
                  <a:lnTo>
                    <a:pt x="240762" y="296014"/>
                  </a:lnTo>
                  <a:lnTo>
                    <a:pt x="244809" y="292560"/>
                  </a:lnTo>
                  <a:lnTo>
                    <a:pt x="248743" y="288978"/>
                  </a:lnTo>
                  <a:lnTo>
                    <a:pt x="252562" y="285273"/>
                  </a:lnTo>
                  <a:lnTo>
                    <a:pt x="256260" y="281448"/>
                  </a:lnTo>
                  <a:lnTo>
                    <a:pt x="259835" y="277508"/>
                  </a:lnTo>
                  <a:lnTo>
                    <a:pt x="263283" y="273455"/>
                  </a:lnTo>
                  <a:lnTo>
                    <a:pt x="266600" y="269295"/>
                  </a:lnTo>
                  <a:lnTo>
                    <a:pt x="269783" y="265032"/>
                  </a:lnTo>
                  <a:lnTo>
                    <a:pt x="272829" y="260670"/>
                  </a:lnTo>
                  <a:lnTo>
                    <a:pt x="275735" y="256212"/>
                  </a:lnTo>
                  <a:lnTo>
                    <a:pt x="278497" y="251665"/>
                  </a:lnTo>
                  <a:lnTo>
                    <a:pt x="281113" y="247032"/>
                  </a:lnTo>
                  <a:lnTo>
                    <a:pt x="283580" y="242318"/>
                  </a:lnTo>
                  <a:lnTo>
                    <a:pt x="285896" y="237528"/>
                  </a:lnTo>
                  <a:lnTo>
                    <a:pt x="288058" y="232666"/>
                  </a:lnTo>
                  <a:lnTo>
                    <a:pt x="290065" y="227739"/>
                  </a:lnTo>
                  <a:lnTo>
                    <a:pt x="291913" y="222750"/>
                  </a:lnTo>
                  <a:lnTo>
                    <a:pt x="293602" y="217704"/>
                  </a:lnTo>
                  <a:lnTo>
                    <a:pt x="295130" y="212608"/>
                  </a:lnTo>
                  <a:lnTo>
                    <a:pt x="296495" y="207465"/>
                  </a:lnTo>
                  <a:lnTo>
                    <a:pt x="297695" y="202282"/>
                  </a:lnTo>
                  <a:lnTo>
                    <a:pt x="298730" y="197063"/>
                  </a:lnTo>
                  <a:lnTo>
                    <a:pt x="299598" y="191814"/>
                  </a:lnTo>
                  <a:lnTo>
                    <a:pt x="300298" y="186539"/>
                  </a:lnTo>
                  <a:lnTo>
                    <a:pt x="300831" y="181245"/>
                  </a:lnTo>
                  <a:lnTo>
                    <a:pt x="301194" y="175937"/>
                  </a:lnTo>
                  <a:lnTo>
                    <a:pt x="301389" y="170620"/>
                  </a:lnTo>
                  <a:lnTo>
                    <a:pt x="301414" y="165300"/>
                  </a:lnTo>
                  <a:lnTo>
                    <a:pt x="301270" y="159981"/>
                  </a:lnTo>
                  <a:lnTo>
                    <a:pt x="300957" y="154670"/>
                  </a:lnTo>
                  <a:lnTo>
                    <a:pt x="300475" y="149371"/>
                  </a:lnTo>
                  <a:lnTo>
                    <a:pt x="299824" y="144091"/>
                  </a:lnTo>
                  <a:lnTo>
                    <a:pt x="299006" y="138833"/>
                  </a:lnTo>
                  <a:lnTo>
                    <a:pt x="298021" y="133605"/>
                  </a:lnTo>
                  <a:lnTo>
                    <a:pt x="296870" y="128410"/>
                  </a:lnTo>
                  <a:lnTo>
                    <a:pt x="295554" y="123255"/>
                  </a:lnTo>
                  <a:lnTo>
                    <a:pt x="294075" y="118144"/>
                  </a:lnTo>
                  <a:lnTo>
                    <a:pt x="292434" y="113083"/>
                  </a:lnTo>
                  <a:lnTo>
                    <a:pt x="290632" y="108076"/>
                  </a:lnTo>
                  <a:lnTo>
                    <a:pt x="288673" y="103130"/>
                  </a:lnTo>
                  <a:lnTo>
                    <a:pt x="286557" y="98248"/>
                  </a:lnTo>
                  <a:lnTo>
                    <a:pt x="284286" y="93436"/>
                  </a:lnTo>
                  <a:lnTo>
                    <a:pt x="281864" y="88699"/>
                  </a:lnTo>
                  <a:lnTo>
                    <a:pt x="279292" y="84042"/>
                  </a:lnTo>
                  <a:lnTo>
                    <a:pt x="276573" y="79468"/>
                  </a:lnTo>
                  <a:lnTo>
                    <a:pt x="273710" y="74984"/>
                  </a:lnTo>
                  <a:lnTo>
                    <a:pt x="270706" y="70592"/>
                  </a:lnTo>
                  <a:lnTo>
                    <a:pt x="267563" y="66299"/>
                  </a:lnTo>
                  <a:lnTo>
                    <a:pt x="264286" y="62108"/>
                  </a:lnTo>
                  <a:lnTo>
                    <a:pt x="260877" y="58023"/>
                  </a:lnTo>
                  <a:lnTo>
                    <a:pt x="257339" y="54049"/>
                  </a:lnTo>
                  <a:lnTo>
                    <a:pt x="253677" y="50189"/>
                  </a:lnTo>
                  <a:lnTo>
                    <a:pt x="249894" y="46448"/>
                  </a:lnTo>
                  <a:lnTo>
                    <a:pt x="245994" y="42829"/>
                  </a:lnTo>
                  <a:lnTo>
                    <a:pt x="241980" y="39336"/>
                  </a:lnTo>
                  <a:lnTo>
                    <a:pt x="237857" y="35973"/>
                  </a:lnTo>
                  <a:lnTo>
                    <a:pt x="233630" y="32742"/>
                  </a:lnTo>
                  <a:lnTo>
                    <a:pt x="229302" y="29648"/>
                  </a:lnTo>
                  <a:lnTo>
                    <a:pt x="224877" y="26693"/>
                  </a:lnTo>
                  <a:lnTo>
                    <a:pt x="220361" y="23880"/>
                  </a:lnTo>
                  <a:lnTo>
                    <a:pt x="215757" y="21213"/>
                  </a:lnTo>
                  <a:lnTo>
                    <a:pt x="211071" y="18693"/>
                  </a:lnTo>
                  <a:lnTo>
                    <a:pt x="206307" y="16324"/>
                  </a:lnTo>
                  <a:lnTo>
                    <a:pt x="201470" y="14107"/>
                  </a:lnTo>
                  <a:lnTo>
                    <a:pt x="196565" y="12046"/>
                  </a:lnTo>
                  <a:lnTo>
                    <a:pt x="191597" y="10141"/>
                  </a:lnTo>
                  <a:lnTo>
                    <a:pt x="186571" y="8396"/>
                  </a:lnTo>
                  <a:lnTo>
                    <a:pt x="181492" y="6812"/>
                  </a:lnTo>
                  <a:lnTo>
                    <a:pt x="176365" y="5390"/>
                  </a:lnTo>
                  <a:lnTo>
                    <a:pt x="171195" y="4132"/>
                  </a:lnTo>
                  <a:lnTo>
                    <a:pt x="165988" y="3039"/>
                  </a:lnTo>
                  <a:lnTo>
                    <a:pt x="160749" y="2112"/>
                  </a:lnTo>
                  <a:lnTo>
                    <a:pt x="155483" y="1353"/>
                  </a:lnTo>
                  <a:lnTo>
                    <a:pt x="150195" y="761"/>
                  </a:lnTo>
                  <a:lnTo>
                    <a:pt x="144892" y="338"/>
                  </a:lnTo>
                  <a:lnTo>
                    <a:pt x="139577" y="84"/>
                  </a:lnTo>
                  <a:lnTo>
                    <a:pt x="134257" y="0"/>
                  </a:lnTo>
                  <a:lnTo>
                    <a:pt x="1342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822" y="5018213"/>
              <a:ext cx="898" cy="167167"/>
            </a:xfrm>
            <a:custGeom>
              <a:avLst/>
              <a:pathLst>
                <a:path w="898" h="167167">
                  <a:moveTo>
                    <a:pt x="898" y="0"/>
                  </a:moveTo>
                  <a:lnTo>
                    <a:pt x="0" y="2"/>
                  </a:lnTo>
                  <a:lnTo>
                    <a:pt x="8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70" y="5018215"/>
              <a:ext cx="334317" cy="334326"/>
            </a:xfrm>
            <a:custGeom>
              <a:avLst/>
              <a:pathLst>
                <a:path w="334317" h="334326">
                  <a:moveTo>
                    <a:pt x="166251" y="0"/>
                  </a:moveTo>
                  <a:lnTo>
                    <a:pt x="160971" y="111"/>
                  </a:lnTo>
                  <a:lnTo>
                    <a:pt x="155697" y="390"/>
                  </a:lnTo>
                  <a:lnTo>
                    <a:pt x="150435" y="835"/>
                  </a:lnTo>
                  <a:lnTo>
                    <a:pt x="145189" y="1446"/>
                  </a:lnTo>
                  <a:lnTo>
                    <a:pt x="139965" y="2222"/>
                  </a:lnTo>
                  <a:lnTo>
                    <a:pt x="134768" y="3163"/>
                  </a:lnTo>
                  <a:lnTo>
                    <a:pt x="129604" y="4268"/>
                  </a:lnTo>
                  <a:lnTo>
                    <a:pt x="124477" y="5535"/>
                  </a:lnTo>
                  <a:lnTo>
                    <a:pt x="119392" y="6964"/>
                  </a:lnTo>
                  <a:lnTo>
                    <a:pt x="114356" y="8553"/>
                  </a:lnTo>
                  <a:lnTo>
                    <a:pt x="109372" y="10300"/>
                  </a:lnTo>
                  <a:lnTo>
                    <a:pt x="104445" y="12203"/>
                  </a:lnTo>
                  <a:lnTo>
                    <a:pt x="99581" y="14261"/>
                  </a:lnTo>
                  <a:lnTo>
                    <a:pt x="94785" y="16472"/>
                  </a:lnTo>
                  <a:lnTo>
                    <a:pt x="90061" y="18833"/>
                  </a:lnTo>
                  <a:lnTo>
                    <a:pt x="85414" y="21342"/>
                  </a:lnTo>
                  <a:lnTo>
                    <a:pt x="80848" y="23997"/>
                  </a:lnTo>
                  <a:lnTo>
                    <a:pt x="76369" y="26794"/>
                  </a:lnTo>
                  <a:lnTo>
                    <a:pt x="71980" y="29732"/>
                  </a:lnTo>
                  <a:lnTo>
                    <a:pt x="67686" y="32807"/>
                  </a:lnTo>
                  <a:lnTo>
                    <a:pt x="63492" y="36016"/>
                  </a:lnTo>
                  <a:lnTo>
                    <a:pt x="59400" y="39356"/>
                  </a:lnTo>
                  <a:lnTo>
                    <a:pt x="55417" y="42824"/>
                  </a:lnTo>
                  <a:lnTo>
                    <a:pt x="51545" y="46415"/>
                  </a:lnTo>
                  <a:lnTo>
                    <a:pt x="47788" y="50127"/>
                  </a:lnTo>
                  <a:lnTo>
                    <a:pt x="44151" y="53956"/>
                  </a:lnTo>
                  <a:lnTo>
                    <a:pt x="40636" y="57898"/>
                  </a:lnTo>
                  <a:lnTo>
                    <a:pt x="37247" y="61949"/>
                  </a:lnTo>
                  <a:lnTo>
                    <a:pt x="33989" y="66105"/>
                  </a:lnTo>
                  <a:lnTo>
                    <a:pt x="30863" y="70362"/>
                  </a:lnTo>
                  <a:lnTo>
                    <a:pt x="27873" y="74715"/>
                  </a:lnTo>
                  <a:lnTo>
                    <a:pt x="25022" y="79161"/>
                  </a:lnTo>
                  <a:lnTo>
                    <a:pt x="22313" y="83695"/>
                  </a:lnTo>
                  <a:lnTo>
                    <a:pt x="19748" y="88312"/>
                  </a:lnTo>
                  <a:lnTo>
                    <a:pt x="17331" y="93007"/>
                  </a:lnTo>
                  <a:lnTo>
                    <a:pt x="15063" y="97777"/>
                  </a:lnTo>
                  <a:lnTo>
                    <a:pt x="12947" y="102616"/>
                  </a:lnTo>
                  <a:lnTo>
                    <a:pt x="10985" y="107519"/>
                  </a:lnTo>
                  <a:lnTo>
                    <a:pt x="9179" y="112482"/>
                  </a:lnTo>
                  <a:lnTo>
                    <a:pt x="7531" y="117499"/>
                  </a:lnTo>
                  <a:lnTo>
                    <a:pt x="6041" y="122566"/>
                  </a:lnTo>
                  <a:lnTo>
                    <a:pt x="4713" y="127678"/>
                  </a:lnTo>
                  <a:lnTo>
                    <a:pt x="3547" y="132829"/>
                  </a:lnTo>
                  <a:lnTo>
                    <a:pt x="2544" y="138014"/>
                  </a:lnTo>
                  <a:lnTo>
                    <a:pt x="1705" y="143228"/>
                  </a:lnTo>
                  <a:lnTo>
                    <a:pt x="1031" y="148466"/>
                  </a:lnTo>
                  <a:lnTo>
                    <a:pt x="524" y="153723"/>
                  </a:lnTo>
                  <a:lnTo>
                    <a:pt x="182" y="158994"/>
                  </a:lnTo>
                  <a:lnTo>
                    <a:pt x="7" y="164272"/>
                  </a:lnTo>
                  <a:lnTo>
                    <a:pt x="0" y="169553"/>
                  </a:lnTo>
                  <a:lnTo>
                    <a:pt x="158" y="174832"/>
                  </a:lnTo>
                  <a:lnTo>
                    <a:pt x="484" y="180103"/>
                  </a:lnTo>
                  <a:lnTo>
                    <a:pt x="976" y="185362"/>
                  </a:lnTo>
                  <a:lnTo>
                    <a:pt x="1634" y="190602"/>
                  </a:lnTo>
                  <a:lnTo>
                    <a:pt x="2457" y="195819"/>
                  </a:lnTo>
                  <a:lnTo>
                    <a:pt x="3444" y="201007"/>
                  </a:lnTo>
                  <a:lnTo>
                    <a:pt x="4595" y="206161"/>
                  </a:lnTo>
                  <a:lnTo>
                    <a:pt x="5908" y="211277"/>
                  </a:lnTo>
                  <a:lnTo>
                    <a:pt x="7382" y="216348"/>
                  </a:lnTo>
                  <a:lnTo>
                    <a:pt x="9015" y="221371"/>
                  </a:lnTo>
                  <a:lnTo>
                    <a:pt x="10806" y="226339"/>
                  </a:lnTo>
                  <a:lnTo>
                    <a:pt x="12753" y="231248"/>
                  </a:lnTo>
                  <a:lnTo>
                    <a:pt x="14855" y="236093"/>
                  </a:lnTo>
                  <a:lnTo>
                    <a:pt x="17108" y="240870"/>
                  </a:lnTo>
                  <a:lnTo>
                    <a:pt x="19511" y="245573"/>
                  </a:lnTo>
                  <a:lnTo>
                    <a:pt x="22062" y="250197"/>
                  </a:lnTo>
                  <a:lnTo>
                    <a:pt x="24757" y="254739"/>
                  </a:lnTo>
                  <a:lnTo>
                    <a:pt x="27595" y="259193"/>
                  </a:lnTo>
                  <a:lnTo>
                    <a:pt x="30571" y="263556"/>
                  </a:lnTo>
                  <a:lnTo>
                    <a:pt x="33685" y="267822"/>
                  </a:lnTo>
                  <a:lnTo>
                    <a:pt x="36931" y="271988"/>
                  </a:lnTo>
                  <a:lnTo>
                    <a:pt x="40307" y="276049"/>
                  </a:lnTo>
                  <a:lnTo>
                    <a:pt x="43810" y="280002"/>
                  </a:lnTo>
                  <a:lnTo>
                    <a:pt x="47436" y="283841"/>
                  </a:lnTo>
                  <a:lnTo>
                    <a:pt x="51181" y="287565"/>
                  </a:lnTo>
                  <a:lnTo>
                    <a:pt x="55042" y="291168"/>
                  </a:lnTo>
                  <a:lnTo>
                    <a:pt x="59016" y="294648"/>
                  </a:lnTo>
                  <a:lnTo>
                    <a:pt x="63097" y="298000"/>
                  </a:lnTo>
                  <a:lnTo>
                    <a:pt x="67281" y="301221"/>
                  </a:lnTo>
                  <a:lnTo>
                    <a:pt x="71566" y="304309"/>
                  </a:lnTo>
                  <a:lnTo>
                    <a:pt x="75946" y="307260"/>
                  </a:lnTo>
                  <a:lnTo>
                    <a:pt x="80417" y="310071"/>
                  </a:lnTo>
                  <a:lnTo>
                    <a:pt x="84975" y="312740"/>
                  </a:lnTo>
                  <a:lnTo>
                    <a:pt x="89614" y="315263"/>
                  </a:lnTo>
                  <a:lnTo>
                    <a:pt x="94331" y="317638"/>
                  </a:lnTo>
                  <a:lnTo>
                    <a:pt x="99121" y="319864"/>
                  </a:lnTo>
                  <a:lnTo>
                    <a:pt x="103978" y="321936"/>
                  </a:lnTo>
                  <a:lnTo>
                    <a:pt x="108899" y="323855"/>
                  </a:lnTo>
                  <a:lnTo>
                    <a:pt x="113878" y="325617"/>
                  </a:lnTo>
                  <a:lnTo>
                    <a:pt x="118910" y="327220"/>
                  </a:lnTo>
                  <a:lnTo>
                    <a:pt x="123990" y="328664"/>
                  </a:lnTo>
                  <a:lnTo>
                    <a:pt x="129113" y="329947"/>
                  </a:lnTo>
                  <a:lnTo>
                    <a:pt x="134274" y="331067"/>
                  </a:lnTo>
                  <a:lnTo>
                    <a:pt x="139468" y="332024"/>
                  </a:lnTo>
                  <a:lnTo>
                    <a:pt x="144689" y="332816"/>
                  </a:lnTo>
                  <a:lnTo>
                    <a:pt x="149933" y="333443"/>
                  </a:lnTo>
                  <a:lnTo>
                    <a:pt x="155195" y="333904"/>
                  </a:lnTo>
                  <a:lnTo>
                    <a:pt x="160468" y="334198"/>
                  </a:lnTo>
                  <a:lnTo>
                    <a:pt x="165747" y="334326"/>
                  </a:lnTo>
                  <a:lnTo>
                    <a:pt x="171029" y="334287"/>
                  </a:lnTo>
                  <a:lnTo>
                    <a:pt x="176306" y="334081"/>
                  </a:lnTo>
                  <a:lnTo>
                    <a:pt x="181574" y="333709"/>
                  </a:lnTo>
                  <a:lnTo>
                    <a:pt x="186828" y="333170"/>
                  </a:lnTo>
                  <a:lnTo>
                    <a:pt x="192062" y="332465"/>
                  </a:lnTo>
                  <a:lnTo>
                    <a:pt x="197271" y="331596"/>
                  </a:lnTo>
                  <a:lnTo>
                    <a:pt x="202450" y="330562"/>
                  </a:lnTo>
                  <a:lnTo>
                    <a:pt x="207594" y="329366"/>
                  </a:lnTo>
                  <a:lnTo>
                    <a:pt x="212698" y="328007"/>
                  </a:lnTo>
                  <a:lnTo>
                    <a:pt x="217756" y="326488"/>
                  </a:lnTo>
                  <a:lnTo>
                    <a:pt x="222764" y="324810"/>
                  </a:lnTo>
                  <a:lnTo>
                    <a:pt x="227716" y="322974"/>
                  </a:lnTo>
                  <a:lnTo>
                    <a:pt x="232607" y="320983"/>
                  </a:lnTo>
                  <a:lnTo>
                    <a:pt x="237434" y="318839"/>
                  </a:lnTo>
                  <a:lnTo>
                    <a:pt x="242190" y="316543"/>
                  </a:lnTo>
                  <a:lnTo>
                    <a:pt x="246871" y="314098"/>
                  </a:lnTo>
                  <a:lnTo>
                    <a:pt x="251473" y="311506"/>
                  </a:lnTo>
                  <a:lnTo>
                    <a:pt x="255990" y="308771"/>
                  </a:lnTo>
                  <a:lnTo>
                    <a:pt x="260419" y="305894"/>
                  </a:lnTo>
                  <a:lnTo>
                    <a:pt x="264755" y="302878"/>
                  </a:lnTo>
                  <a:lnTo>
                    <a:pt x="268993" y="299727"/>
                  </a:lnTo>
                  <a:lnTo>
                    <a:pt x="273130" y="296444"/>
                  </a:lnTo>
                  <a:lnTo>
                    <a:pt x="277161" y="293032"/>
                  </a:lnTo>
                  <a:lnTo>
                    <a:pt x="281082" y="289494"/>
                  </a:lnTo>
                  <a:lnTo>
                    <a:pt x="284889" y="285834"/>
                  </a:lnTo>
                  <a:lnTo>
                    <a:pt x="288579" y="282055"/>
                  </a:lnTo>
                  <a:lnTo>
                    <a:pt x="292148" y="278162"/>
                  </a:lnTo>
                  <a:lnTo>
                    <a:pt x="295592" y="274158"/>
                  </a:lnTo>
                  <a:lnTo>
                    <a:pt x="298908" y="270047"/>
                  </a:lnTo>
                  <a:lnTo>
                    <a:pt x="302092" y="265834"/>
                  </a:lnTo>
                  <a:lnTo>
                    <a:pt x="305141" y="261522"/>
                  </a:lnTo>
                  <a:lnTo>
                    <a:pt x="308053" y="257116"/>
                  </a:lnTo>
                  <a:lnTo>
                    <a:pt x="310824" y="252620"/>
                  </a:lnTo>
                  <a:lnTo>
                    <a:pt x="313452" y="248039"/>
                  </a:lnTo>
                  <a:lnTo>
                    <a:pt x="315934" y="243377"/>
                  </a:lnTo>
                  <a:lnTo>
                    <a:pt x="318267" y="238639"/>
                  </a:lnTo>
                  <a:lnTo>
                    <a:pt x="320449" y="233830"/>
                  </a:lnTo>
                  <a:lnTo>
                    <a:pt x="322479" y="228954"/>
                  </a:lnTo>
                  <a:lnTo>
                    <a:pt x="324353" y="224016"/>
                  </a:lnTo>
                  <a:lnTo>
                    <a:pt x="326070" y="219022"/>
                  </a:lnTo>
                  <a:lnTo>
                    <a:pt x="327629" y="213976"/>
                  </a:lnTo>
                  <a:lnTo>
                    <a:pt x="329028" y="208883"/>
                  </a:lnTo>
                  <a:lnTo>
                    <a:pt x="330265" y="203749"/>
                  </a:lnTo>
                  <a:lnTo>
                    <a:pt x="331339" y="198578"/>
                  </a:lnTo>
                  <a:lnTo>
                    <a:pt x="332250" y="193376"/>
                  </a:lnTo>
                  <a:lnTo>
                    <a:pt x="332995" y="188147"/>
                  </a:lnTo>
                  <a:lnTo>
                    <a:pt x="333575" y="182898"/>
                  </a:lnTo>
                  <a:lnTo>
                    <a:pt x="333989" y="177633"/>
                  </a:lnTo>
                  <a:lnTo>
                    <a:pt x="334237" y="172357"/>
                  </a:lnTo>
                  <a:lnTo>
                    <a:pt x="334317" y="167077"/>
                  </a:lnTo>
                  <a:lnTo>
                    <a:pt x="334231" y="161796"/>
                  </a:lnTo>
                  <a:lnTo>
                    <a:pt x="333978" y="156521"/>
                  </a:lnTo>
                  <a:lnTo>
                    <a:pt x="333559" y="151256"/>
                  </a:lnTo>
                  <a:lnTo>
                    <a:pt x="332973" y="146008"/>
                  </a:lnTo>
                  <a:lnTo>
                    <a:pt x="332222" y="140780"/>
                  </a:lnTo>
                  <a:lnTo>
                    <a:pt x="331306" y="135579"/>
                  </a:lnTo>
                  <a:lnTo>
                    <a:pt x="330226" y="130409"/>
                  </a:lnTo>
                  <a:lnTo>
                    <a:pt x="328984" y="125276"/>
                  </a:lnTo>
                  <a:lnTo>
                    <a:pt x="327580" y="120184"/>
                  </a:lnTo>
                  <a:lnTo>
                    <a:pt x="326016" y="115140"/>
                  </a:lnTo>
                  <a:lnTo>
                    <a:pt x="324293" y="110148"/>
                  </a:lnTo>
                  <a:lnTo>
                    <a:pt x="322414" y="105212"/>
                  </a:lnTo>
                  <a:lnTo>
                    <a:pt x="320379" y="100338"/>
                  </a:lnTo>
                  <a:lnTo>
                    <a:pt x="318192" y="95531"/>
                  </a:lnTo>
                  <a:lnTo>
                    <a:pt x="315854" y="90796"/>
                  </a:lnTo>
                  <a:lnTo>
                    <a:pt x="313367" y="86137"/>
                  </a:lnTo>
                  <a:lnTo>
                    <a:pt x="310734" y="81558"/>
                  </a:lnTo>
                  <a:lnTo>
                    <a:pt x="307959" y="77065"/>
                  </a:lnTo>
                  <a:lnTo>
                    <a:pt x="305042" y="72662"/>
                  </a:lnTo>
                  <a:lnTo>
                    <a:pt x="301988" y="68354"/>
                  </a:lnTo>
                  <a:lnTo>
                    <a:pt x="298799" y="64143"/>
                  </a:lnTo>
                  <a:lnTo>
                    <a:pt x="295479" y="60036"/>
                  </a:lnTo>
                  <a:lnTo>
                    <a:pt x="292031" y="56036"/>
                  </a:lnTo>
                  <a:lnTo>
                    <a:pt x="288459" y="52146"/>
                  </a:lnTo>
                  <a:lnTo>
                    <a:pt x="284765" y="48372"/>
                  </a:lnTo>
                  <a:lnTo>
                    <a:pt x="280953" y="44716"/>
                  </a:lnTo>
                  <a:lnTo>
                    <a:pt x="277029" y="41182"/>
                  </a:lnTo>
                  <a:lnTo>
                    <a:pt x="272994" y="37774"/>
                  </a:lnTo>
                  <a:lnTo>
                    <a:pt x="268854" y="34495"/>
                  </a:lnTo>
                  <a:lnTo>
                    <a:pt x="264612" y="31348"/>
                  </a:lnTo>
                  <a:lnTo>
                    <a:pt x="260273" y="28337"/>
                  </a:lnTo>
                  <a:lnTo>
                    <a:pt x="255842" y="25465"/>
                  </a:lnTo>
                  <a:lnTo>
                    <a:pt x="251321" y="22734"/>
                  </a:lnTo>
                  <a:lnTo>
                    <a:pt x="246717" y="20147"/>
                  </a:lnTo>
                  <a:lnTo>
                    <a:pt x="242033" y="17707"/>
                  </a:lnTo>
                  <a:lnTo>
                    <a:pt x="237274" y="15416"/>
                  </a:lnTo>
                  <a:lnTo>
                    <a:pt x="232446" y="13277"/>
                  </a:lnTo>
                  <a:lnTo>
                    <a:pt x="227552" y="11291"/>
                  </a:lnTo>
                  <a:lnTo>
                    <a:pt x="222598" y="9461"/>
                  </a:lnTo>
                  <a:lnTo>
                    <a:pt x="217589" y="7788"/>
                  </a:lnTo>
                  <a:lnTo>
                    <a:pt x="212529" y="6274"/>
                  </a:lnTo>
                  <a:lnTo>
                    <a:pt x="207424" y="4921"/>
                  </a:lnTo>
                  <a:lnTo>
                    <a:pt x="202279" y="3730"/>
                  </a:lnTo>
                  <a:lnTo>
                    <a:pt x="197098" y="2702"/>
                  </a:lnTo>
                  <a:lnTo>
                    <a:pt x="191888" y="1838"/>
                  </a:lnTo>
                  <a:lnTo>
                    <a:pt x="186653" y="1139"/>
                  </a:lnTo>
                  <a:lnTo>
                    <a:pt x="181399" y="605"/>
                  </a:lnTo>
                  <a:lnTo>
                    <a:pt x="176131" y="238"/>
                  </a:lnTo>
                  <a:lnTo>
                    <a:pt x="16715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8980" cy="167167"/>
            </a:xfrm>
            <a:custGeom>
              <a:avLst/>
              <a:pathLst>
                <a:path w="8980" h="167167">
                  <a:moveTo>
                    <a:pt x="8980" y="2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34" y="5269756"/>
              <a:ext cx="167167" cy="262385"/>
            </a:xfrm>
            <a:custGeom>
              <a:avLst/>
              <a:pathLst>
                <a:path w="167167" h="262385">
                  <a:moveTo>
                    <a:pt x="167167" y="0"/>
                  </a:moveTo>
                  <a:lnTo>
                    <a:pt x="161816" y="85"/>
                  </a:lnTo>
                  <a:lnTo>
                    <a:pt x="156471" y="342"/>
                  </a:lnTo>
                  <a:lnTo>
                    <a:pt x="151137" y="770"/>
                  </a:lnTo>
                  <a:lnTo>
                    <a:pt x="145820" y="1368"/>
                  </a:lnTo>
                  <a:lnTo>
                    <a:pt x="140524" y="2136"/>
                  </a:lnTo>
                  <a:lnTo>
                    <a:pt x="135256" y="3074"/>
                  </a:lnTo>
                  <a:lnTo>
                    <a:pt x="130020" y="4179"/>
                  </a:lnTo>
                  <a:lnTo>
                    <a:pt x="124822" y="5451"/>
                  </a:lnTo>
                  <a:lnTo>
                    <a:pt x="119668" y="6890"/>
                  </a:lnTo>
                  <a:lnTo>
                    <a:pt x="114562" y="8492"/>
                  </a:lnTo>
                  <a:lnTo>
                    <a:pt x="109511" y="10257"/>
                  </a:lnTo>
                  <a:lnTo>
                    <a:pt x="104518" y="12183"/>
                  </a:lnTo>
                  <a:lnTo>
                    <a:pt x="99590" y="14267"/>
                  </a:lnTo>
                  <a:lnTo>
                    <a:pt x="94731" y="16508"/>
                  </a:lnTo>
                  <a:lnTo>
                    <a:pt x="89946" y="18904"/>
                  </a:lnTo>
                  <a:lnTo>
                    <a:pt x="85240" y="21452"/>
                  </a:lnTo>
                  <a:lnTo>
                    <a:pt x="80618" y="24148"/>
                  </a:lnTo>
                  <a:lnTo>
                    <a:pt x="76085" y="26992"/>
                  </a:lnTo>
                  <a:lnTo>
                    <a:pt x="71645" y="29979"/>
                  </a:lnTo>
                  <a:lnTo>
                    <a:pt x="67303" y="33106"/>
                  </a:lnTo>
                  <a:lnTo>
                    <a:pt x="63063" y="36371"/>
                  </a:lnTo>
                  <a:lnTo>
                    <a:pt x="58930" y="39770"/>
                  </a:lnTo>
                  <a:lnTo>
                    <a:pt x="54908" y="43300"/>
                  </a:lnTo>
                  <a:lnTo>
                    <a:pt x="51001" y="46956"/>
                  </a:lnTo>
                  <a:lnTo>
                    <a:pt x="47213" y="50736"/>
                  </a:lnTo>
                  <a:lnTo>
                    <a:pt x="43548" y="54635"/>
                  </a:lnTo>
                  <a:lnTo>
                    <a:pt x="40010" y="58649"/>
                  </a:lnTo>
                  <a:lnTo>
                    <a:pt x="36602" y="62775"/>
                  </a:lnTo>
                  <a:lnTo>
                    <a:pt x="33327" y="67007"/>
                  </a:lnTo>
                  <a:lnTo>
                    <a:pt x="30190" y="71342"/>
                  </a:lnTo>
                  <a:lnTo>
                    <a:pt x="27193" y="75775"/>
                  </a:lnTo>
                  <a:lnTo>
                    <a:pt x="24340" y="80302"/>
                  </a:lnTo>
                  <a:lnTo>
                    <a:pt x="21633" y="84918"/>
                  </a:lnTo>
                  <a:lnTo>
                    <a:pt x="19075" y="89618"/>
                  </a:lnTo>
                  <a:lnTo>
                    <a:pt x="16669" y="94398"/>
                  </a:lnTo>
                  <a:lnTo>
                    <a:pt x="14417" y="99252"/>
                  </a:lnTo>
                  <a:lnTo>
                    <a:pt x="12321" y="104176"/>
                  </a:lnTo>
                  <a:lnTo>
                    <a:pt x="10384" y="109164"/>
                  </a:lnTo>
                  <a:lnTo>
                    <a:pt x="8608" y="114212"/>
                  </a:lnTo>
                  <a:lnTo>
                    <a:pt x="6995" y="119314"/>
                  </a:lnTo>
                  <a:lnTo>
                    <a:pt x="5545" y="124465"/>
                  </a:lnTo>
                  <a:lnTo>
                    <a:pt x="4261" y="129660"/>
                  </a:lnTo>
                  <a:lnTo>
                    <a:pt x="3144" y="134893"/>
                  </a:lnTo>
                  <a:lnTo>
                    <a:pt x="2195" y="140159"/>
                  </a:lnTo>
                  <a:lnTo>
                    <a:pt x="1415" y="145453"/>
                  </a:lnTo>
                  <a:lnTo>
                    <a:pt x="805" y="150769"/>
                  </a:lnTo>
                  <a:lnTo>
                    <a:pt x="366" y="156102"/>
                  </a:lnTo>
                  <a:lnTo>
                    <a:pt x="97" y="161447"/>
                  </a:lnTo>
                  <a:lnTo>
                    <a:pt x="0" y="166797"/>
                  </a:lnTo>
                  <a:lnTo>
                    <a:pt x="73" y="172148"/>
                  </a:lnTo>
                  <a:lnTo>
                    <a:pt x="318" y="177493"/>
                  </a:lnTo>
                  <a:lnTo>
                    <a:pt x="734" y="182828"/>
                  </a:lnTo>
                  <a:lnTo>
                    <a:pt x="1321" y="188147"/>
                  </a:lnTo>
                  <a:lnTo>
                    <a:pt x="2077" y="193444"/>
                  </a:lnTo>
                  <a:lnTo>
                    <a:pt x="3003" y="198715"/>
                  </a:lnTo>
                  <a:lnTo>
                    <a:pt x="4097" y="203953"/>
                  </a:lnTo>
                  <a:lnTo>
                    <a:pt x="5358" y="209153"/>
                  </a:lnTo>
                  <a:lnTo>
                    <a:pt x="6784" y="214311"/>
                  </a:lnTo>
                  <a:lnTo>
                    <a:pt x="8376" y="219420"/>
                  </a:lnTo>
                  <a:lnTo>
                    <a:pt x="10129" y="224475"/>
                  </a:lnTo>
                  <a:lnTo>
                    <a:pt x="12044" y="229472"/>
                  </a:lnTo>
                  <a:lnTo>
                    <a:pt x="14118" y="234405"/>
                  </a:lnTo>
                  <a:lnTo>
                    <a:pt x="16348" y="239269"/>
                  </a:lnTo>
                  <a:lnTo>
                    <a:pt x="18733" y="244060"/>
                  </a:lnTo>
                  <a:lnTo>
                    <a:pt x="21270" y="248771"/>
                  </a:lnTo>
                  <a:lnTo>
                    <a:pt x="23957" y="253399"/>
                  </a:lnTo>
                  <a:lnTo>
                    <a:pt x="26790" y="257938"/>
                  </a:lnTo>
                  <a:lnTo>
                    <a:pt x="29767" y="26238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827102" y="5269756"/>
              <a:ext cx="304556" cy="334326"/>
            </a:xfrm>
            <a:custGeom>
              <a:avLst/>
              <a:pathLst>
                <a:path w="304556" h="334326">
                  <a:moveTo>
                    <a:pt x="0" y="262385"/>
                  </a:moveTo>
                  <a:lnTo>
                    <a:pt x="3100" y="266709"/>
                  </a:lnTo>
                  <a:lnTo>
                    <a:pt x="6336" y="270933"/>
                  </a:lnTo>
                  <a:lnTo>
                    <a:pt x="9705" y="275052"/>
                  </a:lnTo>
                  <a:lnTo>
                    <a:pt x="13203" y="279062"/>
                  </a:lnTo>
                  <a:lnTo>
                    <a:pt x="16827" y="282958"/>
                  </a:lnTo>
                  <a:lnTo>
                    <a:pt x="20574" y="286736"/>
                  </a:lnTo>
                  <a:lnTo>
                    <a:pt x="24438" y="290394"/>
                  </a:lnTo>
                  <a:lnTo>
                    <a:pt x="28418" y="293927"/>
                  </a:lnTo>
                  <a:lnTo>
                    <a:pt x="32507" y="297331"/>
                  </a:lnTo>
                  <a:lnTo>
                    <a:pt x="36703" y="300604"/>
                  </a:lnTo>
                  <a:lnTo>
                    <a:pt x="41001" y="303741"/>
                  </a:lnTo>
                  <a:lnTo>
                    <a:pt x="45396" y="306740"/>
                  </a:lnTo>
                  <a:lnTo>
                    <a:pt x="49885" y="309597"/>
                  </a:lnTo>
                  <a:lnTo>
                    <a:pt x="54463" y="312310"/>
                  </a:lnTo>
                  <a:lnTo>
                    <a:pt x="59124" y="314876"/>
                  </a:lnTo>
                  <a:lnTo>
                    <a:pt x="63865" y="317293"/>
                  </a:lnTo>
                  <a:lnTo>
                    <a:pt x="68680" y="319557"/>
                  </a:lnTo>
                  <a:lnTo>
                    <a:pt x="73565" y="321667"/>
                  </a:lnTo>
                  <a:lnTo>
                    <a:pt x="78515" y="323620"/>
                  </a:lnTo>
                  <a:lnTo>
                    <a:pt x="83524" y="325415"/>
                  </a:lnTo>
                  <a:lnTo>
                    <a:pt x="88588" y="327050"/>
                  </a:lnTo>
                  <a:lnTo>
                    <a:pt x="93701" y="328522"/>
                  </a:lnTo>
                  <a:lnTo>
                    <a:pt x="98859" y="329831"/>
                  </a:lnTo>
                  <a:lnTo>
                    <a:pt x="104056" y="330975"/>
                  </a:lnTo>
                  <a:lnTo>
                    <a:pt x="109286" y="331954"/>
                  </a:lnTo>
                  <a:lnTo>
                    <a:pt x="114545" y="332765"/>
                  </a:lnTo>
                  <a:lnTo>
                    <a:pt x="119827" y="333408"/>
                  </a:lnTo>
                  <a:lnTo>
                    <a:pt x="125127" y="333883"/>
                  </a:lnTo>
                  <a:lnTo>
                    <a:pt x="130439" y="334189"/>
                  </a:lnTo>
                  <a:lnTo>
                    <a:pt x="135758" y="334326"/>
                  </a:lnTo>
                  <a:lnTo>
                    <a:pt x="141079" y="334294"/>
                  </a:lnTo>
                  <a:lnTo>
                    <a:pt x="146397" y="334092"/>
                  </a:lnTo>
                  <a:lnTo>
                    <a:pt x="151705" y="333721"/>
                  </a:lnTo>
                  <a:lnTo>
                    <a:pt x="156999" y="333181"/>
                  </a:lnTo>
                  <a:lnTo>
                    <a:pt x="162272" y="332473"/>
                  </a:lnTo>
                  <a:lnTo>
                    <a:pt x="167521" y="331598"/>
                  </a:lnTo>
                  <a:lnTo>
                    <a:pt x="172739" y="330556"/>
                  </a:lnTo>
                  <a:lnTo>
                    <a:pt x="177921" y="329349"/>
                  </a:lnTo>
                  <a:lnTo>
                    <a:pt x="183063" y="327977"/>
                  </a:lnTo>
                  <a:lnTo>
                    <a:pt x="188158" y="326442"/>
                  </a:lnTo>
                  <a:lnTo>
                    <a:pt x="193201" y="324746"/>
                  </a:lnTo>
                  <a:lnTo>
                    <a:pt x="198188" y="322890"/>
                  </a:lnTo>
                  <a:lnTo>
                    <a:pt x="203113" y="320876"/>
                  </a:lnTo>
                  <a:lnTo>
                    <a:pt x="207972" y="318707"/>
                  </a:lnTo>
                  <a:lnTo>
                    <a:pt x="212760" y="316384"/>
                  </a:lnTo>
                  <a:lnTo>
                    <a:pt x="217471" y="313910"/>
                  </a:lnTo>
                  <a:lnTo>
                    <a:pt x="222100" y="311287"/>
                  </a:lnTo>
                  <a:lnTo>
                    <a:pt x="226644" y="308518"/>
                  </a:lnTo>
                  <a:lnTo>
                    <a:pt x="231098" y="305606"/>
                  </a:lnTo>
                  <a:lnTo>
                    <a:pt x="235457" y="302554"/>
                  </a:lnTo>
                  <a:lnTo>
                    <a:pt x="239716" y="299364"/>
                  </a:lnTo>
                  <a:lnTo>
                    <a:pt x="243871" y="296041"/>
                  </a:lnTo>
                  <a:lnTo>
                    <a:pt x="247919" y="292587"/>
                  </a:lnTo>
                  <a:lnTo>
                    <a:pt x="251855" y="289006"/>
                  </a:lnTo>
                  <a:lnTo>
                    <a:pt x="255675" y="285301"/>
                  </a:lnTo>
                  <a:lnTo>
                    <a:pt x="259375" y="281477"/>
                  </a:lnTo>
                  <a:lnTo>
                    <a:pt x="262951" y="277537"/>
                  </a:lnTo>
                  <a:lnTo>
                    <a:pt x="266400" y="273485"/>
                  </a:lnTo>
                  <a:lnTo>
                    <a:pt x="269719" y="269326"/>
                  </a:lnTo>
                  <a:lnTo>
                    <a:pt x="272903" y="265063"/>
                  </a:lnTo>
                  <a:lnTo>
                    <a:pt x="275950" y="260700"/>
                  </a:lnTo>
                  <a:lnTo>
                    <a:pt x="278857" y="256243"/>
                  </a:lnTo>
                  <a:lnTo>
                    <a:pt x="281620" y="251696"/>
                  </a:lnTo>
                  <a:lnTo>
                    <a:pt x="284237" y="247063"/>
                  </a:lnTo>
                  <a:lnTo>
                    <a:pt x="286706" y="242349"/>
                  </a:lnTo>
                  <a:lnTo>
                    <a:pt x="289023" y="237559"/>
                  </a:lnTo>
                  <a:lnTo>
                    <a:pt x="291187" y="232698"/>
                  </a:lnTo>
                  <a:lnTo>
                    <a:pt x="293194" y="227770"/>
                  </a:lnTo>
                  <a:lnTo>
                    <a:pt x="295044" y="222781"/>
                  </a:lnTo>
                  <a:lnTo>
                    <a:pt x="296734" y="217735"/>
                  </a:lnTo>
                  <a:lnTo>
                    <a:pt x="298263" y="212638"/>
                  </a:lnTo>
                  <a:lnTo>
                    <a:pt x="299629" y="207495"/>
                  </a:lnTo>
                  <a:lnTo>
                    <a:pt x="300830" y="202312"/>
                  </a:lnTo>
                  <a:lnTo>
                    <a:pt x="301866" y="197092"/>
                  </a:lnTo>
                  <a:lnTo>
                    <a:pt x="302735" y="191843"/>
                  </a:lnTo>
                  <a:lnTo>
                    <a:pt x="303437" y="186568"/>
                  </a:lnTo>
                  <a:lnTo>
                    <a:pt x="303970" y="181274"/>
                  </a:lnTo>
                  <a:lnTo>
                    <a:pt x="304334" y="175965"/>
                  </a:lnTo>
                  <a:lnTo>
                    <a:pt x="304530" y="170647"/>
                  </a:lnTo>
                  <a:lnTo>
                    <a:pt x="304556" y="165326"/>
                  </a:lnTo>
                  <a:lnTo>
                    <a:pt x="304413" y="160007"/>
                  </a:lnTo>
                  <a:lnTo>
                    <a:pt x="304100" y="154695"/>
                  </a:lnTo>
                  <a:lnTo>
                    <a:pt x="303619" y="149396"/>
                  </a:lnTo>
                  <a:lnTo>
                    <a:pt x="302969" y="144115"/>
                  </a:lnTo>
                  <a:lnTo>
                    <a:pt x="302152" y="138857"/>
                  </a:lnTo>
                  <a:lnTo>
                    <a:pt x="301167" y="133628"/>
                  </a:lnTo>
                  <a:lnTo>
                    <a:pt x="300017" y="128432"/>
                  </a:lnTo>
                  <a:lnTo>
                    <a:pt x="298701" y="123276"/>
                  </a:lnTo>
                  <a:lnTo>
                    <a:pt x="297223" y="118165"/>
                  </a:lnTo>
                  <a:lnTo>
                    <a:pt x="295582" y="113103"/>
                  </a:lnTo>
                  <a:lnTo>
                    <a:pt x="293781" y="108096"/>
                  </a:lnTo>
                  <a:lnTo>
                    <a:pt x="291822" y="103148"/>
                  </a:lnTo>
                  <a:lnTo>
                    <a:pt x="289706" y="98266"/>
                  </a:lnTo>
                  <a:lnTo>
                    <a:pt x="287436" y="93453"/>
                  </a:lnTo>
                  <a:lnTo>
                    <a:pt x="285014" y="88716"/>
                  </a:lnTo>
                  <a:lnTo>
                    <a:pt x="282443" y="84057"/>
                  </a:lnTo>
                  <a:lnTo>
                    <a:pt x="279724" y="79483"/>
                  </a:lnTo>
                  <a:lnTo>
                    <a:pt x="276861" y="74998"/>
                  </a:lnTo>
                  <a:lnTo>
                    <a:pt x="273857" y="70606"/>
                  </a:lnTo>
                  <a:lnTo>
                    <a:pt x="270715" y="66311"/>
                  </a:lnTo>
                  <a:lnTo>
                    <a:pt x="267437" y="62120"/>
                  </a:lnTo>
                  <a:lnTo>
                    <a:pt x="264028" y="58034"/>
                  </a:lnTo>
                  <a:lnTo>
                    <a:pt x="260490" y="54059"/>
                  </a:lnTo>
                  <a:lnTo>
                    <a:pt x="256828" y="50199"/>
                  </a:lnTo>
                  <a:lnTo>
                    <a:pt x="253045" y="46457"/>
                  </a:lnTo>
                  <a:lnTo>
                    <a:pt x="249144" y="42837"/>
                  </a:lnTo>
                  <a:lnTo>
                    <a:pt x="245131" y="39344"/>
                  </a:lnTo>
                  <a:lnTo>
                    <a:pt x="241008" y="35980"/>
                  </a:lnTo>
                  <a:lnTo>
                    <a:pt x="236780" y="32749"/>
                  </a:lnTo>
                  <a:lnTo>
                    <a:pt x="232452" y="29654"/>
                  </a:lnTo>
                  <a:lnTo>
                    <a:pt x="228027" y="26698"/>
                  </a:lnTo>
                  <a:lnTo>
                    <a:pt x="223510" y="23885"/>
                  </a:lnTo>
                  <a:lnTo>
                    <a:pt x="218907" y="21217"/>
                  </a:lnTo>
                  <a:lnTo>
                    <a:pt x="214220" y="18697"/>
                  </a:lnTo>
                  <a:lnTo>
                    <a:pt x="209456" y="16327"/>
                  </a:lnTo>
                  <a:lnTo>
                    <a:pt x="204618" y="14110"/>
                  </a:lnTo>
                  <a:lnTo>
                    <a:pt x="199713" y="12048"/>
                  </a:lnTo>
                  <a:lnTo>
                    <a:pt x="194745" y="10143"/>
                  </a:lnTo>
                  <a:lnTo>
                    <a:pt x="189718" y="8398"/>
                  </a:lnTo>
                  <a:lnTo>
                    <a:pt x="184638" y="6813"/>
                  </a:lnTo>
                  <a:lnTo>
                    <a:pt x="179511" y="5391"/>
                  </a:lnTo>
                  <a:lnTo>
                    <a:pt x="174341" y="4132"/>
                  </a:lnTo>
                  <a:lnTo>
                    <a:pt x="169133" y="3039"/>
                  </a:lnTo>
                  <a:lnTo>
                    <a:pt x="163893" y="2112"/>
                  </a:lnTo>
                  <a:lnTo>
                    <a:pt x="158627" y="1353"/>
                  </a:lnTo>
                  <a:lnTo>
                    <a:pt x="153338" y="761"/>
                  </a:lnTo>
                  <a:lnTo>
                    <a:pt x="148034" y="338"/>
                  </a:lnTo>
                  <a:lnTo>
                    <a:pt x="142719" y="84"/>
                  </a:lnTo>
                  <a:lnTo>
                    <a:pt x="137399" y="0"/>
                  </a:lnTo>
                  <a:lnTo>
                    <a:pt x="1373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4711" y="5399291"/>
              <a:ext cx="21504" cy="167167"/>
            </a:xfrm>
            <a:custGeom>
              <a:avLst/>
              <a:pathLst>
                <a:path w="21504" h="167167">
                  <a:moveTo>
                    <a:pt x="21504" y="0"/>
                  </a:moveTo>
                  <a:lnTo>
                    <a:pt x="14318" y="154"/>
                  </a:lnTo>
                  <a:lnTo>
                    <a:pt x="7145" y="617"/>
                  </a:lnTo>
                  <a:lnTo>
                    <a:pt x="0" y="1388"/>
                  </a:lnTo>
                  <a:lnTo>
                    <a:pt x="2150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4711" y="5400680"/>
              <a:ext cx="21504" cy="165778"/>
            </a:xfrm>
            <a:custGeom>
              <a:avLst/>
              <a:pathLst>
                <a:path w="21504" h="165778">
                  <a:moveTo>
                    <a:pt x="0" y="0"/>
                  </a:moveTo>
                  <a:lnTo>
                    <a:pt x="21504" y="16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4711" y="5400680"/>
              <a:ext cx="21504" cy="165778"/>
            </a:xfrm>
            <a:custGeom>
              <a:avLst/>
              <a:pathLst>
                <a:path w="21504" h="165778">
                  <a:moveTo>
                    <a:pt x="0" y="0"/>
                  </a:moveTo>
                  <a:lnTo>
                    <a:pt x="21504" y="16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4711" y="5400680"/>
              <a:ext cx="21504" cy="165778"/>
            </a:xfrm>
            <a:custGeom>
              <a:avLst/>
              <a:pathLst>
                <a:path w="21504" h="165778">
                  <a:moveTo>
                    <a:pt x="0" y="0"/>
                  </a:moveTo>
                  <a:lnTo>
                    <a:pt x="21504" y="16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4711" y="5400680"/>
              <a:ext cx="21504" cy="165778"/>
            </a:xfrm>
            <a:custGeom>
              <a:avLst/>
              <a:pathLst>
                <a:path w="21504" h="165778">
                  <a:moveTo>
                    <a:pt x="0" y="0"/>
                  </a:moveTo>
                  <a:lnTo>
                    <a:pt x="21504" y="1657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4711" y="5400680"/>
              <a:ext cx="21504" cy="165778"/>
            </a:xfrm>
            <a:custGeom>
              <a:avLst/>
              <a:pathLst>
                <a:path w="21504" h="165778">
                  <a:moveTo>
                    <a:pt x="0" y="0"/>
                  </a:moveTo>
                  <a:lnTo>
                    <a:pt x="21504" y="1657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4711" y="5400680"/>
              <a:ext cx="21504" cy="165778"/>
            </a:xfrm>
            <a:custGeom>
              <a:avLst/>
              <a:pathLst>
                <a:path w="21504" h="165778">
                  <a:moveTo>
                    <a:pt x="0" y="0"/>
                  </a:moveTo>
                  <a:lnTo>
                    <a:pt x="21504" y="1657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62" y="5400680"/>
              <a:ext cx="334320" cy="332940"/>
            </a:xfrm>
            <a:custGeom>
              <a:avLst/>
              <a:pathLst>
                <a:path w="334320" h="332940">
                  <a:moveTo>
                    <a:pt x="145649" y="0"/>
                  </a:moveTo>
                  <a:lnTo>
                    <a:pt x="140417" y="762"/>
                  </a:lnTo>
                  <a:lnTo>
                    <a:pt x="135213" y="1690"/>
                  </a:lnTo>
                  <a:lnTo>
                    <a:pt x="130040" y="2782"/>
                  </a:lnTo>
                  <a:lnTo>
                    <a:pt x="124904" y="4037"/>
                  </a:lnTo>
                  <a:lnTo>
                    <a:pt x="119811" y="5454"/>
                  </a:lnTo>
                  <a:lnTo>
                    <a:pt x="114765" y="7031"/>
                  </a:lnTo>
                  <a:lnTo>
                    <a:pt x="109771" y="8767"/>
                  </a:lnTo>
                  <a:lnTo>
                    <a:pt x="104835" y="10660"/>
                  </a:lnTo>
                  <a:lnTo>
                    <a:pt x="99961" y="12709"/>
                  </a:lnTo>
                  <a:lnTo>
                    <a:pt x="95155" y="14910"/>
                  </a:lnTo>
                  <a:lnTo>
                    <a:pt x="90420" y="17262"/>
                  </a:lnTo>
                  <a:lnTo>
                    <a:pt x="85762" y="19763"/>
                  </a:lnTo>
                  <a:lnTo>
                    <a:pt x="81185" y="22409"/>
                  </a:lnTo>
                  <a:lnTo>
                    <a:pt x="76695" y="25199"/>
                  </a:lnTo>
                  <a:lnTo>
                    <a:pt x="72295" y="28130"/>
                  </a:lnTo>
                  <a:lnTo>
                    <a:pt x="67990" y="31199"/>
                  </a:lnTo>
                  <a:lnTo>
                    <a:pt x="63784" y="34402"/>
                  </a:lnTo>
                  <a:lnTo>
                    <a:pt x="59681" y="37736"/>
                  </a:lnTo>
                  <a:lnTo>
                    <a:pt x="55686" y="41198"/>
                  </a:lnTo>
                  <a:lnTo>
                    <a:pt x="51802" y="44785"/>
                  </a:lnTo>
                  <a:lnTo>
                    <a:pt x="48034" y="48493"/>
                  </a:lnTo>
                  <a:lnTo>
                    <a:pt x="44385" y="52319"/>
                  </a:lnTo>
                  <a:lnTo>
                    <a:pt x="40859" y="56258"/>
                  </a:lnTo>
                  <a:lnTo>
                    <a:pt x="37459" y="60306"/>
                  </a:lnTo>
                  <a:lnTo>
                    <a:pt x="34188" y="64460"/>
                  </a:lnTo>
                  <a:lnTo>
                    <a:pt x="31051" y="68715"/>
                  </a:lnTo>
                  <a:lnTo>
                    <a:pt x="28050" y="73067"/>
                  </a:lnTo>
                  <a:lnTo>
                    <a:pt x="25188" y="77512"/>
                  </a:lnTo>
                  <a:lnTo>
                    <a:pt x="22467" y="82046"/>
                  </a:lnTo>
                  <a:lnTo>
                    <a:pt x="19892" y="86663"/>
                  </a:lnTo>
                  <a:lnTo>
                    <a:pt x="17464" y="91359"/>
                  </a:lnTo>
                  <a:lnTo>
                    <a:pt x="15186" y="96129"/>
                  </a:lnTo>
                  <a:lnTo>
                    <a:pt x="13059" y="100970"/>
                  </a:lnTo>
                  <a:lnTo>
                    <a:pt x="11087" y="105875"/>
                  </a:lnTo>
                  <a:lnTo>
                    <a:pt x="9271" y="110840"/>
                  </a:lnTo>
                  <a:lnTo>
                    <a:pt x="7612" y="115860"/>
                  </a:lnTo>
                  <a:lnTo>
                    <a:pt x="6114" y="120929"/>
                  </a:lnTo>
                  <a:lnTo>
                    <a:pt x="4776" y="126044"/>
                  </a:lnTo>
                  <a:lnTo>
                    <a:pt x="3601" y="131199"/>
                  </a:lnTo>
                  <a:lnTo>
                    <a:pt x="2589" y="136388"/>
                  </a:lnTo>
                  <a:lnTo>
                    <a:pt x="1742" y="141606"/>
                  </a:lnTo>
                  <a:lnTo>
                    <a:pt x="1061" y="146849"/>
                  </a:lnTo>
                  <a:lnTo>
                    <a:pt x="545" y="152110"/>
                  </a:lnTo>
                  <a:lnTo>
                    <a:pt x="196" y="157385"/>
                  </a:lnTo>
                  <a:lnTo>
                    <a:pt x="14" y="162669"/>
                  </a:lnTo>
                  <a:lnTo>
                    <a:pt x="0" y="167956"/>
                  </a:lnTo>
                  <a:lnTo>
                    <a:pt x="152" y="173240"/>
                  </a:lnTo>
                  <a:lnTo>
                    <a:pt x="471" y="178517"/>
                  </a:lnTo>
                  <a:lnTo>
                    <a:pt x="958" y="183782"/>
                  </a:lnTo>
                  <a:lnTo>
                    <a:pt x="1610" y="189028"/>
                  </a:lnTo>
                  <a:lnTo>
                    <a:pt x="2428" y="194251"/>
                  </a:lnTo>
                  <a:lnTo>
                    <a:pt x="3411" y="199446"/>
                  </a:lnTo>
                  <a:lnTo>
                    <a:pt x="4557" y="204606"/>
                  </a:lnTo>
                  <a:lnTo>
                    <a:pt x="5866" y="209729"/>
                  </a:lnTo>
                  <a:lnTo>
                    <a:pt x="7337" y="214807"/>
                  </a:lnTo>
                  <a:lnTo>
                    <a:pt x="8967" y="219836"/>
                  </a:lnTo>
                  <a:lnTo>
                    <a:pt x="10756" y="224811"/>
                  </a:lnTo>
                  <a:lnTo>
                    <a:pt x="12700" y="229727"/>
                  </a:lnTo>
                  <a:lnTo>
                    <a:pt x="14800" y="234579"/>
                  </a:lnTo>
                  <a:lnTo>
                    <a:pt x="17052" y="239362"/>
                  </a:lnTo>
                  <a:lnTo>
                    <a:pt x="19453" y="244072"/>
                  </a:lnTo>
                  <a:lnTo>
                    <a:pt x="22003" y="248703"/>
                  </a:lnTo>
                  <a:lnTo>
                    <a:pt x="24698" y="253251"/>
                  </a:lnTo>
                  <a:lnTo>
                    <a:pt x="27535" y="257712"/>
                  </a:lnTo>
                  <a:lnTo>
                    <a:pt x="30512" y="262081"/>
                  </a:lnTo>
                  <a:lnTo>
                    <a:pt x="33626" y="266354"/>
                  </a:lnTo>
                  <a:lnTo>
                    <a:pt x="36873" y="270526"/>
                  </a:lnTo>
                  <a:lnTo>
                    <a:pt x="40250" y="274593"/>
                  </a:lnTo>
                  <a:lnTo>
                    <a:pt x="43755" y="278551"/>
                  </a:lnTo>
                  <a:lnTo>
                    <a:pt x="47382" y="282397"/>
                  </a:lnTo>
                  <a:lnTo>
                    <a:pt x="51130" y="286126"/>
                  </a:lnTo>
                  <a:lnTo>
                    <a:pt x="54993" y="289735"/>
                  </a:lnTo>
                  <a:lnTo>
                    <a:pt x="58969" y="293219"/>
                  </a:lnTo>
                  <a:lnTo>
                    <a:pt x="63053" y="296576"/>
                  </a:lnTo>
                  <a:lnTo>
                    <a:pt x="67241" y="299803"/>
                  </a:lnTo>
                  <a:lnTo>
                    <a:pt x="71529" y="302895"/>
                  </a:lnTo>
                  <a:lnTo>
                    <a:pt x="75913" y="305850"/>
                  </a:lnTo>
                  <a:lnTo>
                    <a:pt x="80388" y="308665"/>
                  </a:lnTo>
                  <a:lnTo>
                    <a:pt x="84950" y="311338"/>
                  </a:lnTo>
                  <a:lnTo>
                    <a:pt x="89593" y="313864"/>
                  </a:lnTo>
                  <a:lnTo>
                    <a:pt x="94315" y="316243"/>
                  </a:lnTo>
                  <a:lnTo>
                    <a:pt x="99109" y="318471"/>
                  </a:lnTo>
                  <a:lnTo>
                    <a:pt x="103972" y="320546"/>
                  </a:lnTo>
                  <a:lnTo>
                    <a:pt x="108897" y="322466"/>
                  </a:lnTo>
                  <a:lnTo>
                    <a:pt x="113881" y="324230"/>
                  </a:lnTo>
                  <a:lnTo>
                    <a:pt x="118918" y="325835"/>
                  </a:lnTo>
                  <a:lnTo>
                    <a:pt x="124004" y="327281"/>
                  </a:lnTo>
                  <a:lnTo>
                    <a:pt x="129132" y="328564"/>
                  </a:lnTo>
                  <a:lnTo>
                    <a:pt x="134299" y="329685"/>
                  </a:lnTo>
                  <a:lnTo>
                    <a:pt x="139498" y="330642"/>
                  </a:lnTo>
                  <a:lnTo>
                    <a:pt x="144725" y="331434"/>
                  </a:lnTo>
                  <a:lnTo>
                    <a:pt x="149975" y="332061"/>
                  </a:lnTo>
                  <a:lnTo>
                    <a:pt x="155241" y="332521"/>
                  </a:lnTo>
                  <a:lnTo>
                    <a:pt x="160520" y="332814"/>
                  </a:lnTo>
                  <a:lnTo>
                    <a:pt x="165805" y="332940"/>
                  </a:lnTo>
                  <a:lnTo>
                    <a:pt x="171092" y="332899"/>
                  </a:lnTo>
                  <a:lnTo>
                    <a:pt x="176374" y="332691"/>
                  </a:lnTo>
                  <a:lnTo>
                    <a:pt x="181648" y="332316"/>
                  </a:lnTo>
                  <a:lnTo>
                    <a:pt x="186907" y="331774"/>
                  </a:lnTo>
                  <a:lnTo>
                    <a:pt x="192146" y="331067"/>
                  </a:lnTo>
                  <a:lnTo>
                    <a:pt x="197360" y="330194"/>
                  </a:lnTo>
                  <a:lnTo>
                    <a:pt x="202544" y="329156"/>
                  </a:lnTo>
                  <a:lnTo>
                    <a:pt x="207692" y="327955"/>
                  </a:lnTo>
                  <a:lnTo>
                    <a:pt x="212800" y="326592"/>
                  </a:lnTo>
                  <a:lnTo>
                    <a:pt x="217863" y="325069"/>
                  </a:lnTo>
                  <a:lnTo>
                    <a:pt x="222874" y="323385"/>
                  </a:lnTo>
                  <a:lnTo>
                    <a:pt x="227830" y="321545"/>
                  </a:lnTo>
                  <a:lnTo>
                    <a:pt x="232725" y="319548"/>
                  </a:lnTo>
                  <a:lnTo>
                    <a:pt x="237555" y="317398"/>
                  </a:lnTo>
                  <a:lnTo>
                    <a:pt x="242314" y="315095"/>
                  </a:lnTo>
                  <a:lnTo>
                    <a:pt x="246998" y="312644"/>
                  </a:lnTo>
                  <a:lnTo>
                    <a:pt x="251603" y="310046"/>
                  </a:lnTo>
                  <a:lnTo>
                    <a:pt x="256122" y="307303"/>
                  </a:lnTo>
                  <a:lnTo>
                    <a:pt x="260553" y="304419"/>
                  </a:lnTo>
                  <a:lnTo>
                    <a:pt x="264890" y="301396"/>
                  </a:lnTo>
                  <a:lnTo>
                    <a:pt x="269130" y="298238"/>
                  </a:lnTo>
                  <a:lnTo>
                    <a:pt x="273267" y="294947"/>
                  </a:lnTo>
                  <a:lnTo>
                    <a:pt x="277299" y="291527"/>
                  </a:lnTo>
                  <a:lnTo>
                    <a:pt x="281220" y="287981"/>
                  </a:lnTo>
                  <a:lnTo>
                    <a:pt x="285027" y="284313"/>
                  </a:lnTo>
                  <a:lnTo>
                    <a:pt x="288717" y="280526"/>
                  </a:lnTo>
                  <a:lnTo>
                    <a:pt x="292284" y="276625"/>
                  </a:lnTo>
                  <a:lnTo>
                    <a:pt x="295727" y="272613"/>
                  </a:lnTo>
                  <a:lnTo>
                    <a:pt x="299041" y="268494"/>
                  </a:lnTo>
                  <a:lnTo>
                    <a:pt x="302223" y="264272"/>
                  </a:lnTo>
                  <a:lnTo>
                    <a:pt x="305270" y="259951"/>
                  </a:lnTo>
                  <a:lnTo>
                    <a:pt x="308179" y="255537"/>
                  </a:lnTo>
                  <a:lnTo>
                    <a:pt x="310946" y="251032"/>
                  </a:lnTo>
                  <a:lnTo>
                    <a:pt x="313570" y="246443"/>
                  </a:lnTo>
                  <a:lnTo>
                    <a:pt x="316048" y="241773"/>
                  </a:lnTo>
                  <a:lnTo>
                    <a:pt x="318377" y="237026"/>
                  </a:lnTo>
                  <a:lnTo>
                    <a:pt x="320554" y="232209"/>
                  </a:lnTo>
                  <a:lnTo>
                    <a:pt x="322578" y="227325"/>
                  </a:lnTo>
                  <a:lnTo>
                    <a:pt x="324446" y="222379"/>
                  </a:lnTo>
                  <a:lnTo>
                    <a:pt x="326157" y="217377"/>
                  </a:lnTo>
                  <a:lnTo>
                    <a:pt x="327710" y="212323"/>
                  </a:lnTo>
                  <a:lnTo>
                    <a:pt x="329101" y="207223"/>
                  </a:lnTo>
                  <a:lnTo>
                    <a:pt x="330331" y="202081"/>
                  </a:lnTo>
                  <a:lnTo>
                    <a:pt x="331397" y="196903"/>
                  </a:lnTo>
                  <a:lnTo>
                    <a:pt x="332299" y="191694"/>
                  </a:lnTo>
                  <a:lnTo>
                    <a:pt x="333036" y="186459"/>
                  </a:lnTo>
                  <a:lnTo>
                    <a:pt x="333607" y="181203"/>
                  </a:lnTo>
                  <a:lnTo>
                    <a:pt x="334012" y="175932"/>
                  </a:lnTo>
                  <a:lnTo>
                    <a:pt x="334249" y="170651"/>
                  </a:lnTo>
                  <a:lnTo>
                    <a:pt x="334320" y="165364"/>
                  </a:lnTo>
                  <a:lnTo>
                    <a:pt x="334223" y="160078"/>
                  </a:lnTo>
                  <a:lnTo>
                    <a:pt x="333959" y="154798"/>
                  </a:lnTo>
                  <a:lnTo>
                    <a:pt x="333529" y="149529"/>
                  </a:lnTo>
                  <a:lnTo>
                    <a:pt x="332932" y="144276"/>
                  </a:lnTo>
                  <a:lnTo>
                    <a:pt x="332169" y="139045"/>
                  </a:lnTo>
                  <a:lnTo>
                    <a:pt x="331241" y="133840"/>
                  </a:lnTo>
                  <a:lnTo>
                    <a:pt x="330149" y="128667"/>
                  </a:lnTo>
                  <a:lnTo>
                    <a:pt x="328894" y="123532"/>
                  </a:lnTo>
                  <a:lnTo>
                    <a:pt x="327477" y="118438"/>
                  </a:lnTo>
                  <a:lnTo>
                    <a:pt x="325900" y="113392"/>
                  </a:lnTo>
                  <a:lnTo>
                    <a:pt x="324164" y="108399"/>
                  </a:lnTo>
                  <a:lnTo>
                    <a:pt x="322271" y="103463"/>
                  </a:lnTo>
                  <a:lnTo>
                    <a:pt x="320223" y="98589"/>
                  </a:lnTo>
                  <a:lnTo>
                    <a:pt x="318022" y="93782"/>
                  </a:lnTo>
                  <a:lnTo>
                    <a:pt x="315670" y="89047"/>
                  </a:lnTo>
                  <a:lnTo>
                    <a:pt x="313169" y="84389"/>
                  </a:lnTo>
                  <a:lnTo>
                    <a:pt x="310523" y="79813"/>
                  </a:lnTo>
                  <a:lnTo>
                    <a:pt x="307733" y="75322"/>
                  </a:lnTo>
                  <a:lnTo>
                    <a:pt x="304802" y="70922"/>
                  </a:lnTo>
                  <a:lnTo>
                    <a:pt x="301734" y="66617"/>
                  </a:lnTo>
                  <a:lnTo>
                    <a:pt x="298531" y="62411"/>
                  </a:lnTo>
                  <a:lnTo>
                    <a:pt x="295196" y="58308"/>
                  </a:lnTo>
                  <a:lnTo>
                    <a:pt x="291734" y="54313"/>
                  </a:lnTo>
                  <a:lnTo>
                    <a:pt x="288147" y="50429"/>
                  </a:lnTo>
                  <a:lnTo>
                    <a:pt x="284439" y="46661"/>
                  </a:lnTo>
                  <a:lnTo>
                    <a:pt x="280614" y="43012"/>
                  </a:lnTo>
                  <a:lnTo>
                    <a:pt x="276675" y="39485"/>
                  </a:lnTo>
                  <a:lnTo>
                    <a:pt x="272627" y="36085"/>
                  </a:lnTo>
                  <a:lnTo>
                    <a:pt x="268473" y="32815"/>
                  </a:lnTo>
                  <a:lnTo>
                    <a:pt x="264218" y="29678"/>
                  </a:lnTo>
                  <a:lnTo>
                    <a:pt x="259865" y="26676"/>
                  </a:lnTo>
                  <a:lnTo>
                    <a:pt x="255421" y="23814"/>
                  </a:lnTo>
                  <a:lnTo>
                    <a:pt x="250887" y="21094"/>
                  </a:lnTo>
                  <a:lnTo>
                    <a:pt x="246270" y="18519"/>
                  </a:lnTo>
                  <a:lnTo>
                    <a:pt x="241574" y="16090"/>
                  </a:lnTo>
                  <a:lnTo>
                    <a:pt x="236804" y="13812"/>
                  </a:lnTo>
                  <a:lnTo>
                    <a:pt x="231963" y="11685"/>
                  </a:lnTo>
                  <a:lnTo>
                    <a:pt x="227058" y="9713"/>
                  </a:lnTo>
                  <a:lnTo>
                    <a:pt x="222093" y="7897"/>
                  </a:lnTo>
                  <a:lnTo>
                    <a:pt x="217074" y="6238"/>
                  </a:lnTo>
                  <a:lnTo>
                    <a:pt x="212004" y="4740"/>
                  </a:lnTo>
                  <a:lnTo>
                    <a:pt x="206889" y="3402"/>
                  </a:lnTo>
                  <a:lnTo>
                    <a:pt x="201735" y="2227"/>
                  </a:lnTo>
                  <a:lnTo>
                    <a:pt x="196546" y="1215"/>
                  </a:lnTo>
                  <a:lnTo>
                    <a:pt x="191327" y="368"/>
                  </a:lnTo>
                  <a:lnTo>
                    <a:pt x="167153" y="1657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24174" cy="167167"/>
            </a:xfrm>
            <a:custGeom>
              <a:avLst/>
              <a:pathLst>
                <a:path w="24174" h="167167">
                  <a:moveTo>
                    <a:pt x="24174" y="1757"/>
                  </a:moveTo>
                  <a:lnTo>
                    <a:pt x="16147" y="781"/>
                  </a:lnTo>
                  <a:lnTo>
                    <a:pt x="8083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82" y="5399291"/>
              <a:ext cx="167161" cy="324991"/>
            </a:xfrm>
            <a:custGeom>
              <a:avLst/>
              <a:pathLst>
                <a:path w="167161" h="324991">
                  <a:moveTo>
                    <a:pt x="167161" y="0"/>
                  </a:moveTo>
                  <a:lnTo>
                    <a:pt x="161832" y="84"/>
                  </a:lnTo>
                  <a:lnTo>
                    <a:pt x="156509" y="339"/>
                  </a:lnTo>
                  <a:lnTo>
                    <a:pt x="151196" y="764"/>
                  </a:lnTo>
                  <a:lnTo>
                    <a:pt x="145900" y="1357"/>
                  </a:lnTo>
                  <a:lnTo>
                    <a:pt x="140625" y="2119"/>
                  </a:lnTo>
                  <a:lnTo>
                    <a:pt x="135377" y="3049"/>
                  </a:lnTo>
                  <a:lnTo>
                    <a:pt x="130162" y="4145"/>
                  </a:lnTo>
                  <a:lnTo>
                    <a:pt x="124984" y="5408"/>
                  </a:lnTo>
                  <a:lnTo>
                    <a:pt x="119849" y="6834"/>
                  </a:lnTo>
                  <a:lnTo>
                    <a:pt x="114762" y="8424"/>
                  </a:lnTo>
                  <a:lnTo>
                    <a:pt x="109728" y="10175"/>
                  </a:lnTo>
                  <a:lnTo>
                    <a:pt x="104753" y="12086"/>
                  </a:lnTo>
                  <a:lnTo>
                    <a:pt x="99841" y="14154"/>
                  </a:lnTo>
                  <a:lnTo>
                    <a:pt x="94998" y="16378"/>
                  </a:lnTo>
                  <a:lnTo>
                    <a:pt x="90228" y="18755"/>
                  </a:lnTo>
                  <a:lnTo>
                    <a:pt x="85536" y="21282"/>
                  </a:lnTo>
                  <a:lnTo>
                    <a:pt x="80927" y="23958"/>
                  </a:lnTo>
                  <a:lnTo>
                    <a:pt x="76406" y="26780"/>
                  </a:lnTo>
                  <a:lnTo>
                    <a:pt x="71977" y="29744"/>
                  </a:lnTo>
                  <a:lnTo>
                    <a:pt x="67644" y="32849"/>
                  </a:lnTo>
                  <a:lnTo>
                    <a:pt x="63413" y="36089"/>
                  </a:lnTo>
                  <a:lnTo>
                    <a:pt x="59288" y="39463"/>
                  </a:lnTo>
                  <a:lnTo>
                    <a:pt x="55272" y="42966"/>
                  </a:lnTo>
                  <a:lnTo>
                    <a:pt x="51369" y="46596"/>
                  </a:lnTo>
                  <a:lnTo>
                    <a:pt x="47585" y="50349"/>
                  </a:lnTo>
                  <a:lnTo>
                    <a:pt x="43922" y="54220"/>
                  </a:lnTo>
                  <a:lnTo>
                    <a:pt x="40384" y="58206"/>
                  </a:lnTo>
                  <a:lnTo>
                    <a:pt x="36975" y="62302"/>
                  </a:lnTo>
                  <a:lnTo>
                    <a:pt x="33698" y="66506"/>
                  </a:lnTo>
                  <a:lnTo>
                    <a:pt x="30557" y="70811"/>
                  </a:lnTo>
                  <a:lnTo>
                    <a:pt x="27555" y="75215"/>
                  </a:lnTo>
                  <a:lnTo>
                    <a:pt x="24695" y="79712"/>
                  </a:lnTo>
                  <a:lnTo>
                    <a:pt x="21980" y="84298"/>
                  </a:lnTo>
                  <a:lnTo>
                    <a:pt x="19412" y="88968"/>
                  </a:lnTo>
                  <a:lnTo>
                    <a:pt x="16994" y="93717"/>
                  </a:lnTo>
                  <a:lnTo>
                    <a:pt x="14729" y="98541"/>
                  </a:lnTo>
                  <a:lnTo>
                    <a:pt x="12619" y="103435"/>
                  </a:lnTo>
                  <a:lnTo>
                    <a:pt x="10666" y="108394"/>
                  </a:lnTo>
                  <a:lnTo>
                    <a:pt x="8872" y="113413"/>
                  </a:lnTo>
                  <a:lnTo>
                    <a:pt x="7239" y="118486"/>
                  </a:lnTo>
                  <a:lnTo>
                    <a:pt x="5768" y="123608"/>
                  </a:lnTo>
                  <a:lnTo>
                    <a:pt x="4462" y="128775"/>
                  </a:lnTo>
                  <a:lnTo>
                    <a:pt x="3321" y="133981"/>
                  </a:lnTo>
                  <a:lnTo>
                    <a:pt x="2346" y="139221"/>
                  </a:lnTo>
                  <a:lnTo>
                    <a:pt x="1539" y="144489"/>
                  </a:lnTo>
                  <a:lnTo>
                    <a:pt x="900" y="149780"/>
                  </a:lnTo>
                  <a:lnTo>
                    <a:pt x="430" y="155089"/>
                  </a:lnTo>
                  <a:lnTo>
                    <a:pt x="130" y="160410"/>
                  </a:lnTo>
                  <a:lnTo>
                    <a:pt x="0" y="165738"/>
                  </a:lnTo>
                  <a:lnTo>
                    <a:pt x="39" y="171067"/>
                  </a:lnTo>
                  <a:lnTo>
                    <a:pt x="248" y="176392"/>
                  </a:lnTo>
                  <a:lnTo>
                    <a:pt x="627" y="181708"/>
                  </a:lnTo>
                  <a:lnTo>
                    <a:pt x="1175" y="187010"/>
                  </a:lnTo>
                  <a:lnTo>
                    <a:pt x="1892" y="192291"/>
                  </a:lnTo>
                  <a:lnTo>
                    <a:pt x="2777" y="197546"/>
                  </a:lnTo>
                  <a:lnTo>
                    <a:pt x="3829" y="202771"/>
                  </a:lnTo>
                  <a:lnTo>
                    <a:pt x="5047" y="207959"/>
                  </a:lnTo>
                  <a:lnTo>
                    <a:pt x="6430" y="213106"/>
                  </a:lnTo>
                  <a:lnTo>
                    <a:pt x="7976" y="218207"/>
                  </a:lnTo>
                  <a:lnTo>
                    <a:pt x="9684" y="223255"/>
                  </a:lnTo>
                  <a:lnTo>
                    <a:pt x="11552" y="228246"/>
                  </a:lnTo>
                  <a:lnTo>
                    <a:pt x="13578" y="233176"/>
                  </a:lnTo>
                  <a:lnTo>
                    <a:pt x="15760" y="238038"/>
                  </a:lnTo>
                  <a:lnTo>
                    <a:pt x="18096" y="242828"/>
                  </a:lnTo>
                  <a:lnTo>
                    <a:pt x="20584" y="247542"/>
                  </a:lnTo>
                  <a:lnTo>
                    <a:pt x="23220" y="252173"/>
                  </a:lnTo>
                  <a:lnTo>
                    <a:pt x="26003" y="256718"/>
                  </a:lnTo>
                  <a:lnTo>
                    <a:pt x="28930" y="261173"/>
                  </a:lnTo>
                  <a:lnTo>
                    <a:pt x="31996" y="265531"/>
                  </a:lnTo>
                  <a:lnTo>
                    <a:pt x="35201" y="269790"/>
                  </a:lnTo>
                  <a:lnTo>
                    <a:pt x="38539" y="273944"/>
                  </a:lnTo>
                  <a:lnTo>
                    <a:pt x="42008" y="277990"/>
                  </a:lnTo>
                  <a:lnTo>
                    <a:pt x="45604" y="281923"/>
                  </a:lnTo>
                  <a:lnTo>
                    <a:pt x="49324" y="285740"/>
                  </a:lnTo>
                  <a:lnTo>
                    <a:pt x="53164" y="289436"/>
                  </a:lnTo>
                  <a:lnTo>
                    <a:pt x="57120" y="293008"/>
                  </a:lnTo>
                  <a:lnTo>
                    <a:pt x="61187" y="296451"/>
                  </a:lnTo>
                  <a:lnTo>
                    <a:pt x="65362" y="299764"/>
                  </a:lnTo>
                  <a:lnTo>
                    <a:pt x="69641" y="302942"/>
                  </a:lnTo>
                  <a:lnTo>
                    <a:pt x="74018" y="305981"/>
                  </a:lnTo>
                  <a:lnTo>
                    <a:pt x="78491" y="308880"/>
                  </a:lnTo>
                  <a:lnTo>
                    <a:pt x="83053" y="311634"/>
                  </a:lnTo>
                  <a:lnTo>
                    <a:pt x="87701" y="314242"/>
                  </a:lnTo>
                  <a:lnTo>
                    <a:pt x="92430" y="316700"/>
                  </a:lnTo>
                  <a:lnTo>
                    <a:pt x="97234" y="319006"/>
                  </a:lnTo>
                  <a:lnTo>
                    <a:pt x="102110" y="321158"/>
                  </a:lnTo>
                  <a:lnTo>
                    <a:pt x="107052" y="323154"/>
                  </a:lnTo>
                  <a:lnTo>
                    <a:pt x="112055" y="32499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68438" y="5566459"/>
              <a:ext cx="55105" cy="157823"/>
            </a:xfrm>
            <a:custGeom>
              <a:avLst/>
              <a:pathLst>
                <a:path w="55105" h="157823">
                  <a:moveTo>
                    <a:pt x="0" y="157823"/>
                  </a:moveTo>
                  <a:lnTo>
                    <a:pt x="551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68438" y="5566459"/>
              <a:ext cx="55105" cy="157823"/>
            </a:xfrm>
            <a:custGeom>
              <a:avLst/>
              <a:pathLst>
                <a:path w="55105" h="157823">
                  <a:moveTo>
                    <a:pt x="0" y="157823"/>
                  </a:moveTo>
                  <a:lnTo>
                    <a:pt x="551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68438" y="5566459"/>
              <a:ext cx="55105" cy="157823"/>
            </a:xfrm>
            <a:custGeom>
              <a:avLst/>
              <a:pathLst>
                <a:path w="55105" h="157823">
                  <a:moveTo>
                    <a:pt x="0" y="157823"/>
                  </a:moveTo>
                  <a:lnTo>
                    <a:pt x="551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68438" y="5566459"/>
              <a:ext cx="55105" cy="157823"/>
            </a:xfrm>
            <a:custGeom>
              <a:avLst/>
              <a:pathLst>
                <a:path w="55105" h="157823">
                  <a:moveTo>
                    <a:pt x="0" y="157823"/>
                  </a:moveTo>
                  <a:lnTo>
                    <a:pt x="5510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68438" y="5566459"/>
              <a:ext cx="55105" cy="157823"/>
            </a:xfrm>
            <a:custGeom>
              <a:avLst/>
              <a:pathLst>
                <a:path w="55105" h="157823">
                  <a:moveTo>
                    <a:pt x="0" y="157823"/>
                  </a:moveTo>
                  <a:lnTo>
                    <a:pt x="5510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8438" y="5566459"/>
              <a:ext cx="148655" cy="167166"/>
            </a:xfrm>
            <a:custGeom>
              <a:avLst/>
              <a:pathLst>
                <a:path w="148655" h="167166">
                  <a:moveTo>
                    <a:pt x="0" y="157823"/>
                  </a:moveTo>
                  <a:lnTo>
                    <a:pt x="5270" y="159566"/>
                  </a:lnTo>
                  <a:lnTo>
                    <a:pt x="10596" y="161132"/>
                  </a:lnTo>
                  <a:lnTo>
                    <a:pt x="15970" y="162521"/>
                  </a:lnTo>
                  <a:lnTo>
                    <a:pt x="21388" y="163731"/>
                  </a:lnTo>
                  <a:lnTo>
                    <a:pt x="26843" y="164760"/>
                  </a:lnTo>
                  <a:lnTo>
                    <a:pt x="32329" y="165608"/>
                  </a:lnTo>
                  <a:lnTo>
                    <a:pt x="37840" y="166273"/>
                  </a:lnTo>
                  <a:lnTo>
                    <a:pt x="43370" y="166755"/>
                  </a:lnTo>
                  <a:lnTo>
                    <a:pt x="48914" y="167052"/>
                  </a:lnTo>
                  <a:lnTo>
                    <a:pt x="54464" y="167166"/>
                  </a:lnTo>
                  <a:lnTo>
                    <a:pt x="60014" y="167095"/>
                  </a:lnTo>
                  <a:lnTo>
                    <a:pt x="65560" y="166840"/>
                  </a:lnTo>
                  <a:lnTo>
                    <a:pt x="71093" y="166401"/>
                  </a:lnTo>
                  <a:lnTo>
                    <a:pt x="76610" y="165778"/>
                  </a:lnTo>
                  <a:lnTo>
                    <a:pt x="82102" y="164973"/>
                  </a:lnTo>
                  <a:lnTo>
                    <a:pt x="87565" y="163985"/>
                  </a:lnTo>
                  <a:lnTo>
                    <a:pt x="92992" y="162817"/>
                  </a:lnTo>
                  <a:lnTo>
                    <a:pt x="98377" y="161469"/>
                  </a:lnTo>
                  <a:lnTo>
                    <a:pt x="103714" y="159944"/>
                  </a:lnTo>
                  <a:lnTo>
                    <a:pt x="108998" y="158242"/>
                  </a:lnTo>
                  <a:lnTo>
                    <a:pt x="114222" y="156365"/>
                  </a:lnTo>
                  <a:lnTo>
                    <a:pt x="119381" y="154316"/>
                  </a:lnTo>
                  <a:lnTo>
                    <a:pt x="124470" y="152097"/>
                  </a:lnTo>
                  <a:lnTo>
                    <a:pt x="129481" y="149710"/>
                  </a:lnTo>
                  <a:lnTo>
                    <a:pt x="134411" y="147158"/>
                  </a:lnTo>
                  <a:lnTo>
                    <a:pt x="139254" y="144443"/>
                  </a:lnTo>
                  <a:lnTo>
                    <a:pt x="144003" y="141570"/>
                  </a:lnTo>
                  <a:lnTo>
                    <a:pt x="148655" y="138540"/>
                  </a:lnTo>
                  <a:lnTo>
                    <a:pt x="5510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58" cy="305708"/>
            </a:xfrm>
            <a:custGeom>
              <a:avLst/>
              <a:pathLst>
                <a:path w="167158" h="305708">
                  <a:moveTo>
                    <a:pt x="93549" y="305708"/>
                  </a:moveTo>
                  <a:lnTo>
                    <a:pt x="97912" y="302659"/>
                  </a:lnTo>
                  <a:lnTo>
                    <a:pt x="102177" y="299472"/>
                  </a:lnTo>
                  <a:lnTo>
                    <a:pt x="106338" y="296152"/>
                  </a:lnTo>
                  <a:lnTo>
                    <a:pt x="110391" y="292701"/>
                  </a:lnTo>
                  <a:lnTo>
                    <a:pt x="114332" y="289122"/>
                  </a:lnTo>
                  <a:lnTo>
                    <a:pt x="118157" y="285420"/>
                  </a:lnTo>
                  <a:lnTo>
                    <a:pt x="121862" y="281598"/>
                  </a:lnTo>
                  <a:lnTo>
                    <a:pt x="125444" y="277659"/>
                  </a:lnTo>
                  <a:lnTo>
                    <a:pt x="128899" y="273609"/>
                  </a:lnTo>
                  <a:lnTo>
                    <a:pt x="132222" y="269451"/>
                  </a:lnTo>
                  <a:lnTo>
                    <a:pt x="135412" y="265189"/>
                  </a:lnTo>
                  <a:lnTo>
                    <a:pt x="138465" y="260828"/>
                  </a:lnTo>
                  <a:lnTo>
                    <a:pt x="141377" y="256371"/>
                  </a:lnTo>
                  <a:lnTo>
                    <a:pt x="144145" y="251825"/>
                  </a:lnTo>
                  <a:lnTo>
                    <a:pt x="146768" y="247192"/>
                  </a:lnTo>
                  <a:lnTo>
                    <a:pt x="149241" y="242478"/>
                  </a:lnTo>
                  <a:lnTo>
                    <a:pt x="151564" y="237688"/>
                  </a:lnTo>
                  <a:lnTo>
                    <a:pt x="153732" y="232827"/>
                  </a:lnTo>
                  <a:lnTo>
                    <a:pt x="155745" y="227898"/>
                  </a:lnTo>
                  <a:lnTo>
                    <a:pt x="157600" y="222909"/>
                  </a:lnTo>
                  <a:lnTo>
                    <a:pt x="159295" y="217862"/>
                  </a:lnTo>
                  <a:lnTo>
                    <a:pt x="160828" y="212765"/>
                  </a:lnTo>
                  <a:lnTo>
                    <a:pt x="162198" y="207621"/>
                  </a:lnTo>
                  <a:lnTo>
                    <a:pt x="163404" y="202436"/>
                  </a:lnTo>
                  <a:lnTo>
                    <a:pt x="164444" y="197215"/>
                  </a:lnTo>
                  <a:lnTo>
                    <a:pt x="165318" y="191963"/>
                  </a:lnTo>
                  <a:lnTo>
                    <a:pt x="166023" y="186687"/>
                  </a:lnTo>
                  <a:lnTo>
                    <a:pt x="166561" y="181391"/>
                  </a:lnTo>
                  <a:lnTo>
                    <a:pt x="166929" y="176080"/>
                  </a:lnTo>
                  <a:lnTo>
                    <a:pt x="167128" y="170761"/>
                  </a:lnTo>
                  <a:lnTo>
                    <a:pt x="167158" y="165437"/>
                  </a:lnTo>
                  <a:lnTo>
                    <a:pt x="167018" y="160116"/>
                  </a:lnTo>
                  <a:lnTo>
                    <a:pt x="166709" y="154801"/>
                  </a:lnTo>
                  <a:lnTo>
                    <a:pt x="166231" y="149500"/>
                  </a:lnTo>
                  <a:lnTo>
                    <a:pt x="165584" y="144216"/>
                  </a:lnTo>
                  <a:lnTo>
                    <a:pt x="164769" y="138955"/>
                  </a:lnTo>
                  <a:lnTo>
                    <a:pt x="163787" y="133723"/>
                  </a:lnTo>
                  <a:lnTo>
                    <a:pt x="162639" y="128525"/>
                  </a:lnTo>
                  <a:lnTo>
                    <a:pt x="161327" y="123366"/>
                  </a:lnTo>
                  <a:lnTo>
                    <a:pt x="159850" y="118251"/>
                  </a:lnTo>
                  <a:lnTo>
                    <a:pt x="158212" y="113186"/>
                  </a:lnTo>
                  <a:lnTo>
                    <a:pt x="156413" y="108176"/>
                  </a:lnTo>
                  <a:lnTo>
                    <a:pt x="154455" y="103226"/>
                  </a:lnTo>
                  <a:lnTo>
                    <a:pt x="152341" y="98340"/>
                  </a:lnTo>
                  <a:lnTo>
                    <a:pt x="150072" y="93525"/>
                  </a:lnTo>
                  <a:lnTo>
                    <a:pt x="147651" y="88784"/>
                  </a:lnTo>
                  <a:lnTo>
                    <a:pt x="145080" y="84122"/>
                  </a:lnTo>
                  <a:lnTo>
                    <a:pt x="142363" y="79545"/>
                  </a:lnTo>
                  <a:lnTo>
                    <a:pt x="139501" y="75056"/>
                  </a:lnTo>
                  <a:lnTo>
                    <a:pt x="136497" y="70661"/>
                  </a:lnTo>
                  <a:lnTo>
                    <a:pt x="133355" y="66364"/>
                  </a:lnTo>
                  <a:lnTo>
                    <a:pt x="130078" y="62169"/>
                  </a:lnTo>
                  <a:lnTo>
                    <a:pt x="126669" y="58080"/>
                  </a:lnTo>
                  <a:lnTo>
                    <a:pt x="123131" y="54102"/>
                  </a:lnTo>
                  <a:lnTo>
                    <a:pt x="119469" y="50239"/>
                  </a:lnTo>
                  <a:lnTo>
                    <a:pt x="115685" y="46495"/>
                  </a:lnTo>
                  <a:lnTo>
                    <a:pt x="111784" y="42872"/>
                  </a:lnTo>
                  <a:lnTo>
                    <a:pt x="107770" y="39376"/>
                  </a:lnTo>
                  <a:lnTo>
                    <a:pt x="103646" y="36009"/>
                  </a:lnTo>
                  <a:lnTo>
                    <a:pt x="99417" y="32776"/>
                  </a:lnTo>
                  <a:lnTo>
                    <a:pt x="95088" y="29678"/>
                  </a:lnTo>
                  <a:lnTo>
                    <a:pt x="90662" y="26720"/>
                  </a:lnTo>
                  <a:lnTo>
                    <a:pt x="86144" y="23905"/>
                  </a:lnTo>
                  <a:lnTo>
                    <a:pt x="81539" y="21235"/>
                  </a:lnTo>
                  <a:lnTo>
                    <a:pt x="76851" y="18712"/>
                  </a:lnTo>
                  <a:lnTo>
                    <a:pt x="72085" y="16341"/>
                  </a:lnTo>
                  <a:lnTo>
                    <a:pt x="67246" y="14122"/>
                  </a:lnTo>
                  <a:lnTo>
                    <a:pt x="62339" y="12058"/>
                  </a:lnTo>
                  <a:lnTo>
                    <a:pt x="57369" y="10152"/>
                  </a:lnTo>
                  <a:lnTo>
                    <a:pt x="52340" y="8405"/>
                  </a:lnTo>
                  <a:lnTo>
                    <a:pt x="47259" y="6819"/>
                  </a:lnTo>
                  <a:lnTo>
                    <a:pt x="42129" y="5395"/>
                  </a:lnTo>
                  <a:lnTo>
                    <a:pt x="36957" y="4136"/>
                  </a:lnTo>
                  <a:lnTo>
                    <a:pt x="31747" y="3042"/>
                  </a:lnTo>
                  <a:lnTo>
                    <a:pt x="26505" y="2114"/>
                  </a:lnTo>
                  <a:lnTo>
                    <a:pt x="21236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3178" y="5269756"/>
              <a:ext cx="142079" cy="167167"/>
            </a:xfrm>
            <a:custGeom>
              <a:avLst/>
              <a:pathLst>
                <a:path w="142079" h="167167">
                  <a:moveTo>
                    <a:pt x="142079" y="0"/>
                  </a:moveTo>
                  <a:lnTo>
                    <a:pt x="136602" y="89"/>
                  </a:lnTo>
                  <a:lnTo>
                    <a:pt x="131131" y="358"/>
                  </a:lnTo>
                  <a:lnTo>
                    <a:pt x="125672" y="807"/>
                  </a:lnTo>
                  <a:lnTo>
                    <a:pt x="120230" y="1434"/>
                  </a:lnTo>
                  <a:lnTo>
                    <a:pt x="114812" y="2238"/>
                  </a:lnTo>
                  <a:lnTo>
                    <a:pt x="109423" y="3220"/>
                  </a:lnTo>
                  <a:lnTo>
                    <a:pt x="104069" y="4378"/>
                  </a:lnTo>
                  <a:lnTo>
                    <a:pt x="98756" y="5711"/>
                  </a:lnTo>
                  <a:lnTo>
                    <a:pt x="93490" y="7217"/>
                  </a:lnTo>
                  <a:lnTo>
                    <a:pt x="88275" y="8895"/>
                  </a:lnTo>
                  <a:lnTo>
                    <a:pt x="83119" y="10743"/>
                  </a:lnTo>
                  <a:lnTo>
                    <a:pt x="78025" y="12758"/>
                  </a:lnTo>
                  <a:lnTo>
                    <a:pt x="73001" y="14940"/>
                  </a:lnTo>
                  <a:lnTo>
                    <a:pt x="68050" y="17285"/>
                  </a:lnTo>
                  <a:lnTo>
                    <a:pt x="63179" y="19791"/>
                  </a:lnTo>
                  <a:lnTo>
                    <a:pt x="58393" y="22455"/>
                  </a:lnTo>
                  <a:lnTo>
                    <a:pt x="53697" y="25274"/>
                  </a:lnTo>
                  <a:lnTo>
                    <a:pt x="49095" y="28246"/>
                  </a:lnTo>
                  <a:lnTo>
                    <a:pt x="44594" y="31367"/>
                  </a:lnTo>
                  <a:lnTo>
                    <a:pt x="40197" y="34634"/>
                  </a:lnTo>
                  <a:lnTo>
                    <a:pt x="35909" y="38043"/>
                  </a:lnTo>
                  <a:lnTo>
                    <a:pt x="31736" y="41591"/>
                  </a:lnTo>
                  <a:lnTo>
                    <a:pt x="27681" y="45274"/>
                  </a:lnTo>
                  <a:lnTo>
                    <a:pt x="23749" y="49087"/>
                  </a:lnTo>
                  <a:lnTo>
                    <a:pt x="19944" y="53028"/>
                  </a:lnTo>
                  <a:lnTo>
                    <a:pt x="16270" y="57090"/>
                  </a:lnTo>
                  <a:lnTo>
                    <a:pt x="12731" y="61271"/>
                  </a:lnTo>
                  <a:lnTo>
                    <a:pt x="9331" y="65566"/>
                  </a:lnTo>
                  <a:lnTo>
                    <a:pt x="6073" y="69970"/>
                  </a:lnTo>
                  <a:lnTo>
                    <a:pt x="2962" y="74478"/>
                  </a:lnTo>
                  <a:lnTo>
                    <a:pt x="0" y="79086"/>
                  </a:lnTo>
                  <a:lnTo>
                    <a:pt x="1420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3178" y="5348842"/>
              <a:ext cx="142079" cy="88080"/>
            </a:xfrm>
            <a:custGeom>
              <a:avLst/>
              <a:pathLst>
                <a:path w="142079" h="88080">
                  <a:moveTo>
                    <a:pt x="0" y="0"/>
                  </a:moveTo>
                  <a:lnTo>
                    <a:pt x="142079" y="88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1797" y="5348842"/>
              <a:ext cx="163461" cy="88080"/>
            </a:xfrm>
            <a:custGeom>
              <a:avLst/>
              <a:pathLst>
                <a:path w="163461" h="88080">
                  <a:moveTo>
                    <a:pt x="21381" y="0"/>
                  </a:moveTo>
                  <a:lnTo>
                    <a:pt x="18119" y="5493"/>
                  </a:lnTo>
                  <a:lnTo>
                    <a:pt x="15069" y="11107"/>
                  </a:lnTo>
                  <a:lnTo>
                    <a:pt x="12236" y="16834"/>
                  </a:lnTo>
                  <a:lnTo>
                    <a:pt x="9624" y="22664"/>
                  </a:lnTo>
                  <a:lnTo>
                    <a:pt x="7237" y="28590"/>
                  </a:lnTo>
                  <a:lnTo>
                    <a:pt x="5078" y="34603"/>
                  </a:lnTo>
                  <a:lnTo>
                    <a:pt x="3150" y="40694"/>
                  </a:lnTo>
                  <a:lnTo>
                    <a:pt x="1456" y="46855"/>
                  </a:lnTo>
                  <a:lnTo>
                    <a:pt x="0" y="53075"/>
                  </a:lnTo>
                  <a:lnTo>
                    <a:pt x="163461" y="88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101" y="5269756"/>
              <a:ext cx="334306" cy="334334"/>
            </a:xfrm>
            <a:custGeom>
              <a:avLst/>
              <a:pathLst>
                <a:path w="334306" h="334334">
                  <a:moveTo>
                    <a:pt x="3695" y="132162"/>
                  </a:moveTo>
                  <a:lnTo>
                    <a:pt x="2666" y="137371"/>
                  </a:lnTo>
                  <a:lnTo>
                    <a:pt x="1802" y="142610"/>
                  </a:lnTo>
                  <a:lnTo>
                    <a:pt x="1106" y="147873"/>
                  </a:lnTo>
                  <a:lnTo>
                    <a:pt x="577" y="153157"/>
                  </a:lnTo>
                  <a:lnTo>
                    <a:pt x="216" y="158454"/>
                  </a:lnTo>
                  <a:lnTo>
                    <a:pt x="23" y="163760"/>
                  </a:lnTo>
                  <a:lnTo>
                    <a:pt x="0" y="169070"/>
                  </a:lnTo>
                  <a:lnTo>
                    <a:pt x="144" y="174377"/>
                  </a:lnTo>
                  <a:lnTo>
                    <a:pt x="457" y="179678"/>
                  </a:lnTo>
                  <a:lnTo>
                    <a:pt x="939" y="184965"/>
                  </a:lnTo>
                  <a:lnTo>
                    <a:pt x="1588" y="190235"/>
                  </a:lnTo>
                  <a:lnTo>
                    <a:pt x="2404" y="195482"/>
                  </a:lnTo>
                  <a:lnTo>
                    <a:pt x="3386" y="200700"/>
                  </a:lnTo>
                  <a:lnTo>
                    <a:pt x="4534" y="205884"/>
                  </a:lnTo>
                  <a:lnTo>
                    <a:pt x="5846" y="211029"/>
                  </a:lnTo>
                  <a:lnTo>
                    <a:pt x="7320" y="216130"/>
                  </a:lnTo>
                  <a:lnTo>
                    <a:pt x="8956" y="221181"/>
                  </a:lnTo>
                  <a:lnTo>
                    <a:pt x="10751" y="226178"/>
                  </a:lnTo>
                  <a:lnTo>
                    <a:pt x="12704" y="231115"/>
                  </a:lnTo>
                  <a:lnTo>
                    <a:pt x="14812" y="235988"/>
                  </a:lnTo>
                  <a:lnTo>
                    <a:pt x="17075" y="240792"/>
                  </a:lnTo>
                  <a:lnTo>
                    <a:pt x="19489" y="245521"/>
                  </a:lnTo>
                  <a:lnTo>
                    <a:pt x="22052" y="250171"/>
                  </a:lnTo>
                  <a:lnTo>
                    <a:pt x="24761" y="254737"/>
                  </a:lnTo>
                  <a:lnTo>
                    <a:pt x="27614" y="259215"/>
                  </a:lnTo>
                  <a:lnTo>
                    <a:pt x="30608" y="263601"/>
                  </a:lnTo>
                  <a:lnTo>
                    <a:pt x="33739" y="267889"/>
                  </a:lnTo>
                  <a:lnTo>
                    <a:pt x="37005" y="272075"/>
                  </a:lnTo>
                  <a:lnTo>
                    <a:pt x="40402" y="276155"/>
                  </a:lnTo>
                  <a:lnTo>
                    <a:pt x="43928" y="280126"/>
                  </a:lnTo>
                  <a:lnTo>
                    <a:pt x="47577" y="283982"/>
                  </a:lnTo>
                  <a:lnTo>
                    <a:pt x="51347" y="287721"/>
                  </a:lnTo>
                  <a:lnTo>
                    <a:pt x="55234" y="291338"/>
                  </a:lnTo>
                  <a:lnTo>
                    <a:pt x="59234" y="294830"/>
                  </a:lnTo>
                  <a:lnTo>
                    <a:pt x="63343" y="298193"/>
                  </a:lnTo>
                  <a:lnTo>
                    <a:pt x="67557" y="301424"/>
                  </a:lnTo>
                  <a:lnTo>
                    <a:pt x="71871" y="304519"/>
                  </a:lnTo>
                  <a:lnTo>
                    <a:pt x="76281" y="307476"/>
                  </a:lnTo>
                  <a:lnTo>
                    <a:pt x="80782" y="310291"/>
                  </a:lnTo>
                  <a:lnTo>
                    <a:pt x="85371" y="312962"/>
                  </a:lnTo>
                  <a:lnTo>
                    <a:pt x="90043" y="315486"/>
                  </a:lnTo>
                  <a:lnTo>
                    <a:pt x="94792" y="317860"/>
                  </a:lnTo>
                  <a:lnTo>
                    <a:pt x="99614" y="320082"/>
                  </a:lnTo>
                  <a:lnTo>
                    <a:pt x="104505" y="322150"/>
                  </a:lnTo>
                  <a:lnTo>
                    <a:pt x="109458" y="324062"/>
                  </a:lnTo>
                  <a:lnTo>
                    <a:pt x="114470" y="325815"/>
                  </a:lnTo>
                  <a:lnTo>
                    <a:pt x="119535" y="327408"/>
                  </a:lnTo>
                  <a:lnTo>
                    <a:pt x="124648" y="328839"/>
                  </a:lnTo>
                  <a:lnTo>
                    <a:pt x="129804" y="330108"/>
                  </a:lnTo>
                  <a:lnTo>
                    <a:pt x="134997" y="331212"/>
                  </a:lnTo>
                  <a:lnTo>
                    <a:pt x="140223" y="332151"/>
                  </a:lnTo>
                  <a:lnTo>
                    <a:pt x="145477" y="332923"/>
                  </a:lnTo>
                  <a:lnTo>
                    <a:pt x="150752" y="333528"/>
                  </a:lnTo>
                  <a:lnTo>
                    <a:pt x="156043" y="333965"/>
                  </a:lnTo>
                  <a:lnTo>
                    <a:pt x="161346" y="334233"/>
                  </a:lnTo>
                  <a:lnTo>
                    <a:pt x="166655" y="334334"/>
                  </a:lnTo>
                  <a:lnTo>
                    <a:pt x="171964" y="334265"/>
                  </a:lnTo>
                  <a:lnTo>
                    <a:pt x="177268" y="334028"/>
                  </a:lnTo>
                  <a:lnTo>
                    <a:pt x="182562" y="333623"/>
                  </a:lnTo>
                  <a:lnTo>
                    <a:pt x="187841" y="333050"/>
                  </a:lnTo>
                  <a:lnTo>
                    <a:pt x="193099" y="332309"/>
                  </a:lnTo>
                  <a:lnTo>
                    <a:pt x="198330" y="331402"/>
                  </a:lnTo>
                  <a:lnTo>
                    <a:pt x="203530" y="330329"/>
                  </a:lnTo>
                  <a:lnTo>
                    <a:pt x="208694" y="329092"/>
                  </a:lnTo>
                  <a:lnTo>
                    <a:pt x="213815" y="327691"/>
                  </a:lnTo>
                  <a:lnTo>
                    <a:pt x="218889" y="326128"/>
                  </a:lnTo>
                  <a:lnTo>
                    <a:pt x="223912" y="324405"/>
                  </a:lnTo>
                  <a:lnTo>
                    <a:pt x="228877" y="322523"/>
                  </a:lnTo>
                  <a:lnTo>
                    <a:pt x="233779" y="320485"/>
                  </a:lnTo>
                  <a:lnTo>
                    <a:pt x="238615" y="318291"/>
                  </a:lnTo>
                  <a:lnTo>
                    <a:pt x="243378" y="315946"/>
                  </a:lnTo>
                  <a:lnTo>
                    <a:pt x="248065" y="313450"/>
                  </a:lnTo>
                  <a:lnTo>
                    <a:pt x="252670" y="310807"/>
                  </a:lnTo>
                  <a:lnTo>
                    <a:pt x="257188" y="308019"/>
                  </a:lnTo>
                  <a:lnTo>
                    <a:pt x="261616" y="305088"/>
                  </a:lnTo>
                  <a:lnTo>
                    <a:pt x="265949" y="302019"/>
                  </a:lnTo>
                  <a:lnTo>
                    <a:pt x="270181" y="298813"/>
                  </a:lnTo>
                  <a:lnTo>
                    <a:pt x="274310" y="295475"/>
                  </a:lnTo>
                  <a:lnTo>
                    <a:pt x="278331" y="292007"/>
                  </a:lnTo>
                  <a:lnTo>
                    <a:pt x="282240" y="288414"/>
                  </a:lnTo>
                  <a:lnTo>
                    <a:pt x="286032" y="284698"/>
                  </a:lnTo>
                  <a:lnTo>
                    <a:pt x="289705" y="280863"/>
                  </a:lnTo>
                  <a:lnTo>
                    <a:pt x="293254" y="276914"/>
                  </a:lnTo>
                  <a:lnTo>
                    <a:pt x="296675" y="272854"/>
                  </a:lnTo>
                  <a:lnTo>
                    <a:pt x="299967" y="268687"/>
                  </a:lnTo>
                  <a:lnTo>
                    <a:pt x="303124" y="264418"/>
                  </a:lnTo>
                  <a:lnTo>
                    <a:pt x="306144" y="260051"/>
                  </a:lnTo>
                  <a:lnTo>
                    <a:pt x="309023" y="255590"/>
                  </a:lnTo>
                  <a:lnTo>
                    <a:pt x="311760" y="251040"/>
                  </a:lnTo>
                  <a:lnTo>
                    <a:pt x="314351" y="246405"/>
                  </a:lnTo>
                  <a:lnTo>
                    <a:pt x="316793" y="241691"/>
                  </a:lnTo>
                  <a:lnTo>
                    <a:pt x="319084" y="236901"/>
                  </a:lnTo>
                  <a:lnTo>
                    <a:pt x="321222" y="232041"/>
                  </a:lnTo>
                  <a:lnTo>
                    <a:pt x="323205" y="227115"/>
                  </a:lnTo>
                  <a:lnTo>
                    <a:pt x="325030" y="222129"/>
                  </a:lnTo>
                  <a:lnTo>
                    <a:pt x="326696" y="217088"/>
                  </a:lnTo>
                  <a:lnTo>
                    <a:pt x="328201" y="211996"/>
                  </a:lnTo>
                  <a:lnTo>
                    <a:pt x="329543" y="206859"/>
                  </a:lnTo>
                  <a:lnTo>
                    <a:pt x="330722" y="201682"/>
                  </a:lnTo>
                  <a:lnTo>
                    <a:pt x="331735" y="196470"/>
                  </a:lnTo>
                  <a:lnTo>
                    <a:pt x="332583" y="191228"/>
                  </a:lnTo>
                  <a:lnTo>
                    <a:pt x="333264" y="185962"/>
                  </a:lnTo>
                  <a:lnTo>
                    <a:pt x="333777" y="180677"/>
                  </a:lnTo>
                  <a:lnTo>
                    <a:pt x="334122" y="175379"/>
                  </a:lnTo>
                  <a:lnTo>
                    <a:pt x="334298" y="170072"/>
                  </a:lnTo>
                  <a:lnTo>
                    <a:pt x="334306" y="164763"/>
                  </a:lnTo>
                  <a:lnTo>
                    <a:pt x="334146" y="159456"/>
                  </a:lnTo>
                  <a:lnTo>
                    <a:pt x="333816" y="154156"/>
                  </a:lnTo>
                  <a:lnTo>
                    <a:pt x="333319" y="148870"/>
                  </a:lnTo>
                  <a:lnTo>
                    <a:pt x="332654" y="143602"/>
                  </a:lnTo>
                  <a:lnTo>
                    <a:pt x="331822" y="138358"/>
                  </a:lnTo>
                  <a:lnTo>
                    <a:pt x="330824" y="133143"/>
                  </a:lnTo>
                  <a:lnTo>
                    <a:pt x="329661" y="127962"/>
                  </a:lnTo>
                  <a:lnTo>
                    <a:pt x="328334" y="122821"/>
                  </a:lnTo>
                  <a:lnTo>
                    <a:pt x="326845" y="117725"/>
                  </a:lnTo>
                  <a:lnTo>
                    <a:pt x="325194" y="112679"/>
                  </a:lnTo>
                  <a:lnTo>
                    <a:pt x="323384" y="107687"/>
                  </a:lnTo>
                  <a:lnTo>
                    <a:pt x="321416" y="102756"/>
                  </a:lnTo>
                  <a:lnTo>
                    <a:pt x="319293" y="97889"/>
                  </a:lnTo>
                  <a:lnTo>
                    <a:pt x="317016" y="93092"/>
                  </a:lnTo>
                  <a:lnTo>
                    <a:pt x="314588" y="88370"/>
                  </a:lnTo>
                  <a:lnTo>
                    <a:pt x="312011" y="83728"/>
                  </a:lnTo>
                  <a:lnTo>
                    <a:pt x="309288" y="79170"/>
                  </a:lnTo>
                  <a:lnTo>
                    <a:pt x="306422" y="74700"/>
                  </a:lnTo>
                  <a:lnTo>
                    <a:pt x="303415" y="70324"/>
                  </a:lnTo>
                  <a:lnTo>
                    <a:pt x="300270" y="66046"/>
                  </a:lnTo>
                  <a:lnTo>
                    <a:pt x="296992" y="61869"/>
                  </a:lnTo>
                  <a:lnTo>
                    <a:pt x="293582" y="57799"/>
                  </a:lnTo>
                  <a:lnTo>
                    <a:pt x="290045" y="53839"/>
                  </a:lnTo>
                  <a:lnTo>
                    <a:pt x="286384" y="49993"/>
                  </a:lnTo>
                  <a:lnTo>
                    <a:pt x="282603" y="46266"/>
                  </a:lnTo>
                  <a:lnTo>
                    <a:pt x="278705" y="42661"/>
                  </a:lnTo>
                  <a:lnTo>
                    <a:pt x="274695" y="39181"/>
                  </a:lnTo>
                  <a:lnTo>
                    <a:pt x="270576" y="35830"/>
                  </a:lnTo>
                  <a:lnTo>
                    <a:pt x="266353" y="32612"/>
                  </a:lnTo>
                  <a:lnTo>
                    <a:pt x="262029" y="29530"/>
                  </a:lnTo>
                  <a:lnTo>
                    <a:pt x="257610" y="26586"/>
                  </a:lnTo>
                  <a:lnTo>
                    <a:pt x="253100" y="23784"/>
                  </a:lnTo>
                  <a:lnTo>
                    <a:pt x="248503" y="21127"/>
                  </a:lnTo>
                  <a:lnTo>
                    <a:pt x="243824" y="18617"/>
                  </a:lnTo>
                  <a:lnTo>
                    <a:pt x="239068" y="16258"/>
                  </a:lnTo>
                  <a:lnTo>
                    <a:pt x="234239" y="14050"/>
                  </a:lnTo>
                  <a:lnTo>
                    <a:pt x="229342" y="11997"/>
                  </a:lnTo>
                  <a:lnTo>
                    <a:pt x="224383" y="10100"/>
                  </a:lnTo>
                  <a:lnTo>
                    <a:pt x="219366" y="8362"/>
                  </a:lnTo>
                  <a:lnTo>
                    <a:pt x="214296" y="6784"/>
                  </a:lnTo>
                  <a:lnTo>
                    <a:pt x="209179" y="5368"/>
                  </a:lnTo>
                  <a:lnTo>
                    <a:pt x="204019" y="4115"/>
                  </a:lnTo>
                  <a:lnTo>
                    <a:pt x="198823" y="3026"/>
                  </a:lnTo>
                  <a:lnTo>
                    <a:pt x="193594" y="2103"/>
                  </a:lnTo>
                  <a:lnTo>
                    <a:pt x="188338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938" y="5018213"/>
              <a:ext cx="167100" cy="167167"/>
            </a:xfrm>
            <a:custGeom>
              <a:avLst/>
              <a:pathLst>
                <a:path w="167100" h="167167">
                  <a:moveTo>
                    <a:pt x="167100" y="0"/>
                  </a:moveTo>
                  <a:lnTo>
                    <a:pt x="161729" y="86"/>
                  </a:lnTo>
                  <a:lnTo>
                    <a:pt x="156363" y="345"/>
                  </a:lnTo>
                  <a:lnTo>
                    <a:pt x="151009" y="776"/>
                  </a:lnTo>
                  <a:lnTo>
                    <a:pt x="145670" y="1379"/>
                  </a:lnTo>
                  <a:lnTo>
                    <a:pt x="140354" y="2153"/>
                  </a:lnTo>
                  <a:lnTo>
                    <a:pt x="135066" y="3098"/>
                  </a:lnTo>
                  <a:lnTo>
                    <a:pt x="129811" y="4212"/>
                  </a:lnTo>
                  <a:lnTo>
                    <a:pt x="124594" y="5494"/>
                  </a:lnTo>
                  <a:lnTo>
                    <a:pt x="119421" y="6943"/>
                  </a:lnTo>
                  <a:lnTo>
                    <a:pt x="114298" y="8558"/>
                  </a:lnTo>
                  <a:lnTo>
                    <a:pt x="109229" y="10336"/>
                  </a:lnTo>
                  <a:lnTo>
                    <a:pt x="104219" y="12277"/>
                  </a:lnTo>
                  <a:lnTo>
                    <a:pt x="99275" y="14377"/>
                  </a:lnTo>
                  <a:lnTo>
                    <a:pt x="94401" y="16636"/>
                  </a:lnTo>
                  <a:lnTo>
                    <a:pt x="89601" y="19049"/>
                  </a:lnTo>
                  <a:lnTo>
                    <a:pt x="84882" y="21616"/>
                  </a:lnTo>
                  <a:lnTo>
                    <a:pt x="80248" y="24333"/>
                  </a:lnTo>
                  <a:lnTo>
                    <a:pt x="75703" y="27197"/>
                  </a:lnTo>
                  <a:lnTo>
                    <a:pt x="71253" y="30206"/>
                  </a:lnTo>
                  <a:lnTo>
                    <a:pt x="66902" y="33357"/>
                  </a:lnTo>
                  <a:lnTo>
                    <a:pt x="62654" y="36645"/>
                  </a:lnTo>
                  <a:lnTo>
                    <a:pt x="58514" y="40069"/>
                  </a:lnTo>
                  <a:lnTo>
                    <a:pt x="54486" y="43624"/>
                  </a:lnTo>
                  <a:lnTo>
                    <a:pt x="50575" y="47306"/>
                  </a:lnTo>
                  <a:lnTo>
                    <a:pt x="46783" y="51112"/>
                  </a:lnTo>
                  <a:lnTo>
                    <a:pt x="43117" y="55038"/>
                  </a:lnTo>
                  <a:lnTo>
                    <a:pt x="39578" y="59079"/>
                  </a:lnTo>
                  <a:lnTo>
                    <a:pt x="36171" y="63233"/>
                  </a:lnTo>
                  <a:lnTo>
                    <a:pt x="32899" y="67493"/>
                  </a:lnTo>
                  <a:lnTo>
                    <a:pt x="29765" y="71857"/>
                  </a:lnTo>
                  <a:lnTo>
                    <a:pt x="26774" y="76319"/>
                  </a:lnTo>
                  <a:lnTo>
                    <a:pt x="23927" y="80875"/>
                  </a:lnTo>
                  <a:lnTo>
                    <a:pt x="21228" y="85520"/>
                  </a:lnTo>
                  <a:lnTo>
                    <a:pt x="18680" y="90249"/>
                  </a:lnTo>
                  <a:lnTo>
                    <a:pt x="16285" y="95058"/>
                  </a:lnTo>
                  <a:lnTo>
                    <a:pt x="14046" y="99941"/>
                  </a:lnTo>
                  <a:lnTo>
                    <a:pt x="11965" y="104893"/>
                  </a:lnTo>
                  <a:lnTo>
                    <a:pt x="10044" y="109910"/>
                  </a:lnTo>
                  <a:lnTo>
                    <a:pt x="8286" y="114986"/>
                  </a:lnTo>
                  <a:lnTo>
                    <a:pt x="6691" y="120116"/>
                  </a:lnTo>
                  <a:lnTo>
                    <a:pt x="5262" y="125295"/>
                  </a:lnTo>
                  <a:lnTo>
                    <a:pt x="4000" y="130516"/>
                  </a:lnTo>
                  <a:lnTo>
                    <a:pt x="2907" y="135776"/>
                  </a:lnTo>
                  <a:lnTo>
                    <a:pt x="1983" y="141068"/>
                  </a:lnTo>
                  <a:lnTo>
                    <a:pt x="1230" y="146387"/>
                  </a:lnTo>
                  <a:lnTo>
                    <a:pt x="647" y="151727"/>
                  </a:lnTo>
                  <a:lnTo>
                    <a:pt x="237" y="157084"/>
                  </a:lnTo>
                  <a:lnTo>
                    <a:pt x="0" y="162450"/>
                  </a:lnTo>
                  <a:lnTo>
                    <a:pt x="1671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3938" y="5180664"/>
              <a:ext cx="167100" cy="4716"/>
            </a:xfrm>
            <a:custGeom>
              <a:avLst/>
              <a:pathLst>
                <a:path w="167100" h="4716">
                  <a:moveTo>
                    <a:pt x="0" y="0"/>
                  </a:moveTo>
                  <a:lnTo>
                    <a:pt x="167100" y="4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938" y="5180664"/>
              <a:ext cx="167100" cy="4716"/>
            </a:xfrm>
            <a:custGeom>
              <a:avLst/>
              <a:pathLst>
                <a:path w="167100" h="4716">
                  <a:moveTo>
                    <a:pt x="0" y="0"/>
                  </a:moveTo>
                  <a:lnTo>
                    <a:pt x="167100" y="47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3938" y="5180664"/>
              <a:ext cx="167100" cy="4716"/>
            </a:xfrm>
            <a:custGeom>
              <a:avLst/>
              <a:pathLst>
                <a:path w="167100" h="4716">
                  <a:moveTo>
                    <a:pt x="0" y="0"/>
                  </a:moveTo>
                  <a:lnTo>
                    <a:pt x="167100" y="47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74" y="5180664"/>
              <a:ext cx="167164" cy="96207"/>
            </a:xfrm>
            <a:custGeom>
              <a:avLst/>
              <a:pathLst>
                <a:path w="167164" h="96207">
                  <a:moveTo>
                    <a:pt x="63" y="0"/>
                  </a:moveTo>
                  <a:lnTo>
                    <a:pt x="0" y="5639"/>
                  </a:lnTo>
                  <a:lnTo>
                    <a:pt x="126" y="11278"/>
                  </a:lnTo>
                  <a:lnTo>
                    <a:pt x="442" y="16910"/>
                  </a:lnTo>
                  <a:lnTo>
                    <a:pt x="949" y="22527"/>
                  </a:lnTo>
                  <a:lnTo>
                    <a:pt x="1644" y="28125"/>
                  </a:lnTo>
                  <a:lnTo>
                    <a:pt x="2528" y="33695"/>
                  </a:lnTo>
                  <a:lnTo>
                    <a:pt x="3599" y="39233"/>
                  </a:lnTo>
                  <a:lnTo>
                    <a:pt x="4857" y="44731"/>
                  </a:lnTo>
                  <a:lnTo>
                    <a:pt x="6299" y="50184"/>
                  </a:lnTo>
                  <a:lnTo>
                    <a:pt x="7925" y="55585"/>
                  </a:lnTo>
                  <a:lnTo>
                    <a:pt x="9731" y="60928"/>
                  </a:lnTo>
                  <a:lnTo>
                    <a:pt x="11717" y="66207"/>
                  </a:lnTo>
                  <a:lnTo>
                    <a:pt x="13880" y="71416"/>
                  </a:lnTo>
                  <a:lnTo>
                    <a:pt x="16218" y="76549"/>
                  </a:lnTo>
                  <a:lnTo>
                    <a:pt x="18727" y="81601"/>
                  </a:lnTo>
                  <a:lnTo>
                    <a:pt x="21405" y="86565"/>
                  </a:lnTo>
                  <a:lnTo>
                    <a:pt x="24249" y="91435"/>
                  </a:lnTo>
                  <a:lnTo>
                    <a:pt x="27256" y="96207"/>
                  </a:lnTo>
                  <a:lnTo>
                    <a:pt x="167164" y="4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81130" y="5018213"/>
              <a:ext cx="307061" cy="334331"/>
            </a:xfrm>
            <a:custGeom>
              <a:avLst/>
              <a:pathLst>
                <a:path w="307061" h="334331">
                  <a:moveTo>
                    <a:pt x="0" y="258658"/>
                  </a:moveTo>
                  <a:lnTo>
                    <a:pt x="2979" y="263060"/>
                  </a:lnTo>
                  <a:lnTo>
                    <a:pt x="6096" y="267364"/>
                  </a:lnTo>
                  <a:lnTo>
                    <a:pt x="9349" y="271567"/>
                  </a:lnTo>
                  <a:lnTo>
                    <a:pt x="12734" y="275665"/>
                  </a:lnTo>
                  <a:lnTo>
                    <a:pt x="16247" y="279652"/>
                  </a:lnTo>
                  <a:lnTo>
                    <a:pt x="19885" y="283527"/>
                  </a:lnTo>
                  <a:lnTo>
                    <a:pt x="23645" y="287283"/>
                  </a:lnTo>
                  <a:lnTo>
                    <a:pt x="27522" y="290918"/>
                  </a:lnTo>
                  <a:lnTo>
                    <a:pt x="31513" y="294428"/>
                  </a:lnTo>
                  <a:lnTo>
                    <a:pt x="35613" y="297810"/>
                  </a:lnTo>
                  <a:lnTo>
                    <a:pt x="39819" y="301059"/>
                  </a:lnTo>
                  <a:lnTo>
                    <a:pt x="44126" y="304173"/>
                  </a:lnTo>
                  <a:lnTo>
                    <a:pt x="48529" y="307149"/>
                  </a:lnTo>
                  <a:lnTo>
                    <a:pt x="53025" y="309983"/>
                  </a:lnTo>
                  <a:lnTo>
                    <a:pt x="57609" y="312673"/>
                  </a:lnTo>
                  <a:lnTo>
                    <a:pt x="62276" y="315215"/>
                  </a:lnTo>
                  <a:lnTo>
                    <a:pt x="67022" y="317608"/>
                  </a:lnTo>
                  <a:lnTo>
                    <a:pt x="71841" y="319849"/>
                  </a:lnTo>
                  <a:lnTo>
                    <a:pt x="76729" y="321936"/>
                  </a:lnTo>
                  <a:lnTo>
                    <a:pt x="81681" y="323866"/>
                  </a:lnTo>
                  <a:lnTo>
                    <a:pt x="86691" y="325638"/>
                  </a:lnTo>
                  <a:lnTo>
                    <a:pt x="91756" y="327249"/>
                  </a:lnTo>
                  <a:lnTo>
                    <a:pt x="96869" y="328699"/>
                  </a:lnTo>
                  <a:lnTo>
                    <a:pt x="102026" y="329986"/>
                  </a:lnTo>
                  <a:lnTo>
                    <a:pt x="107221" y="331108"/>
                  </a:lnTo>
                  <a:lnTo>
                    <a:pt x="112449" y="332064"/>
                  </a:lnTo>
                  <a:lnTo>
                    <a:pt x="117705" y="332853"/>
                  </a:lnTo>
                  <a:lnTo>
                    <a:pt x="122983" y="333475"/>
                  </a:lnTo>
                  <a:lnTo>
                    <a:pt x="128278" y="333929"/>
                  </a:lnTo>
                  <a:lnTo>
                    <a:pt x="133585" y="334215"/>
                  </a:lnTo>
                  <a:lnTo>
                    <a:pt x="138899" y="334331"/>
                  </a:lnTo>
                  <a:lnTo>
                    <a:pt x="144213" y="334279"/>
                  </a:lnTo>
                  <a:lnTo>
                    <a:pt x="149523" y="334058"/>
                  </a:lnTo>
                  <a:lnTo>
                    <a:pt x="154824" y="333668"/>
                  </a:lnTo>
                  <a:lnTo>
                    <a:pt x="160109" y="333109"/>
                  </a:lnTo>
                  <a:lnTo>
                    <a:pt x="165374" y="332383"/>
                  </a:lnTo>
                  <a:lnTo>
                    <a:pt x="170613" y="331490"/>
                  </a:lnTo>
                  <a:lnTo>
                    <a:pt x="175821" y="330431"/>
                  </a:lnTo>
                  <a:lnTo>
                    <a:pt x="180993" y="329207"/>
                  </a:lnTo>
                  <a:lnTo>
                    <a:pt x="186123" y="327819"/>
                  </a:lnTo>
                  <a:lnTo>
                    <a:pt x="191207" y="326269"/>
                  </a:lnTo>
                  <a:lnTo>
                    <a:pt x="196239" y="324557"/>
                  </a:lnTo>
                  <a:lnTo>
                    <a:pt x="201213" y="322687"/>
                  </a:lnTo>
                  <a:lnTo>
                    <a:pt x="206126" y="320660"/>
                  </a:lnTo>
                  <a:lnTo>
                    <a:pt x="210972" y="318477"/>
                  </a:lnTo>
                  <a:lnTo>
                    <a:pt x="215746" y="316142"/>
                  </a:lnTo>
                  <a:lnTo>
                    <a:pt x="220444" y="313656"/>
                  </a:lnTo>
                  <a:lnTo>
                    <a:pt x="225060" y="311021"/>
                  </a:lnTo>
                  <a:lnTo>
                    <a:pt x="229590" y="308242"/>
                  </a:lnTo>
                  <a:lnTo>
                    <a:pt x="234029" y="305320"/>
                  </a:lnTo>
                  <a:lnTo>
                    <a:pt x="238373" y="302258"/>
                  </a:lnTo>
                  <a:lnTo>
                    <a:pt x="242618" y="299059"/>
                  </a:lnTo>
                  <a:lnTo>
                    <a:pt x="246758" y="295728"/>
                  </a:lnTo>
                  <a:lnTo>
                    <a:pt x="250791" y="292266"/>
                  </a:lnTo>
                  <a:lnTo>
                    <a:pt x="254712" y="288678"/>
                  </a:lnTo>
                  <a:lnTo>
                    <a:pt x="258517" y="284967"/>
                  </a:lnTo>
                  <a:lnTo>
                    <a:pt x="262201" y="281137"/>
                  </a:lnTo>
                  <a:lnTo>
                    <a:pt x="265763" y="277192"/>
                  </a:lnTo>
                  <a:lnTo>
                    <a:pt x="269197" y="273136"/>
                  </a:lnTo>
                  <a:lnTo>
                    <a:pt x="272500" y="268972"/>
                  </a:lnTo>
                  <a:lnTo>
                    <a:pt x="275669" y="264706"/>
                  </a:lnTo>
                  <a:lnTo>
                    <a:pt x="278701" y="260341"/>
                  </a:lnTo>
                  <a:lnTo>
                    <a:pt x="281593" y="255881"/>
                  </a:lnTo>
                  <a:lnTo>
                    <a:pt x="284341" y="251333"/>
                  </a:lnTo>
                  <a:lnTo>
                    <a:pt x="286944" y="246699"/>
                  </a:lnTo>
                  <a:lnTo>
                    <a:pt x="289398" y="241984"/>
                  </a:lnTo>
                  <a:lnTo>
                    <a:pt x="291701" y="237194"/>
                  </a:lnTo>
                  <a:lnTo>
                    <a:pt x="293850" y="232334"/>
                  </a:lnTo>
                  <a:lnTo>
                    <a:pt x="295844" y="227407"/>
                  </a:lnTo>
                  <a:lnTo>
                    <a:pt x="297680" y="222420"/>
                  </a:lnTo>
                  <a:lnTo>
                    <a:pt x="299357" y="217376"/>
                  </a:lnTo>
                  <a:lnTo>
                    <a:pt x="300872" y="212282"/>
                  </a:lnTo>
                  <a:lnTo>
                    <a:pt x="302225" y="207143"/>
                  </a:lnTo>
                  <a:lnTo>
                    <a:pt x="303414" y="201962"/>
                  </a:lnTo>
                  <a:lnTo>
                    <a:pt x="304437" y="196747"/>
                  </a:lnTo>
                  <a:lnTo>
                    <a:pt x="305294" y="191502"/>
                  </a:lnTo>
                  <a:lnTo>
                    <a:pt x="305984" y="186232"/>
                  </a:lnTo>
                  <a:lnTo>
                    <a:pt x="306506" y="180943"/>
                  </a:lnTo>
                  <a:lnTo>
                    <a:pt x="306860" y="175640"/>
                  </a:lnTo>
                  <a:lnTo>
                    <a:pt x="307045" y="170329"/>
                  </a:lnTo>
                  <a:lnTo>
                    <a:pt x="307061" y="165014"/>
                  </a:lnTo>
                  <a:lnTo>
                    <a:pt x="306908" y="159702"/>
                  </a:lnTo>
                  <a:lnTo>
                    <a:pt x="306587" y="154397"/>
                  </a:lnTo>
                  <a:lnTo>
                    <a:pt x="306096" y="149104"/>
                  </a:lnTo>
                  <a:lnTo>
                    <a:pt x="305438" y="143831"/>
                  </a:lnTo>
                  <a:lnTo>
                    <a:pt x="304613" y="138580"/>
                  </a:lnTo>
                  <a:lnTo>
                    <a:pt x="303621" y="133359"/>
                  </a:lnTo>
                  <a:lnTo>
                    <a:pt x="302463" y="128172"/>
                  </a:lnTo>
                  <a:lnTo>
                    <a:pt x="301142" y="123024"/>
                  </a:lnTo>
                  <a:lnTo>
                    <a:pt x="299657" y="117921"/>
                  </a:lnTo>
                  <a:lnTo>
                    <a:pt x="298011" y="112868"/>
                  </a:lnTo>
                  <a:lnTo>
                    <a:pt x="296205" y="107869"/>
                  </a:lnTo>
                  <a:lnTo>
                    <a:pt x="294241" y="102931"/>
                  </a:lnTo>
                  <a:lnTo>
                    <a:pt x="292121" y="98057"/>
                  </a:lnTo>
                  <a:lnTo>
                    <a:pt x="289847" y="93253"/>
                  </a:lnTo>
                  <a:lnTo>
                    <a:pt x="287421" y="88524"/>
                  </a:lnTo>
                  <a:lnTo>
                    <a:pt x="284847" y="83875"/>
                  </a:lnTo>
                  <a:lnTo>
                    <a:pt x="282126" y="79309"/>
                  </a:lnTo>
                  <a:lnTo>
                    <a:pt x="279261" y="74833"/>
                  </a:lnTo>
                  <a:lnTo>
                    <a:pt x="276255" y="70450"/>
                  </a:lnTo>
                  <a:lnTo>
                    <a:pt x="273112" y="66164"/>
                  </a:lnTo>
                  <a:lnTo>
                    <a:pt x="269834" y="61981"/>
                  </a:lnTo>
                  <a:lnTo>
                    <a:pt x="266424" y="57904"/>
                  </a:lnTo>
                  <a:lnTo>
                    <a:pt x="262887" y="53937"/>
                  </a:lnTo>
                  <a:lnTo>
                    <a:pt x="259226" y="50085"/>
                  </a:lnTo>
                  <a:lnTo>
                    <a:pt x="255443" y="46351"/>
                  </a:lnTo>
                  <a:lnTo>
                    <a:pt x="251544" y="42739"/>
                  </a:lnTo>
                  <a:lnTo>
                    <a:pt x="247533" y="39254"/>
                  </a:lnTo>
                  <a:lnTo>
                    <a:pt x="243412" y="35897"/>
                  </a:lnTo>
                  <a:lnTo>
                    <a:pt x="239187" y="32673"/>
                  </a:lnTo>
                  <a:lnTo>
                    <a:pt x="234861" y="29585"/>
                  </a:lnTo>
                  <a:lnTo>
                    <a:pt x="230440" y="26636"/>
                  </a:lnTo>
                  <a:lnTo>
                    <a:pt x="225926" y="23829"/>
                  </a:lnTo>
                  <a:lnTo>
                    <a:pt x="221326" y="21167"/>
                  </a:lnTo>
                  <a:lnTo>
                    <a:pt x="216644" y="18653"/>
                  </a:lnTo>
                  <a:lnTo>
                    <a:pt x="211884" y="16288"/>
                  </a:lnTo>
                  <a:lnTo>
                    <a:pt x="207052" y="14077"/>
                  </a:lnTo>
                  <a:lnTo>
                    <a:pt x="202151" y="12020"/>
                  </a:lnTo>
                  <a:lnTo>
                    <a:pt x="197188" y="10119"/>
                  </a:lnTo>
                  <a:lnTo>
                    <a:pt x="192166" y="8378"/>
                  </a:lnTo>
                  <a:lnTo>
                    <a:pt x="187092" y="6797"/>
                  </a:lnTo>
                  <a:lnTo>
                    <a:pt x="181970" y="5378"/>
                  </a:lnTo>
                  <a:lnTo>
                    <a:pt x="176806" y="4123"/>
                  </a:lnTo>
                  <a:lnTo>
                    <a:pt x="171604" y="3032"/>
                  </a:lnTo>
                  <a:lnTo>
                    <a:pt x="166371" y="2107"/>
                  </a:lnTo>
                  <a:lnTo>
                    <a:pt x="161110" y="1350"/>
                  </a:lnTo>
                  <a:lnTo>
                    <a:pt x="155828" y="759"/>
                  </a:lnTo>
                  <a:lnTo>
                    <a:pt x="150530" y="337"/>
                  </a:lnTo>
                  <a:lnTo>
                    <a:pt x="145222" y="84"/>
                  </a:lnTo>
                  <a:lnTo>
                    <a:pt x="139908" y="0"/>
                  </a:lnTo>
                  <a:lnTo>
                    <a:pt x="1399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81" y="4659281"/>
              <a:ext cx="167153" cy="332377"/>
            </a:xfrm>
            <a:custGeom>
              <a:avLst/>
              <a:pathLst>
                <a:path w="167153" h="332377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3" y="759"/>
                  </a:lnTo>
                  <a:lnTo>
                    <a:pt x="145952" y="1349"/>
                  </a:lnTo>
                  <a:lnTo>
                    <a:pt x="140692" y="2107"/>
                  </a:lnTo>
                  <a:lnTo>
                    <a:pt x="135459" y="3032"/>
                  </a:lnTo>
                  <a:lnTo>
                    <a:pt x="130257" y="4122"/>
                  </a:lnTo>
                  <a:lnTo>
                    <a:pt x="125094" y="5377"/>
                  </a:lnTo>
                  <a:lnTo>
                    <a:pt x="119972" y="6796"/>
                  </a:lnTo>
                  <a:lnTo>
                    <a:pt x="114898" y="8376"/>
                  </a:lnTo>
                  <a:lnTo>
                    <a:pt x="109877" y="10118"/>
                  </a:lnTo>
                  <a:lnTo>
                    <a:pt x="104914" y="12018"/>
                  </a:lnTo>
                  <a:lnTo>
                    <a:pt x="100014" y="14074"/>
                  </a:lnTo>
                  <a:lnTo>
                    <a:pt x="95182" y="16286"/>
                  </a:lnTo>
                  <a:lnTo>
                    <a:pt x="90422" y="18650"/>
                  </a:lnTo>
                  <a:lnTo>
                    <a:pt x="85740" y="21164"/>
                  </a:lnTo>
                  <a:lnTo>
                    <a:pt x="81140" y="23825"/>
                  </a:lnTo>
                  <a:lnTo>
                    <a:pt x="76628" y="26632"/>
                  </a:lnTo>
                  <a:lnTo>
                    <a:pt x="72206" y="29580"/>
                  </a:lnTo>
                  <a:lnTo>
                    <a:pt x="67881" y="32668"/>
                  </a:lnTo>
                  <a:lnTo>
                    <a:pt x="63656" y="35891"/>
                  </a:lnTo>
                  <a:lnTo>
                    <a:pt x="59535" y="39247"/>
                  </a:lnTo>
                  <a:lnTo>
                    <a:pt x="55524" y="42733"/>
                  </a:lnTo>
                  <a:lnTo>
                    <a:pt x="51625" y="46344"/>
                  </a:lnTo>
                  <a:lnTo>
                    <a:pt x="47843" y="50077"/>
                  </a:lnTo>
                  <a:lnTo>
                    <a:pt x="44181" y="53929"/>
                  </a:lnTo>
                  <a:lnTo>
                    <a:pt x="40644" y="57895"/>
                  </a:lnTo>
                  <a:lnTo>
                    <a:pt x="37234" y="61971"/>
                  </a:lnTo>
                  <a:lnTo>
                    <a:pt x="33956" y="66154"/>
                  </a:lnTo>
                  <a:lnTo>
                    <a:pt x="30813" y="70439"/>
                  </a:lnTo>
                  <a:lnTo>
                    <a:pt x="27807" y="74821"/>
                  </a:lnTo>
                  <a:lnTo>
                    <a:pt x="24942" y="79297"/>
                  </a:lnTo>
                  <a:lnTo>
                    <a:pt x="22221" y="83862"/>
                  </a:lnTo>
                  <a:lnTo>
                    <a:pt x="19646" y="88511"/>
                  </a:lnTo>
                  <a:lnTo>
                    <a:pt x="17221" y="93239"/>
                  </a:lnTo>
                  <a:lnTo>
                    <a:pt x="14946" y="98043"/>
                  </a:lnTo>
                  <a:lnTo>
                    <a:pt x="12826" y="102916"/>
                  </a:lnTo>
                  <a:lnTo>
                    <a:pt x="10862" y="107853"/>
                  </a:lnTo>
                  <a:lnTo>
                    <a:pt x="9055" y="112851"/>
                  </a:lnTo>
                  <a:lnTo>
                    <a:pt x="7409" y="117904"/>
                  </a:lnTo>
                  <a:lnTo>
                    <a:pt x="5924" y="123007"/>
                  </a:lnTo>
                  <a:lnTo>
                    <a:pt x="4601" y="128154"/>
                  </a:lnTo>
                  <a:lnTo>
                    <a:pt x="3444" y="133340"/>
                  </a:lnTo>
                  <a:lnTo>
                    <a:pt x="2451" y="138561"/>
                  </a:lnTo>
                  <a:lnTo>
                    <a:pt x="1625" y="143811"/>
                  </a:lnTo>
                  <a:lnTo>
                    <a:pt x="966" y="149084"/>
                  </a:lnTo>
                  <a:lnTo>
                    <a:pt x="475" y="154376"/>
                  </a:lnTo>
                  <a:lnTo>
                    <a:pt x="153" y="159680"/>
                  </a:lnTo>
                  <a:lnTo>
                    <a:pt x="0" y="164992"/>
                  </a:lnTo>
                  <a:lnTo>
                    <a:pt x="15" y="170307"/>
                  </a:lnTo>
                  <a:lnTo>
                    <a:pt x="199" y="175618"/>
                  </a:lnTo>
                  <a:lnTo>
                    <a:pt x="552" y="180920"/>
                  </a:lnTo>
                  <a:lnTo>
                    <a:pt x="1073" y="186209"/>
                  </a:lnTo>
                  <a:lnTo>
                    <a:pt x="1763" y="191478"/>
                  </a:lnTo>
                  <a:lnTo>
                    <a:pt x="2619" y="196723"/>
                  </a:lnTo>
                  <a:lnTo>
                    <a:pt x="3642" y="201938"/>
                  </a:lnTo>
                  <a:lnTo>
                    <a:pt x="4829" y="207118"/>
                  </a:lnTo>
                  <a:lnTo>
                    <a:pt x="6181" y="212258"/>
                  </a:lnTo>
                  <a:lnTo>
                    <a:pt x="7696" y="217351"/>
                  </a:lnTo>
                  <a:lnTo>
                    <a:pt x="9372" y="222395"/>
                  </a:lnTo>
                  <a:lnTo>
                    <a:pt x="11207" y="227382"/>
                  </a:lnTo>
                  <a:lnTo>
                    <a:pt x="13200" y="232308"/>
                  </a:lnTo>
                  <a:lnTo>
                    <a:pt x="15348" y="237169"/>
                  </a:lnTo>
                  <a:lnTo>
                    <a:pt x="17650" y="241959"/>
                  </a:lnTo>
                  <a:lnTo>
                    <a:pt x="20103" y="246673"/>
                  </a:lnTo>
                  <a:lnTo>
                    <a:pt x="22704" y="251307"/>
                  </a:lnTo>
                  <a:lnTo>
                    <a:pt x="25452" y="255856"/>
                  </a:lnTo>
                  <a:lnTo>
                    <a:pt x="28343" y="260316"/>
                  </a:lnTo>
                  <a:lnTo>
                    <a:pt x="31374" y="264681"/>
                  </a:lnTo>
                  <a:lnTo>
                    <a:pt x="34542" y="268948"/>
                  </a:lnTo>
                  <a:lnTo>
                    <a:pt x="37844" y="273111"/>
                  </a:lnTo>
                  <a:lnTo>
                    <a:pt x="41277" y="277168"/>
                  </a:lnTo>
                  <a:lnTo>
                    <a:pt x="44837" y="281114"/>
                  </a:lnTo>
                  <a:lnTo>
                    <a:pt x="48521" y="284944"/>
                  </a:lnTo>
                  <a:lnTo>
                    <a:pt x="52324" y="288655"/>
                  </a:lnTo>
                  <a:lnTo>
                    <a:pt x="56244" y="292244"/>
                  </a:lnTo>
                  <a:lnTo>
                    <a:pt x="60276" y="295706"/>
                  </a:lnTo>
                  <a:lnTo>
                    <a:pt x="64416" y="299038"/>
                  </a:lnTo>
                  <a:lnTo>
                    <a:pt x="68659" y="302237"/>
                  </a:lnTo>
                  <a:lnTo>
                    <a:pt x="73002" y="305300"/>
                  </a:lnTo>
                  <a:lnTo>
                    <a:pt x="77441" y="308223"/>
                  </a:lnTo>
                  <a:lnTo>
                    <a:pt x="81970" y="311003"/>
                  </a:lnTo>
                  <a:lnTo>
                    <a:pt x="86585" y="313638"/>
                  </a:lnTo>
                  <a:lnTo>
                    <a:pt x="91281" y="316125"/>
                  </a:lnTo>
                  <a:lnTo>
                    <a:pt x="96054" y="318461"/>
                  </a:lnTo>
                  <a:lnTo>
                    <a:pt x="100899" y="320645"/>
                  </a:lnTo>
                  <a:lnTo>
                    <a:pt x="105811" y="322673"/>
                  </a:lnTo>
                  <a:lnTo>
                    <a:pt x="110785" y="324544"/>
                  </a:lnTo>
                  <a:lnTo>
                    <a:pt x="115816" y="326257"/>
                  </a:lnTo>
                  <a:lnTo>
                    <a:pt x="120899" y="327808"/>
                  </a:lnTo>
                  <a:lnTo>
                    <a:pt x="126029" y="329197"/>
                  </a:lnTo>
                  <a:lnTo>
                    <a:pt x="131200" y="330422"/>
                  </a:lnTo>
                  <a:lnTo>
                    <a:pt x="136407" y="331483"/>
                  </a:lnTo>
                  <a:lnTo>
                    <a:pt x="141646" y="33237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97727" y="4826449"/>
              <a:ext cx="25507" cy="165209"/>
            </a:xfrm>
            <a:custGeom>
              <a:avLst/>
              <a:pathLst>
                <a:path w="25507" h="165209">
                  <a:moveTo>
                    <a:pt x="0" y="165209"/>
                  </a:moveTo>
                  <a:lnTo>
                    <a:pt x="255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97727" y="4826449"/>
              <a:ext cx="25507" cy="165209"/>
            </a:xfrm>
            <a:custGeom>
              <a:avLst/>
              <a:pathLst>
                <a:path w="25507" h="165209">
                  <a:moveTo>
                    <a:pt x="0" y="165209"/>
                  </a:moveTo>
                  <a:lnTo>
                    <a:pt x="255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97727" y="4826449"/>
              <a:ext cx="98846" cy="167147"/>
            </a:xfrm>
            <a:custGeom>
              <a:avLst/>
              <a:pathLst>
                <a:path w="98846" h="167147">
                  <a:moveTo>
                    <a:pt x="0" y="165209"/>
                  </a:moveTo>
                  <a:lnTo>
                    <a:pt x="5587" y="165976"/>
                  </a:lnTo>
                  <a:lnTo>
                    <a:pt x="11198" y="166553"/>
                  </a:lnTo>
                  <a:lnTo>
                    <a:pt x="16825" y="166941"/>
                  </a:lnTo>
                  <a:lnTo>
                    <a:pt x="22462" y="167139"/>
                  </a:lnTo>
                  <a:lnTo>
                    <a:pt x="28102" y="167147"/>
                  </a:lnTo>
                  <a:lnTo>
                    <a:pt x="33740" y="166964"/>
                  </a:lnTo>
                  <a:lnTo>
                    <a:pt x="39368" y="166591"/>
                  </a:lnTo>
                  <a:lnTo>
                    <a:pt x="44980" y="166029"/>
                  </a:lnTo>
                  <a:lnTo>
                    <a:pt x="50570" y="165277"/>
                  </a:lnTo>
                  <a:lnTo>
                    <a:pt x="56131" y="164338"/>
                  </a:lnTo>
                  <a:lnTo>
                    <a:pt x="61658" y="163211"/>
                  </a:lnTo>
                  <a:lnTo>
                    <a:pt x="67143" y="161899"/>
                  </a:lnTo>
                  <a:lnTo>
                    <a:pt x="72581" y="160402"/>
                  </a:lnTo>
                  <a:lnTo>
                    <a:pt x="77966" y="158722"/>
                  </a:lnTo>
                  <a:lnTo>
                    <a:pt x="83291" y="156862"/>
                  </a:lnTo>
                  <a:lnTo>
                    <a:pt x="88550" y="154824"/>
                  </a:lnTo>
                  <a:lnTo>
                    <a:pt x="93737" y="152609"/>
                  </a:lnTo>
                  <a:lnTo>
                    <a:pt x="98846" y="150220"/>
                  </a:lnTo>
                  <a:lnTo>
                    <a:pt x="255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67166" cy="317388"/>
            </a:xfrm>
            <a:custGeom>
              <a:avLst/>
              <a:pathLst>
                <a:path w="167166" h="317388">
                  <a:moveTo>
                    <a:pt x="73339" y="317388"/>
                  </a:moveTo>
                  <a:lnTo>
                    <a:pt x="78107" y="314965"/>
                  </a:lnTo>
                  <a:lnTo>
                    <a:pt x="82795" y="312391"/>
                  </a:lnTo>
                  <a:lnTo>
                    <a:pt x="87398" y="309668"/>
                  </a:lnTo>
                  <a:lnTo>
                    <a:pt x="91911" y="306799"/>
                  </a:lnTo>
                  <a:lnTo>
                    <a:pt x="96331" y="303788"/>
                  </a:lnTo>
                  <a:lnTo>
                    <a:pt x="100651" y="300637"/>
                  </a:lnTo>
                  <a:lnTo>
                    <a:pt x="104869" y="297349"/>
                  </a:lnTo>
                  <a:lnTo>
                    <a:pt x="108980" y="293927"/>
                  </a:lnTo>
                  <a:lnTo>
                    <a:pt x="112979" y="290377"/>
                  </a:lnTo>
                  <a:lnTo>
                    <a:pt x="116862" y="286700"/>
                  </a:lnTo>
                  <a:lnTo>
                    <a:pt x="120626" y="282900"/>
                  </a:lnTo>
                  <a:lnTo>
                    <a:pt x="124266" y="278982"/>
                  </a:lnTo>
                  <a:lnTo>
                    <a:pt x="127779" y="274950"/>
                  </a:lnTo>
                  <a:lnTo>
                    <a:pt x="131162" y="270808"/>
                  </a:lnTo>
                  <a:lnTo>
                    <a:pt x="134410" y="266559"/>
                  </a:lnTo>
                  <a:lnTo>
                    <a:pt x="137520" y="262209"/>
                  </a:lnTo>
                  <a:lnTo>
                    <a:pt x="140490" y="257761"/>
                  </a:lnTo>
                  <a:lnTo>
                    <a:pt x="143316" y="253221"/>
                  </a:lnTo>
                  <a:lnTo>
                    <a:pt x="145996" y="248592"/>
                  </a:lnTo>
                  <a:lnTo>
                    <a:pt x="148525" y="243881"/>
                  </a:lnTo>
                  <a:lnTo>
                    <a:pt x="150903" y="239090"/>
                  </a:lnTo>
                  <a:lnTo>
                    <a:pt x="153127" y="234227"/>
                  </a:lnTo>
                  <a:lnTo>
                    <a:pt x="155193" y="229294"/>
                  </a:lnTo>
                  <a:lnTo>
                    <a:pt x="157101" y="224298"/>
                  </a:lnTo>
                  <a:lnTo>
                    <a:pt x="158848" y="219243"/>
                  </a:lnTo>
                  <a:lnTo>
                    <a:pt x="160433" y="214136"/>
                  </a:lnTo>
                  <a:lnTo>
                    <a:pt x="161853" y="208980"/>
                  </a:lnTo>
                  <a:lnTo>
                    <a:pt x="163108" y="203781"/>
                  </a:lnTo>
                  <a:lnTo>
                    <a:pt x="164196" y="198545"/>
                  </a:lnTo>
                  <a:lnTo>
                    <a:pt x="165115" y="193276"/>
                  </a:lnTo>
                  <a:lnTo>
                    <a:pt x="165866" y="187981"/>
                  </a:lnTo>
                  <a:lnTo>
                    <a:pt x="166447" y="182665"/>
                  </a:lnTo>
                  <a:lnTo>
                    <a:pt x="166858" y="177333"/>
                  </a:lnTo>
                  <a:lnTo>
                    <a:pt x="167097" y="171990"/>
                  </a:lnTo>
                  <a:lnTo>
                    <a:pt x="167166" y="166643"/>
                  </a:lnTo>
                  <a:lnTo>
                    <a:pt x="167064" y="161296"/>
                  </a:lnTo>
                  <a:lnTo>
                    <a:pt x="166791" y="155955"/>
                  </a:lnTo>
                  <a:lnTo>
                    <a:pt x="166347" y="150625"/>
                  </a:lnTo>
                  <a:lnTo>
                    <a:pt x="165732" y="145313"/>
                  </a:lnTo>
                  <a:lnTo>
                    <a:pt x="164948" y="140023"/>
                  </a:lnTo>
                  <a:lnTo>
                    <a:pt x="163996" y="134760"/>
                  </a:lnTo>
                  <a:lnTo>
                    <a:pt x="162875" y="129531"/>
                  </a:lnTo>
                  <a:lnTo>
                    <a:pt x="161588" y="124340"/>
                  </a:lnTo>
                  <a:lnTo>
                    <a:pt x="160135" y="119193"/>
                  </a:lnTo>
                  <a:lnTo>
                    <a:pt x="158519" y="114095"/>
                  </a:lnTo>
                  <a:lnTo>
                    <a:pt x="156740" y="109052"/>
                  </a:lnTo>
                  <a:lnTo>
                    <a:pt x="154801" y="104068"/>
                  </a:lnTo>
                  <a:lnTo>
                    <a:pt x="152703" y="99148"/>
                  </a:lnTo>
                  <a:lnTo>
                    <a:pt x="150449" y="94299"/>
                  </a:lnTo>
                  <a:lnTo>
                    <a:pt x="148041" y="89523"/>
                  </a:lnTo>
                  <a:lnTo>
                    <a:pt x="145482" y="84828"/>
                  </a:lnTo>
                  <a:lnTo>
                    <a:pt x="142774" y="80216"/>
                  </a:lnTo>
                  <a:lnTo>
                    <a:pt x="139919" y="75694"/>
                  </a:lnTo>
                  <a:lnTo>
                    <a:pt x="136922" y="71265"/>
                  </a:lnTo>
                  <a:lnTo>
                    <a:pt x="133784" y="66934"/>
                  </a:lnTo>
                  <a:lnTo>
                    <a:pt x="130509" y="62706"/>
                  </a:lnTo>
                  <a:lnTo>
                    <a:pt x="127101" y="58585"/>
                  </a:lnTo>
                  <a:lnTo>
                    <a:pt x="123563" y="54574"/>
                  </a:lnTo>
                  <a:lnTo>
                    <a:pt x="119898" y="50680"/>
                  </a:lnTo>
                  <a:lnTo>
                    <a:pt x="116110" y="46904"/>
                  </a:lnTo>
                  <a:lnTo>
                    <a:pt x="112204" y="43251"/>
                  </a:lnTo>
                  <a:lnTo>
                    <a:pt x="108183" y="39726"/>
                  </a:lnTo>
                  <a:lnTo>
                    <a:pt x="104051" y="36330"/>
                  </a:lnTo>
                  <a:lnTo>
                    <a:pt x="99813" y="33069"/>
                  </a:lnTo>
                  <a:lnTo>
                    <a:pt x="95472" y="29945"/>
                  </a:lnTo>
                  <a:lnTo>
                    <a:pt x="91034" y="26961"/>
                  </a:lnTo>
                  <a:lnTo>
                    <a:pt x="86502" y="24121"/>
                  </a:lnTo>
                  <a:lnTo>
                    <a:pt x="81882" y="21427"/>
                  </a:lnTo>
                  <a:lnTo>
                    <a:pt x="77179" y="18882"/>
                  </a:lnTo>
                  <a:lnTo>
                    <a:pt x="72396" y="16489"/>
                  </a:lnTo>
                  <a:lnTo>
                    <a:pt x="67539" y="14251"/>
                  </a:lnTo>
                  <a:lnTo>
                    <a:pt x="62613" y="12169"/>
                  </a:lnTo>
                  <a:lnTo>
                    <a:pt x="57623" y="10245"/>
                  </a:lnTo>
                  <a:lnTo>
                    <a:pt x="52574" y="8482"/>
                  </a:lnTo>
                  <a:lnTo>
                    <a:pt x="47471" y="6882"/>
                  </a:lnTo>
                  <a:lnTo>
                    <a:pt x="42320" y="5445"/>
                  </a:lnTo>
                  <a:lnTo>
                    <a:pt x="37125" y="4174"/>
                  </a:lnTo>
                  <a:lnTo>
                    <a:pt x="31892" y="3070"/>
                  </a:lnTo>
                  <a:lnTo>
                    <a:pt x="26627" y="2134"/>
                  </a:lnTo>
                  <a:lnTo>
                    <a:pt x="21334" y="1366"/>
                  </a:lnTo>
                  <a:lnTo>
                    <a:pt x="16019" y="769"/>
                  </a:lnTo>
                  <a:lnTo>
                    <a:pt x="10689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5" y="4213821"/>
              <a:ext cx="250026" cy="334327"/>
            </a:xfrm>
            <a:custGeom>
              <a:avLst/>
              <a:pathLst>
                <a:path w="250026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9" y="761"/>
                  </a:lnTo>
                  <a:lnTo>
                    <a:pt x="145931" y="1352"/>
                  </a:lnTo>
                  <a:lnTo>
                    <a:pt x="140665" y="2112"/>
                  </a:lnTo>
                  <a:lnTo>
                    <a:pt x="135426" y="3039"/>
                  </a:lnTo>
                  <a:lnTo>
                    <a:pt x="130219" y="4131"/>
                  </a:lnTo>
                  <a:lnTo>
                    <a:pt x="125050" y="5389"/>
                  </a:lnTo>
                  <a:lnTo>
                    <a:pt x="119923" y="6811"/>
                  </a:lnTo>
                  <a:lnTo>
                    <a:pt x="114844" y="8396"/>
                  </a:lnTo>
                  <a:lnTo>
                    <a:pt x="109817" y="10141"/>
                  </a:lnTo>
                  <a:lnTo>
                    <a:pt x="104849" y="12045"/>
                  </a:lnTo>
                  <a:lnTo>
                    <a:pt x="99945" y="14106"/>
                  </a:lnTo>
                  <a:lnTo>
                    <a:pt x="95108" y="16323"/>
                  </a:lnTo>
                  <a:lnTo>
                    <a:pt x="90344" y="18692"/>
                  </a:lnTo>
                  <a:lnTo>
                    <a:pt x="85658" y="21212"/>
                  </a:lnTo>
                  <a:lnTo>
                    <a:pt x="81054" y="23879"/>
                  </a:lnTo>
                  <a:lnTo>
                    <a:pt x="76538" y="26692"/>
                  </a:lnTo>
                  <a:lnTo>
                    <a:pt x="72114" y="29647"/>
                  </a:lnTo>
                  <a:lnTo>
                    <a:pt x="67786" y="32741"/>
                  </a:lnTo>
                  <a:lnTo>
                    <a:pt x="63558" y="35971"/>
                  </a:lnTo>
                  <a:lnTo>
                    <a:pt x="59436" y="39334"/>
                  </a:lnTo>
                  <a:lnTo>
                    <a:pt x="55422" y="42827"/>
                  </a:lnTo>
                  <a:lnTo>
                    <a:pt x="51522" y="46446"/>
                  </a:lnTo>
                  <a:lnTo>
                    <a:pt x="47739" y="50187"/>
                  </a:lnTo>
                  <a:lnTo>
                    <a:pt x="44076" y="54046"/>
                  </a:lnTo>
                  <a:lnTo>
                    <a:pt x="40539" y="58020"/>
                  </a:lnTo>
                  <a:lnTo>
                    <a:pt x="37130" y="62105"/>
                  </a:lnTo>
                  <a:lnTo>
                    <a:pt x="33852" y="66296"/>
                  </a:lnTo>
                  <a:lnTo>
                    <a:pt x="30710" y="70589"/>
                  </a:lnTo>
                  <a:lnTo>
                    <a:pt x="27705" y="74980"/>
                  </a:lnTo>
                  <a:lnTo>
                    <a:pt x="24842" y="79465"/>
                  </a:lnTo>
                  <a:lnTo>
                    <a:pt x="22124" y="84038"/>
                  </a:lnTo>
                  <a:lnTo>
                    <a:pt x="19552" y="88696"/>
                  </a:lnTo>
                  <a:lnTo>
                    <a:pt x="17129" y="93433"/>
                  </a:lnTo>
                  <a:lnTo>
                    <a:pt x="14859" y="98244"/>
                  </a:lnTo>
                  <a:lnTo>
                    <a:pt x="12742" y="103126"/>
                  </a:lnTo>
                  <a:lnTo>
                    <a:pt x="10783" y="108072"/>
                  </a:lnTo>
                  <a:lnTo>
                    <a:pt x="8981" y="113078"/>
                  </a:lnTo>
                  <a:lnTo>
                    <a:pt x="7340" y="118139"/>
                  </a:lnTo>
                  <a:lnTo>
                    <a:pt x="5861" y="123250"/>
                  </a:lnTo>
                  <a:lnTo>
                    <a:pt x="4545" y="128405"/>
                  </a:lnTo>
                  <a:lnTo>
                    <a:pt x="3394" y="133600"/>
                  </a:lnTo>
                  <a:lnTo>
                    <a:pt x="2409" y="138828"/>
                  </a:lnTo>
                  <a:lnTo>
                    <a:pt x="1590" y="144085"/>
                  </a:lnTo>
                  <a:lnTo>
                    <a:pt x="940" y="149366"/>
                  </a:lnTo>
                  <a:lnTo>
                    <a:pt x="457" y="154664"/>
                  </a:lnTo>
                  <a:lnTo>
                    <a:pt x="144" y="159975"/>
                  </a:lnTo>
                  <a:lnTo>
                    <a:pt x="0" y="165294"/>
                  </a:lnTo>
                  <a:lnTo>
                    <a:pt x="25" y="170614"/>
                  </a:lnTo>
                  <a:lnTo>
                    <a:pt x="219" y="175931"/>
                  </a:lnTo>
                  <a:lnTo>
                    <a:pt x="582" y="181239"/>
                  </a:lnTo>
                  <a:lnTo>
                    <a:pt x="1115" y="186533"/>
                  </a:lnTo>
                  <a:lnTo>
                    <a:pt x="1815" y="191807"/>
                  </a:lnTo>
                  <a:lnTo>
                    <a:pt x="2683" y="197056"/>
                  </a:lnTo>
                  <a:lnTo>
                    <a:pt x="3717" y="202275"/>
                  </a:lnTo>
                  <a:lnTo>
                    <a:pt x="4917" y="207458"/>
                  </a:lnTo>
                  <a:lnTo>
                    <a:pt x="6282" y="212601"/>
                  </a:lnTo>
                  <a:lnTo>
                    <a:pt x="7809" y="217697"/>
                  </a:lnTo>
                  <a:lnTo>
                    <a:pt x="9498" y="222743"/>
                  </a:lnTo>
                  <a:lnTo>
                    <a:pt x="11346" y="227732"/>
                  </a:lnTo>
                  <a:lnTo>
                    <a:pt x="13352" y="232660"/>
                  </a:lnTo>
                  <a:lnTo>
                    <a:pt x="15515" y="237521"/>
                  </a:lnTo>
                  <a:lnTo>
                    <a:pt x="17830" y="242311"/>
                  </a:lnTo>
                  <a:lnTo>
                    <a:pt x="20297" y="247025"/>
                  </a:lnTo>
                  <a:lnTo>
                    <a:pt x="22913" y="251658"/>
                  </a:lnTo>
                  <a:lnTo>
                    <a:pt x="25675" y="256205"/>
                  </a:lnTo>
                  <a:lnTo>
                    <a:pt x="28580" y="260663"/>
                  </a:lnTo>
                  <a:lnTo>
                    <a:pt x="31625" y="265025"/>
                  </a:lnTo>
                  <a:lnTo>
                    <a:pt x="34808" y="269289"/>
                  </a:lnTo>
                  <a:lnTo>
                    <a:pt x="38125" y="273449"/>
                  </a:lnTo>
                  <a:lnTo>
                    <a:pt x="41572" y="277501"/>
                  </a:lnTo>
                  <a:lnTo>
                    <a:pt x="45147" y="281442"/>
                  </a:lnTo>
                  <a:lnTo>
                    <a:pt x="48846" y="285266"/>
                  </a:lnTo>
                  <a:lnTo>
                    <a:pt x="52664" y="288972"/>
                  </a:lnTo>
                  <a:lnTo>
                    <a:pt x="56598" y="292553"/>
                  </a:lnTo>
                  <a:lnTo>
                    <a:pt x="60644" y="296008"/>
                  </a:lnTo>
                  <a:lnTo>
                    <a:pt x="64798" y="299333"/>
                  </a:lnTo>
                  <a:lnTo>
                    <a:pt x="69056" y="302523"/>
                  </a:lnTo>
                  <a:lnTo>
                    <a:pt x="73413" y="305576"/>
                  </a:lnTo>
                  <a:lnTo>
                    <a:pt x="77865" y="308489"/>
                  </a:lnTo>
                  <a:lnTo>
                    <a:pt x="82408" y="311259"/>
                  </a:lnTo>
                  <a:lnTo>
                    <a:pt x="87036" y="313883"/>
                  </a:lnTo>
                  <a:lnTo>
                    <a:pt x="91746" y="316359"/>
                  </a:lnTo>
                  <a:lnTo>
                    <a:pt x="96532" y="318683"/>
                  </a:lnTo>
                  <a:lnTo>
                    <a:pt x="101389" y="320854"/>
                  </a:lnTo>
                  <a:lnTo>
                    <a:pt x="106313" y="322869"/>
                  </a:lnTo>
                  <a:lnTo>
                    <a:pt x="111299" y="324726"/>
                  </a:lnTo>
                  <a:lnTo>
                    <a:pt x="116341" y="326424"/>
                  </a:lnTo>
                  <a:lnTo>
                    <a:pt x="121435" y="327960"/>
                  </a:lnTo>
                  <a:lnTo>
                    <a:pt x="126575" y="329334"/>
                  </a:lnTo>
                  <a:lnTo>
                    <a:pt x="131756" y="330543"/>
                  </a:lnTo>
                  <a:lnTo>
                    <a:pt x="136973" y="331587"/>
                  </a:lnTo>
                  <a:lnTo>
                    <a:pt x="142221" y="332464"/>
                  </a:lnTo>
                  <a:lnTo>
                    <a:pt x="147494" y="333174"/>
                  </a:lnTo>
                  <a:lnTo>
                    <a:pt x="152787" y="333716"/>
                  </a:lnTo>
                  <a:lnTo>
                    <a:pt x="158094" y="334089"/>
                  </a:lnTo>
                  <a:lnTo>
                    <a:pt x="163410" y="334292"/>
                  </a:lnTo>
                  <a:lnTo>
                    <a:pt x="168731" y="334327"/>
                  </a:lnTo>
                  <a:lnTo>
                    <a:pt x="174049" y="334192"/>
                  </a:lnTo>
                  <a:lnTo>
                    <a:pt x="179361" y="333888"/>
                  </a:lnTo>
                  <a:lnTo>
                    <a:pt x="184661" y="333415"/>
                  </a:lnTo>
                  <a:lnTo>
                    <a:pt x="189942" y="332774"/>
                  </a:lnTo>
                  <a:lnTo>
                    <a:pt x="195201" y="331965"/>
                  </a:lnTo>
                  <a:lnTo>
                    <a:pt x="200431" y="330989"/>
                  </a:lnTo>
                  <a:lnTo>
                    <a:pt x="205628" y="329847"/>
                  </a:lnTo>
                  <a:lnTo>
                    <a:pt x="210785" y="328541"/>
                  </a:lnTo>
                  <a:lnTo>
                    <a:pt x="215898" y="327071"/>
                  </a:lnTo>
                  <a:lnTo>
                    <a:pt x="220962" y="325439"/>
                  </a:lnTo>
                  <a:lnTo>
                    <a:pt x="225972" y="323646"/>
                  </a:lnTo>
                  <a:lnTo>
                    <a:pt x="230922" y="321695"/>
                  </a:lnTo>
                  <a:lnTo>
                    <a:pt x="235807" y="319588"/>
                  </a:lnTo>
                  <a:lnTo>
                    <a:pt x="240623" y="317326"/>
                  </a:lnTo>
                  <a:lnTo>
                    <a:pt x="245364" y="314912"/>
                  </a:lnTo>
                  <a:lnTo>
                    <a:pt x="250026" y="31234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82869" cy="145181"/>
            </a:xfrm>
            <a:custGeom>
              <a:avLst/>
              <a:pathLst>
                <a:path w="82869" h="145181">
                  <a:moveTo>
                    <a:pt x="82869" y="1451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59451" cy="145181"/>
            </a:xfrm>
            <a:custGeom>
              <a:avLst/>
              <a:pathLst>
                <a:path w="159451" h="145181">
                  <a:moveTo>
                    <a:pt x="82869" y="145181"/>
                  </a:moveTo>
                  <a:lnTo>
                    <a:pt x="87750" y="142283"/>
                  </a:lnTo>
                  <a:lnTo>
                    <a:pt x="92531" y="139222"/>
                  </a:lnTo>
                  <a:lnTo>
                    <a:pt x="97204" y="136000"/>
                  </a:lnTo>
                  <a:lnTo>
                    <a:pt x="101766" y="132621"/>
                  </a:lnTo>
                  <a:lnTo>
                    <a:pt x="106210" y="129090"/>
                  </a:lnTo>
                  <a:lnTo>
                    <a:pt x="110532" y="125409"/>
                  </a:lnTo>
                  <a:lnTo>
                    <a:pt x="114726" y="121584"/>
                  </a:lnTo>
                  <a:lnTo>
                    <a:pt x="118788" y="117618"/>
                  </a:lnTo>
                  <a:lnTo>
                    <a:pt x="122713" y="113517"/>
                  </a:lnTo>
                  <a:lnTo>
                    <a:pt x="126497" y="109286"/>
                  </a:lnTo>
                  <a:lnTo>
                    <a:pt x="130134" y="104928"/>
                  </a:lnTo>
                  <a:lnTo>
                    <a:pt x="133622" y="100449"/>
                  </a:lnTo>
                  <a:lnTo>
                    <a:pt x="136955" y="95854"/>
                  </a:lnTo>
                  <a:lnTo>
                    <a:pt x="140131" y="91149"/>
                  </a:lnTo>
                  <a:lnTo>
                    <a:pt x="143145" y="86338"/>
                  </a:lnTo>
                  <a:lnTo>
                    <a:pt x="145994" y="81428"/>
                  </a:lnTo>
                  <a:lnTo>
                    <a:pt x="148674" y="76425"/>
                  </a:lnTo>
                  <a:lnTo>
                    <a:pt x="151183" y="71333"/>
                  </a:lnTo>
                  <a:lnTo>
                    <a:pt x="153518" y="66158"/>
                  </a:lnTo>
                  <a:lnTo>
                    <a:pt x="155676" y="60908"/>
                  </a:lnTo>
                  <a:lnTo>
                    <a:pt x="157654" y="55587"/>
                  </a:lnTo>
                  <a:lnTo>
                    <a:pt x="159451" y="50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7151" cy="217370"/>
            </a:xfrm>
            <a:custGeom>
              <a:avLst/>
              <a:pathLst>
                <a:path w="167151" h="217370">
                  <a:moveTo>
                    <a:pt x="159451" y="217370"/>
                  </a:moveTo>
                  <a:lnTo>
                    <a:pt x="160991" y="212187"/>
                  </a:lnTo>
                  <a:lnTo>
                    <a:pt x="162362" y="206958"/>
                  </a:lnTo>
                  <a:lnTo>
                    <a:pt x="163564" y="201687"/>
                  </a:lnTo>
                  <a:lnTo>
                    <a:pt x="164595" y="196380"/>
                  </a:lnTo>
                  <a:lnTo>
                    <a:pt x="165453" y="191042"/>
                  </a:lnTo>
                  <a:lnTo>
                    <a:pt x="166139" y="185680"/>
                  </a:lnTo>
                  <a:lnTo>
                    <a:pt x="166650" y="180298"/>
                  </a:lnTo>
                  <a:lnTo>
                    <a:pt x="166988" y="174902"/>
                  </a:lnTo>
                  <a:lnTo>
                    <a:pt x="167151" y="169498"/>
                  </a:lnTo>
                  <a:lnTo>
                    <a:pt x="167139" y="164092"/>
                  </a:lnTo>
                  <a:lnTo>
                    <a:pt x="166952" y="158689"/>
                  </a:lnTo>
                  <a:lnTo>
                    <a:pt x="166590" y="153295"/>
                  </a:lnTo>
                  <a:lnTo>
                    <a:pt x="166055" y="147915"/>
                  </a:lnTo>
                  <a:lnTo>
                    <a:pt x="165345" y="142556"/>
                  </a:lnTo>
                  <a:lnTo>
                    <a:pt x="164463" y="137222"/>
                  </a:lnTo>
                  <a:lnTo>
                    <a:pt x="163409" y="131920"/>
                  </a:lnTo>
                  <a:lnTo>
                    <a:pt x="162184" y="126654"/>
                  </a:lnTo>
                  <a:lnTo>
                    <a:pt x="160789" y="121431"/>
                  </a:lnTo>
                  <a:lnTo>
                    <a:pt x="159226" y="116255"/>
                  </a:lnTo>
                  <a:lnTo>
                    <a:pt x="157496" y="111133"/>
                  </a:lnTo>
                  <a:lnTo>
                    <a:pt x="155602" y="106070"/>
                  </a:lnTo>
                  <a:lnTo>
                    <a:pt x="153545" y="101070"/>
                  </a:lnTo>
                  <a:lnTo>
                    <a:pt x="151327" y="96140"/>
                  </a:lnTo>
                  <a:lnTo>
                    <a:pt x="148951" y="91283"/>
                  </a:lnTo>
                  <a:lnTo>
                    <a:pt x="146420" y="86507"/>
                  </a:lnTo>
                  <a:lnTo>
                    <a:pt x="143735" y="81814"/>
                  </a:lnTo>
                  <a:lnTo>
                    <a:pt x="140900" y="77211"/>
                  </a:lnTo>
                  <a:lnTo>
                    <a:pt x="137917" y="72702"/>
                  </a:lnTo>
                  <a:lnTo>
                    <a:pt x="134790" y="68292"/>
                  </a:lnTo>
                  <a:lnTo>
                    <a:pt x="131523" y="63985"/>
                  </a:lnTo>
                  <a:lnTo>
                    <a:pt x="128117" y="59786"/>
                  </a:lnTo>
                  <a:lnTo>
                    <a:pt x="124578" y="55699"/>
                  </a:lnTo>
                  <a:lnTo>
                    <a:pt x="120909" y="51729"/>
                  </a:lnTo>
                  <a:lnTo>
                    <a:pt x="117113" y="47880"/>
                  </a:lnTo>
                  <a:lnTo>
                    <a:pt x="113194" y="44155"/>
                  </a:lnTo>
                  <a:lnTo>
                    <a:pt x="109157" y="40559"/>
                  </a:lnTo>
                  <a:lnTo>
                    <a:pt x="105006" y="37095"/>
                  </a:lnTo>
                  <a:lnTo>
                    <a:pt x="100745" y="33768"/>
                  </a:lnTo>
                  <a:lnTo>
                    <a:pt x="96379" y="30580"/>
                  </a:lnTo>
                  <a:lnTo>
                    <a:pt x="91912" y="27535"/>
                  </a:lnTo>
                  <a:lnTo>
                    <a:pt x="87349" y="24636"/>
                  </a:lnTo>
                  <a:lnTo>
                    <a:pt x="82694" y="21886"/>
                  </a:lnTo>
                  <a:lnTo>
                    <a:pt x="77953" y="19288"/>
                  </a:lnTo>
                  <a:lnTo>
                    <a:pt x="73130" y="16844"/>
                  </a:lnTo>
                  <a:lnTo>
                    <a:pt x="68231" y="14558"/>
                  </a:lnTo>
                  <a:lnTo>
                    <a:pt x="63261" y="12432"/>
                  </a:lnTo>
                  <a:lnTo>
                    <a:pt x="58224" y="10467"/>
                  </a:lnTo>
                  <a:lnTo>
                    <a:pt x="53127" y="8666"/>
                  </a:lnTo>
                  <a:lnTo>
                    <a:pt x="47974" y="7031"/>
                  </a:lnTo>
                  <a:lnTo>
                    <a:pt x="42770" y="5564"/>
                  </a:lnTo>
                  <a:lnTo>
                    <a:pt x="37522" y="4265"/>
                  </a:lnTo>
                  <a:lnTo>
                    <a:pt x="32235" y="3137"/>
                  </a:lnTo>
                  <a:lnTo>
                    <a:pt x="26914" y="2180"/>
                  </a:lnTo>
                  <a:lnTo>
                    <a:pt x="21565" y="1396"/>
                  </a:lnTo>
                  <a:lnTo>
                    <a:pt x="16193" y="786"/>
                  </a:lnTo>
                  <a:lnTo>
                    <a:pt x="10805" y="349"/>
                  </a:lnTo>
                  <a:lnTo>
                    <a:pt x="540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49" y="3707720"/>
              <a:ext cx="206765" cy="334313"/>
            </a:xfrm>
            <a:custGeom>
              <a:avLst/>
              <a:pathLst>
                <a:path w="206765" h="334313">
                  <a:moveTo>
                    <a:pt x="167162" y="0"/>
                  </a:moveTo>
                  <a:lnTo>
                    <a:pt x="161831" y="85"/>
                  </a:lnTo>
                  <a:lnTo>
                    <a:pt x="156506" y="339"/>
                  </a:lnTo>
                  <a:lnTo>
                    <a:pt x="151191" y="764"/>
                  </a:lnTo>
                  <a:lnTo>
                    <a:pt x="145893" y="1358"/>
                  </a:lnTo>
                  <a:lnTo>
                    <a:pt x="140616" y="2121"/>
                  </a:lnTo>
                  <a:lnTo>
                    <a:pt x="135367" y="3051"/>
                  </a:lnTo>
                  <a:lnTo>
                    <a:pt x="130149" y="4148"/>
                  </a:lnTo>
                  <a:lnTo>
                    <a:pt x="124970" y="5412"/>
                  </a:lnTo>
                  <a:lnTo>
                    <a:pt x="119833" y="6839"/>
                  </a:lnTo>
                  <a:lnTo>
                    <a:pt x="114744" y="8430"/>
                  </a:lnTo>
                  <a:lnTo>
                    <a:pt x="109709" y="10182"/>
                  </a:lnTo>
                  <a:lnTo>
                    <a:pt x="104732" y="12094"/>
                  </a:lnTo>
                  <a:lnTo>
                    <a:pt x="99819" y="14164"/>
                  </a:lnTo>
                  <a:lnTo>
                    <a:pt x="94974" y="16389"/>
                  </a:lnTo>
                  <a:lnTo>
                    <a:pt x="90203" y="18768"/>
                  </a:lnTo>
                  <a:lnTo>
                    <a:pt x="85510" y="21297"/>
                  </a:lnTo>
                  <a:lnTo>
                    <a:pt x="80900" y="23975"/>
                  </a:lnTo>
                  <a:lnTo>
                    <a:pt x="76377" y="26799"/>
                  </a:lnTo>
                  <a:lnTo>
                    <a:pt x="71947" y="29765"/>
                  </a:lnTo>
                  <a:lnTo>
                    <a:pt x="67614" y="32871"/>
                  </a:lnTo>
                  <a:lnTo>
                    <a:pt x="63382" y="36114"/>
                  </a:lnTo>
                  <a:lnTo>
                    <a:pt x="59256" y="39490"/>
                  </a:lnTo>
                  <a:lnTo>
                    <a:pt x="55239" y="42996"/>
                  </a:lnTo>
                  <a:lnTo>
                    <a:pt x="51337" y="46628"/>
                  </a:lnTo>
                  <a:lnTo>
                    <a:pt x="47552" y="50383"/>
                  </a:lnTo>
                  <a:lnTo>
                    <a:pt x="43889" y="54257"/>
                  </a:lnTo>
                  <a:lnTo>
                    <a:pt x="40351" y="58245"/>
                  </a:lnTo>
                  <a:lnTo>
                    <a:pt x="36942" y="62344"/>
                  </a:lnTo>
                  <a:lnTo>
                    <a:pt x="33665" y="66550"/>
                  </a:lnTo>
                  <a:lnTo>
                    <a:pt x="30525" y="70858"/>
                  </a:lnTo>
                  <a:lnTo>
                    <a:pt x="27523" y="75265"/>
                  </a:lnTo>
                  <a:lnTo>
                    <a:pt x="24663" y="79764"/>
                  </a:lnTo>
                  <a:lnTo>
                    <a:pt x="21949" y="84353"/>
                  </a:lnTo>
                  <a:lnTo>
                    <a:pt x="19382" y="89025"/>
                  </a:lnTo>
                  <a:lnTo>
                    <a:pt x="16965" y="93778"/>
                  </a:lnTo>
                  <a:lnTo>
                    <a:pt x="14701" y="98605"/>
                  </a:lnTo>
                  <a:lnTo>
                    <a:pt x="12592" y="103501"/>
                  </a:lnTo>
                  <a:lnTo>
                    <a:pt x="10641" y="108463"/>
                  </a:lnTo>
                  <a:lnTo>
                    <a:pt x="8848" y="113484"/>
                  </a:lnTo>
                  <a:lnTo>
                    <a:pt x="7217" y="118559"/>
                  </a:lnTo>
                  <a:lnTo>
                    <a:pt x="5748" y="123685"/>
                  </a:lnTo>
                  <a:lnTo>
                    <a:pt x="4444" y="128854"/>
                  </a:lnTo>
                  <a:lnTo>
                    <a:pt x="3305" y="134062"/>
                  </a:lnTo>
                  <a:lnTo>
                    <a:pt x="2333" y="139304"/>
                  </a:lnTo>
                  <a:lnTo>
                    <a:pt x="1528" y="144575"/>
                  </a:lnTo>
                  <a:lnTo>
                    <a:pt x="892" y="149868"/>
                  </a:lnTo>
                  <a:lnTo>
                    <a:pt x="425" y="155179"/>
                  </a:lnTo>
                  <a:lnTo>
                    <a:pt x="127" y="160502"/>
                  </a:lnTo>
                  <a:lnTo>
                    <a:pt x="0" y="165832"/>
                  </a:lnTo>
                  <a:lnTo>
                    <a:pt x="42" y="171163"/>
                  </a:lnTo>
                  <a:lnTo>
                    <a:pt x="254" y="176490"/>
                  </a:lnTo>
                  <a:lnTo>
                    <a:pt x="637" y="181808"/>
                  </a:lnTo>
                  <a:lnTo>
                    <a:pt x="1188" y="187111"/>
                  </a:lnTo>
                  <a:lnTo>
                    <a:pt x="1909" y="192393"/>
                  </a:lnTo>
                  <a:lnTo>
                    <a:pt x="2797" y="197650"/>
                  </a:lnTo>
                  <a:lnTo>
                    <a:pt x="3853" y="202876"/>
                  </a:lnTo>
                  <a:lnTo>
                    <a:pt x="5074" y="208066"/>
                  </a:lnTo>
                  <a:lnTo>
                    <a:pt x="6461" y="213214"/>
                  </a:lnTo>
                  <a:lnTo>
                    <a:pt x="8011" y="218315"/>
                  </a:lnTo>
                  <a:lnTo>
                    <a:pt x="9723" y="223364"/>
                  </a:lnTo>
                  <a:lnTo>
                    <a:pt x="11595" y="228356"/>
                  </a:lnTo>
                  <a:lnTo>
                    <a:pt x="13626" y="233285"/>
                  </a:lnTo>
                  <a:lnTo>
                    <a:pt x="15812" y="238148"/>
                  </a:lnTo>
                  <a:lnTo>
                    <a:pt x="18153" y="242938"/>
                  </a:lnTo>
                  <a:lnTo>
                    <a:pt x="20645" y="247651"/>
                  </a:lnTo>
                  <a:lnTo>
                    <a:pt x="23286" y="252283"/>
                  </a:lnTo>
                  <a:lnTo>
                    <a:pt x="26073" y="256827"/>
                  </a:lnTo>
                  <a:lnTo>
                    <a:pt x="29004" y="261281"/>
                  </a:lnTo>
                  <a:lnTo>
                    <a:pt x="32075" y="265639"/>
                  </a:lnTo>
                  <a:lnTo>
                    <a:pt x="35284" y="269896"/>
                  </a:lnTo>
                  <a:lnTo>
                    <a:pt x="38627" y="274049"/>
                  </a:lnTo>
                  <a:lnTo>
                    <a:pt x="42101" y="278094"/>
                  </a:lnTo>
                  <a:lnTo>
                    <a:pt x="45702" y="282025"/>
                  </a:lnTo>
                  <a:lnTo>
                    <a:pt x="49426" y="285840"/>
                  </a:lnTo>
                  <a:lnTo>
                    <a:pt x="53271" y="289534"/>
                  </a:lnTo>
                  <a:lnTo>
                    <a:pt x="57231" y="293104"/>
                  </a:lnTo>
                  <a:lnTo>
                    <a:pt x="61302" y="296545"/>
                  </a:lnTo>
                  <a:lnTo>
                    <a:pt x="65482" y="299855"/>
                  </a:lnTo>
                  <a:lnTo>
                    <a:pt x="69765" y="303030"/>
                  </a:lnTo>
                  <a:lnTo>
                    <a:pt x="74147" y="306067"/>
                  </a:lnTo>
                  <a:lnTo>
                    <a:pt x="78624" y="308963"/>
                  </a:lnTo>
                  <a:lnTo>
                    <a:pt x="83190" y="311714"/>
                  </a:lnTo>
                  <a:lnTo>
                    <a:pt x="87842" y="314318"/>
                  </a:lnTo>
                  <a:lnTo>
                    <a:pt x="92575" y="316773"/>
                  </a:lnTo>
                  <a:lnTo>
                    <a:pt x="97384" y="319075"/>
                  </a:lnTo>
                  <a:lnTo>
                    <a:pt x="102264" y="321223"/>
                  </a:lnTo>
                  <a:lnTo>
                    <a:pt x="107209" y="323214"/>
                  </a:lnTo>
                  <a:lnTo>
                    <a:pt x="112216" y="325046"/>
                  </a:lnTo>
                  <a:lnTo>
                    <a:pt x="117278" y="326718"/>
                  </a:lnTo>
                  <a:lnTo>
                    <a:pt x="122392" y="328228"/>
                  </a:lnTo>
                  <a:lnTo>
                    <a:pt x="127550" y="329574"/>
                  </a:lnTo>
                  <a:lnTo>
                    <a:pt x="132749" y="330754"/>
                  </a:lnTo>
                  <a:lnTo>
                    <a:pt x="137984" y="331768"/>
                  </a:lnTo>
                  <a:lnTo>
                    <a:pt x="143247" y="332615"/>
                  </a:lnTo>
                  <a:lnTo>
                    <a:pt x="148535" y="333293"/>
                  </a:lnTo>
                  <a:lnTo>
                    <a:pt x="153842" y="333803"/>
                  </a:lnTo>
                  <a:lnTo>
                    <a:pt x="159163" y="334143"/>
                  </a:lnTo>
                  <a:lnTo>
                    <a:pt x="164492" y="334313"/>
                  </a:lnTo>
                  <a:lnTo>
                    <a:pt x="169823" y="334313"/>
                  </a:lnTo>
                  <a:lnTo>
                    <a:pt x="175152" y="334143"/>
                  </a:lnTo>
                  <a:lnTo>
                    <a:pt x="180472" y="333804"/>
                  </a:lnTo>
                  <a:lnTo>
                    <a:pt x="185779" y="333294"/>
                  </a:lnTo>
                  <a:lnTo>
                    <a:pt x="191068" y="332616"/>
                  </a:lnTo>
                  <a:lnTo>
                    <a:pt x="196331" y="331770"/>
                  </a:lnTo>
                  <a:lnTo>
                    <a:pt x="201565" y="330756"/>
                  </a:lnTo>
                  <a:lnTo>
                    <a:pt x="206765" y="32957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10840"/>
              <a:ext cx="167163" cy="326456"/>
            </a:xfrm>
            <a:custGeom>
              <a:avLst/>
              <a:pathLst>
                <a:path w="167163" h="326456">
                  <a:moveTo>
                    <a:pt x="39603" y="326456"/>
                  </a:moveTo>
                  <a:lnTo>
                    <a:pt x="44757" y="325112"/>
                  </a:lnTo>
                  <a:lnTo>
                    <a:pt x="49867" y="323604"/>
                  </a:lnTo>
                  <a:lnTo>
                    <a:pt x="54926" y="321934"/>
                  </a:lnTo>
                  <a:lnTo>
                    <a:pt x="59929" y="320103"/>
                  </a:lnTo>
                  <a:lnTo>
                    <a:pt x="64871" y="318114"/>
                  </a:lnTo>
                  <a:lnTo>
                    <a:pt x="69747" y="315969"/>
                  </a:lnTo>
                  <a:lnTo>
                    <a:pt x="74553" y="313669"/>
                  </a:lnTo>
                  <a:lnTo>
                    <a:pt x="79282" y="311218"/>
                  </a:lnTo>
                  <a:lnTo>
                    <a:pt x="83932" y="308617"/>
                  </a:lnTo>
                  <a:lnTo>
                    <a:pt x="88496" y="305869"/>
                  </a:lnTo>
                  <a:lnTo>
                    <a:pt x="92970" y="302977"/>
                  </a:lnTo>
                  <a:lnTo>
                    <a:pt x="97349" y="299944"/>
                  </a:lnTo>
                  <a:lnTo>
                    <a:pt x="101630" y="296773"/>
                  </a:lnTo>
                  <a:lnTo>
                    <a:pt x="105808" y="293467"/>
                  </a:lnTo>
                  <a:lnTo>
                    <a:pt x="109878" y="290030"/>
                  </a:lnTo>
                  <a:lnTo>
                    <a:pt x="113836" y="286465"/>
                  </a:lnTo>
                  <a:lnTo>
                    <a:pt x="117679" y="282776"/>
                  </a:lnTo>
                  <a:lnTo>
                    <a:pt x="121403" y="278965"/>
                  </a:lnTo>
                  <a:lnTo>
                    <a:pt x="125003" y="275039"/>
                  </a:lnTo>
                  <a:lnTo>
                    <a:pt x="128476" y="270999"/>
                  </a:lnTo>
                  <a:lnTo>
                    <a:pt x="131819" y="266851"/>
                  </a:lnTo>
                  <a:lnTo>
                    <a:pt x="135028" y="262599"/>
                  </a:lnTo>
                  <a:lnTo>
                    <a:pt x="138099" y="258246"/>
                  </a:lnTo>
                  <a:lnTo>
                    <a:pt x="141031" y="253798"/>
                  </a:lnTo>
                  <a:lnTo>
                    <a:pt x="143819" y="249258"/>
                  </a:lnTo>
                  <a:lnTo>
                    <a:pt x="146461" y="244632"/>
                  </a:lnTo>
                  <a:lnTo>
                    <a:pt x="148955" y="239924"/>
                  </a:lnTo>
                  <a:lnTo>
                    <a:pt x="151297" y="235140"/>
                  </a:lnTo>
                  <a:lnTo>
                    <a:pt x="153485" y="230283"/>
                  </a:lnTo>
                  <a:lnTo>
                    <a:pt x="155518" y="225358"/>
                  </a:lnTo>
                  <a:lnTo>
                    <a:pt x="157392" y="220372"/>
                  </a:lnTo>
                  <a:lnTo>
                    <a:pt x="159107" y="215328"/>
                  </a:lnTo>
                  <a:lnTo>
                    <a:pt x="160660" y="210232"/>
                  </a:lnTo>
                  <a:lnTo>
                    <a:pt x="162051" y="205089"/>
                  </a:lnTo>
                  <a:lnTo>
                    <a:pt x="163276" y="199905"/>
                  </a:lnTo>
                  <a:lnTo>
                    <a:pt x="164336" y="194684"/>
                  </a:lnTo>
                  <a:lnTo>
                    <a:pt x="165228" y="189432"/>
                  </a:lnTo>
                  <a:lnTo>
                    <a:pt x="165953" y="184154"/>
                  </a:lnTo>
                  <a:lnTo>
                    <a:pt x="166510" y="178856"/>
                  </a:lnTo>
                  <a:lnTo>
                    <a:pt x="166897" y="173543"/>
                  </a:lnTo>
                  <a:lnTo>
                    <a:pt x="167115" y="168220"/>
                  </a:lnTo>
                  <a:lnTo>
                    <a:pt x="167163" y="162892"/>
                  </a:lnTo>
                  <a:lnTo>
                    <a:pt x="167041" y="157567"/>
                  </a:lnTo>
                  <a:lnTo>
                    <a:pt x="166750" y="152247"/>
                  </a:lnTo>
                  <a:lnTo>
                    <a:pt x="166289" y="146940"/>
                  </a:lnTo>
                  <a:lnTo>
                    <a:pt x="165660" y="141650"/>
                  </a:lnTo>
                  <a:lnTo>
                    <a:pt x="164862" y="136383"/>
                  </a:lnTo>
                  <a:lnTo>
                    <a:pt x="163897" y="131143"/>
                  </a:lnTo>
                  <a:lnTo>
                    <a:pt x="162765" y="125938"/>
                  </a:lnTo>
                  <a:lnTo>
                    <a:pt x="161468" y="120771"/>
                  </a:lnTo>
                  <a:lnTo>
                    <a:pt x="160007" y="115647"/>
                  </a:lnTo>
                  <a:lnTo>
                    <a:pt x="158384" y="110574"/>
                  </a:lnTo>
                  <a:lnTo>
                    <a:pt x="156599" y="105554"/>
                  </a:lnTo>
                  <a:lnTo>
                    <a:pt x="154656" y="100594"/>
                  </a:lnTo>
                  <a:lnTo>
                    <a:pt x="152555" y="95698"/>
                  </a:lnTo>
                  <a:lnTo>
                    <a:pt x="150300" y="90872"/>
                  </a:lnTo>
                  <a:lnTo>
                    <a:pt x="147892" y="86119"/>
                  </a:lnTo>
                  <a:lnTo>
                    <a:pt x="145334" y="81447"/>
                  </a:lnTo>
                  <a:lnTo>
                    <a:pt x="142628" y="76858"/>
                  </a:lnTo>
                  <a:lnTo>
                    <a:pt x="139777" y="72357"/>
                  </a:lnTo>
                  <a:lnTo>
                    <a:pt x="136785" y="67950"/>
                  </a:lnTo>
                  <a:lnTo>
                    <a:pt x="133653" y="63640"/>
                  </a:lnTo>
                  <a:lnTo>
                    <a:pt x="130386" y="59432"/>
                  </a:lnTo>
                  <a:lnTo>
                    <a:pt x="126986" y="55331"/>
                  </a:lnTo>
                  <a:lnTo>
                    <a:pt x="123458" y="51339"/>
                  </a:lnTo>
                  <a:lnTo>
                    <a:pt x="119804" y="47463"/>
                  </a:lnTo>
                  <a:lnTo>
                    <a:pt x="116028" y="43705"/>
                  </a:lnTo>
                  <a:lnTo>
                    <a:pt x="112134" y="40069"/>
                  </a:lnTo>
                  <a:lnTo>
                    <a:pt x="108127" y="36558"/>
                  </a:lnTo>
                  <a:lnTo>
                    <a:pt x="104010" y="33178"/>
                  </a:lnTo>
                  <a:lnTo>
                    <a:pt x="99787" y="29930"/>
                  </a:lnTo>
                  <a:lnTo>
                    <a:pt x="95463" y="26818"/>
                  </a:lnTo>
                  <a:lnTo>
                    <a:pt x="91041" y="23846"/>
                  </a:lnTo>
                  <a:lnTo>
                    <a:pt x="86528" y="21016"/>
                  </a:lnTo>
                  <a:lnTo>
                    <a:pt x="81926" y="18332"/>
                  </a:lnTo>
                  <a:lnTo>
                    <a:pt x="77242" y="15795"/>
                  </a:lnTo>
                  <a:lnTo>
                    <a:pt x="72478" y="13409"/>
                  </a:lnTo>
                  <a:lnTo>
                    <a:pt x="67642" y="11176"/>
                  </a:lnTo>
                  <a:lnTo>
                    <a:pt x="62736" y="9099"/>
                  </a:lnTo>
                  <a:lnTo>
                    <a:pt x="57767" y="7178"/>
                  </a:lnTo>
                  <a:lnTo>
                    <a:pt x="52739" y="5417"/>
                  </a:lnTo>
                  <a:lnTo>
                    <a:pt x="47658" y="3817"/>
                  </a:lnTo>
                  <a:lnTo>
                    <a:pt x="42528" y="2380"/>
                  </a:lnTo>
                  <a:lnTo>
                    <a:pt x="37355" y="1107"/>
                  </a:lnTo>
                  <a:lnTo>
                    <a:pt x="32144" y="0"/>
                  </a:lnTo>
                  <a:lnTo>
                    <a:pt x="0" y="1640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32144" cy="167167"/>
            </a:xfrm>
            <a:custGeom>
              <a:avLst/>
              <a:pathLst>
                <a:path w="32144" h="167167">
                  <a:moveTo>
                    <a:pt x="32144" y="3119"/>
                  </a:move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2025-06-06T06:16:04Z</dcterms:modified>
  <cp:category/>
</cp:coreProperties>
</file>