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099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683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232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638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66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633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128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07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2826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719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609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819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034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324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315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408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643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287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63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64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61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68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189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639" y="3170392"/>
              <a:ext cx="2139" cy="167167"/>
            </a:xfrm>
            <a:custGeom>
              <a:avLst/>
              <a:pathLst>
                <a:path w="2139" h="167167">
                  <a:moveTo>
                    <a:pt x="2139" y="0"/>
                  </a:moveTo>
                  <a:lnTo>
                    <a:pt x="0" y="13"/>
                  </a:lnTo>
                  <a:lnTo>
                    <a:pt x="213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639" y="3170406"/>
              <a:ext cx="2139" cy="167153"/>
            </a:xfrm>
            <a:custGeom>
              <a:avLst/>
              <a:pathLst>
                <a:path w="2139" h="167153">
                  <a:moveTo>
                    <a:pt x="0" y="0"/>
                  </a:moveTo>
                  <a:lnTo>
                    <a:pt x="2139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16613" y="3170406"/>
              <a:ext cx="334329" cy="334312"/>
            </a:xfrm>
            <a:custGeom>
              <a:avLst/>
              <a:pathLst>
                <a:path w="334329" h="334312">
                  <a:moveTo>
                    <a:pt x="165026" y="0"/>
                  </a:moveTo>
                  <a:lnTo>
                    <a:pt x="159727" y="151"/>
                  </a:lnTo>
                  <a:lnTo>
                    <a:pt x="154437" y="471"/>
                  </a:lnTo>
                  <a:lnTo>
                    <a:pt x="149159" y="958"/>
                  </a:lnTo>
                  <a:lnTo>
                    <a:pt x="143899" y="1613"/>
                  </a:lnTo>
                  <a:lnTo>
                    <a:pt x="138662" y="2434"/>
                  </a:lnTo>
                  <a:lnTo>
                    <a:pt x="133454" y="3420"/>
                  </a:lnTo>
                  <a:lnTo>
                    <a:pt x="128280" y="4571"/>
                  </a:lnTo>
                  <a:lnTo>
                    <a:pt x="123146" y="5886"/>
                  </a:lnTo>
                  <a:lnTo>
                    <a:pt x="118055" y="7362"/>
                  </a:lnTo>
                  <a:lnTo>
                    <a:pt x="113014" y="9000"/>
                  </a:lnTo>
                  <a:lnTo>
                    <a:pt x="108027" y="10796"/>
                  </a:lnTo>
                  <a:lnTo>
                    <a:pt x="103100" y="12749"/>
                  </a:lnTo>
                  <a:lnTo>
                    <a:pt x="98237" y="14858"/>
                  </a:lnTo>
                  <a:lnTo>
                    <a:pt x="93443" y="17120"/>
                  </a:lnTo>
                  <a:lnTo>
                    <a:pt x="88724" y="19533"/>
                  </a:lnTo>
                  <a:lnTo>
                    <a:pt x="84083" y="22094"/>
                  </a:lnTo>
                  <a:lnTo>
                    <a:pt x="79526" y="24801"/>
                  </a:lnTo>
                  <a:lnTo>
                    <a:pt x="75057" y="27651"/>
                  </a:lnTo>
                  <a:lnTo>
                    <a:pt x="70680" y="30641"/>
                  </a:lnTo>
                  <a:lnTo>
                    <a:pt x="66401" y="33768"/>
                  </a:lnTo>
                  <a:lnTo>
                    <a:pt x="62223" y="37030"/>
                  </a:lnTo>
                  <a:lnTo>
                    <a:pt x="58150" y="40423"/>
                  </a:lnTo>
                  <a:lnTo>
                    <a:pt x="54187" y="43942"/>
                  </a:lnTo>
                  <a:lnTo>
                    <a:pt x="50338" y="47586"/>
                  </a:lnTo>
                  <a:lnTo>
                    <a:pt x="46606" y="51350"/>
                  </a:lnTo>
                  <a:lnTo>
                    <a:pt x="42995" y="55230"/>
                  </a:lnTo>
                  <a:lnTo>
                    <a:pt x="39509" y="59223"/>
                  </a:lnTo>
                  <a:lnTo>
                    <a:pt x="36152" y="63325"/>
                  </a:lnTo>
                  <a:lnTo>
                    <a:pt x="32926" y="67530"/>
                  </a:lnTo>
                  <a:lnTo>
                    <a:pt x="29835" y="71836"/>
                  </a:lnTo>
                  <a:lnTo>
                    <a:pt x="26882" y="76238"/>
                  </a:lnTo>
                  <a:lnTo>
                    <a:pt x="24070" y="80731"/>
                  </a:lnTo>
                  <a:lnTo>
                    <a:pt x="21402" y="85311"/>
                  </a:lnTo>
                  <a:lnTo>
                    <a:pt x="18881" y="89974"/>
                  </a:lnTo>
                  <a:lnTo>
                    <a:pt x="16509" y="94714"/>
                  </a:lnTo>
                  <a:lnTo>
                    <a:pt x="14288" y="99526"/>
                  </a:lnTo>
                  <a:lnTo>
                    <a:pt x="12221" y="104407"/>
                  </a:lnTo>
                  <a:lnTo>
                    <a:pt x="10309" y="109351"/>
                  </a:lnTo>
                  <a:lnTo>
                    <a:pt x="8556" y="114353"/>
                  </a:lnTo>
                  <a:lnTo>
                    <a:pt x="6961" y="119408"/>
                  </a:lnTo>
                  <a:lnTo>
                    <a:pt x="5528" y="124511"/>
                  </a:lnTo>
                  <a:lnTo>
                    <a:pt x="4258" y="129657"/>
                  </a:lnTo>
                  <a:lnTo>
                    <a:pt x="3151" y="134840"/>
                  </a:lnTo>
                  <a:lnTo>
                    <a:pt x="2209" y="140056"/>
                  </a:lnTo>
                  <a:lnTo>
                    <a:pt x="1433" y="145300"/>
                  </a:lnTo>
                  <a:lnTo>
                    <a:pt x="823" y="150565"/>
                  </a:lnTo>
                  <a:lnTo>
                    <a:pt x="381" y="155847"/>
                  </a:lnTo>
                  <a:lnTo>
                    <a:pt x="106" y="161140"/>
                  </a:lnTo>
                  <a:lnTo>
                    <a:pt x="0" y="166440"/>
                  </a:lnTo>
                  <a:lnTo>
                    <a:pt x="61" y="171740"/>
                  </a:lnTo>
                  <a:lnTo>
                    <a:pt x="290" y="177035"/>
                  </a:lnTo>
                  <a:lnTo>
                    <a:pt x="687" y="182321"/>
                  </a:lnTo>
                  <a:lnTo>
                    <a:pt x="1252" y="187591"/>
                  </a:lnTo>
                  <a:lnTo>
                    <a:pt x="1983" y="192841"/>
                  </a:lnTo>
                  <a:lnTo>
                    <a:pt x="2881" y="198065"/>
                  </a:lnTo>
                  <a:lnTo>
                    <a:pt x="3943" y="203257"/>
                  </a:lnTo>
                  <a:lnTo>
                    <a:pt x="5170" y="208414"/>
                  </a:lnTo>
                  <a:lnTo>
                    <a:pt x="6560" y="213529"/>
                  </a:lnTo>
                  <a:lnTo>
                    <a:pt x="8111" y="218598"/>
                  </a:lnTo>
                  <a:lnTo>
                    <a:pt x="9821" y="223614"/>
                  </a:lnTo>
                  <a:lnTo>
                    <a:pt x="11691" y="228574"/>
                  </a:lnTo>
                  <a:lnTo>
                    <a:pt x="13716" y="233472"/>
                  </a:lnTo>
                  <a:lnTo>
                    <a:pt x="15896" y="238304"/>
                  </a:lnTo>
                  <a:lnTo>
                    <a:pt x="18227" y="243064"/>
                  </a:lnTo>
                  <a:lnTo>
                    <a:pt x="20709" y="247748"/>
                  </a:lnTo>
                  <a:lnTo>
                    <a:pt x="23338" y="252350"/>
                  </a:lnTo>
                  <a:lnTo>
                    <a:pt x="26111" y="256867"/>
                  </a:lnTo>
                  <a:lnTo>
                    <a:pt x="29026" y="261294"/>
                  </a:lnTo>
                  <a:lnTo>
                    <a:pt x="32080" y="265626"/>
                  </a:lnTo>
                  <a:lnTo>
                    <a:pt x="35270" y="269859"/>
                  </a:lnTo>
                  <a:lnTo>
                    <a:pt x="38592" y="273989"/>
                  </a:lnTo>
                  <a:lnTo>
                    <a:pt x="42044" y="278012"/>
                  </a:lnTo>
                  <a:lnTo>
                    <a:pt x="45622" y="281923"/>
                  </a:lnTo>
                  <a:lnTo>
                    <a:pt x="49321" y="285719"/>
                  </a:lnTo>
                  <a:lnTo>
                    <a:pt x="53139" y="289395"/>
                  </a:lnTo>
                  <a:lnTo>
                    <a:pt x="57072" y="292949"/>
                  </a:lnTo>
                  <a:lnTo>
                    <a:pt x="61116" y="296376"/>
                  </a:lnTo>
                  <a:lnTo>
                    <a:pt x="65266" y="299673"/>
                  </a:lnTo>
                  <a:lnTo>
                    <a:pt x="69518" y="302837"/>
                  </a:lnTo>
                  <a:lnTo>
                    <a:pt x="73869" y="305864"/>
                  </a:lnTo>
                  <a:lnTo>
                    <a:pt x="78314" y="308752"/>
                  </a:lnTo>
                  <a:lnTo>
                    <a:pt x="82847" y="311498"/>
                  </a:lnTo>
                  <a:lnTo>
                    <a:pt x="87466" y="314099"/>
                  </a:lnTo>
                  <a:lnTo>
                    <a:pt x="92165" y="316552"/>
                  </a:lnTo>
                  <a:lnTo>
                    <a:pt x="96939" y="318854"/>
                  </a:lnTo>
                  <a:lnTo>
                    <a:pt x="101784" y="321004"/>
                  </a:lnTo>
                  <a:lnTo>
                    <a:pt x="106694" y="323000"/>
                  </a:lnTo>
                  <a:lnTo>
                    <a:pt x="111665" y="324839"/>
                  </a:lnTo>
                  <a:lnTo>
                    <a:pt x="116692" y="326519"/>
                  </a:lnTo>
                  <a:lnTo>
                    <a:pt x="121770" y="328039"/>
                  </a:lnTo>
                  <a:lnTo>
                    <a:pt x="126894" y="329397"/>
                  </a:lnTo>
                  <a:lnTo>
                    <a:pt x="132058" y="330593"/>
                  </a:lnTo>
                  <a:lnTo>
                    <a:pt x="137257" y="331623"/>
                  </a:lnTo>
                  <a:lnTo>
                    <a:pt x="142486" y="332489"/>
                  </a:lnTo>
                  <a:lnTo>
                    <a:pt x="147740" y="333188"/>
                  </a:lnTo>
                  <a:lnTo>
                    <a:pt x="153014" y="333721"/>
                  </a:lnTo>
                  <a:lnTo>
                    <a:pt x="158302" y="334086"/>
                  </a:lnTo>
                  <a:lnTo>
                    <a:pt x="163599" y="334283"/>
                  </a:lnTo>
                  <a:lnTo>
                    <a:pt x="168899" y="334312"/>
                  </a:lnTo>
                  <a:lnTo>
                    <a:pt x="174198" y="334173"/>
                  </a:lnTo>
                  <a:lnTo>
                    <a:pt x="179489" y="333866"/>
                  </a:lnTo>
                  <a:lnTo>
                    <a:pt x="184768" y="333391"/>
                  </a:lnTo>
                  <a:lnTo>
                    <a:pt x="190030" y="332750"/>
                  </a:lnTo>
                  <a:lnTo>
                    <a:pt x="195268" y="331942"/>
                  </a:lnTo>
                  <a:lnTo>
                    <a:pt x="200478" y="330968"/>
                  </a:lnTo>
                  <a:lnTo>
                    <a:pt x="205655" y="329829"/>
                  </a:lnTo>
                  <a:lnTo>
                    <a:pt x="210793" y="328527"/>
                  </a:lnTo>
                  <a:lnTo>
                    <a:pt x="215887" y="327063"/>
                  </a:lnTo>
                  <a:lnTo>
                    <a:pt x="220933" y="325438"/>
                  </a:lnTo>
                  <a:lnTo>
                    <a:pt x="225924" y="323654"/>
                  </a:lnTo>
                  <a:lnTo>
                    <a:pt x="230856" y="321712"/>
                  </a:lnTo>
                  <a:lnTo>
                    <a:pt x="235724" y="319615"/>
                  </a:lnTo>
                  <a:lnTo>
                    <a:pt x="240523" y="317365"/>
                  </a:lnTo>
                  <a:lnTo>
                    <a:pt x="245248" y="314964"/>
                  </a:lnTo>
                  <a:lnTo>
                    <a:pt x="249895" y="312414"/>
                  </a:lnTo>
                  <a:lnTo>
                    <a:pt x="254459" y="309718"/>
                  </a:lnTo>
                  <a:lnTo>
                    <a:pt x="258935" y="306879"/>
                  </a:lnTo>
                  <a:lnTo>
                    <a:pt x="263318" y="303900"/>
                  </a:lnTo>
                  <a:lnTo>
                    <a:pt x="267605" y="300782"/>
                  </a:lnTo>
                  <a:lnTo>
                    <a:pt x="271791" y="297531"/>
                  </a:lnTo>
                  <a:lnTo>
                    <a:pt x="275872" y="294148"/>
                  </a:lnTo>
                  <a:lnTo>
                    <a:pt x="279844" y="290638"/>
                  </a:lnTo>
                  <a:lnTo>
                    <a:pt x="283702" y="287004"/>
                  </a:lnTo>
                  <a:lnTo>
                    <a:pt x="287443" y="283249"/>
                  </a:lnTo>
                  <a:lnTo>
                    <a:pt x="291063" y="279377"/>
                  </a:lnTo>
                  <a:lnTo>
                    <a:pt x="294559" y="275393"/>
                  </a:lnTo>
                  <a:lnTo>
                    <a:pt x="297926" y="271300"/>
                  </a:lnTo>
                  <a:lnTo>
                    <a:pt x="301162" y="267102"/>
                  </a:lnTo>
                  <a:lnTo>
                    <a:pt x="304264" y="262804"/>
                  </a:lnTo>
                  <a:lnTo>
                    <a:pt x="307227" y="258409"/>
                  </a:lnTo>
                  <a:lnTo>
                    <a:pt x="310050" y="253923"/>
                  </a:lnTo>
                  <a:lnTo>
                    <a:pt x="312729" y="249349"/>
                  </a:lnTo>
                  <a:lnTo>
                    <a:pt x="315262" y="244693"/>
                  </a:lnTo>
                  <a:lnTo>
                    <a:pt x="317646" y="239959"/>
                  </a:lnTo>
                  <a:lnTo>
                    <a:pt x="319878" y="235151"/>
                  </a:lnTo>
                  <a:lnTo>
                    <a:pt x="321957" y="230276"/>
                  </a:lnTo>
                  <a:lnTo>
                    <a:pt x="323881" y="225337"/>
                  </a:lnTo>
                  <a:lnTo>
                    <a:pt x="325646" y="220339"/>
                  </a:lnTo>
                  <a:lnTo>
                    <a:pt x="327253" y="215288"/>
                  </a:lnTo>
                  <a:lnTo>
                    <a:pt x="328698" y="210188"/>
                  </a:lnTo>
                  <a:lnTo>
                    <a:pt x="329982" y="205046"/>
                  </a:lnTo>
                  <a:lnTo>
                    <a:pt x="331101" y="199865"/>
                  </a:lnTo>
                  <a:lnTo>
                    <a:pt x="332056" y="194651"/>
                  </a:lnTo>
                  <a:lnTo>
                    <a:pt x="332845" y="189410"/>
                  </a:lnTo>
                  <a:lnTo>
                    <a:pt x="333467" y="184146"/>
                  </a:lnTo>
                  <a:lnTo>
                    <a:pt x="333922" y="178865"/>
                  </a:lnTo>
                  <a:lnTo>
                    <a:pt x="334210" y="173572"/>
                  </a:lnTo>
                  <a:lnTo>
                    <a:pt x="334329" y="168273"/>
                  </a:lnTo>
                  <a:lnTo>
                    <a:pt x="334281" y="162973"/>
                  </a:lnTo>
                  <a:lnTo>
                    <a:pt x="334064" y="157677"/>
                  </a:lnTo>
                  <a:lnTo>
                    <a:pt x="333680" y="152390"/>
                  </a:lnTo>
                  <a:lnTo>
                    <a:pt x="333128" y="147119"/>
                  </a:lnTo>
                  <a:lnTo>
                    <a:pt x="332409" y="141867"/>
                  </a:lnTo>
                  <a:lnTo>
                    <a:pt x="331525" y="136641"/>
                  </a:lnTo>
                  <a:lnTo>
                    <a:pt x="330475" y="131446"/>
                  </a:lnTo>
                  <a:lnTo>
                    <a:pt x="329261" y="126286"/>
                  </a:lnTo>
                  <a:lnTo>
                    <a:pt x="327883" y="121168"/>
                  </a:lnTo>
                  <a:lnTo>
                    <a:pt x="326345" y="116096"/>
                  </a:lnTo>
                  <a:lnTo>
                    <a:pt x="324646" y="111075"/>
                  </a:lnTo>
                  <a:lnTo>
                    <a:pt x="322789" y="106110"/>
                  </a:lnTo>
                  <a:lnTo>
                    <a:pt x="320776" y="101207"/>
                  </a:lnTo>
                  <a:lnTo>
                    <a:pt x="318608" y="96370"/>
                  </a:lnTo>
                  <a:lnTo>
                    <a:pt x="316287" y="91605"/>
                  </a:lnTo>
                  <a:lnTo>
                    <a:pt x="313817" y="86915"/>
                  </a:lnTo>
                  <a:lnTo>
                    <a:pt x="311200" y="82306"/>
                  </a:lnTo>
                  <a:lnTo>
                    <a:pt x="308437" y="77782"/>
                  </a:lnTo>
                  <a:lnTo>
                    <a:pt x="305533" y="73348"/>
                  </a:lnTo>
                  <a:lnTo>
                    <a:pt x="302490" y="69009"/>
                  </a:lnTo>
                  <a:lnTo>
                    <a:pt x="299310" y="64768"/>
                  </a:lnTo>
                  <a:lnTo>
                    <a:pt x="295998" y="60630"/>
                  </a:lnTo>
                  <a:lnTo>
                    <a:pt x="292556" y="56599"/>
                  </a:lnTo>
                  <a:lnTo>
                    <a:pt x="288988" y="52679"/>
                  </a:lnTo>
                  <a:lnTo>
                    <a:pt x="285297" y="48875"/>
                  </a:lnTo>
                  <a:lnTo>
                    <a:pt x="281488" y="45189"/>
                  </a:lnTo>
                  <a:lnTo>
                    <a:pt x="277564" y="41626"/>
                  </a:lnTo>
                  <a:lnTo>
                    <a:pt x="273529" y="38189"/>
                  </a:lnTo>
                  <a:lnTo>
                    <a:pt x="269387" y="34882"/>
                  </a:lnTo>
                  <a:lnTo>
                    <a:pt x="265142" y="31707"/>
                  </a:lnTo>
                  <a:lnTo>
                    <a:pt x="260799" y="28669"/>
                  </a:lnTo>
                  <a:lnTo>
                    <a:pt x="256361" y="25770"/>
                  </a:lnTo>
                  <a:lnTo>
                    <a:pt x="251834" y="23014"/>
                  </a:lnTo>
                  <a:lnTo>
                    <a:pt x="247222" y="20402"/>
                  </a:lnTo>
                  <a:lnTo>
                    <a:pt x="242529" y="17938"/>
                  </a:lnTo>
                  <a:lnTo>
                    <a:pt x="237760" y="15623"/>
                  </a:lnTo>
                  <a:lnTo>
                    <a:pt x="232921" y="13461"/>
                  </a:lnTo>
                  <a:lnTo>
                    <a:pt x="228015" y="11454"/>
                  </a:lnTo>
                  <a:lnTo>
                    <a:pt x="223048" y="9603"/>
                  </a:lnTo>
                  <a:lnTo>
                    <a:pt x="218025" y="7911"/>
                  </a:lnTo>
                  <a:lnTo>
                    <a:pt x="212951" y="6378"/>
                  </a:lnTo>
                  <a:lnTo>
                    <a:pt x="207831" y="5007"/>
                  </a:lnTo>
                  <a:lnTo>
                    <a:pt x="202670" y="3800"/>
                  </a:lnTo>
                  <a:lnTo>
                    <a:pt x="197474" y="2756"/>
                  </a:lnTo>
                  <a:lnTo>
                    <a:pt x="192246" y="1878"/>
                  </a:lnTo>
                  <a:lnTo>
                    <a:pt x="186994" y="1166"/>
                  </a:lnTo>
                  <a:lnTo>
                    <a:pt x="181722" y="621"/>
                  </a:lnTo>
                  <a:lnTo>
                    <a:pt x="167165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3779" y="3170392"/>
              <a:ext cx="14556" cy="167167"/>
            </a:xfrm>
            <a:custGeom>
              <a:avLst/>
              <a:pathLst>
                <a:path w="14556" h="167167">
                  <a:moveTo>
                    <a:pt x="14556" y="63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1442" y="2633064"/>
              <a:ext cx="27569" cy="167167"/>
            </a:xfrm>
            <a:custGeom>
              <a:avLst/>
              <a:pathLst>
                <a:path w="27569" h="167167">
                  <a:moveTo>
                    <a:pt x="27569" y="0"/>
                  </a:moveTo>
                  <a:lnTo>
                    <a:pt x="20647" y="143"/>
                  </a:lnTo>
                  <a:lnTo>
                    <a:pt x="13737" y="573"/>
                  </a:lnTo>
                  <a:lnTo>
                    <a:pt x="6850" y="1288"/>
                  </a:lnTo>
                  <a:lnTo>
                    <a:pt x="0" y="2289"/>
                  </a:lnTo>
                  <a:lnTo>
                    <a:pt x="2756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1848" y="2635353"/>
              <a:ext cx="334328" cy="332037"/>
            </a:xfrm>
            <a:custGeom>
              <a:avLst/>
              <a:pathLst>
                <a:path w="334328" h="332037">
                  <a:moveTo>
                    <a:pt x="139593" y="0"/>
                  </a:moveTo>
                  <a:lnTo>
                    <a:pt x="134370" y="958"/>
                  </a:lnTo>
                  <a:lnTo>
                    <a:pt x="129181" y="2082"/>
                  </a:lnTo>
                  <a:lnTo>
                    <a:pt x="124029" y="3371"/>
                  </a:lnTo>
                  <a:lnTo>
                    <a:pt x="118922" y="4822"/>
                  </a:lnTo>
                  <a:lnTo>
                    <a:pt x="113862" y="6435"/>
                  </a:lnTo>
                  <a:lnTo>
                    <a:pt x="108857" y="8208"/>
                  </a:lnTo>
                  <a:lnTo>
                    <a:pt x="103911" y="10139"/>
                  </a:lnTo>
                  <a:lnTo>
                    <a:pt x="99028" y="12226"/>
                  </a:lnTo>
                  <a:lnTo>
                    <a:pt x="94214" y="14467"/>
                  </a:lnTo>
                  <a:lnTo>
                    <a:pt x="89474" y="16860"/>
                  </a:lnTo>
                  <a:lnTo>
                    <a:pt x="84812" y="19402"/>
                  </a:lnTo>
                  <a:lnTo>
                    <a:pt x="80233" y="22091"/>
                  </a:lnTo>
                  <a:lnTo>
                    <a:pt x="75742" y="24923"/>
                  </a:lnTo>
                  <a:lnTo>
                    <a:pt x="71343" y="27898"/>
                  </a:lnTo>
                  <a:lnTo>
                    <a:pt x="67041" y="31010"/>
                  </a:lnTo>
                  <a:lnTo>
                    <a:pt x="62839" y="34257"/>
                  </a:lnTo>
                  <a:lnTo>
                    <a:pt x="58744" y="37637"/>
                  </a:lnTo>
                  <a:lnTo>
                    <a:pt x="54757" y="41144"/>
                  </a:lnTo>
                  <a:lnTo>
                    <a:pt x="50884" y="44777"/>
                  </a:lnTo>
                  <a:lnTo>
                    <a:pt x="47128" y="48530"/>
                  </a:lnTo>
                  <a:lnTo>
                    <a:pt x="43493" y="52401"/>
                  </a:lnTo>
                  <a:lnTo>
                    <a:pt x="39983" y="56386"/>
                  </a:lnTo>
                  <a:lnTo>
                    <a:pt x="36602" y="60480"/>
                  </a:lnTo>
                  <a:lnTo>
                    <a:pt x="33352" y="64679"/>
                  </a:lnTo>
                  <a:lnTo>
                    <a:pt x="30237" y="68980"/>
                  </a:lnTo>
                  <a:lnTo>
                    <a:pt x="27260" y="73377"/>
                  </a:lnTo>
                  <a:lnTo>
                    <a:pt x="24425" y="77866"/>
                  </a:lnTo>
                  <a:lnTo>
                    <a:pt x="21733" y="82444"/>
                  </a:lnTo>
                  <a:lnTo>
                    <a:pt x="19189" y="87104"/>
                  </a:lnTo>
                  <a:lnTo>
                    <a:pt x="16793" y="91843"/>
                  </a:lnTo>
                  <a:lnTo>
                    <a:pt x="14549" y="96656"/>
                  </a:lnTo>
                  <a:lnTo>
                    <a:pt x="12460" y="101537"/>
                  </a:lnTo>
                  <a:lnTo>
                    <a:pt x="10526" y="106483"/>
                  </a:lnTo>
                  <a:lnTo>
                    <a:pt x="8750" y="111487"/>
                  </a:lnTo>
                  <a:lnTo>
                    <a:pt x="7135" y="116545"/>
                  </a:lnTo>
                  <a:lnTo>
                    <a:pt x="5680" y="121652"/>
                  </a:lnTo>
                  <a:lnTo>
                    <a:pt x="4389" y="126803"/>
                  </a:lnTo>
                  <a:lnTo>
                    <a:pt x="3262" y="131992"/>
                  </a:lnTo>
                  <a:lnTo>
                    <a:pt x="2300" y="137214"/>
                  </a:lnTo>
                  <a:lnTo>
                    <a:pt x="1504" y="142464"/>
                  </a:lnTo>
                  <a:lnTo>
                    <a:pt x="876" y="147737"/>
                  </a:lnTo>
                  <a:lnTo>
                    <a:pt x="416" y="153027"/>
                  </a:lnTo>
                  <a:lnTo>
                    <a:pt x="123" y="158328"/>
                  </a:lnTo>
                  <a:lnTo>
                    <a:pt x="0" y="163637"/>
                  </a:lnTo>
                  <a:lnTo>
                    <a:pt x="44" y="168947"/>
                  </a:lnTo>
                  <a:lnTo>
                    <a:pt x="258" y="174253"/>
                  </a:lnTo>
                  <a:lnTo>
                    <a:pt x="640" y="179549"/>
                  </a:lnTo>
                  <a:lnTo>
                    <a:pt x="1190" y="184830"/>
                  </a:lnTo>
                  <a:lnTo>
                    <a:pt x="1907" y="190091"/>
                  </a:lnTo>
                  <a:lnTo>
                    <a:pt x="2791" y="195327"/>
                  </a:lnTo>
                  <a:lnTo>
                    <a:pt x="3841" y="200532"/>
                  </a:lnTo>
                  <a:lnTo>
                    <a:pt x="5056" y="205702"/>
                  </a:lnTo>
                  <a:lnTo>
                    <a:pt x="6435" y="210830"/>
                  </a:lnTo>
                  <a:lnTo>
                    <a:pt x="7975" y="215911"/>
                  </a:lnTo>
                  <a:lnTo>
                    <a:pt x="9676" y="220941"/>
                  </a:lnTo>
                  <a:lnTo>
                    <a:pt x="11536" y="225915"/>
                  </a:lnTo>
                  <a:lnTo>
                    <a:pt x="13553" y="230827"/>
                  </a:lnTo>
                  <a:lnTo>
                    <a:pt x="15726" y="235672"/>
                  </a:lnTo>
                  <a:lnTo>
                    <a:pt x="18050" y="240446"/>
                  </a:lnTo>
                  <a:lnTo>
                    <a:pt x="20526" y="245144"/>
                  </a:lnTo>
                  <a:lnTo>
                    <a:pt x="23149" y="249761"/>
                  </a:lnTo>
                  <a:lnTo>
                    <a:pt x="25918" y="254292"/>
                  </a:lnTo>
                  <a:lnTo>
                    <a:pt x="28829" y="258733"/>
                  </a:lnTo>
                  <a:lnTo>
                    <a:pt x="31879" y="263079"/>
                  </a:lnTo>
                  <a:lnTo>
                    <a:pt x="35066" y="267326"/>
                  </a:lnTo>
                  <a:lnTo>
                    <a:pt x="38387" y="271470"/>
                  </a:lnTo>
                  <a:lnTo>
                    <a:pt x="41837" y="275506"/>
                  </a:lnTo>
                  <a:lnTo>
                    <a:pt x="45414" y="279431"/>
                  </a:lnTo>
                  <a:lnTo>
                    <a:pt x="49114" y="283240"/>
                  </a:lnTo>
                  <a:lnTo>
                    <a:pt x="52933" y="286929"/>
                  </a:lnTo>
                  <a:lnTo>
                    <a:pt x="56867" y="290496"/>
                  </a:lnTo>
                  <a:lnTo>
                    <a:pt x="60912" y="293935"/>
                  </a:lnTo>
                  <a:lnTo>
                    <a:pt x="65064" y="297245"/>
                  </a:lnTo>
                  <a:lnTo>
                    <a:pt x="69320" y="300421"/>
                  </a:lnTo>
                  <a:lnTo>
                    <a:pt x="73674" y="303460"/>
                  </a:lnTo>
                  <a:lnTo>
                    <a:pt x="78123" y="306359"/>
                  </a:lnTo>
                  <a:lnTo>
                    <a:pt x="82661" y="309116"/>
                  </a:lnTo>
                  <a:lnTo>
                    <a:pt x="87285" y="311727"/>
                  </a:lnTo>
                  <a:lnTo>
                    <a:pt x="91989" y="314189"/>
                  </a:lnTo>
                  <a:lnTo>
                    <a:pt x="96769" y="316502"/>
                  </a:lnTo>
                  <a:lnTo>
                    <a:pt x="101620" y="318661"/>
                  </a:lnTo>
                  <a:lnTo>
                    <a:pt x="106538" y="320665"/>
                  </a:lnTo>
                  <a:lnTo>
                    <a:pt x="111516" y="322512"/>
                  </a:lnTo>
                  <a:lnTo>
                    <a:pt x="116551" y="324200"/>
                  </a:lnTo>
                  <a:lnTo>
                    <a:pt x="121636" y="325727"/>
                  </a:lnTo>
                  <a:lnTo>
                    <a:pt x="126768" y="327092"/>
                  </a:lnTo>
                  <a:lnTo>
                    <a:pt x="131940" y="328293"/>
                  </a:lnTo>
                  <a:lnTo>
                    <a:pt x="137148" y="329329"/>
                  </a:lnTo>
                  <a:lnTo>
                    <a:pt x="142387" y="330199"/>
                  </a:lnTo>
                  <a:lnTo>
                    <a:pt x="147650" y="330903"/>
                  </a:lnTo>
                  <a:lnTo>
                    <a:pt x="152933" y="331439"/>
                  </a:lnTo>
                  <a:lnTo>
                    <a:pt x="158230" y="331807"/>
                  </a:lnTo>
                  <a:lnTo>
                    <a:pt x="163536" y="332006"/>
                  </a:lnTo>
                  <a:lnTo>
                    <a:pt x="168846" y="332037"/>
                  </a:lnTo>
                  <a:lnTo>
                    <a:pt x="174154" y="331899"/>
                  </a:lnTo>
                  <a:lnTo>
                    <a:pt x="179455" y="331593"/>
                  </a:lnTo>
                  <a:lnTo>
                    <a:pt x="184744" y="331118"/>
                  </a:lnTo>
                  <a:lnTo>
                    <a:pt x="190015" y="330476"/>
                  </a:lnTo>
                  <a:lnTo>
                    <a:pt x="195263" y="329667"/>
                  </a:lnTo>
                  <a:lnTo>
                    <a:pt x="200483" y="328691"/>
                  </a:lnTo>
                  <a:lnTo>
                    <a:pt x="205668" y="327550"/>
                  </a:lnTo>
                  <a:lnTo>
                    <a:pt x="210816" y="326245"/>
                  </a:lnTo>
                  <a:lnTo>
                    <a:pt x="215919" y="324777"/>
                  </a:lnTo>
                  <a:lnTo>
                    <a:pt x="220973" y="323148"/>
                  </a:lnTo>
                  <a:lnTo>
                    <a:pt x="225972" y="321359"/>
                  </a:lnTo>
                  <a:lnTo>
                    <a:pt x="230912" y="319412"/>
                  </a:lnTo>
                  <a:lnTo>
                    <a:pt x="235788" y="317310"/>
                  </a:lnTo>
                  <a:lnTo>
                    <a:pt x="240595" y="315053"/>
                  </a:lnTo>
                  <a:lnTo>
                    <a:pt x="245328" y="312645"/>
                  </a:lnTo>
                  <a:lnTo>
                    <a:pt x="249981" y="310088"/>
                  </a:lnTo>
                  <a:lnTo>
                    <a:pt x="254551" y="307384"/>
                  </a:lnTo>
                  <a:lnTo>
                    <a:pt x="259033" y="304537"/>
                  </a:lnTo>
                  <a:lnTo>
                    <a:pt x="263423" y="301549"/>
                  </a:lnTo>
                  <a:lnTo>
                    <a:pt x="267715" y="298422"/>
                  </a:lnTo>
                  <a:lnTo>
                    <a:pt x="271906" y="295161"/>
                  </a:lnTo>
                  <a:lnTo>
                    <a:pt x="275991" y="291769"/>
                  </a:lnTo>
                  <a:lnTo>
                    <a:pt x="279966" y="288249"/>
                  </a:lnTo>
                  <a:lnTo>
                    <a:pt x="283827" y="284604"/>
                  </a:lnTo>
                  <a:lnTo>
                    <a:pt x="287571" y="280838"/>
                  </a:lnTo>
                  <a:lnTo>
                    <a:pt x="291193" y="276955"/>
                  </a:lnTo>
                  <a:lnTo>
                    <a:pt x="294690" y="272959"/>
                  </a:lnTo>
                  <a:lnTo>
                    <a:pt x="298059" y="268854"/>
                  </a:lnTo>
                  <a:lnTo>
                    <a:pt x="301295" y="264645"/>
                  </a:lnTo>
                  <a:lnTo>
                    <a:pt x="304396" y="260334"/>
                  </a:lnTo>
                  <a:lnTo>
                    <a:pt x="307358" y="255927"/>
                  </a:lnTo>
                  <a:lnTo>
                    <a:pt x="310179" y="251429"/>
                  </a:lnTo>
                  <a:lnTo>
                    <a:pt x="312856" y="246843"/>
                  </a:lnTo>
                  <a:lnTo>
                    <a:pt x="315386" y="242174"/>
                  </a:lnTo>
                  <a:lnTo>
                    <a:pt x="317766" y="237428"/>
                  </a:lnTo>
                  <a:lnTo>
                    <a:pt x="319994" y="232608"/>
                  </a:lnTo>
                  <a:lnTo>
                    <a:pt x="322068" y="227720"/>
                  </a:lnTo>
                  <a:lnTo>
                    <a:pt x="323986" y="222768"/>
                  </a:lnTo>
                  <a:lnTo>
                    <a:pt x="325746" y="217758"/>
                  </a:lnTo>
                  <a:lnTo>
                    <a:pt x="327345" y="212695"/>
                  </a:lnTo>
                  <a:lnTo>
                    <a:pt x="328783" y="207583"/>
                  </a:lnTo>
                  <a:lnTo>
                    <a:pt x="330058" y="202428"/>
                  </a:lnTo>
                  <a:lnTo>
                    <a:pt x="331168" y="197236"/>
                  </a:lnTo>
                  <a:lnTo>
                    <a:pt x="332113" y="192010"/>
                  </a:lnTo>
                  <a:lnTo>
                    <a:pt x="332892" y="186758"/>
                  </a:lnTo>
                  <a:lnTo>
                    <a:pt x="333503" y="181483"/>
                  </a:lnTo>
                  <a:lnTo>
                    <a:pt x="333946" y="176192"/>
                  </a:lnTo>
                  <a:lnTo>
                    <a:pt x="334222" y="170889"/>
                  </a:lnTo>
                  <a:lnTo>
                    <a:pt x="334328" y="165580"/>
                  </a:lnTo>
                  <a:lnTo>
                    <a:pt x="334266" y="160270"/>
                  </a:lnTo>
                  <a:lnTo>
                    <a:pt x="334036" y="154965"/>
                  </a:lnTo>
                  <a:lnTo>
                    <a:pt x="333637" y="149670"/>
                  </a:lnTo>
                  <a:lnTo>
                    <a:pt x="333070" y="144391"/>
                  </a:lnTo>
                  <a:lnTo>
                    <a:pt x="332335" y="139132"/>
                  </a:lnTo>
                  <a:lnTo>
                    <a:pt x="331434" y="133899"/>
                  </a:lnTo>
                  <a:lnTo>
                    <a:pt x="330367" y="128697"/>
                  </a:lnTo>
                  <a:lnTo>
                    <a:pt x="329136" y="123532"/>
                  </a:lnTo>
                  <a:lnTo>
                    <a:pt x="327741" y="118408"/>
                  </a:lnTo>
                  <a:lnTo>
                    <a:pt x="326184" y="113332"/>
                  </a:lnTo>
                  <a:lnTo>
                    <a:pt x="324467" y="108307"/>
                  </a:lnTo>
                  <a:lnTo>
                    <a:pt x="322591" y="103340"/>
                  </a:lnTo>
                  <a:lnTo>
                    <a:pt x="320558" y="98434"/>
                  </a:lnTo>
                  <a:lnTo>
                    <a:pt x="318370" y="93596"/>
                  </a:lnTo>
                  <a:lnTo>
                    <a:pt x="316030" y="88829"/>
                  </a:lnTo>
                  <a:lnTo>
                    <a:pt x="313540" y="84140"/>
                  </a:lnTo>
                  <a:lnTo>
                    <a:pt x="310901" y="79531"/>
                  </a:lnTo>
                  <a:lnTo>
                    <a:pt x="308118" y="75009"/>
                  </a:lnTo>
                  <a:lnTo>
                    <a:pt x="305193" y="70578"/>
                  </a:lnTo>
                  <a:lnTo>
                    <a:pt x="302128" y="66241"/>
                  </a:lnTo>
                  <a:lnTo>
                    <a:pt x="298927" y="62005"/>
                  </a:lnTo>
                  <a:lnTo>
                    <a:pt x="295594" y="57872"/>
                  </a:lnTo>
                  <a:lnTo>
                    <a:pt x="292130" y="53846"/>
                  </a:lnTo>
                  <a:lnTo>
                    <a:pt x="288541" y="49933"/>
                  </a:lnTo>
                  <a:lnTo>
                    <a:pt x="284829" y="46136"/>
                  </a:lnTo>
                  <a:lnTo>
                    <a:pt x="280998" y="42459"/>
                  </a:lnTo>
                  <a:lnTo>
                    <a:pt x="277053" y="38905"/>
                  </a:lnTo>
                  <a:lnTo>
                    <a:pt x="272996" y="35479"/>
                  </a:lnTo>
                  <a:lnTo>
                    <a:pt x="268833" y="32183"/>
                  </a:lnTo>
                  <a:lnTo>
                    <a:pt x="264567" y="29021"/>
                  </a:lnTo>
                  <a:lnTo>
                    <a:pt x="260203" y="25995"/>
                  </a:lnTo>
                  <a:lnTo>
                    <a:pt x="167162" y="1648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9011" y="2633064"/>
              <a:ext cx="93041" cy="167167"/>
            </a:xfrm>
            <a:custGeom>
              <a:avLst/>
              <a:pathLst>
                <a:path w="93041" h="167167">
                  <a:moveTo>
                    <a:pt x="93041" y="28285"/>
                  </a:moveTo>
                  <a:lnTo>
                    <a:pt x="88163" y="25138"/>
                  </a:lnTo>
                  <a:lnTo>
                    <a:pt x="83180" y="22164"/>
                  </a:lnTo>
                  <a:lnTo>
                    <a:pt x="78096" y="19363"/>
                  </a:lnTo>
                  <a:lnTo>
                    <a:pt x="72918" y="16741"/>
                  </a:lnTo>
                  <a:lnTo>
                    <a:pt x="67652" y="14301"/>
                  </a:lnTo>
                  <a:lnTo>
                    <a:pt x="62305" y="12044"/>
                  </a:lnTo>
                  <a:lnTo>
                    <a:pt x="56882" y="9975"/>
                  </a:lnTo>
                  <a:lnTo>
                    <a:pt x="51391" y="8095"/>
                  </a:lnTo>
                  <a:lnTo>
                    <a:pt x="45838" y="6407"/>
                  </a:lnTo>
                  <a:lnTo>
                    <a:pt x="40230" y="4913"/>
                  </a:lnTo>
                  <a:lnTo>
                    <a:pt x="34573" y="3614"/>
                  </a:lnTo>
                  <a:lnTo>
                    <a:pt x="28875" y="2512"/>
                  </a:lnTo>
                  <a:lnTo>
                    <a:pt x="23142" y="1609"/>
                  </a:lnTo>
                  <a:lnTo>
                    <a:pt x="17381" y="906"/>
                  </a:lnTo>
                  <a:lnTo>
                    <a:pt x="11599" y="402"/>
                  </a:lnTo>
                  <a:lnTo>
                    <a:pt x="5803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1893" y="2126963"/>
              <a:ext cx="6579" cy="167167"/>
            </a:xfrm>
            <a:custGeom>
              <a:avLst/>
              <a:pathLst>
                <a:path w="6579" h="167167">
                  <a:moveTo>
                    <a:pt x="6579" y="0"/>
                  </a:moveTo>
                  <a:lnTo>
                    <a:pt x="0" y="129"/>
                  </a:lnTo>
                  <a:lnTo>
                    <a:pt x="657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893" y="2127093"/>
              <a:ext cx="6579" cy="167037"/>
            </a:xfrm>
            <a:custGeom>
              <a:avLst/>
              <a:pathLst>
                <a:path w="6579" h="167037">
                  <a:moveTo>
                    <a:pt x="0" y="0"/>
                  </a:moveTo>
                  <a:lnTo>
                    <a:pt x="6579" y="1670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561315" y="2127093"/>
              <a:ext cx="333780" cy="334205"/>
            </a:xfrm>
            <a:custGeom>
              <a:avLst/>
              <a:pathLst>
                <a:path w="333780" h="334205">
                  <a:moveTo>
                    <a:pt x="160577" y="0"/>
                  </a:moveTo>
                  <a:lnTo>
                    <a:pt x="155291" y="292"/>
                  </a:lnTo>
                  <a:lnTo>
                    <a:pt x="150017" y="751"/>
                  </a:lnTo>
                  <a:lnTo>
                    <a:pt x="144760" y="1377"/>
                  </a:lnTo>
                  <a:lnTo>
                    <a:pt x="139525" y="2169"/>
                  </a:lnTo>
                  <a:lnTo>
                    <a:pt x="134318" y="3127"/>
                  </a:lnTo>
                  <a:lnTo>
                    <a:pt x="129145" y="4249"/>
                  </a:lnTo>
                  <a:lnTo>
                    <a:pt x="124009" y="5534"/>
                  </a:lnTo>
                  <a:lnTo>
                    <a:pt x="118916" y="6982"/>
                  </a:lnTo>
                  <a:lnTo>
                    <a:pt x="113872" y="8590"/>
                  </a:lnTo>
                  <a:lnTo>
                    <a:pt x="108881" y="10356"/>
                  </a:lnTo>
                  <a:lnTo>
                    <a:pt x="103949" y="12280"/>
                  </a:lnTo>
                  <a:lnTo>
                    <a:pt x="99080" y="14359"/>
                  </a:lnTo>
                  <a:lnTo>
                    <a:pt x="94280" y="16592"/>
                  </a:lnTo>
                  <a:lnTo>
                    <a:pt x="89552" y="18975"/>
                  </a:lnTo>
                  <a:lnTo>
                    <a:pt x="84902" y="21507"/>
                  </a:lnTo>
                  <a:lnTo>
                    <a:pt x="80335" y="24184"/>
                  </a:lnTo>
                  <a:lnTo>
                    <a:pt x="75855" y="27005"/>
                  </a:lnTo>
                  <a:lnTo>
                    <a:pt x="71467" y="29967"/>
                  </a:lnTo>
                  <a:lnTo>
                    <a:pt x="67174" y="33065"/>
                  </a:lnTo>
                  <a:lnTo>
                    <a:pt x="62982" y="36299"/>
                  </a:lnTo>
                  <a:lnTo>
                    <a:pt x="58894" y="39663"/>
                  </a:lnTo>
                  <a:lnTo>
                    <a:pt x="54915" y="43155"/>
                  </a:lnTo>
                  <a:lnTo>
                    <a:pt x="51048" y="46772"/>
                  </a:lnTo>
                  <a:lnTo>
                    <a:pt x="47298" y="50509"/>
                  </a:lnTo>
                  <a:lnTo>
                    <a:pt x="43668" y="54362"/>
                  </a:lnTo>
                  <a:lnTo>
                    <a:pt x="40162" y="58329"/>
                  </a:lnTo>
                  <a:lnTo>
                    <a:pt x="36784" y="62405"/>
                  </a:lnTo>
                  <a:lnTo>
                    <a:pt x="33536" y="66586"/>
                  </a:lnTo>
                  <a:lnTo>
                    <a:pt x="30422" y="70868"/>
                  </a:lnTo>
                  <a:lnTo>
                    <a:pt x="27445" y="75246"/>
                  </a:lnTo>
                  <a:lnTo>
                    <a:pt x="24609" y="79716"/>
                  </a:lnTo>
                  <a:lnTo>
                    <a:pt x="21915" y="84274"/>
                  </a:lnTo>
                  <a:lnTo>
                    <a:pt x="19367" y="88914"/>
                  </a:lnTo>
                  <a:lnTo>
                    <a:pt x="16967" y="93634"/>
                  </a:lnTo>
                  <a:lnTo>
                    <a:pt x="14718" y="98426"/>
                  </a:lnTo>
                  <a:lnTo>
                    <a:pt x="12622" y="103288"/>
                  </a:lnTo>
                  <a:lnTo>
                    <a:pt x="10681" y="108213"/>
                  </a:lnTo>
                  <a:lnTo>
                    <a:pt x="8896" y="113198"/>
                  </a:lnTo>
                  <a:lnTo>
                    <a:pt x="7271" y="118236"/>
                  </a:lnTo>
                  <a:lnTo>
                    <a:pt x="5806" y="123324"/>
                  </a:lnTo>
                  <a:lnTo>
                    <a:pt x="4502" y="128455"/>
                  </a:lnTo>
                  <a:lnTo>
                    <a:pt x="3362" y="133625"/>
                  </a:lnTo>
                  <a:lnTo>
                    <a:pt x="2386" y="138828"/>
                  </a:lnTo>
                  <a:lnTo>
                    <a:pt x="1576" y="144060"/>
                  </a:lnTo>
                  <a:lnTo>
                    <a:pt x="931" y="149315"/>
                  </a:lnTo>
                  <a:lnTo>
                    <a:pt x="453" y="154588"/>
                  </a:lnTo>
                  <a:lnTo>
                    <a:pt x="143" y="159873"/>
                  </a:lnTo>
                  <a:lnTo>
                    <a:pt x="0" y="165165"/>
                  </a:lnTo>
                  <a:lnTo>
                    <a:pt x="24" y="170459"/>
                  </a:lnTo>
                  <a:lnTo>
                    <a:pt x="216" y="175750"/>
                  </a:lnTo>
                  <a:lnTo>
                    <a:pt x="576" y="181032"/>
                  </a:lnTo>
                  <a:lnTo>
                    <a:pt x="1103" y="186300"/>
                  </a:lnTo>
                  <a:lnTo>
                    <a:pt x="1796" y="191548"/>
                  </a:lnTo>
                  <a:lnTo>
                    <a:pt x="2655" y="196772"/>
                  </a:lnTo>
                  <a:lnTo>
                    <a:pt x="3679" y="201967"/>
                  </a:lnTo>
                  <a:lnTo>
                    <a:pt x="4867" y="207126"/>
                  </a:lnTo>
                  <a:lnTo>
                    <a:pt x="6218" y="212245"/>
                  </a:lnTo>
                  <a:lnTo>
                    <a:pt x="7730" y="217318"/>
                  </a:lnTo>
                  <a:lnTo>
                    <a:pt x="9402" y="222342"/>
                  </a:lnTo>
                  <a:lnTo>
                    <a:pt x="11233" y="227309"/>
                  </a:lnTo>
                  <a:lnTo>
                    <a:pt x="13219" y="232217"/>
                  </a:lnTo>
                  <a:lnTo>
                    <a:pt x="15361" y="237059"/>
                  </a:lnTo>
                  <a:lnTo>
                    <a:pt x="17654" y="241830"/>
                  </a:lnTo>
                  <a:lnTo>
                    <a:pt x="20097" y="246527"/>
                  </a:lnTo>
                  <a:lnTo>
                    <a:pt x="22688" y="251144"/>
                  </a:lnTo>
                  <a:lnTo>
                    <a:pt x="25424" y="255676"/>
                  </a:lnTo>
                  <a:lnTo>
                    <a:pt x="28302" y="260120"/>
                  </a:lnTo>
                  <a:lnTo>
                    <a:pt x="31319" y="264470"/>
                  </a:lnTo>
                  <a:lnTo>
                    <a:pt x="34473" y="268723"/>
                  </a:lnTo>
                  <a:lnTo>
                    <a:pt x="37759" y="272874"/>
                  </a:lnTo>
                  <a:lnTo>
                    <a:pt x="41175" y="276918"/>
                  </a:lnTo>
                  <a:lnTo>
                    <a:pt x="44718" y="280852"/>
                  </a:lnTo>
                  <a:lnTo>
                    <a:pt x="48384" y="284672"/>
                  </a:lnTo>
                  <a:lnTo>
                    <a:pt x="52168" y="288374"/>
                  </a:lnTo>
                  <a:lnTo>
                    <a:pt x="56068" y="291955"/>
                  </a:lnTo>
                  <a:lnTo>
                    <a:pt x="60080" y="295410"/>
                  </a:lnTo>
                  <a:lnTo>
                    <a:pt x="64198" y="298736"/>
                  </a:lnTo>
                  <a:lnTo>
                    <a:pt x="68420" y="301930"/>
                  </a:lnTo>
                  <a:lnTo>
                    <a:pt x="72741" y="304989"/>
                  </a:lnTo>
                  <a:lnTo>
                    <a:pt x="77157" y="307910"/>
                  </a:lnTo>
                  <a:lnTo>
                    <a:pt x="81663" y="310689"/>
                  </a:lnTo>
                  <a:lnTo>
                    <a:pt x="86255" y="313324"/>
                  </a:lnTo>
                  <a:lnTo>
                    <a:pt x="90928" y="315813"/>
                  </a:lnTo>
                  <a:lnTo>
                    <a:pt x="95677" y="318152"/>
                  </a:lnTo>
                  <a:lnTo>
                    <a:pt x="100498" y="320340"/>
                  </a:lnTo>
                  <a:lnTo>
                    <a:pt x="105386" y="322374"/>
                  </a:lnTo>
                  <a:lnTo>
                    <a:pt x="110336" y="324252"/>
                  </a:lnTo>
                  <a:lnTo>
                    <a:pt x="115343" y="325972"/>
                  </a:lnTo>
                  <a:lnTo>
                    <a:pt x="120402" y="327533"/>
                  </a:lnTo>
                  <a:lnTo>
                    <a:pt x="125508" y="328933"/>
                  </a:lnTo>
                  <a:lnTo>
                    <a:pt x="130655" y="330171"/>
                  </a:lnTo>
                  <a:lnTo>
                    <a:pt x="135839" y="331245"/>
                  </a:lnTo>
                  <a:lnTo>
                    <a:pt x="141055" y="332155"/>
                  </a:lnTo>
                  <a:lnTo>
                    <a:pt x="146296" y="332898"/>
                  </a:lnTo>
                  <a:lnTo>
                    <a:pt x="151559" y="333476"/>
                  </a:lnTo>
                  <a:lnTo>
                    <a:pt x="156837" y="333886"/>
                  </a:lnTo>
                  <a:lnTo>
                    <a:pt x="162126" y="334129"/>
                  </a:lnTo>
                  <a:lnTo>
                    <a:pt x="167420" y="334205"/>
                  </a:lnTo>
                  <a:lnTo>
                    <a:pt x="172713" y="334112"/>
                  </a:lnTo>
                  <a:lnTo>
                    <a:pt x="178001" y="333853"/>
                  </a:lnTo>
                  <a:lnTo>
                    <a:pt x="183278" y="333426"/>
                  </a:lnTo>
                  <a:lnTo>
                    <a:pt x="188539" y="332832"/>
                  </a:lnTo>
                  <a:lnTo>
                    <a:pt x="193778" y="332072"/>
                  </a:lnTo>
                  <a:lnTo>
                    <a:pt x="198991" y="331146"/>
                  </a:lnTo>
                  <a:lnTo>
                    <a:pt x="204171" y="330055"/>
                  </a:lnTo>
                  <a:lnTo>
                    <a:pt x="209315" y="328802"/>
                  </a:lnTo>
                  <a:lnTo>
                    <a:pt x="214416" y="327385"/>
                  </a:lnTo>
                  <a:lnTo>
                    <a:pt x="219470" y="325808"/>
                  </a:lnTo>
                  <a:lnTo>
                    <a:pt x="224471" y="324072"/>
                  </a:lnTo>
                  <a:lnTo>
                    <a:pt x="229415" y="322179"/>
                  </a:lnTo>
                  <a:lnTo>
                    <a:pt x="234297" y="320129"/>
                  </a:lnTo>
                  <a:lnTo>
                    <a:pt x="239111" y="317926"/>
                  </a:lnTo>
                  <a:lnTo>
                    <a:pt x="243853" y="315572"/>
                  </a:lnTo>
                  <a:lnTo>
                    <a:pt x="248518" y="313069"/>
                  </a:lnTo>
                  <a:lnTo>
                    <a:pt x="253102" y="310419"/>
                  </a:lnTo>
                  <a:lnTo>
                    <a:pt x="257599" y="307626"/>
                  </a:lnTo>
                  <a:lnTo>
                    <a:pt x="262005" y="304691"/>
                  </a:lnTo>
                  <a:lnTo>
                    <a:pt x="266317" y="301619"/>
                  </a:lnTo>
                  <a:lnTo>
                    <a:pt x="270529" y="298411"/>
                  </a:lnTo>
                  <a:lnTo>
                    <a:pt x="274637" y="295072"/>
                  </a:lnTo>
                  <a:lnTo>
                    <a:pt x="278637" y="291604"/>
                  </a:lnTo>
                  <a:lnTo>
                    <a:pt x="282526" y="288012"/>
                  </a:lnTo>
                  <a:lnTo>
                    <a:pt x="286299" y="284298"/>
                  </a:lnTo>
                  <a:lnTo>
                    <a:pt x="289952" y="280466"/>
                  </a:lnTo>
                  <a:lnTo>
                    <a:pt x="293483" y="276521"/>
                  </a:lnTo>
                  <a:lnTo>
                    <a:pt x="296886" y="272466"/>
                  </a:lnTo>
                  <a:lnTo>
                    <a:pt x="300160" y="268305"/>
                  </a:lnTo>
                  <a:lnTo>
                    <a:pt x="303300" y="264042"/>
                  </a:lnTo>
                  <a:lnTo>
                    <a:pt x="306303" y="259683"/>
                  </a:lnTo>
                  <a:lnTo>
                    <a:pt x="309167" y="255230"/>
                  </a:lnTo>
                  <a:lnTo>
                    <a:pt x="311889" y="250689"/>
                  </a:lnTo>
                  <a:lnTo>
                    <a:pt x="314465" y="246064"/>
                  </a:lnTo>
                  <a:lnTo>
                    <a:pt x="316894" y="241359"/>
                  </a:lnTo>
                  <a:lnTo>
                    <a:pt x="319172" y="236580"/>
                  </a:lnTo>
                  <a:lnTo>
                    <a:pt x="321298" y="231732"/>
                  </a:lnTo>
                  <a:lnTo>
                    <a:pt x="323269" y="226818"/>
                  </a:lnTo>
                  <a:lnTo>
                    <a:pt x="325084" y="221845"/>
                  </a:lnTo>
                  <a:lnTo>
                    <a:pt x="326740" y="216816"/>
                  </a:lnTo>
                  <a:lnTo>
                    <a:pt x="328237" y="211738"/>
                  </a:lnTo>
                  <a:lnTo>
                    <a:pt x="329571" y="206615"/>
                  </a:lnTo>
                  <a:lnTo>
                    <a:pt x="330743" y="201452"/>
                  </a:lnTo>
                  <a:lnTo>
                    <a:pt x="331751" y="196254"/>
                  </a:lnTo>
                  <a:lnTo>
                    <a:pt x="332594" y="191028"/>
                  </a:lnTo>
                  <a:lnTo>
                    <a:pt x="333270" y="185777"/>
                  </a:lnTo>
                  <a:lnTo>
                    <a:pt x="333780" y="180507"/>
                  </a:lnTo>
                  <a:lnTo>
                    <a:pt x="167156" y="1670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8472" y="2126963"/>
              <a:ext cx="167146" cy="180637"/>
            </a:xfrm>
            <a:custGeom>
              <a:avLst/>
              <a:pathLst>
                <a:path w="167146" h="180637">
                  <a:moveTo>
                    <a:pt x="166623" y="180637"/>
                  </a:moveTo>
                  <a:lnTo>
                    <a:pt x="166972" y="175235"/>
                  </a:lnTo>
                  <a:lnTo>
                    <a:pt x="167146" y="169825"/>
                  </a:lnTo>
                  <a:lnTo>
                    <a:pt x="167144" y="164412"/>
                  </a:lnTo>
                  <a:lnTo>
                    <a:pt x="166967" y="159002"/>
                  </a:lnTo>
                  <a:lnTo>
                    <a:pt x="166616" y="153601"/>
                  </a:lnTo>
                  <a:lnTo>
                    <a:pt x="166089" y="148213"/>
                  </a:lnTo>
                  <a:lnTo>
                    <a:pt x="165388" y="142846"/>
                  </a:lnTo>
                  <a:lnTo>
                    <a:pt x="164514" y="137504"/>
                  </a:lnTo>
                  <a:lnTo>
                    <a:pt x="163468" y="132193"/>
                  </a:lnTo>
                  <a:lnTo>
                    <a:pt x="162250" y="126919"/>
                  </a:lnTo>
                  <a:lnTo>
                    <a:pt x="160861" y="121687"/>
                  </a:lnTo>
                  <a:lnTo>
                    <a:pt x="159305" y="116503"/>
                  </a:lnTo>
                  <a:lnTo>
                    <a:pt x="157581" y="111372"/>
                  </a:lnTo>
                  <a:lnTo>
                    <a:pt x="155692" y="106300"/>
                  </a:lnTo>
                  <a:lnTo>
                    <a:pt x="153640" y="101291"/>
                  </a:lnTo>
                  <a:lnTo>
                    <a:pt x="151426" y="96351"/>
                  </a:lnTo>
                  <a:lnTo>
                    <a:pt x="149054" y="91486"/>
                  </a:lnTo>
                  <a:lnTo>
                    <a:pt x="146526" y="86700"/>
                  </a:lnTo>
                  <a:lnTo>
                    <a:pt x="143844" y="81998"/>
                  </a:lnTo>
                  <a:lnTo>
                    <a:pt x="141011" y="77385"/>
                  </a:lnTo>
                  <a:lnTo>
                    <a:pt x="138030" y="72867"/>
                  </a:lnTo>
                  <a:lnTo>
                    <a:pt x="134905" y="68448"/>
                  </a:lnTo>
                  <a:lnTo>
                    <a:pt x="131638" y="64132"/>
                  </a:lnTo>
                  <a:lnTo>
                    <a:pt x="128233" y="59924"/>
                  </a:lnTo>
                  <a:lnTo>
                    <a:pt x="124694" y="55828"/>
                  </a:lnTo>
                  <a:lnTo>
                    <a:pt x="121024" y="51850"/>
                  </a:lnTo>
                  <a:lnTo>
                    <a:pt x="117227" y="47992"/>
                  </a:lnTo>
                  <a:lnTo>
                    <a:pt x="113307" y="44259"/>
                  </a:lnTo>
                  <a:lnTo>
                    <a:pt x="109268" y="40655"/>
                  </a:lnTo>
                  <a:lnTo>
                    <a:pt x="105115" y="37184"/>
                  </a:lnTo>
                  <a:lnTo>
                    <a:pt x="100852" y="33848"/>
                  </a:lnTo>
                  <a:lnTo>
                    <a:pt x="96482" y="30653"/>
                  </a:lnTo>
                  <a:lnTo>
                    <a:pt x="92012" y="27601"/>
                  </a:lnTo>
                  <a:lnTo>
                    <a:pt x="87445" y="24695"/>
                  </a:lnTo>
                  <a:lnTo>
                    <a:pt x="82787" y="21939"/>
                  </a:lnTo>
                  <a:lnTo>
                    <a:pt x="78041" y="19335"/>
                  </a:lnTo>
                  <a:lnTo>
                    <a:pt x="73214" y="16885"/>
                  </a:lnTo>
                  <a:lnTo>
                    <a:pt x="68310" y="14594"/>
                  </a:lnTo>
                  <a:lnTo>
                    <a:pt x="63335" y="12462"/>
                  </a:lnTo>
                  <a:lnTo>
                    <a:pt x="58293" y="10493"/>
                  </a:lnTo>
                  <a:lnTo>
                    <a:pt x="53190" y="8688"/>
                  </a:lnTo>
                  <a:lnTo>
                    <a:pt x="48031" y="7048"/>
                  </a:lnTo>
                  <a:lnTo>
                    <a:pt x="42822" y="5577"/>
                  </a:lnTo>
                  <a:lnTo>
                    <a:pt x="37568" y="4276"/>
                  </a:lnTo>
                  <a:lnTo>
                    <a:pt x="32274" y="3145"/>
                  </a:lnTo>
                  <a:lnTo>
                    <a:pt x="26947" y="2186"/>
                  </a:lnTo>
                  <a:lnTo>
                    <a:pt x="21592" y="1400"/>
                  </a:lnTo>
                  <a:lnTo>
                    <a:pt x="16213" y="788"/>
                  </a:lnTo>
                  <a:lnTo>
                    <a:pt x="10818" y="350"/>
                  </a:lnTo>
                  <a:lnTo>
                    <a:pt x="541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2704" y="1681503"/>
              <a:ext cx="10530" cy="167167"/>
            </a:xfrm>
            <a:custGeom>
              <a:avLst/>
              <a:pathLst>
                <a:path w="10530" h="167167">
                  <a:moveTo>
                    <a:pt x="10530" y="0"/>
                  </a:moveTo>
                  <a:lnTo>
                    <a:pt x="0" y="331"/>
                  </a:lnTo>
                  <a:lnTo>
                    <a:pt x="1053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2704" y="1681835"/>
              <a:ext cx="10530" cy="166835"/>
            </a:xfrm>
            <a:custGeom>
              <a:avLst/>
              <a:pathLst>
                <a:path w="10530" h="166835">
                  <a:moveTo>
                    <a:pt x="0" y="0"/>
                  </a:moveTo>
                  <a:lnTo>
                    <a:pt x="10530" y="1668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256082" y="1681835"/>
              <a:ext cx="334314" cy="334000"/>
            </a:xfrm>
            <a:custGeom>
              <a:avLst/>
              <a:pathLst>
                <a:path w="334314" h="334000">
                  <a:moveTo>
                    <a:pt x="156622" y="0"/>
                  </a:moveTo>
                  <a:lnTo>
                    <a:pt x="151342" y="417"/>
                  </a:lnTo>
                  <a:lnTo>
                    <a:pt x="146078" y="1001"/>
                  </a:lnTo>
                  <a:lnTo>
                    <a:pt x="140835" y="1752"/>
                  </a:lnTo>
                  <a:lnTo>
                    <a:pt x="135618" y="2669"/>
                  </a:lnTo>
                  <a:lnTo>
                    <a:pt x="130433" y="3750"/>
                  </a:lnTo>
                  <a:lnTo>
                    <a:pt x="125285" y="4995"/>
                  </a:lnTo>
                  <a:lnTo>
                    <a:pt x="120179" y="6403"/>
                  </a:lnTo>
                  <a:lnTo>
                    <a:pt x="115120" y="7972"/>
                  </a:lnTo>
                  <a:lnTo>
                    <a:pt x="110113" y="9700"/>
                  </a:lnTo>
                  <a:lnTo>
                    <a:pt x="105164" y="11586"/>
                  </a:lnTo>
                  <a:lnTo>
                    <a:pt x="100277" y="13627"/>
                  </a:lnTo>
                  <a:lnTo>
                    <a:pt x="95457" y="15823"/>
                  </a:lnTo>
                  <a:lnTo>
                    <a:pt x="90709" y="18170"/>
                  </a:lnTo>
                  <a:lnTo>
                    <a:pt x="86037" y="20666"/>
                  </a:lnTo>
                  <a:lnTo>
                    <a:pt x="81447" y="23309"/>
                  </a:lnTo>
                  <a:lnTo>
                    <a:pt x="76943" y="26097"/>
                  </a:lnTo>
                  <a:lnTo>
                    <a:pt x="72530" y="29025"/>
                  </a:lnTo>
                  <a:lnTo>
                    <a:pt x="68212" y="32092"/>
                  </a:lnTo>
                  <a:lnTo>
                    <a:pt x="63993" y="35294"/>
                  </a:lnTo>
                  <a:lnTo>
                    <a:pt x="59877" y="38628"/>
                  </a:lnTo>
                  <a:lnTo>
                    <a:pt x="55870" y="42091"/>
                  </a:lnTo>
                  <a:lnTo>
                    <a:pt x="51974" y="45679"/>
                  </a:lnTo>
                  <a:lnTo>
                    <a:pt x="48193" y="49389"/>
                  </a:lnTo>
                  <a:lnTo>
                    <a:pt x="44532" y="53216"/>
                  </a:lnTo>
                  <a:lnTo>
                    <a:pt x="40994" y="57158"/>
                  </a:lnTo>
                  <a:lnTo>
                    <a:pt x="37583" y="61210"/>
                  </a:lnTo>
                  <a:lnTo>
                    <a:pt x="34302" y="65368"/>
                  </a:lnTo>
                  <a:lnTo>
                    <a:pt x="31154" y="69627"/>
                  </a:lnTo>
                  <a:lnTo>
                    <a:pt x="28143" y="73984"/>
                  </a:lnTo>
                  <a:lnTo>
                    <a:pt x="25271" y="78435"/>
                  </a:lnTo>
                  <a:lnTo>
                    <a:pt x="22542" y="82974"/>
                  </a:lnTo>
                  <a:lnTo>
                    <a:pt x="19957" y="87597"/>
                  </a:lnTo>
                  <a:lnTo>
                    <a:pt x="17521" y="92300"/>
                  </a:lnTo>
                  <a:lnTo>
                    <a:pt x="15235" y="97078"/>
                  </a:lnTo>
                  <a:lnTo>
                    <a:pt x="13101" y="101926"/>
                  </a:lnTo>
                  <a:lnTo>
                    <a:pt x="11122" y="106839"/>
                  </a:lnTo>
                  <a:lnTo>
                    <a:pt x="9300" y="111812"/>
                  </a:lnTo>
                  <a:lnTo>
                    <a:pt x="7636" y="116840"/>
                  </a:lnTo>
                  <a:lnTo>
                    <a:pt x="6132" y="121919"/>
                  </a:lnTo>
                  <a:lnTo>
                    <a:pt x="4790" y="127043"/>
                  </a:lnTo>
                  <a:lnTo>
                    <a:pt x="3611" y="132206"/>
                  </a:lnTo>
                  <a:lnTo>
                    <a:pt x="2596" y="137405"/>
                  </a:lnTo>
                  <a:lnTo>
                    <a:pt x="1746" y="142633"/>
                  </a:lnTo>
                  <a:lnTo>
                    <a:pt x="1063" y="147885"/>
                  </a:lnTo>
                  <a:lnTo>
                    <a:pt x="546" y="153156"/>
                  </a:lnTo>
                  <a:lnTo>
                    <a:pt x="196" y="158441"/>
                  </a:lnTo>
                  <a:lnTo>
                    <a:pt x="14" y="163735"/>
                  </a:lnTo>
                  <a:lnTo>
                    <a:pt x="0" y="169031"/>
                  </a:lnTo>
                  <a:lnTo>
                    <a:pt x="153" y="174325"/>
                  </a:lnTo>
                  <a:lnTo>
                    <a:pt x="474" y="179612"/>
                  </a:lnTo>
                  <a:lnTo>
                    <a:pt x="963" y="184886"/>
                  </a:lnTo>
                  <a:lnTo>
                    <a:pt x="1618" y="190142"/>
                  </a:lnTo>
                  <a:lnTo>
                    <a:pt x="2439" y="195374"/>
                  </a:lnTo>
                  <a:lnTo>
                    <a:pt x="3426" y="200578"/>
                  </a:lnTo>
                  <a:lnTo>
                    <a:pt x="4577" y="205748"/>
                  </a:lnTo>
                  <a:lnTo>
                    <a:pt x="5892" y="210879"/>
                  </a:lnTo>
                  <a:lnTo>
                    <a:pt x="7368" y="215966"/>
                  </a:lnTo>
                  <a:lnTo>
                    <a:pt x="9005" y="221003"/>
                  </a:lnTo>
                  <a:lnTo>
                    <a:pt x="10800" y="225986"/>
                  </a:lnTo>
                  <a:lnTo>
                    <a:pt x="12752" y="230910"/>
                  </a:lnTo>
                  <a:lnTo>
                    <a:pt x="14860" y="235769"/>
                  </a:lnTo>
                  <a:lnTo>
                    <a:pt x="17120" y="240559"/>
                  </a:lnTo>
                  <a:lnTo>
                    <a:pt x="19531" y="245275"/>
                  </a:lnTo>
                  <a:lnTo>
                    <a:pt x="22090" y="249912"/>
                  </a:lnTo>
                  <a:lnTo>
                    <a:pt x="24795" y="254466"/>
                  </a:lnTo>
                  <a:lnTo>
                    <a:pt x="27642" y="258932"/>
                  </a:lnTo>
                  <a:lnTo>
                    <a:pt x="30630" y="263305"/>
                  </a:lnTo>
                  <a:lnTo>
                    <a:pt x="33755" y="267582"/>
                  </a:lnTo>
                  <a:lnTo>
                    <a:pt x="37013" y="271758"/>
                  </a:lnTo>
                  <a:lnTo>
                    <a:pt x="40403" y="275828"/>
                  </a:lnTo>
                  <a:lnTo>
                    <a:pt x="43919" y="279788"/>
                  </a:lnTo>
                  <a:lnTo>
                    <a:pt x="47559" y="283636"/>
                  </a:lnTo>
                  <a:lnTo>
                    <a:pt x="51320" y="287366"/>
                  </a:lnTo>
                  <a:lnTo>
                    <a:pt x="55196" y="290975"/>
                  </a:lnTo>
                  <a:lnTo>
                    <a:pt x="59185" y="294459"/>
                  </a:lnTo>
                  <a:lnTo>
                    <a:pt x="63283" y="297816"/>
                  </a:lnTo>
                  <a:lnTo>
                    <a:pt x="67484" y="301041"/>
                  </a:lnTo>
                  <a:lnTo>
                    <a:pt x="71786" y="304131"/>
                  </a:lnTo>
                  <a:lnTo>
                    <a:pt x="76183" y="307083"/>
                  </a:lnTo>
                  <a:lnTo>
                    <a:pt x="80672" y="309895"/>
                  </a:lnTo>
                  <a:lnTo>
                    <a:pt x="85248" y="312563"/>
                  </a:lnTo>
                  <a:lnTo>
                    <a:pt x="89905" y="315084"/>
                  </a:lnTo>
                  <a:lnTo>
                    <a:pt x="94641" y="317457"/>
                  </a:lnTo>
                  <a:lnTo>
                    <a:pt x="99449" y="319679"/>
                  </a:lnTo>
                  <a:lnTo>
                    <a:pt x="104325" y="321747"/>
                  </a:lnTo>
                  <a:lnTo>
                    <a:pt x="109264" y="323659"/>
                  </a:lnTo>
                  <a:lnTo>
                    <a:pt x="114261" y="325415"/>
                  </a:lnTo>
                  <a:lnTo>
                    <a:pt x="119312" y="327011"/>
                  </a:lnTo>
                  <a:lnTo>
                    <a:pt x="124410" y="328446"/>
                  </a:lnTo>
                  <a:lnTo>
                    <a:pt x="129551" y="329719"/>
                  </a:lnTo>
                  <a:lnTo>
                    <a:pt x="134730" y="330828"/>
                  </a:lnTo>
                  <a:lnTo>
                    <a:pt x="139942" y="331773"/>
                  </a:lnTo>
                  <a:lnTo>
                    <a:pt x="145181" y="332552"/>
                  </a:lnTo>
                  <a:lnTo>
                    <a:pt x="150442" y="333165"/>
                  </a:lnTo>
                  <a:lnTo>
                    <a:pt x="155720" y="333611"/>
                  </a:lnTo>
                  <a:lnTo>
                    <a:pt x="161009" y="333889"/>
                  </a:lnTo>
                  <a:lnTo>
                    <a:pt x="166304" y="334000"/>
                  </a:lnTo>
                  <a:lnTo>
                    <a:pt x="171600" y="333943"/>
                  </a:lnTo>
                  <a:lnTo>
                    <a:pt x="176892" y="333718"/>
                  </a:lnTo>
                  <a:lnTo>
                    <a:pt x="182174" y="333326"/>
                  </a:lnTo>
                  <a:lnTo>
                    <a:pt x="187441" y="332767"/>
                  </a:lnTo>
                  <a:lnTo>
                    <a:pt x="192688" y="332041"/>
                  </a:lnTo>
                  <a:lnTo>
                    <a:pt x="197909" y="331149"/>
                  </a:lnTo>
                  <a:lnTo>
                    <a:pt x="203099" y="330092"/>
                  </a:lnTo>
                  <a:lnTo>
                    <a:pt x="208253" y="328871"/>
                  </a:lnTo>
                  <a:lnTo>
                    <a:pt x="213365" y="327488"/>
                  </a:lnTo>
                  <a:lnTo>
                    <a:pt x="218432" y="325943"/>
                  </a:lnTo>
                  <a:lnTo>
                    <a:pt x="223446" y="324239"/>
                  </a:lnTo>
                  <a:lnTo>
                    <a:pt x="228405" y="322376"/>
                  </a:lnTo>
                  <a:lnTo>
                    <a:pt x="233302" y="320358"/>
                  </a:lnTo>
                  <a:lnTo>
                    <a:pt x="238132" y="318185"/>
                  </a:lnTo>
                  <a:lnTo>
                    <a:pt x="242891" y="315860"/>
                  </a:lnTo>
                  <a:lnTo>
                    <a:pt x="247574" y="313386"/>
                  </a:lnTo>
                  <a:lnTo>
                    <a:pt x="252177" y="310765"/>
                  </a:lnTo>
                  <a:lnTo>
                    <a:pt x="256694" y="307999"/>
                  </a:lnTo>
                  <a:lnTo>
                    <a:pt x="261121" y="305092"/>
                  </a:lnTo>
                  <a:lnTo>
                    <a:pt x="265454" y="302045"/>
                  </a:lnTo>
                  <a:lnTo>
                    <a:pt x="269688" y="298863"/>
                  </a:lnTo>
                  <a:lnTo>
                    <a:pt x="273819" y="295549"/>
                  </a:lnTo>
                  <a:lnTo>
                    <a:pt x="277843" y="292105"/>
                  </a:lnTo>
                  <a:lnTo>
                    <a:pt x="281756" y="288535"/>
                  </a:lnTo>
                  <a:lnTo>
                    <a:pt x="285554" y="284843"/>
                  </a:lnTo>
                  <a:lnTo>
                    <a:pt x="289233" y="281033"/>
                  </a:lnTo>
                  <a:lnTo>
                    <a:pt x="292790" y="277108"/>
                  </a:lnTo>
                  <a:lnTo>
                    <a:pt x="296220" y="273073"/>
                  </a:lnTo>
                  <a:lnTo>
                    <a:pt x="299521" y="268931"/>
                  </a:lnTo>
                  <a:lnTo>
                    <a:pt x="302689" y="264686"/>
                  </a:lnTo>
                  <a:lnTo>
                    <a:pt x="305721" y="260343"/>
                  </a:lnTo>
                  <a:lnTo>
                    <a:pt x="308614" y="255906"/>
                  </a:lnTo>
                  <a:lnTo>
                    <a:pt x="311364" y="251380"/>
                  </a:lnTo>
                  <a:lnTo>
                    <a:pt x="313970" y="246769"/>
                  </a:lnTo>
                  <a:lnTo>
                    <a:pt x="316429" y="242078"/>
                  </a:lnTo>
                  <a:lnTo>
                    <a:pt x="318738" y="237311"/>
                  </a:lnTo>
                  <a:lnTo>
                    <a:pt x="320894" y="232473"/>
                  </a:lnTo>
                  <a:lnTo>
                    <a:pt x="322897" y="227570"/>
                  </a:lnTo>
                  <a:lnTo>
                    <a:pt x="324743" y="222605"/>
                  </a:lnTo>
                  <a:lnTo>
                    <a:pt x="326430" y="217585"/>
                  </a:lnTo>
                  <a:lnTo>
                    <a:pt x="327958" y="212513"/>
                  </a:lnTo>
                  <a:lnTo>
                    <a:pt x="329324" y="207396"/>
                  </a:lnTo>
                  <a:lnTo>
                    <a:pt x="330528" y="202238"/>
                  </a:lnTo>
                  <a:lnTo>
                    <a:pt x="331568" y="197045"/>
                  </a:lnTo>
                  <a:lnTo>
                    <a:pt x="332442" y="191821"/>
                  </a:lnTo>
                  <a:lnTo>
                    <a:pt x="333151" y="186572"/>
                  </a:lnTo>
                  <a:lnTo>
                    <a:pt x="333693" y="181303"/>
                  </a:lnTo>
                  <a:lnTo>
                    <a:pt x="334067" y="176020"/>
                  </a:lnTo>
                  <a:lnTo>
                    <a:pt x="334275" y="170727"/>
                  </a:lnTo>
                  <a:lnTo>
                    <a:pt x="334314" y="165431"/>
                  </a:lnTo>
                  <a:lnTo>
                    <a:pt x="334186" y="160136"/>
                  </a:lnTo>
                  <a:lnTo>
                    <a:pt x="333890" y="154848"/>
                  </a:lnTo>
                  <a:lnTo>
                    <a:pt x="333426" y="149571"/>
                  </a:lnTo>
                  <a:lnTo>
                    <a:pt x="332796" y="144312"/>
                  </a:lnTo>
                  <a:lnTo>
                    <a:pt x="331999" y="139076"/>
                  </a:lnTo>
                  <a:lnTo>
                    <a:pt x="331037" y="133868"/>
                  </a:lnTo>
                  <a:lnTo>
                    <a:pt x="329910" y="128692"/>
                  </a:lnTo>
                  <a:lnTo>
                    <a:pt x="328620" y="123555"/>
                  </a:lnTo>
                  <a:lnTo>
                    <a:pt x="327168" y="118462"/>
                  </a:lnTo>
                  <a:lnTo>
                    <a:pt x="325555" y="113417"/>
                  </a:lnTo>
                  <a:lnTo>
                    <a:pt x="323784" y="108425"/>
                  </a:lnTo>
                  <a:lnTo>
                    <a:pt x="321855" y="103493"/>
                  </a:lnTo>
                  <a:lnTo>
                    <a:pt x="319770" y="98623"/>
                  </a:lnTo>
                  <a:lnTo>
                    <a:pt x="317533" y="93823"/>
                  </a:lnTo>
                  <a:lnTo>
                    <a:pt x="315144" y="89095"/>
                  </a:lnTo>
                  <a:lnTo>
                    <a:pt x="312607" y="84446"/>
                  </a:lnTo>
                  <a:lnTo>
                    <a:pt x="309924" y="79879"/>
                  </a:lnTo>
                  <a:lnTo>
                    <a:pt x="307097" y="75400"/>
                  </a:lnTo>
                  <a:lnTo>
                    <a:pt x="304131" y="71012"/>
                  </a:lnTo>
                  <a:lnTo>
                    <a:pt x="301026" y="66721"/>
                  </a:lnTo>
                  <a:lnTo>
                    <a:pt x="297787" y="62530"/>
                  </a:lnTo>
                  <a:lnTo>
                    <a:pt x="294417" y="58444"/>
                  </a:lnTo>
                  <a:lnTo>
                    <a:pt x="290920" y="54467"/>
                  </a:lnTo>
                  <a:lnTo>
                    <a:pt x="287298" y="50602"/>
                  </a:lnTo>
                  <a:lnTo>
                    <a:pt x="283555" y="46854"/>
                  </a:lnTo>
                  <a:lnTo>
                    <a:pt x="279696" y="43227"/>
                  </a:lnTo>
                  <a:lnTo>
                    <a:pt x="275723" y="39723"/>
                  </a:lnTo>
                  <a:lnTo>
                    <a:pt x="271642" y="36348"/>
                  </a:lnTo>
                  <a:lnTo>
                    <a:pt x="267456" y="33103"/>
                  </a:lnTo>
                  <a:lnTo>
                    <a:pt x="263169" y="29992"/>
                  </a:lnTo>
                  <a:lnTo>
                    <a:pt x="258785" y="27019"/>
                  </a:lnTo>
                  <a:lnTo>
                    <a:pt x="254310" y="24187"/>
                  </a:lnTo>
                  <a:lnTo>
                    <a:pt x="249747" y="21497"/>
                  </a:lnTo>
                  <a:lnTo>
                    <a:pt x="245101" y="18953"/>
                  </a:lnTo>
                  <a:lnTo>
                    <a:pt x="240377" y="16558"/>
                  </a:lnTo>
                  <a:lnTo>
                    <a:pt x="235580" y="14314"/>
                  </a:lnTo>
                  <a:lnTo>
                    <a:pt x="230713" y="12223"/>
                  </a:lnTo>
                  <a:lnTo>
                    <a:pt x="225783" y="10287"/>
                  </a:lnTo>
                  <a:lnTo>
                    <a:pt x="220794" y="8508"/>
                  </a:lnTo>
                  <a:lnTo>
                    <a:pt x="215752" y="6888"/>
                  </a:lnTo>
                  <a:lnTo>
                    <a:pt x="210660" y="5429"/>
                  </a:lnTo>
                  <a:lnTo>
                    <a:pt x="205525" y="4131"/>
                  </a:lnTo>
                  <a:lnTo>
                    <a:pt x="167153" y="1668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23235" y="1681503"/>
              <a:ext cx="38372" cy="167167"/>
            </a:xfrm>
            <a:custGeom>
              <a:avLst/>
              <a:pathLst>
                <a:path w="38372" h="167167">
                  <a:moveTo>
                    <a:pt x="38372" y="4463"/>
                  </a:moveTo>
                  <a:lnTo>
                    <a:pt x="32064" y="3104"/>
                  </a:lnTo>
                  <a:lnTo>
                    <a:pt x="25709" y="1988"/>
                  </a:lnTo>
                  <a:lnTo>
                    <a:pt x="19315" y="1119"/>
                  </a:lnTo>
                  <a:lnTo>
                    <a:pt x="12893" y="497"/>
                  </a:lnTo>
                  <a:lnTo>
                    <a:pt x="6451" y="12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853877" y="1322571"/>
              <a:ext cx="167161" cy="311655"/>
            </a:xfrm>
            <a:custGeom>
              <a:avLst/>
              <a:pathLst>
                <a:path w="167161" h="311655">
                  <a:moveTo>
                    <a:pt x="167161" y="0"/>
                  </a:moveTo>
                  <a:lnTo>
                    <a:pt x="161832" y="84"/>
                  </a:lnTo>
                  <a:lnTo>
                    <a:pt x="156508" y="339"/>
                  </a:lnTo>
                  <a:lnTo>
                    <a:pt x="151195" y="764"/>
                  </a:lnTo>
                  <a:lnTo>
                    <a:pt x="145898" y="1357"/>
                  </a:lnTo>
                  <a:lnTo>
                    <a:pt x="140623" y="2119"/>
                  </a:lnTo>
                  <a:lnTo>
                    <a:pt x="135374" y="3049"/>
                  </a:lnTo>
                  <a:lnTo>
                    <a:pt x="130159" y="4146"/>
                  </a:lnTo>
                  <a:lnTo>
                    <a:pt x="124980" y="5409"/>
                  </a:lnTo>
                  <a:lnTo>
                    <a:pt x="119845" y="6836"/>
                  </a:lnTo>
                  <a:lnTo>
                    <a:pt x="114757" y="8426"/>
                  </a:lnTo>
                  <a:lnTo>
                    <a:pt x="109723" y="10177"/>
                  </a:lnTo>
                  <a:lnTo>
                    <a:pt x="104748" y="12088"/>
                  </a:lnTo>
                  <a:lnTo>
                    <a:pt x="99836" y="14156"/>
                  </a:lnTo>
                  <a:lnTo>
                    <a:pt x="94992" y="16381"/>
                  </a:lnTo>
                  <a:lnTo>
                    <a:pt x="90221" y="18758"/>
                  </a:lnTo>
                  <a:lnTo>
                    <a:pt x="85529" y="21286"/>
                  </a:lnTo>
                  <a:lnTo>
                    <a:pt x="80920" y="23963"/>
                  </a:lnTo>
                  <a:lnTo>
                    <a:pt x="76398" y="26785"/>
                  </a:lnTo>
                  <a:lnTo>
                    <a:pt x="71969" y="29750"/>
                  </a:lnTo>
                  <a:lnTo>
                    <a:pt x="67637" y="32854"/>
                  </a:lnTo>
                  <a:lnTo>
                    <a:pt x="63405" y="36096"/>
                  </a:lnTo>
                  <a:lnTo>
                    <a:pt x="59280" y="39470"/>
                  </a:lnTo>
                  <a:lnTo>
                    <a:pt x="55263" y="42974"/>
                  </a:lnTo>
                  <a:lnTo>
                    <a:pt x="51361" y="46605"/>
                  </a:lnTo>
                  <a:lnTo>
                    <a:pt x="47576" y="50358"/>
                  </a:lnTo>
                  <a:lnTo>
                    <a:pt x="43913" y="54229"/>
                  </a:lnTo>
                  <a:lnTo>
                    <a:pt x="40375" y="58216"/>
                  </a:lnTo>
                  <a:lnTo>
                    <a:pt x="36966" y="62313"/>
                  </a:lnTo>
                  <a:lnTo>
                    <a:pt x="33690" y="66517"/>
                  </a:lnTo>
                  <a:lnTo>
                    <a:pt x="30549" y="70823"/>
                  </a:lnTo>
                  <a:lnTo>
                    <a:pt x="27547" y="75228"/>
                  </a:lnTo>
                  <a:lnTo>
                    <a:pt x="24687" y="79725"/>
                  </a:lnTo>
                  <a:lnTo>
                    <a:pt x="21972" y="84312"/>
                  </a:lnTo>
                  <a:lnTo>
                    <a:pt x="19404" y="88982"/>
                  </a:lnTo>
                  <a:lnTo>
                    <a:pt x="16987" y="93733"/>
                  </a:lnTo>
                  <a:lnTo>
                    <a:pt x="14722" y="98558"/>
                  </a:lnTo>
                  <a:lnTo>
                    <a:pt x="12612" y="103452"/>
                  </a:lnTo>
                  <a:lnTo>
                    <a:pt x="10659" y="108412"/>
                  </a:lnTo>
                  <a:lnTo>
                    <a:pt x="8866" y="113431"/>
                  </a:lnTo>
                  <a:lnTo>
                    <a:pt x="7233" y="118505"/>
                  </a:lnTo>
                  <a:lnTo>
                    <a:pt x="5763" y="123628"/>
                  </a:lnTo>
                  <a:lnTo>
                    <a:pt x="4457" y="128795"/>
                  </a:lnTo>
                  <a:lnTo>
                    <a:pt x="3316" y="134002"/>
                  </a:lnTo>
                  <a:lnTo>
                    <a:pt x="2342" y="139242"/>
                  </a:lnTo>
                  <a:lnTo>
                    <a:pt x="1536" y="144511"/>
                  </a:lnTo>
                  <a:lnTo>
                    <a:pt x="898" y="149802"/>
                  </a:lnTo>
                  <a:lnTo>
                    <a:pt x="429" y="155112"/>
                  </a:lnTo>
                  <a:lnTo>
                    <a:pt x="129" y="160433"/>
                  </a:lnTo>
                  <a:lnTo>
                    <a:pt x="0" y="165762"/>
                  </a:lnTo>
                  <a:lnTo>
                    <a:pt x="40" y="171092"/>
                  </a:lnTo>
                  <a:lnTo>
                    <a:pt x="250" y="176417"/>
                  </a:lnTo>
                  <a:lnTo>
                    <a:pt x="629" y="181734"/>
                  </a:lnTo>
                  <a:lnTo>
                    <a:pt x="1179" y="187036"/>
                  </a:lnTo>
                  <a:lnTo>
                    <a:pt x="1896" y="192317"/>
                  </a:lnTo>
                  <a:lnTo>
                    <a:pt x="2782" y="197573"/>
                  </a:lnTo>
                  <a:lnTo>
                    <a:pt x="3835" y="202798"/>
                  </a:lnTo>
                  <a:lnTo>
                    <a:pt x="5054" y="207987"/>
                  </a:lnTo>
                  <a:lnTo>
                    <a:pt x="6438" y="213134"/>
                  </a:lnTo>
                  <a:lnTo>
                    <a:pt x="7985" y="218234"/>
                  </a:lnTo>
                  <a:lnTo>
                    <a:pt x="9694" y="223283"/>
                  </a:lnTo>
                  <a:lnTo>
                    <a:pt x="11563" y="228275"/>
                  </a:lnTo>
                  <a:lnTo>
                    <a:pt x="13590" y="233204"/>
                  </a:lnTo>
                  <a:lnTo>
                    <a:pt x="15773" y="238066"/>
                  </a:lnTo>
                  <a:lnTo>
                    <a:pt x="18111" y="242856"/>
                  </a:lnTo>
                  <a:lnTo>
                    <a:pt x="20599" y="247570"/>
                  </a:lnTo>
                  <a:lnTo>
                    <a:pt x="23237" y="252201"/>
                  </a:lnTo>
                  <a:lnTo>
                    <a:pt x="26021" y="256746"/>
                  </a:lnTo>
                  <a:lnTo>
                    <a:pt x="28949" y="261200"/>
                  </a:lnTo>
                  <a:lnTo>
                    <a:pt x="32017" y="265559"/>
                  </a:lnTo>
                  <a:lnTo>
                    <a:pt x="35222" y="269817"/>
                  </a:lnTo>
                  <a:lnTo>
                    <a:pt x="38562" y="273971"/>
                  </a:lnTo>
                  <a:lnTo>
                    <a:pt x="42032" y="278017"/>
                  </a:lnTo>
                  <a:lnTo>
                    <a:pt x="45630" y="281950"/>
                  </a:lnTo>
                  <a:lnTo>
                    <a:pt x="49351" y="285766"/>
                  </a:lnTo>
                  <a:lnTo>
                    <a:pt x="53191" y="289461"/>
                  </a:lnTo>
                  <a:lnTo>
                    <a:pt x="57148" y="293032"/>
                  </a:lnTo>
                  <a:lnTo>
                    <a:pt x="61217" y="296476"/>
                  </a:lnTo>
                  <a:lnTo>
                    <a:pt x="65393" y="299787"/>
                  </a:lnTo>
                  <a:lnTo>
                    <a:pt x="69673" y="302964"/>
                  </a:lnTo>
                  <a:lnTo>
                    <a:pt x="74051" y="306003"/>
                  </a:lnTo>
                  <a:lnTo>
                    <a:pt x="78525" y="308901"/>
                  </a:lnTo>
                  <a:lnTo>
                    <a:pt x="83088" y="311655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6966" y="1489739"/>
              <a:ext cx="84072" cy="144487"/>
            </a:xfrm>
            <a:custGeom>
              <a:avLst/>
              <a:pathLst>
                <a:path w="84072" h="144487">
                  <a:moveTo>
                    <a:pt x="0" y="144487"/>
                  </a:moveTo>
                  <a:lnTo>
                    <a:pt x="8407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6966" y="1346401"/>
              <a:ext cx="251233" cy="310484"/>
            </a:xfrm>
            <a:custGeom>
              <a:avLst/>
              <a:pathLst>
                <a:path w="251233" h="310484">
                  <a:moveTo>
                    <a:pt x="0" y="287825"/>
                  </a:moveTo>
                  <a:lnTo>
                    <a:pt x="4653" y="290434"/>
                  </a:lnTo>
                  <a:lnTo>
                    <a:pt x="9388" y="292894"/>
                  </a:lnTo>
                  <a:lnTo>
                    <a:pt x="14199" y="295201"/>
                  </a:lnTo>
                  <a:lnTo>
                    <a:pt x="19081" y="297354"/>
                  </a:lnTo>
                  <a:lnTo>
                    <a:pt x="24030" y="299349"/>
                  </a:lnTo>
                  <a:lnTo>
                    <a:pt x="29039" y="301186"/>
                  </a:lnTo>
                  <a:lnTo>
                    <a:pt x="34105" y="302862"/>
                  </a:lnTo>
                  <a:lnTo>
                    <a:pt x="39221" y="304375"/>
                  </a:lnTo>
                  <a:lnTo>
                    <a:pt x="44383" y="305725"/>
                  </a:lnTo>
                  <a:lnTo>
                    <a:pt x="49586" y="306909"/>
                  </a:lnTo>
                  <a:lnTo>
                    <a:pt x="54824" y="307926"/>
                  </a:lnTo>
                  <a:lnTo>
                    <a:pt x="60091" y="308775"/>
                  </a:lnTo>
                  <a:lnTo>
                    <a:pt x="65383" y="309457"/>
                  </a:lnTo>
                  <a:lnTo>
                    <a:pt x="70694" y="309968"/>
                  </a:lnTo>
                  <a:lnTo>
                    <a:pt x="76019" y="310310"/>
                  </a:lnTo>
                  <a:lnTo>
                    <a:pt x="81352" y="310482"/>
                  </a:lnTo>
                  <a:lnTo>
                    <a:pt x="86687" y="310484"/>
                  </a:lnTo>
                  <a:lnTo>
                    <a:pt x="92020" y="310315"/>
                  </a:lnTo>
                  <a:lnTo>
                    <a:pt x="97345" y="309977"/>
                  </a:lnTo>
                  <a:lnTo>
                    <a:pt x="102656" y="309468"/>
                  </a:lnTo>
                  <a:lnTo>
                    <a:pt x="107949" y="308791"/>
                  </a:lnTo>
                  <a:lnTo>
                    <a:pt x="113217" y="307944"/>
                  </a:lnTo>
                  <a:lnTo>
                    <a:pt x="118455" y="306930"/>
                  </a:lnTo>
                  <a:lnTo>
                    <a:pt x="123659" y="305750"/>
                  </a:lnTo>
                  <a:lnTo>
                    <a:pt x="128822" y="304404"/>
                  </a:lnTo>
                  <a:lnTo>
                    <a:pt x="133939" y="302894"/>
                  </a:lnTo>
                  <a:lnTo>
                    <a:pt x="139006" y="301221"/>
                  </a:lnTo>
                  <a:lnTo>
                    <a:pt x="144016" y="299387"/>
                  </a:lnTo>
                  <a:lnTo>
                    <a:pt x="148966" y="297395"/>
                  </a:lnTo>
                  <a:lnTo>
                    <a:pt x="153849" y="295245"/>
                  </a:lnTo>
                  <a:lnTo>
                    <a:pt x="158662" y="292941"/>
                  </a:lnTo>
                  <a:lnTo>
                    <a:pt x="163398" y="290484"/>
                  </a:lnTo>
                  <a:lnTo>
                    <a:pt x="168054" y="287878"/>
                  </a:lnTo>
                  <a:lnTo>
                    <a:pt x="172624" y="285124"/>
                  </a:lnTo>
                  <a:lnTo>
                    <a:pt x="177104" y="282226"/>
                  </a:lnTo>
                  <a:lnTo>
                    <a:pt x="181489" y="279186"/>
                  </a:lnTo>
                  <a:lnTo>
                    <a:pt x="185775" y="276008"/>
                  </a:lnTo>
                  <a:lnTo>
                    <a:pt x="189957" y="272695"/>
                  </a:lnTo>
                  <a:lnTo>
                    <a:pt x="194031" y="269250"/>
                  </a:lnTo>
                  <a:lnTo>
                    <a:pt x="197993" y="265676"/>
                  </a:lnTo>
                  <a:lnTo>
                    <a:pt x="201840" y="261978"/>
                  </a:lnTo>
                  <a:lnTo>
                    <a:pt x="205566" y="258160"/>
                  </a:lnTo>
                  <a:lnTo>
                    <a:pt x="209169" y="254224"/>
                  </a:lnTo>
                  <a:lnTo>
                    <a:pt x="212644" y="250175"/>
                  </a:lnTo>
                  <a:lnTo>
                    <a:pt x="215988" y="246017"/>
                  </a:lnTo>
                  <a:lnTo>
                    <a:pt x="219197" y="241755"/>
                  </a:lnTo>
                  <a:lnTo>
                    <a:pt x="222269" y="237393"/>
                  </a:lnTo>
                  <a:lnTo>
                    <a:pt x="225201" y="232935"/>
                  </a:lnTo>
                  <a:lnTo>
                    <a:pt x="227988" y="228385"/>
                  </a:lnTo>
                  <a:lnTo>
                    <a:pt x="230629" y="223749"/>
                  </a:lnTo>
                  <a:lnTo>
                    <a:pt x="233121" y="219031"/>
                  </a:lnTo>
                  <a:lnTo>
                    <a:pt x="235460" y="214235"/>
                  </a:lnTo>
                  <a:lnTo>
                    <a:pt x="237646" y="209368"/>
                  </a:lnTo>
                  <a:lnTo>
                    <a:pt x="239675" y="204433"/>
                  </a:lnTo>
                  <a:lnTo>
                    <a:pt x="241546" y="199436"/>
                  </a:lnTo>
                  <a:lnTo>
                    <a:pt x="243256" y="194382"/>
                  </a:lnTo>
                  <a:lnTo>
                    <a:pt x="244804" y="189276"/>
                  </a:lnTo>
                  <a:lnTo>
                    <a:pt x="246188" y="184123"/>
                  </a:lnTo>
                  <a:lnTo>
                    <a:pt x="247407" y="178929"/>
                  </a:lnTo>
                  <a:lnTo>
                    <a:pt x="248460" y="173698"/>
                  </a:lnTo>
                  <a:lnTo>
                    <a:pt x="249345" y="168436"/>
                  </a:lnTo>
                  <a:lnTo>
                    <a:pt x="250062" y="163149"/>
                  </a:lnTo>
                  <a:lnTo>
                    <a:pt x="250609" y="157842"/>
                  </a:lnTo>
                  <a:lnTo>
                    <a:pt x="250987" y="152519"/>
                  </a:lnTo>
                  <a:lnTo>
                    <a:pt x="251195" y="147188"/>
                  </a:lnTo>
                  <a:lnTo>
                    <a:pt x="251233" y="141852"/>
                  </a:lnTo>
                  <a:lnTo>
                    <a:pt x="251101" y="136518"/>
                  </a:lnTo>
                  <a:lnTo>
                    <a:pt x="250798" y="131191"/>
                  </a:lnTo>
                  <a:lnTo>
                    <a:pt x="250325" y="125877"/>
                  </a:lnTo>
                  <a:lnTo>
                    <a:pt x="249683" y="120580"/>
                  </a:lnTo>
                  <a:lnTo>
                    <a:pt x="248873" y="115306"/>
                  </a:lnTo>
                  <a:lnTo>
                    <a:pt x="247894" y="110061"/>
                  </a:lnTo>
                  <a:lnTo>
                    <a:pt x="246749" y="104850"/>
                  </a:lnTo>
                  <a:lnTo>
                    <a:pt x="245438" y="99678"/>
                  </a:lnTo>
                  <a:lnTo>
                    <a:pt x="243962" y="94550"/>
                  </a:lnTo>
                  <a:lnTo>
                    <a:pt x="242324" y="89473"/>
                  </a:lnTo>
                  <a:lnTo>
                    <a:pt x="240524" y="84450"/>
                  </a:lnTo>
                  <a:lnTo>
                    <a:pt x="238565" y="79487"/>
                  </a:lnTo>
                  <a:lnTo>
                    <a:pt x="236449" y="74589"/>
                  </a:lnTo>
                  <a:lnTo>
                    <a:pt x="234177" y="69761"/>
                  </a:lnTo>
                  <a:lnTo>
                    <a:pt x="231753" y="65008"/>
                  </a:lnTo>
                  <a:lnTo>
                    <a:pt x="229178" y="60335"/>
                  </a:lnTo>
                  <a:lnTo>
                    <a:pt x="226455" y="55746"/>
                  </a:lnTo>
                  <a:lnTo>
                    <a:pt x="223587" y="51247"/>
                  </a:lnTo>
                  <a:lnTo>
                    <a:pt x="220577" y="46841"/>
                  </a:lnTo>
                  <a:lnTo>
                    <a:pt x="217428" y="42534"/>
                  </a:lnTo>
                  <a:lnTo>
                    <a:pt x="214143" y="38330"/>
                  </a:lnTo>
                  <a:lnTo>
                    <a:pt x="210726" y="34232"/>
                  </a:lnTo>
                  <a:lnTo>
                    <a:pt x="207179" y="30246"/>
                  </a:lnTo>
                  <a:lnTo>
                    <a:pt x="203507" y="26375"/>
                  </a:lnTo>
                  <a:lnTo>
                    <a:pt x="199714" y="22623"/>
                  </a:lnTo>
                  <a:lnTo>
                    <a:pt x="195802" y="18994"/>
                  </a:lnTo>
                  <a:lnTo>
                    <a:pt x="191777" y="15491"/>
                  </a:lnTo>
                  <a:lnTo>
                    <a:pt x="187642" y="12119"/>
                  </a:lnTo>
                  <a:lnTo>
                    <a:pt x="183402" y="8881"/>
                  </a:lnTo>
                  <a:lnTo>
                    <a:pt x="179060" y="5779"/>
                  </a:lnTo>
                  <a:lnTo>
                    <a:pt x="174622" y="2818"/>
                  </a:lnTo>
                  <a:lnTo>
                    <a:pt x="170091" y="0"/>
                  </a:lnTo>
                  <a:lnTo>
                    <a:pt x="84072" y="1433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21039" y="1322571"/>
              <a:ext cx="86019" cy="167167"/>
            </a:xfrm>
            <a:custGeom>
              <a:avLst/>
              <a:pathLst>
                <a:path w="86019" h="167167">
                  <a:moveTo>
                    <a:pt x="86019" y="23829"/>
                  </a:moveTo>
                  <a:lnTo>
                    <a:pt x="81128" y="21006"/>
                  </a:lnTo>
                  <a:lnTo>
                    <a:pt x="76145" y="18349"/>
                  </a:lnTo>
                  <a:lnTo>
                    <a:pt x="71076" y="15862"/>
                  </a:lnTo>
                  <a:lnTo>
                    <a:pt x="65925" y="13548"/>
                  </a:lnTo>
                  <a:lnTo>
                    <a:pt x="60699" y="11409"/>
                  </a:lnTo>
                  <a:lnTo>
                    <a:pt x="55403" y="9448"/>
                  </a:lnTo>
                  <a:lnTo>
                    <a:pt x="50045" y="7666"/>
                  </a:lnTo>
                  <a:lnTo>
                    <a:pt x="44629" y="6067"/>
                  </a:lnTo>
                  <a:lnTo>
                    <a:pt x="39162" y="4652"/>
                  </a:lnTo>
                  <a:lnTo>
                    <a:pt x="33651" y="3422"/>
                  </a:lnTo>
                  <a:lnTo>
                    <a:pt x="28101" y="2378"/>
                  </a:lnTo>
                  <a:lnTo>
                    <a:pt x="22520" y="1523"/>
                  </a:lnTo>
                  <a:lnTo>
                    <a:pt x="16912" y="857"/>
                  </a:lnTo>
                  <a:lnTo>
                    <a:pt x="11285" y="381"/>
                  </a:lnTo>
                  <a:lnTo>
                    <a:pt x="564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378097" y="1071028"/>
              <a:ext cx="167161" cy="285743"/>
            </a:xfrm>
            <a:custGeom>
              <a:avLst/>
              <a:pathLst>
                <a:path w="167161" h="285743">
                  <a:moveTo>
                    <a:pt x="167161" y="0"/>
                  </a:moveTo>
                  <a:lnTo>
                    <a:pt x="161832" y="84"/>
                  </a:lnTo>
                  <a:lnTo>
                    <a:pt x="156509" y="339"/>
                  </a:lnTo>
                  <a:lnTo>
                    <a:pt x="151196" y="764"/>
                  </a:lnTo>
                  <a:lnTo>
                    <a:pt x="145899" y="1357"/>
                  </a:lnTo>
                  <a:lnTo>
                    <a:pt x="140625" y="2119"/>
                  </a:lnTo>
                  <a:lnTo>
                    <a:pt x="135377" y="3049"/>
                  </a:lnTo>
                  <a:lnTo>
                    <a:pt x="130161" y="4146"/>
                  </a:lnTo>
                  <a:lnTo>
                    <a:pt x="124983" y="5408"/>
                  </a:lnTo>
                  <a:lnTo>
                    <a:pt x="119848" y="6835"/>
                  </a:lnTo>
                  <a:lnTo>
                    <a:pt x="114761" y="8424"/>
                  </a:lnTo>
                  <a:lnTo>
                    <a:pt x="109728" y="10175"/>
                  </a:lnTo>
                  <a:lnTo>
                    <a:pt x="104752" y="12086"/>
                  </a:lnTo>
                  <a:lnTo>
                    <a:pt x="99841" y="14154"/>
                  </a:lnTo>
                  <a:lnTo>
                    <a:pt x="94997" y="16378"/>
                  </a:lnTo>
                  <a:lnTo>
                    <a:pt x="90227" y="18755"/>
                  </a:lnTo>
                  <a:lnTo>
                    <a:pt x="85535" y="21283"/>
                  </a:lnTo>
                  <a:lnTo>
                    <a:pt x="80926" y="23959"/>
                  </a:lnTo>
                  <a:lnTo>
                    <a:pt x="76405" y="26781"/>
                  </a:lnTo>
                  <a:lnTo>
                    <a:pt x="71976" y="29745"/>
                  </a:lnTo>
                  <a:lnTo>
                    <a:pt x="67644" y="32849"/>
                  </a:lnTo>
                  <a:lnTo>
                    <a:pt x="63412" y="36090"/>
                  </a:lnTo>
                  <a:lnTo>
                    <a:pt x="59287" y="39464"/>
                  </a:lnTo>
                  <a:lnTo>
                    <a:pt x="55271" y="42967"/>
                  </a:lnTo>
                  <a:lnTo>
                    <a:pt x="51368" y="46597"/>
                  </a:lnTo>
                  <a:lnTo>
                    <a:pt x="47584" y="50350"/>
                  </a:lnTo>
                  <a:lnTo>
                    <a:pt x="43921" y="54221"/>
                  </a:lnTo>
                  <a:lnTo>
                    <a:pt x="40383" y="58207"/>
                  </a:lnTo>
                  <a:lnTo>
                    <a:pt x="36974" y="62304"/>
                  </a:lnTo>
                  <a:lnTo>
                    <a:pt x="33697" y="66507"/>
                  </a:lnTo>
                  <a:lnTo>
                    <a:pt x="30556" y="70813"/>
                  </a:lnTo>
                  <a:lnTo>
                    <a:pt x="27554" y="75216"/>
                  </a:lnTo>
                  <a:lnTo>
                    <a:pt x="24694" y="79713"/>
                  </a:lnTo>
                  <a:lnTo>
                    <a:pt x="21979" y="84299"/>
                  </a:lnTo>
                  <a:lnTo>
                    <a:pt x="19411" y="88969"/>
                  </a:lnTo>
                  <a:lnTo>
                    <a:pt x="16993" y="93719"/>
                  </a:lnTo>
                  <a:lnTo>
                    <a:pt x="14728" y="98543"/>
                  </a:lnTo>
                  <a:lnTo>
                    <a:pt x="12618" y="103437"/>
                  </a:lnTo>
                  <a:lnTo>
                    <a:pt x="10665" y="108396"/>
                  </a:lnTo>
                  <a:lnTo>
                    <a:pt x="8871" y="113415"/>
                  </a:lnTo>
                  <a:lnTo>
                    <a:pt x="7238" y="118488"/>
                  </a:lnTo>
                  <a:lnTo>
                    <a:pt x="5768" y="123611"/>
                  </a:lnTo>
                  <a:lnTo>
                    <a:pt x="4461" y="128777"/>
                  </a:lnTo>
                  <a:lnTo>
                    <a:pt x="3320" y="133983"/>
                  </a:lnTo>
                  <a:lnTo>
                    <a:pt x="2346" y="139223"/>
                  </a:lnTo>
                  <a:lnTo>
                    <a:pt x="1538" y="144491"/>
                  </a:lnTo>
                  <a:lnTo>
                    <a:pt x="900" y="149782"/>
                  </a:lnTo>
                  <a:lnTo>
                    <a:pt x="430" y="155091"/>
                  </a:lnTo>
                  <a:lnTo>
                    <a:pt x="130" y="160412"/>
                  </a:lnTo>
                  <a:lnTo>
                    <a:pt x="0" y="165740"/>
                  </a:lnTo>
                  <a:lnTo>
                    <a:pt x="39" y="171070"/>
                  </a:lnTo>
                  <a:lnTo>
                    <a:pt x="248" y="176395"/>
                  </a:lnTo>
                  <a:lnTo>
                    <a:pt x="627" y="181711"/>
                  </a:lnTo>
                  <a:lnTo>
                    <a:pt x="1176" y="187012"/>
                  </a:lnTo>
                  <a:lnTo>
                    <a:pt x="1893" y="192294"/>
                  </a:lnTo>
                  <a:lnTo>
                    <a:pt x="2778" y="197549"/>
                  </a:lnTo>
                  <a:lnTo>
                    <a:pt x="3830" y="202774"/>
                  </a:lnTo>
                  <a:lnTo>
                    <a:pt x="5048" y="207962"/>
                  </a:lnTo>
                  <a:lnTo>
                    <a:pt x="6430" y="213109"/>
                  </a:lnTo>
                  <a:lnTo>
                    <a:pt x="7977" y="218210"/>
                  </a:lnTo>
                  <a:lnTo>
                    <a:pt x="9685" y="223258"/>
                  </a:lnTo>
                  <a:lnTo>
                    <a:pt x="11553" y="228250"/>
                  </a:lnTo>
                  <a:lnTo>
                    <a:pt x="13579" y="233179"/>
                  </a:lnTo>
                  <a:lnTo>
                    <a:pt x="15761" y="238041"/>
                  </a:lnTo>
                  <a:lnTo>
                    <a:pt x="18098" y="242831"/>
                  </a:lnTo>
                  <a:lnTo>
                    <a:pt x="20585" y="247545"/>
                  </a:lnTo>
                  <a:lnTo>
                    <a:pt x="23222" y="252176"/>
                  </a:lnTo>
                  <a:lnTo>
                    <a:pt x="26005" y="256722"/>
                  </a:lnTo>
                  <a:lnTo>
                    <a:pt x="28932" y="261176"/>
                  </a:lnTo>
                  <a:lnTo>
                    <a:pt x="31999" y="265534"/>
                  </a:lnTo>
                  <a:lnTo>
                    <a:pt x="35203" y="269793"/>
                  </a:lnTo>
                  <a:lnTo>
                    <a:pt x="38542" y="273947"/>
                  </a:lnTo>
                  <a:lnTo>
                    <a:pt x="42011" y="277993"/>
                  </a:lnTo>
                  <a:lnTo>
                    <a:pt x="45607" y="281926"/>
                  </a:lnTo>
                  <a:lnTo>
                    <a:pt x="49327" y="285743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7425" y="1238196"/>
              <a:ext cx="117833" cy="118575"/>
            </a:xfrm>
            <a:custGeom>
              <a:avLst/>
              <a:pathLst>
                <a:path w="117833" h="118575">
                  <a:moveTo>
                    <a:pt x="0" y="118575"/>
                  </a:moveTo>
                  <a:lnTo>
                    <a:pt x="11783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7425" y="1145289"/>
              <a:ext cx="284985" cy="260056"/>
            </a:xfrm>
            <a:custGeom>
              <a:avLst/>
              <a:pathLst>
                <a:path w="284985" h="260056">
                  <a:moveTo>
                    <a:pt x="0" y="211482"/>
                  </a:moveTo>
                  <a:lnTo>
                    <a:pt x="3851" y="215189"/>
                  </a:lnTo>
                  <a:lnTo>
                    <a:pt x="7820" y="218772"/>
                  </a:lnTo>
                  <a:lnTo>
                    <a:pt x="11901" y="222225"/>
                  </a:lnTo>
                  <a:lnTo>
                    <a:pt x="16090" y="225546"/>
                  </a:lnTo>
                  <a:lnTo>
                    <a:pt x="20384" y="228732"/>
                  </a:lnTo>
                  <a:lnTo>
                    <a:pt x="24777" y="231778"/>
                  </a:lnTo>
                  <a:lnTo>
                    <a:pt x="29265" y="234683"/>
                  </a:lnTo>
                  <a:lnTo>
                    <a:pt x="33844" y="237443"/>
                  </a:lnTo>
                  <a:lnTo>
                    <a:pt x="38508" y="240054"/>
                  </a:lnTo>
                  <a:lnTo>
                    <a:pt x="43254" y="242516"/>
                  </a:lnTo>
                  <a:lnTo>
                    <a:pt x="48076" y="244824"/>
                  </a:lnTo>
                  <a:lnTo>
                    <a:pt x="52970" y="246977"/>
                  </a:lnTo>
                  <a:lnTo>
                    <a:pt x="57930" y="248972"/>
                  </a:lnTo>
                  <a:lnTo>
                    <a:pt x="62951" y="250808"/>
                  </a:lnTo>
                  <a:lnTo>
                    <a:pt x="68028" y="252482"/>
                  </a:lnTo>
                  <a:lnTo>
                    <a:pt x="73156" y="253993"/>
                  </a:lnTo>
                  <a:lnTo>
                    <a:pt x="78330" y="255339"/>
                  </a:lnTo>
                  <a:lnTo>
                    <a:pt x="83544" y="256519"/>
                  </a:lnTo>
                  <a:lnTo>
                    <a:pt x="88794" y="257532"/>
                  </a:lnTo>
                  <a:lnTo>
                    <a:pt x="94073" y="258377"/>
                  </a:lnTo>
                  <a:lnTo>
                    <a:pt x="99376" y="259052"/>
                  </a:lnTo>
                  <a:lnTo>
                    <a:pt x="104698" y="259557"/>
                  </a:lnTo>
                  <a:lnTo>
                    <a:pt x="110034" y="259892"/>
                  </a:lnTo>
                  <a:lnTo>
                    <a:pt x="115377" y="260056"/>
                  </a:lnTo>
                  <a:lnTo>
                    <a:pt x="120724" y="260049"/>
                  </a:lnTo>
                  <a:lnTo>
                    <a:pt x="126067" y="259871"/>
                  </a:lnTo>
                  <a:lnTo>
                    <a:pt x="131401" y="259522"/>
                  </a:lnTo>
                  <a:lnTo>
                    <a:pt x="136722" y="259003"/>
                  </a:lnTo>
                  <a:lnTo>
                    <a:pt x="142024" y="258314"/>
                  </a:lnTo>
                  <a:lnTo>
                    <a:pt x="147301" y="257456"/>
                  </a:lnTo>
                  <a:lnTo>
                    <a:pt x="152547" y="256430"/>
                  </a:lnTo>
                  <a:lnTo>
                    <a:pt x="157758" y="255236"/>
                  </a:lnTo>
                  <a:lnTo>
                    <a:pt x="162929" y="253876"/>
                  </a:lnTo>
                  <a:lnTo>
                    <a:pt x="168053" y="252352"/>
                  </a:lnTo>
                  <a:lnTo>
                    <a:pt x="173126" y="250665"/>
                  </a:lnTo>
                  <a:lnTo>
                    <a:pt x="178142" y="248816"/>
                  </a:lnTo>
                  <a:lnTo>
                    <a:pt x="183097" y="246808"/>
                  </a:lnTo>
                  <a:lnTo>
                    <a:pt x="187985" y="244642"/>
                  </a:lnTo>
                  <a:lnTo>
                    <a:pt x="192801" y="242321"/>
                  </a:lnTo>
                  <a:lnTo>
                    <a:pt x="197540" y="239848"/>
                  </a:lnTo>
                  <a:lnTo>
                    <a:pt x="202198" y="237224"/>
                  </a:lnTo>
                  <a:lnTo>
                    <a:pt x="206770" y="234452"/>
                  </a:lnTo>
                  <a:lnTo>
                    <a:pt x="211250" y="231536"/>
                  </a:lnTo>
                  <a:lnTo>
                    <a:pt x="215635" y="228478"/>
                  </a:lnTo>
                  <a:lnTo>
                    <a:pt x="219921" y="225281"/>
                  </a:lnTo>
                  <a:lnTo>
                    <a:pt x="224101" y="221949"/>
                  </a:lnTo>
                  <a:lnTo>
                    <a:pt x="228173" y="218485"/>
                  </a:lnTo>
                  <a:lnTo>
                    <a:pt x="232132" y="214892"/>
                  </a:lnTo>
                  <a:lnTo>
                    <a:pt x="235975" y="211175"/>
                  </a:lnTo>
                  <a:lnTo>
                    <a:pt x="239696" y="207337"/>
                  </a:lnTo>
                  <a:lnTo>
                    <a:pt x="243293" y="203382"/>
                  </a:lnTo>
                  <a:lnTo>
                    <a:pt x="246761" y="199313"/>
                  </a:lnTo>
                  <a:lnTo>
                    <a:pt x="250098" y="195136"/>
                  </a:lnTo>
                  <a:lnTo>
                    <a:pt x="253299" y="190855"/>
                  </a:lnTo>
                  <a:lnTo>
                    <a:pt x="256362" y="186473"/>
                  </a:lnTo>
                  <a:lnTo>
                    <a:pt x="259283" y="181995"/>
                  </a:lnTo>
                  <a:lnTo>
                    <a:pt x="262059" y="177427"/>
                  </a:lnTo>
                  <a:lnTo>
                    <a:pt x="264688" y="172772"/>
                  </a:lnTo>
                  <a:lnTo>
                    <a:pt x="267167" y="168035"/>
                  </a:lnTo>
                  <a:lnTo>
                    <a:pt x="269493" y="163221"/>
                  </a:lnTo>
                  <a:lnTo>
                    <a:pt x="271664" y="158336"/>
                  </a:lnTo>
                  <a:lnTo>
                    <a:pt x="273678" y="153383"/>
                  </a:lnTo>
                  <a:lnTo>
                    <a:pt x="275532" y="148369"/>
                  </a:lnTo>
                  <a:lnTo>
                    <a:pt x="277225" y="143298"/>
                  </a:lnTo>
                  <a:lnTo>
                    <a:pt x="278754" y="138175"/>
                  </a:lnTo>
                  <a:lnTo>
                    <a:pt x="280120" y="133006"/>
                  </a:lnTo>
                  <a:lnTo>
                    <a:pt x="281319" y="127797"/>
                  </a:lnTo>
                  <a:lnTo>
                    <a:pt x="282351" y="122551"/>
                  </a:lnTo>
                  <a:lnTo>
                    <a:pt x="283215" y="117275"/>
                  </a:lnTo>
                  <a:lnTo>
                    <a:pt x="283909" y="111974"/>
                  </a:lnTo>
                  <a:lnTo>
                    <a:pt x="284434" y="106654"/>
                  </a:lnTo>
                  <a:lnTo>
                    <a:pt x="284789" y="101320"/>
                  </a:lnTo>
                  <a:lnTo>
                    <a:pt x="284972" y="95977"/>
                  </a:lnTo>
                  <a:lnTo>
                    <a:pt x="284985" y="90631"/>
                  </a:lnTo>
                  <a:lnTo>
                    <a:pt x="284827" y="85287"/>
                  </a:lnTo>
                  <a:lnTo>
                    <a:pt x="284498" y="79951"/>
                  </a:lnTo>
                  <a:lnTo>
                    <a:pt x="283998" y="74628"/>
                  </a:lnTo>
                  <a:lnTo>
                    <a:pt x="283329" y="69324"/>
                  </a:lnTo>
                  <a:lnTo>
                    <a:pt x="282490" y="64044"/>
                  </a:lnTo>
                  <a:lnTo>
                    <a:pt x="281483" y="58794"/>
                  </a:lnTo>
                  <a:lnTo>
                    <a:pt x="280308" y="53578"/>
                  </a:lnTo>
                  <a:lnTo>
                    <a:pt x="278968" y="48403"/>
                  </a:lnTo>
                  <a:lnTo>
                    <a:pt x="277462" y="43273"/>
                  </a:lnTo>
                  <a:lnTo>
                    <a:pt x="275794" y="38194"/>
                  </a:lnTo>
                  <a:lnTo>
                    <a:pt x="273963" y="33171"/>
                  </a:lnTo>
                  <a:lnTo>
                    <a:pt x="271973" y="28209"/>
                  </a:lnTo>
                  <a:lnTo>
                    <a:pt x="269826" y="23313"/>
                  </a:lnTo>
                  <a:lnTo>
                    <a:pt x="267523" y="18489"/>
                  </a:lnTo>
                  <a:lnTo>
                    <a:pt x="265066" y="13740"/>
                  </a:lnTo>
                  <a:lnTo>
                    <a:pt x="262460" y="9073"/>
                  </a:lnTo>
                  <a:lnTo>
                    <a:pt x="259705" y="4491"/>
                  </a:lnTo>
                  <a:lnTo>
                    <a:pt x="256805" y="0"/>
                  </a:lnTo>
                  <a:lnTo>
                    <a:pt x="117833" y="929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258" y="1071028"/>
              <a:ext cx="138972" cy="167167"/>
            </a:xfrm>
            <a:custGeom>
              <a:avLst/>
              <a:pathLst>
                <a:path w="138972" h="167167">
                  <a:moveTo>
                    <a:pt x="138972" y="74260"/>
                  </a:moveTo>
                  <a:lnTo>
                    <a:pt x="135858" y="69764"/>
                  </a:lnTo>
                  <a:lnTo>
                    <a:pt x="132599" y="65372"/>
                  </a:lnTo>
                  <a:lnTo>
                    <a:pt x="129199" y="61089"/>
                  </a:lnTo>
                  <a:lnTo>
                    <a:pt x="125660" y="56919"/>
                  </a:lnTo>
                  <a:lnTo>
                    <a:pt x="121986" y="52868"/>
                  </a:lnTo>
                  <a:lnTo>
                    <a:pt x="118182" y="48939"/>
                  </a:lnTo>
                  <a:lnTo>
                    <a:pt x="114251" y="45136"/>
                  </a:lnTo>
                  <a:lnTo>
                    <a:pt x="110198" y="41464"/>
                  </a:lnTo>
                  <a:lnTo>
                    <a:pt x="106028" y="37927"/>
                  </a:lnTo>
                  <a:lnTo>
                    <a:pt x="101743" y="34528"/>
                  </a:lnTo>
                  <a:lnTo>
                    <a:pt x="97350" y="31271"/>
                  </a:lnTo>
                  <a:lnTo>
                    <a:pt x="92853" y="28159"/>
                  </a:lnTo>
                  <a:lnTo>
                    <a:pt x="88256" y="25196"/>
                  </a:lnTo>
                  <a:lnTo>
                    <a:pt x="83565" y="22385"/>
                  </a:lnTo>
                  <a:lnTo>
                    <a:pt x="78784" y="19729"/>
                  </a:lnTo>
                  <a:lnTo>
                    <a:pt x="73919" y="17231"/>
                  </a:lnTo>
                  <a:lnTo>
                    <a:pt x="68975" y="14893"/>
                  </a:lnTo>
                  <a:lnTo>
                    <a:pt x="63957" y="12718"/>
                  </a:lnTo>
                  <a:lnTo>
                    <a:pt x="58870" y="10709"/>
                  </a:lnTo>
                  <a:lnTo>
                    <a:pt x="53721" y="8867"/>
                  </a:lnTo>
                  <a:lnTo>
                    <a:pt x="48514" y="7194"/>
                  </a:lnTo>
                  <a:lnTo>
                    <a:pt x="43255" y="5693"/>
                  </a:lnTo>
                  <a:lnTo>
                    <a:pt x="37950" y="4364"/>
                  </a:lnTo>
                  <a:lnTo>
                    <a:pt x="32604" y="3210"/>
                  </a:lnTo>
                  <a:lnTo>
                    <a:pt x="27224" y="2231"/>
                  </a:lnTo>
                  <a:lnTo>
                    <a:pt x="21814" y="1429"/>
                  </a:lnTo>
                  <a:lnTo>
                    <a:pt x="16381" y="804"/>
                  </a:lnTo>
                  <a:lnTo>
                    <a:pt x="10930" y="357"/>
                  </a:lnTo>
                  <a:lnTo>
                    <a:pt x="5468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53543" y="941493"/>
              <a:ext cx="70000" cy="167167"/>
            </a:xfrm>
            <a:custGeom>
              <a:avLst/>
              <a:pathLst>
                <a:path w="70000" h="167167">
                  <a:moveTo>
                    <a:pt x="70000" y="0"/>
                  </a:moveTo>
                  <a:lnTo>
                    <a:pt x="63983" y="108"/>
                  </a:lnTo>
                  <a:lnTo>
                    <a:pt x="57973" y="433"/>
                  </a:lnTo>
                  <a:lnTo>
                    <a:pt x="51979" y="974"/>
                  </a:lnTo>
                  <a:lnTo>
                    <a:pt x="46008" y="1730"/>
                  </a:lnTo>
                  <a:lnTo>
                    <a:pt x="40068" y="2701"/>
                  </a:lnTo>
                  <a:lnTo>
                    <a:pt x="34167" y="3885"/>
                  </a:lnTo>
                  <a:lnTo>
                    <a:pt x="28313" y="5281"/>
                  </a:lnTo>
                  <a:lnTo>
                    <a:pt x="22512" y="6887"/>
                  </a:lnTo>
                  <a:lnTo>
                    <a:pt x="16773" y="8700"/>
                  </a:lnTo>
                  <a:lnTo>
                    <a:pt x="11103" y="10719"/>
                  </a:lnTo>
                  <a:lnTo>
                    <a:pt x="5510" y="12940"/>
                  </a:lnTo>
                  <a:lnTo>
                    <a:pt x="0" y="15362"/>
                  </a:lnTo>
                  <a:lnTo>
                    <a:pt x="7000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53543" y="956855"/>
              <a:ext cx="70000" cy="151805"/>
            </a:xfrm>
            <a:custGeom>
              <a:avLst/>
              <a:pathLst>
                <a:path w="70000" h="151805">
                  <a:moveTo>
                    <a:pt x="0" y="0"/>
                  </a:moveTo>
                  <a:lnTo>
                    <a:pt x="70000" y="1518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856376" y="956855"/>
              <a:ext cx="334329" cy="318960"/>
            </a:xfrm>
            <a:custGeom>
              <a:avLst/>
              <a:pathLst>
                <a:path w="334329" h="318960">
                  <a:moveTo>
                    <a:pt x="97166" y="0"/>
                  </a:moveTo>
                  <a:lnTo>
                    <a:pt x="92398" y="2290"/>
                  </a:lnTo>
                  <a:lnTo>
                    <a:pt x="87704" y="4731"/>
                  </a:lnTo>
                  <a:lnTo>
                    <a:pt x="83090" y="7319"/>
                  </a:lnTo>
                  <a:lnTo>
                    <a:pt x="78561" y="10052"/>
                  </a:lnTo>
                  <a:lnTo>
                    <a:pt x="74120" y="12926"/>
                  </a:lnTo>
                  <a:lnTo>
                    <a:pt x="69772" y="15940"/>
                  </a:lnTo>
                  <a:lnTo>
                    <a:pt x="65522" y="19090"/>
                  </a:lnTo>
                  <a:lnTo>
                    <a:pt x="61373" y="22373"/>
                  </a:lnTo>
                  <a:lnTo>
                    <a:pt x="57331" y="25785"/>
                  </a:lnTo>
                  <a:lnTo>
                    <a:pt x="53398" y="29323"/>
                  </a:lnTo>
                  <a:lnTo>
                    <a:pt x="49580" y="32985"/>
                  </a:lnTo>
                  <a:lnTo>
                    <a:pt x="45879" y="36765"/>
                  </a:lnTo>
                  <a:lnTo>
                    <a:pt x="42300" y="40660"/>
                  </a:lnTo>
                  <a:lnTo>
                    <a:pt x="38845" y="44667"/>
                  </a:lnTo>
                  <a:lnTo>
                    <a:pt x="35520" y="48781"/>
                  </a:lnTo>
                  <a:lnTo>
                    <a:pt x="32326" y="52998"/>
                  </a:lnTo>
                  <a:lnTo>
                    <a:pt x="29267" y="57314"/>
                  </a:lnTo>
                  <a:lnTo>
                    <a:pt x="26346" y="61725"/>
                  </a:lnTo>
                  <a:lnTo>
                    <a:pt x="23566" y="66226"/>
                  </a:lnTo>
                  <a:lnTo>
                    <a:pt x="20930" y="70812"/>
                  </a:lnTo>
                  <a:lnTo>
                    <a:pt x="18441" y="75480"/>
                  </a:lnTo>
                  <a:lnTo>
                    <a:pt x="16100" y="80224"/>
                  </a:lnTo>
                  <a:lnTo>
                    <a:pt x="13911" y="85040"/>
                  </a:lnTo>
                  <a:lnTo>
                    <a:pt x="11875" y="89923"/>
                  </a:lnTo>
                  <a:lnTo>
                    <a:pt x="9995" y="94868"/>
                  </a:lnTo>
                  <a:lnTo>
                    <a:pt x="8272" y="99869"/>
                  </a:lnTo>
                  <a:lnTo>
                    <a:pt x="6708" y="104923"/>
                  </a:lnTo>
                  <a:lnTo>
                    <a:pt x="5305" y="110024"/>
                  </a:lnTo>
                  <a:lnTo>
                    <a:pt x="4064" y="115166"/>
                  </a:lnTo>
                  <a:lnTo>
                    <a:pt x="2986" y="120345"/>
                  </a:lnTo>
                  <a:lnTo>
                    <a:pt x="2073" y="125556"/>
                  </a:lnTo>
                  <a:lnTo>
                    <a:pt x="1325" y="130793"/>
                  </a:lnTo>
                  <a:lnTo>
                    <a:pt x="743" y="136051"/>
                  </a:lnTo>
                  <a:lnTo>
                    <a:pt x="328" y="141325"/>
                  </a:lnTo>
                  <a:lnTo>
                    <a:pt x="80" y="146609"/>
                  </a:lnTo>
                  <a:lnTo>
                    <a:pt x="0" y="151899"/>
                  </a:lnTo>
                  <a:lnTo>
                    <a:pt x="86" y="157188"/>
                  </a:lnTo>
                  <a:lnTo>
                    <a:pt x="340" y="162472"/>
                  </a:lnTo>
                  <a:lnTo>
                    <a:pt x="761" y="167746"/>
                  </a:lnTo>
                  <a:lnTo>
                    <a:pt x="1349" y="173003"/>
                  </a:lnTo>
                  <a:lnTo>
                    <a:pt x="2103" y="178239"/>
                  </a:lnTo>
                  <a:lnTo>
                    <a:pt x="3022" y="183449"/>
                  </a:lnTo>
                  <a:lnTo>
                    <a:pt x="4105" y="188627"/>
                  </a:lnTo>
                  <a:lnTo>
                    <a:pt x="5352" y="193768"/>
                  </a:lnTo>
                  <a:lnTo>
                    <a:pt x="6761" y="198867"/>
                  </a:lnTo>
                  <a:lnTo>
                    <a:pt x="8330" y="203919"/>
                  </a:lnTo>
                  <a:lnTo>
                    <a:pt x="10059" y="208919"/>
                  </a:lnTo>
                  <a:lnTo>
                    <a:pt x="11945" y="213861"/>
                  </a:lnTo>
                  <a:lnTo>
                    <a:pt x="13986" y="218742"/>
                  </a:lnTo>
                  <a:lnTo>
                    <a:pt x="16181" y="223555"/>
                  </a:lnTo>
                  <a:lnTo>
                    <a:pt x="18527" y="228297"/>
                  </a:lnTo>
                  <a:lnTo>
                    <a:pt x="21022" y="232962"/>
                  </a:lnTo>
                  <a:lnTo>
                    <a:pt x="23663" y="237545"/>
                  </a:lnTo>
                  <a:lnTo>
                    <a:pt x="26447" y="242043"/>
                  </a:lnTo>
                  <a:lnTo>
                    <a:pt x="29373" y="246451"/>
                  </a:lnTo>
                  <a:lnTo>
                    <a:pt x="32437" y="250763"/>
                  </a:lnTo>
                  <a:lnTo>
                    <a:pt x="35636" y="254977"/>
                  </a:lnTo>
                  <a:lnTo>
                    <a:pt x="38966" y="259087"/>
                  </a:lnTo>
                  <a:lnTo>
                    <a:pt x="42425" y="263090"/>
                  </a:lnTo>
                  <a:lnTo>
                    <a:pt x="46009" y="266981"/>
                  </a:lnTo>
                  <a:lnTo>
                    <a:pt x="49714" y="270757"/>
                  </a:lnTo>
                  <a:lnTo>
                    <a:pt x="53536" y="274414"/>
                  </a:lnTo>
                  <a:lnTo>
                    <a:pt x="57473" y="277948"/>
                  </a:lnTo>
                  <a:lnTo>
                    <a:pt x="61519" y="281356"/>
                  </a:lnTo>
                  <a:lnTo>
                    <a:pt x="65671" y="284634"/>
                  </a:lnTo>
                  <a:lnTo>
                    <a:pt x="69925" y="287779"/>
                  </a:lnTo>
                  <a:lnTo>
                    <a:pt x="74276" y="290788"/>
                  </a:lnTo>
                  <a:lnTo>
                    <a:pt x="78720" y="293657"/>
                  </a:lnTo>
                  <a:lnTo>
                    <a:pt x="83253" y="296385"/>
                  </a:lnTo>
                  <a:lnTo>
                    <a:pt x="87870" y="298968"/>
                  </a:lnTo>
                  <a:lnTo>
                    <a:pt x="92566" y="301403"/>
                  </a:lnTo>
                  <a:lnTo>
                    <a:pt x="97337" y="303689"/>
                  </a:lnTo>
                  <a:lnTo>
                    <a:pt x="102178" y="305822"/>
                  </a:lnTo>
                  <a:lnTo>
                    <a:pt x="107084" y="307801"/>
                  </a:lnTo>
                  <a:lnTo>
                    <a:pt x="112050" y="309624"/>
                  </a:lnTo>
                  <a:lnTo>
                    <a:pt x="117071" y="311289"/>
                  </a:lnTo>
                  <a:lnTo>
                    <a:pt x="122143" y="312795"/>
                  </a:lnTo>
                  <a:lnTo>
                    <a:pt x="127259" y="314139"/>
                  </a:lnTo>
                  <a:lnTo>
                    <a:pt x="132416" y="315320"/>
                  </a:lnTo>
                  <a:lnTo>
                    <a:pt x="137607" y="316338"/>
                  </a:lnTo>
                  <a:lnTo>
                    <a:pt x="142828" y="317191"/>
                  </a:lnTo>
                  <a:lnTo>
                    <a:pt x="148073" y="317878"/>
                  </a:lnTo>
                  <a:lnTo>
                    <a:pt x="153338" y="318399"/>
                  </a:lnTo>
                  <a:lnTo>
                    <a:pt x="158616" y="318753"/>
                  </a:lnTo>
                  <a:lnTo>
                    <a:pt x="163903" y="318940"/>
                  </a:lnTo>
                  <a:lnTo>
                    <a:pt x="169193" y="318960"/>
                  </a:lnTo>
                  <a:lnTo>
                    <a:pt x="174481" y="318812"/>
                  </a:lnTo>
                  <a:lnTo>
                    <a:pt x="179762" y="318497"/>
                  </a:lnTo>
                  <a:lnTo>
                    <a:pt x="185030" y="318015"/>
                  </a:lnTo>
                  <a:lnTo>
                    <a:pt x="190280" y="317367"/>
                  </a:lnTo>
                  <a:lnTo>
                    <a:pt x="195507" y="316552"/>
                  </a:lnTo>
                  <a:lnTo>
                    <a:pt x="200706" y="315573"/>
                  </a:lnTo>
                  <a:lnTo>
                    <a:pt x="205871" y="314430"/>
                  </a:lnTo>
                  <a:lnTo>
                    <a:pt x="210998" y="313124"/>
                  </a:lnTo>
                  <a:lnTo>
                    <a:pt x="216080" y="311656"/>
                  </a:lnTo>
                  <a:lnTo>
                    <a:pt x="221113" y="310028"/>
                  </a:lnTo>
                  <a:lnTo>
                    <a:pt x="226093" y="308242"/>
                  </a:lnTo>
                  <a:lnTo>
                    <a:pt x="231013" y="306299"/>
                  </a:lnTo>
                  <a:lnTo>
                    <a:pt x="235870" y="304202"/>
                  </a:lnTo>
                  <a:lnTo>
                    <a:pt x="240658" y="301952"/>
                  </a:lnTo>
                  <a:lnTo>
                    <a:pt x="245372" y="299551"/>
                  </a:lnTo>
                  <a:lnTo>
                    <a:pt x="250008" y="297002"/>
                  </a:lnTo>
                  <a:lnTo>
                    <a:pt x="254560" y="294309"/>
                  </a:lnTo>
                  <a:lnTo>
                    <a:pt x="259026" y="291472"/>
                  </a:lnTo>
                  <a:lnTo>
                    <a:pt x="263399" y="288495"/>
                  </a:lnTo>
                  <a:lnTo>
                    <a:pt x="267676" y="285382"/>
                  </a:lnTo>
                  <a:lnTo>
                    <a:pt x="271852" y="282135"/>
                  </a:lnTo>
                  <a:lnTo>
                    <a:pt x="275924" y="278757"/>
                  </a:lnTo>
                  <a:lnTo>
                    <a:pt x="279886" y="275252"/>
                  </a:lnTo>
                  <a:lnTo>
                    <a:pt x="283736" y="271624"/>
                  </a:lnTo>
                  <a:lnTo>
                    <a:pt x="287469" y="267875"/>
                  </a:lnTo>
                  <a:lnTo>
                    <a:pt x="291081" y="264011"/>
                  </a:lnTo>
                  <a:lnTo>
                    <a:pt x="294570" y="260034"/>
                  </a:lnTo>
                  <a:lnTo>
                    <a:pt x="297930" y="255948"/>
                  </a:lnTo>
                  <a:lnTo>
                    <a:pt x="301160" y="251758"/>
                  </a:lnTo>
                  <a:lnTo>
                    <a:pt x="304256" y="247469"/>
                  </a:lnTo>
                  <a:lnTo>
                    <a:pt x="307214" y="243083"/>
                  </a:lnTo>
                  <a:lnTo>
                    <a:pt x="310032" y="238606"/>
                  </a:lnTo>
                  <a:lnTo>
                    <a:pt x="312707" y="234042"/>
                  </a:lnTo>
                  <a:lnTo>
                    <a:pt x="315236" y="229396"/>
                  </a:lnTo>
                  <a:lnTo>
                    <a:pt x="317617" y="224672"/>
                  </a:lnTo>
                  <a:lnTo>
                    <a:pt x="319848" y="219875"/>
                  </a:lnTo>
                  <a:lnTo>
                    <a:pt x="321925" y="215009"/>
                  </a:lnTo>
                  <a:lnTo>
                    <a:pt x="323848" y="210081"/>
                  </a:lnTo>
                  <a:lnTo>
                    <a:pt x="325613" y="205094"/>
                  </a:lnTo>
                  <a:lnTo>
                    <a:pt x="327220" y="200054"/>
                  </a:lnTo>
                  <a:lnTo>
                    <a:pt x="328666" y="194965"/>
                  </a:lnTo>
                  <a:lnTo>
                    <a:pt x="329951" y="189834"/>
                  </a:lnTo>
                  <a:lnTo>
                    <a:pt x="331073" y="184664"/>
                  </a:lnTo>
                  <a:lnTo>
                    <a:pt x="332031" y="179461"/>
                  </a:lnTo>
                  <a:lnTo>
                    <a:pt x="332823" y="174231"/>
                  </a:lnTo>
                  <a:lnTo>
                    <a:pt x="333450" y="168978"/>
                  </a:lnTo>
                  <a:lnTo>
                    <a:pt x="333910" y="163708"/>
                  </a:lnTo>
                  <a:lnTo>
                    <a:pt x="334203" y="158426"/>
                  </a:lnTo>
                  <a:lnTo>
                    <a:pt x="334329" y="153137"/>
                  </a:lnTo>
                  <a:lnTo>
                    <a:pt x="334288" y="147847"/>
                  </a:lnTo>
                  <a:lnTo>
                    <a:pt x="334079" y="142561"/>
                  </a:lnTo>
                  <a:lnTo>
                    <a:pt x="333703" y="137284"/>
                  </a:lnTo>
                  <a:lnTo>
                    <a:pt x="333160" y="132022"/>
                  </a:lnTo>
                  <a:lnTo>
                    <a:pt x="332451" y="126780"/>
                  </a:lnTo>
                  <a:lnTo>
                    <a:pt x="331576" y="121562"/>
                  </a:lnTo>
                  <a:lnTo>
                    <a:pt x="330537" y="116375"/>
                  </a:lnTo>
                  <a:lnTo>
                    <a:pt x="329334" y="111224"/>
                  </a:lnTo>
                  <a:lnTo>
                    <a:pt x="327969" y="106113"/>
                  </a:lnTo>
                  <a:lnTo>
                    <a:pt x="326442" y="101048"/>
                  </a:lnTo>
                  <a:lnTo>
                    <a:pt x="324757" y="96033"/>
                  </a:lnTo>
                  <a:lnTo>
                    <a:pt x="322913" y="91075"/>
                  </a:lnTo>
                  <a:lnTo>
                    <a:pt x="320913" y="86177"/>
                  </a:lnTo>
                  <a:lnTo>
                    <a:pt x="318760" y="81345"/>
                  </a:lnTo>
                  <a:lnTo>
                    <a:pt x="316454" y="76584"/>
                  </a:lnTo>
                  <a:lnTo>
                    <a:pt x="314000" y="71898"/>
                  </a:lnTo>
                  <a:lnTo>
                    <a:pt x="311398" y="67292"/>
                  </a:lnTo>
                  <a:lnTo>
                    <a:pt x="308651" y="62770"/>
                  </a:lnTo>
                  <a:lnTo>
                    <a:pt x="305763" y="58338"/>
                  </a:lnTo>
                  <a:lnTo>
                    <a:pt x="302736" y="53999"/>
                  </a:lnTo>
                  <a:lnTo>
                    <a:pt x="299574" y="49759"/>
                  </a:lnTo>
                  <a:lnTo>
                    <a:pt x="296279" y="45620"/>
                  </a:lnTo>
                  <a:lnTo>
                    <a:pt x="292854" y="41588"/>
                  </a:lnTo>
                  <a:lnTo>
                    <a:pt x="289304" y="37666"/>
                  </a:lnTo>
                  <a:lnTo>
                    <a:pt x="285631" y="33859"/>
                  </a:lnTo>
                  <a:lnTo>
                    <a:pt x="281840" y="30169"/>
                  </a:lnTo>
                  <a:lnTo>
                    <a:pt x="277933" y="26602"/>
                  </a:lnTo>
                  <a:lnTo>
                    <a:pt x="167167" y="1518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23544" y="941493"/>
              <a:ext cx="110766" cy="167167"/>
            </a:xfrm>
            <a:custGeom>
              <a:avLst/>
              <a:pathLst>
                <a:path w="110766" h="167167">
                  <a:moveTo>
                    <a:pt x="110766" y="41964"/>
                  </a:moveTo>
                  <a:lnTo>
                    <a:pt x="106585" y="38386"/>
                  </a:lnTo>
                  <a:lnTo>
                    <a:pt x="102288" y="34947"/>
                  </a:lnTo>
                  <a:lnTo>
                    <a:pt x="97880" y="31652"/>
                  </a:lnTo>
                  <a:lnTo>
                    <a:pt x="93367" y="28504"/>
                  </a:lnTo>
                  <a:lnTo>
                    <a:pt x="88752" y="25505"/>
                  </a:lnTo>
                  <a:lnTo>
                    <a:pt x="84041" y="22661"/>
                  </a:lnTo>
                  <a:lnTo>
                    <a:pt x="79238" y="19973"/>
                  </a:lnTo>
                  <a:lnTo>
                    <a:pt x="74350" y="17444"/>
                  </a:lnTo>
                  <a:lnTo>
                    <a:pt x="69382" y="15078"/>
                  </a:lnTo>
                  <a:lnTo>
                    <a:pt x="64338" y="12876"/>
                  </a:lnTo>
                  <a:lnTo>
                    <a:pt x="59224" y="10842"/>
                  </a:lnTo>
                  <a:lnTo>
                    <a:pt x="54046" y="8978"/>
                  </a:lnTo>
                  <a:lnTo>
                    <a:pt x="48810" y="7284"/>
                  </a:lnTo>
                  <a:lnTo>
                    <a:pt x="43521" y="5764"/>
                  </a:lnTo>
                  <a:lnTo>
                    <a:pt x="38184" y="4419"/>
                  </a:lnTo>
                  <a:lnTo>
                    <a:pt x="32807" y="3250"/>
                  </a:lnTo>
                  <a:lnTo>
                    <a:pt x="27393" y="2259"/>
                  </a:lnTo>
                  <a:lnTo>
                    <a:pt x="21950" y="1447"/>
                  </a:lnTo>
                  <a:lnTo>
                    <a:pt x="16483" y="814"/>
                  </a:lnTo>
                  <a:lnTo>
                    <a:pt x="10999" y="362"/>
                  </a:lnTo>
                  <a:lnTo>
                    <a:pt x="5502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9023" y="941493"/>
              <a:ext cx="37192" cy="167167"/>
            </a:xfrm>
            <a:custGeom>
              <a:avLst/>
              <a:pathLst>
                <a:path w="37192" h="167167">
                  <a:moveTo>
                    <a:pt x="37192" y="0"/>
                  </a:moveTo>
                  <a:lnTo>
                    <a:pt x="30943" y="116"/>
                  </a:lnTo>
                  <a:lnTo>
                    <a:pt x="24702" y="467"/>
                  </a:lnTo>
                  <a:lnTo>
                    <a:pt x="18478" y="1050"/>
                  </a:lnTo>
                  <a:lnTo>
                    <a:pt x="12281" y="1866"/>
                  </a:lnTo>
                  <a:lnTo>
                    <a:pt x="6118" y="2913"/>
                  </a:lnTo>
                  <a:lnTo>
                    <a:pt x="0" y="4189"/>
                  </a:lnTo>
                  <a:lnTo>
                    <a:pt x="3719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49023" y="945683"/>
              <a:ext cx="37192" cy="162977"/>
            </a:xfrm>
            <a:custGeom>
              <a:avLst/>
              <a:pathLst>
                <a:path w="37192" h="162977">
                  <a:moveTo>
                    <a:pt x="0" y="0"/>
                  </a:moveTo>
                  <a:lnTo>
                    <a:pt x="37192" y="1629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49" y="945683"/>
              <a:ext cx="167165" cy="322060"/>
            </a:xfrm>
            <a:custGeom>
              <a:avLst/>
              <a:pathLst>
                <a:path w="167165" h="322060">
                  <a:moveTo>
                    <a:pt x="129973" y="0"/>
                  </a:moveTo>
                  <a:lnTo>
                    <a:pt x="124752" y="1280"/>
                  </a:lnTo>
                  <a:lnTo>
                    <a:pt x="119574" y="2727"/>
                  </a:lnTo>
                  <a:lnTo>
                    <a:pt x="114446" y="4340"/>
                  </a:lnTo>
                  <a:lnTo>
                    <a:pt x="109372" y="6117"/>
                  </a:lnTo>
                  <a:lnTo>
                    <a:pt x="104359" y="8057"/>
                  </a:lnTo>
                  <a:lnTo>
                    <a:pt x="99410" y="10156"/>
                  </a:lnTo>
                  <a:lnTo>
                    <a:pt x="94531" y="12414"/>
                  </a:lnTo>
                  <a:lnTo>
                    <a:pt x="89727" y="14827"/>
                  </a:lnTo>
                  <a:lnTo>
                    <a:pt x="85004" y="17394"/>
                  </a:lnTo>
                  <a:lnTo>
                    <a:pt x="80365" y="20111"/>
                  </a:lnTo>
                  <a:lnTo>
                    <a:pt x="75816" y="22976"/>
                  </a:lnTo>
                  <a:lnTo>
                    <a:pt x="71362" y="25986"/>
                  </a:lnTo>
                  <a:lnTo>
                    <a:pt x="67006" y="29137"/>
                  </a:lnTo>
                  <a:lnTo>
                    <a:pt x="62755" y="32427"/>
                  </a:lnTo>
                  <a:lnTo>
                    <a:pt x="58611" y="35852"/>
                  </a:lnTo>
                  <a:lnTo>
                    <a:pt x="54579" y="39408"/>
                  </a:lnTo>
                  <a:lnTo>
                    <a:pt x="50664" y="43092"/>
                  </a:lnTo>
                  <a:lnTo>
                    <a:pt x="46870" y="46900"/>
                  </a:lnTo>
                  <a:lnTo>
                    <a:pt x="43200" y="50828"/>
                  </a:lnTo>
                  <a:lnTo>
                    <a:pt x="39658" y="54872"/>
                  </a:lnTo>
                  <a:lnTo>
                    <a:pt x="36247" y="59028"/>
                  </a:lnTo>
                  <a:lnTo>
                    <a:pt x="32973" y="63291"/>
                  </a:lnTo>
                  <a:lnTo>
                    <a:pt x="29837" y="67658"/>
                  </a:lnTo>
                  <a:lnTo>
                    <a:pt x="26843" y="72123"/>
                  </a:lnTo>
                  <a:lnTo>
                    <a:pt x="23994" y="76681"/>
                  </a:lnTo>
                  <a:lnTo>
                    <a:pt x="21293" y="81330"/>
                  </a:lnTo>
                  <a:lnTo>
                    <a:pt x="18743" y="86062"/>
                  </a:lnTo>
                  <a:lnTo>
                    <a:pt x="16347" y="90875"/>
                  </a:lnTo>
                  <a:lnTo>
                    <a:pt x="14107" y="95761"/>
                  </a:lnTo>
                  <a:lnTo>
                    <a:pt x="12024" y="100718"/>
                  </a:lnTo>
                  <a:lnTo>
                    <a:pt x="10103" y="105738"/>
                  </a:lnTo>
                  <a:lnTo>
                    <a:pt x="8344" y="110818"/>
                  </a:lnTo>
                  <a:lnTo>
                    <a:pt x="6748" y="115952"/>
                  </a:lnTo>
                  <a:lnTo>
                    <a:pt x="5319" y="121134"/>
                  </a:lnTo>
                  <a:lnTo>
                    <a:pt x="4058" y="126360"/>
                  </a:lnTo>
                  <a:lnTo>
                    <a:pt x="2965" y="131623"/>
                  </a:lnTo>
                  <a:lnTo>
                    <a:pt x="2041" y="136919"/>
                  </a:lnTo>
                  <a:lnTo>
                    <a:pt x="1289" y="142242"/>
                  </a:lnTo>
                  <a:lnTo>
                    <a:pt x="708" y="147587"/>
                  </a:lnTo>
                  <a:lnTo>
                    <a:pt x="299" y="152947"/>
                  </a:lnTo>
                  <a:lnTo>
                    <a:pt x="63" y="158318"/>
                  </a:lnTo>
                  <a:lnTo>
                    <a:pt x="0" y="163693"/>
                  </a:lnTo>
                  <a:lnTo>
                    <a:pt x="109" y="169068"/>
                  </a:lnTo>
                  <a:lnTo>
                    <a:pt x="391" y="174436"/>
                  </a:lnTo>
                  <a:lnTo>
                    <a:pt x="846" y="179793"/>
                  </a:lnTo>
                  <a:lnTo>
                    <a:pt x="1473" y="185132"/>
                  </a:lnTo>
                  <a:lnTo>
                    <a:pt x="2271" y="190449"/>
                  </a:lnTo>
                  <a:lnTo>
                    <a:pt x="3239" y="195736"/>
                  </a:lnTo>
                  <a:lnTo>
                    <a:pt x="4377" y="200990"/>
                  </a:lnTo>
                  <a:lnTo>
                    <a:pt x="5684" y="206205"/>
                  </a:lnTo>
                  <a:lnTo>
                    <a:pt x="7157" y="211375"/>
                  </a:lnTo>
                  <a:lnTo>
                    <a:pt x="8796" y="216495"/>
                  </a:lnTo>
                  <a:lnTo>
                    <a:pt x="10599" y="221560"/>
                  </a:lnTo>
                  <a:lnTo>
                    <a:pt x="12564" y="226564"/>
                  </a:lnTo>
                  <a:lnTo>
                    <a:pt x="14688" y="231502"/>
                  </a:lnTo>
                  <a:lnTo>
                    <a:pt x="16970" y="236369"/>
                  </a:lnTo>
                  <a:lnTo>
                    <a:pt x="19408" y="241161"/>
                  </a:lnTo>
                  <a:lnTo>
                    <a:pt x="21998" y="245871"/>
                  </a:lnTo>
                  <a:lnTo>
                    <a:pt x="24739" y="250496"/>
                  </a:lnTo>
                  <a:lnTo>
                    <a:pt x="27627" y="255031"/>
                  </a:lnTo>
                  <a:lnTo>
                    <a:pt x="30659" y="259470"/>
                  </a:lnTo>
                  <a:lnTo>
                    <a:pt x="33832" y="263809"/>
                  </a:lnTo>
                  <a:lnTo>
                    <a:pt x="37143" y="268044"/>
                  </a:lnTo>
                  <a:lnTo>
                    <a:pt x="40589" y="272171"/>
                  </a:lnTo>
                  <a:lnTo>
                    <a:pt x="44165" y="276184"/>
                  </a:lnTo>
                  <a:lnTo>
                    <a:pt x="47869" y="280081"/>
                  </a:lnTo>
                  <a:lnTo>
                    <a:pt x="51696" y="283856"/>
                  </a:lnTo>
                  <a:lnTo>
                    <a:pt x="55642" y="287506"/>
                  </a:lnTo>
                  <a:lnTo>
                    <a:pt x="59704" y="291028"/>
                  </a:lnTo>
                  <a:lnTo>
                    <a:pt x="63877" y="294417"/>
                  </a:lnTo>
                  <a:lnTo>
                    <a:pt x="68157" y="297670"/>
                  </a:lnTo>
                  <a:lnTo>
                    <a:pt x="72539" y="300784"/>
                  </a:lnTo>
                  <a:lnTo>
                    <a:pt x="77019" y="303756"/>
                  </a:lnTo>
                  <a:lnTo>
                    <a:pt x="81592" y="306581"/>
                  </a:lnTo>
                  <a:lnTo>
                    <a:pt x="86254" y="309259"/>
                  </a:lnTo>
                  <a:lnTo>
                    <a:pt x="91000" y="311785"/>
                  </a:lnTo>
                  <a:lnTo>
                    <a:pt x="95824" y="314157"/>
                  </a:lnTo>
                  <a:lnTo>
                    <a:pt x="100722" y="316373"/>
                  </a:lnTo>
                  <a:lnTo>
                    <a:pt x="105688" y="318430"/>
                  </a:lnTo>
                  <a:lnTo>
                    <a:pt x="110719" y="320326"/>
                  </a:lnTo>
                  <a:lnTo>
                    <a:pt x="115807" y="322060"/>
                  </a:lnTo>
                  <a:lnTo>
                    <a:pt x="167165" y="1629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4857" y="941493"/>
              <a:ext cx="218524" cy="334330"/>
            </a:xfrm>
            <a:custGeom>
              <a:avLst/>
              <a:pathLst>
                <a:path w="218524" h="334330">
                  <a:moveTo>
                    <a:pt x="0" y="326250"/>
                  </a:moveTo>
                  <a:lnTo>
                    <a:pt x="5112" y="327810"/>
                  </a:lnTo>
                  <a:lnTo>
                    <a:pt x="10273" y="329207"/>
                  </a:lnTo>
                  <a:lnTo>
                    <a:pt x="15475" y="330438"/>
                  </a:lnTo>
                  <a:lnTo>
                    <a:pt x="20714" y="331502"/>
                  </a:lnTo>
                  <a:lnTo>
                    <a:pt x="25984" y="332397"/>
                  </a:lnTo>
                  <a:lnTo>
                    <a:pt x="31280" y="333124"/>
                  </a:lnTo>
                  <a:lnTo>
                    <a:pt x="36597" y="333681"/>
                  </a:lnTo>
                  <a:lnTo>
                    <a:pt x="41929" y="334068"/>
                  </a:lnTo>
                  <a:lnTo>
                    <a:pt x="47270" y="334284"/>
                  </a:lnTo>
                  <a:lnTo>
                    <a:pt x="52616" y="334330"/>
                  </a:lnTo>
                  <a:lnTo>
                    <a:pt x="57960" y="334204"/>
                  </a:lnTo>
                  <a:lnTo>
                    <a:pt x="63298" y="333907"/>
                  </a:lnTo>
                  <a:lnTo>
                    <a:pt x="68623" y="333440"/>
                  </a:lnTo>
                  <a:lnTo>
                    <a:pt x="73931" y="332803"/>
                  </a:lnTo>
                  <a:lnTo>
                    <a:pt x="79215" y="331997"/>
                  </a:lnTo>
                  <a:lnTo>
                    <a:pt x="84472" y="331022"/>
                  </a:lnTo>
                  <a:lnTo>
                    <a:pt x="89694" y="329879"/>
                  </a:lnTo>
                  <a:lnTo>
                    <a:pt x="94877" y="328570"/>
                  </a:lnTo>
                  <a:lnTo>
                    <a:pt x="100016" y="327096"/>
                  </a:lnTo>
                  <a:lnTo>
                    <a:pt x="105104" y="325459"/>
                  </a:lnTo>
                  <a:lnTo>
                    <a:pt x="110138" y="323659"/>
                  </a:lnTo>
                  <a:lnTo>
                    <a:pt x="115112" y="321699"/>
                  </a:lnTo>
                  <a:lnTo>
                    <a:pt x="120021" y="319582"/>
                  </a:lnTo>
                  <a:lnTo>
                    <a:pt x="124859" y="317309"/>
                  </a:lnTo>
                  <a:lnTo>
                    <a:pt x="129622" y="314882"/>
                  </a:lnTo>
                  <a:lnTo>
                    <a:pt x="134305" y="312304"/>
                  </a:lnTo>
                  <a:lnTo>
                    <a:pt x="138904" y="309577"/>
                  </a:lnTo>
                  <a:lnTo>
                    <a:pt x="143412" y="306705"/>
                  </a:lnTo>
                  <a:lnTo>
                    <a:pt x="147827" y="303690"/>
                  </a:lnTo>
                  <a:lnTo>
                    <a:pt x="152143" y="300536"/>
                  </a:lnTo>
                  <a:lnTo>
                    <a:pt x="156356" y="297245"/>
                  </a:lnTo>
                  <a:lnTo>
                    <a:pt x="160461" y="293821"/>
                  </a:lnTo>
                  <a:lnTo>
                    <a:pt x="164455" y="290268"/>
                  </a:lnTo>
                  <a:lnTo>
                    <a:pt x="168334" y="286589"/>
                  </a:lnTo>
                  <a:lnTo>
                    <a:pt x="172092" y="282787"/>
                  </a:lnTo>
                  <a:lnTo>
                    <a:pt x="175727" y="278868"/>
                  </a:lnTo>
                  <a:lnTo>
                    <a:pt x="179236" y="274834"/>
                  </a:lnTo>
                  <a:lnTo>
                    <a:pt x="182613" y="270690"/>
                  </a:lnTo>
                  <a:lnTo>
                    <a:pt x="185856" y="266440"/>
                  </a:lnTo>
                  <a:lnTo>
                    <a:pt x="188961" y="262089"/>
                  </a:lnTo>
                  <a:lnTo>
                    <a:pt x="191926" y="257640"/>
                  </a:lnTo>
                  <a:lnTo>
                    <a:pt x="194747" y="253100"/>
                  </a:lnTo>
                  <a:lnTo>
                    <a:pt x="197421" y="248471"/>
                  </a:lnTo>
                  <a:lnTo>
                    <a:pt x="199946" y="243759"/>
                  </a:lnTo>
                  <a:lnTo>
                    <a:pt x="202319" y="238969"/>
                  </a:lnTo>
                  <a:lnTo>
                    <a:pt x="204538" y="234105"/>
                  </a:lnTo>
                  <a:lnTo>
                    <a:pt x="206600" y="229173"/>
                  </a:lnTo>
                  <a:lnTo>
                    <a:pt x="208503" y="224177"/>
                  </a:lnTo>
                  <a:lnTo>
                    <a:pt x="210246" y="219123"/>
                  </a:lnTo>
                  <a:lnTo>
                    <a:pt x="211826" y="214016"/>
                  </a:lnTo>
                  <a:lnTo>
                    <a:pt x="213242" y="208861"/>
                  </a:lnTo>
                  <a:lnTo>
                    <a:pt x="214492" y="203664"/>
                  </a:lnTo>
                  <a:lnTo>
                    <a:pt x="215576" y="198429"/>
                  </a:lnTo>
                  <a:lnTo>
                    <a:pt x="216491" y="193162"/>
                  </a:lnTo>
                  <a:lnTo>
                    <a:pt x="217238" y="187869"/>
                  </a:lnTo>
                  <a:lnTo>
                    <a:pt x="217815" y="182554"/>
                  </a:lnTo>
                  <a:lnTo>
                    <a:pt x="218222" y="177224"/>
                  </a:lnTo>
                  <a:lnTo>
                    <a:pt x="218458" y="171883"/>
                  </a:lnTo>
                  <a:lnTo>
                    <a:pt x="218524" y="166538"/>
                  </a:lnTo>
                  <a:lnTo>
                    <a:pt x="218418" y="161193"/>
                  </a:lnTo>
                  <a:lnTo>
                    <a:pt x="218142" y="155854"/>
                  </a:lnTo>
                  <a:lnTo>
                    <a:pt x="217695" y="150527"/>
                  </a:lnTo>
                  <a:lnTo>
                    <a:pt x="217078" y="145217"/>
                  </a:lnTo>
                  <a:lnTo>
                    <a:pt x="216291" y="139929"/>
                  </a:lnTo>
                  <a:lnTo>
                    <a:pt x="215336" y="134670"/>
                  </a:lnTo>
                  <a:lnTo>
                    <a:pt x="214213" y="129443"/>
                  </a:lnTo>
                  <a:lnTo>
                    <a:pt x="212923" y="124255"/>
                  </a:lnTo>
                  <a:lnTo>
                    <a:pt x="211469" y="119111"/>
                  </a:lnTo>
                  <a:lnTo>
                    <a:pt x="209850" y="114016"/>
                  </a:lnTo>
                  <a:lnTo>
                    <a:pt x="208070" y="108976"/>
                  </a:lnTo>
                  <a:lnTo>
                    <a:pt x="206129" y="103994"/>
                  </a:lnTo>
                  <a:lnTo>
                    <a:pt x="204030" y="99078"/>
                  </a:lnTo>
                  <a:lnTo>
                    <a:pt x="201775" y="94231"/>
                  </a:lnTo>
                  <a:lnTo>
                    <a:pt x="199366" y="89459"/>
                  </a:lnTo>
                  <a:lnTo>
                    <a:pt x="196805" y="84766"/>
                  </a:lnTo>
                  <a:lnTo>
                    <a:pt x="194096" y="80157"/>
                  </a:lnTo>
                  <a:lnTo>
                    <a:pt x="191241" y="75638"/>
                  </a:lnTo>
                  <a:lnTo>
                    <a:pt x="188243" y="71212"/>
                  </a:lnTo>
                  <a:lnTo>
                    <a:pt x="185105" y="66884"/>
                  </a:lnTo>
                  <a:lnTo>
                    <a:pt x="181830" y="62659"/>
                  </a:lnTo>
                  <a:lnTo>
                    <a:pt x="178421" y="58541"/>
                  </a:lnTo>
                  <a:lnTo>
                    <a:pt x="174883" y="54533"/>
                  </a:lnTo>
                  <a:lnTo>
                    <a:pt x="171219" y="50641"/>
                  </a:lnTo>
                  <a:lnTo>
                    <a:pt x="167431" y="46868"/>
                  </a:lnTo>
                  <a:lnTo>
                    <a:pt x="163526" y="43218"/>
                  </a:lnTo>
                  <a:lnTo>
                    <a:pt x="159505" y="39695"/>
                  </a:lnTo>
                  <a:lnTo>
                    <a:pt x="155374" y="36302"/>
                  </a:lnTo>
                  <a:lnTo>
                    <a:pt x="151136" y="33043"/>
                  </a:lnTo>
                  <a:lnTo>
                    <a:pt x="146797" y="29921"/>
                  </a:lnTo>
                  <a:lnTo>
                    <a:pt x="142359" y="26940"/>
                  </a:lnTo>
                  <a:lnTo>
                    <a:pt x="137829" y="24102"/>
                  </a:lnTo>
                  <a:lnTo>
                    <a:pt x="133210" y="21410"/>
                  </a:lnTo>
                  <a:lnTo>
                    <a:pt x="128508" y="18867"/>
                  </a:lnTo>
                  <a:lnTo>
                    <a:pt x="123727" y="16476"/>
                  </a:lnTo>
                  <a:lnTo>
                    <a:pt x="118871" y="14239"/>
                  </a:lnTo>
                  <a:lnTo>
                    <a:pt x="113947" y="12159"/>
                  </a:lnTo>
                  <a:lnTo>
                    <a:pt x="108959" y="10237"/>
                  </a:lnTo>
                  <a:lnTo>
                    <a:pt x="103911" y="8475"/>
                  </a:lnTo>
                  <a:lnTo>
                    <a:pt x="98810" y="6876"/>
                  </a:lnTo>
                  <a:lnTo>
                    <a:pt x="93661" y="5441"/>
                  </a:lnTo>
                  <a:lnTo>
                    <a:pt x="88468" y="4171"/>
                  </a:lnTo>
                  <a:lnTo>
                    <a:pt x="83237" y="3067"/>
                  </a:lnTo>
                  <a:lnTo>
                    <a:pt x="77974" y="2132"/>
                  </a:lnTo>
                  <a:lnTo>
                    <a:pt x="72683" y="1365"/>
                  </a:lnTo>
                  <a:lnTo>
                    <a:pt x="67371" y="768"/>
                  </a:lnTo>
                  <a:lnTo>
                    <a:pt x="62042" y="341"/>
                  </a:lnTo>
                  <a:lnTo>
                    <a:pt x="56703" y="85"/>
                  </a:lnTo>
                  <a:lnTo>
                    <a:pt x="51357" y="0"/>
                  </a:lnTo>
                  <a:lnTo>
                    <a:pt x="513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594" y="1071028"/>
              <a:ext cx="166907" cy="167167"/>
            </a:xfrm>
            <a:custGeom>
              <a:avLst/>
              <a:pathLst>
                <a:path w="166907" h="167167">
                  <a:moveTo>
                    <a:pt x="166907" y="0"/>
                  </a:moveTo>
                  <a:lnTo>
                    <a:pt x="161519" y="86"/>
                  </a:lnTo>
                  <a:lnTo>
                    <a:pt x="156137" y="347"/>
                  </a:lnTo>
                  <a:lnTo>
                    <a:pt x="150767" y="781"/>
                  </a:lnTo>
                  <a:lnTo>
                    <a:pt x="145413" y="1387"/>
                  </a:lnTo>
                  <a:lnTo>
                    <a:pt x="140081" y="2166"/>
                  </a:lnTo>
                  <a:lnTo>
                    <a:pt x="134777" y="3116"/>
                  </a:lnTo>
                  <a:lnTo>
                    <a:pt x="129507" y="4237"/>
                  </a:lnTo>
                  <a:lnTo>
                    <a:pt x="124275" y="5527"/>
                  </a:lnTo>
                  <a:lnTo>
                    <a:pt x="119088" y="6985"/>
                  </a:lnTo>
                  <a:lnTo>
                    <a:pt x="113950" y="8609"/>
                  </a:lnTo>
                  <a:lnTo>
                    <a:pt x="108868" y="10398"/>
                  </a:lnTo>
                  <a:lnTo>
                    <a:pt x="103845" y="12350"/>
                  </a:lnTo>
                  <a:lnTo>
                    <a:pt x="98888" y="14463"/>
                  </a:lnTo>
                  <a:lnTo>
                    <a:pt x="94002" y="16735"/>
                  </a:lnTo>
                  <a:lnTo>
                    <a:pt x="89192" y="19162"/>
                  </a:lnTo>
                  <a:lnTo>
                    <a:pt x="84462" y="21744"/>
                  </a:lnTo>
                  <a:lnTo>
                    <a:pt x="79818" y="24476"/>
                  </a:lnTo>
                  <a:lnTo>
                    <a:pt x="75265" y="27357"/>
                  </a:lnTo>
                  <a:lnTo>
                    <a:pt x="70807" y="30383"/>
                  </a:lnTo>
                  <a:lnTo>
                    <a:pt x="66448" y="33552"/>
                  </a:lnTo>
                  <a:lnTo>
                    <a:pt x="62194" y="36859"/>
                  </a:lnTo>
                  <a:lnTo>
                    <a:pt x="58049" y="40301"/>
                  </a:lnTo>
                  <a:lnTo>
                    <a:pt x="54017" y="43875"/>
                  </a:lnTo>
                  <a:lnTo>
                    <a:pt x="50102" y="47578"/>
                  </a:lnTo>
                  <a:lnTo>
                    <a:pt x="46308" y="51404"/>
                  </a:lnTo>
                  <a:lnTo>
                    <a:pt x="42640" y="55351"/>
                  </a:lnTo>
                  <a:lnTo>
                    <a:pt x="39101" y="59414"/>
                  </a:lnTo>
                  <a:lnTo>
                    <a:pt x="35695" y="63589"/>
                  </a:lnTo>
                  <a:lnTo>
                    <a:pt x="32425" y="67872"/>
                  </a:lnTo>
                  <a:lnTo>
                    <a:pt x="29295" y="72258"/>
                  </a:lnTo>
                  <a:lnTo>
                    <a:pt x="26307" y="76742"/>
                  </a:lnTo>
                  <a:lnTo>
                    <a:pt x="23466" y="81320"/>
                  </a:lnTo>
                  <a:lnTo>
                    <a:pt x="20774" y="85988"/>
                  </a:lnTo>
                  <a:lnTo>
                    <a:pt x="18233" y="90740"/>
                  </a:lnTo>
                  <a:lnTo>
                    <a:pt x="15847" y="95571"/>
                  </a:lnTo>
                  <a:lnTo>
                    <a:pt x="13618" y="100476"/>
                  </a:lnTo>
                  <a:lnTo>
                    <a:pt x="11549" y="105451"/>
                  </a:lnTo>
                  <a:lnTo>
                    <a:pt x="9640" y="110490"/>
                  </a:lnTo>
                  <a:lnTo>
                    <a:pt x="7896" y="115588"/>
                  </a:lnTo>
                  <a:lnTo>
                    <a:pt x="6316" y="120740"/>
                  </a:lnTo>
                  <a:lnTo>
                    <a:pt x="4903" y="125940"/>
                  </a:lnTo>
                  <a:lnTo>
                    <a:pt x="3658" y="131182"/>
                  </a:lnTo>
                  <a:lnTo>
                    <a:pt x="2584" y="136462"/>
                  </a:lnTo>
                  <a:lnTo>
                    <a:pt x="1679" y="141774"/>
                  </a:lnTo>
                  <a:lnTo>
                    <a:pt x="947" y="147112"/>
                  </a:lnTo>
                  <a:lnTo>
                    <a:pt x="387" y="152471"/>
                  </a:lnTo>
                  <a:lnTo>
                    <a:pt x="0" y="157846"/>
                  </a:lnTo>
                  <a:lnTo>
                    <a:pt x="16690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594" y="1228874"/>
              <a:ext cx="166907" cy="9321"/>
            </a:xfrm>
            <a:custGeom>
              <a:avLst/>
              <a:pathLst>
                <a:path w="166907" h="9321">
                  <a:moveTo>
                    <a:pt x="0" y="0"/>
                  </a:moveTo>
                  <a:lnTo>
                    <a:pt x="166907" y="93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594" y="1228874"/>
              <a:ext cx="166907" cy="9321"/>
            </a:xfrm>
            <a:custGeom>
              <a:avLst/>
              <a:pathLst>
                <a:path w="166907" h="9321">
                  <a:moveTo>
                    <a:pt x="0" y="0"/>
                  </a:moveTo>
                  <a:lnTo>
                    <a:pt x="166907" y="93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594" y="1228874"/>
              <a:ext cx="166907" cy="9321"/>
            </a:xfrm>
            <a:custGeom>
              <a:avLst/>
              <a:pathLst>
                <a:path w="166907" h="9321">
                  <a:moveTo>
                    <a:pt x="0" y="0"/>
                  </a:moveTo>
                  <a:lnTo>
                    <a:pt x="166907" y="93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594" y="1228874"/>
              <a:ext cx="166907" cy="9321"/>
            </a:xfrm>
            <a:custGeom>
              <a:avLst/>
              <a:pathLst>
                <a:path w="166907" h="9321">
                  <a:moveTo>
                    <a:pt x="0" y="0"/>
                  </a:moveTo>
                  <a:lnTo>
                    <a:pt x="166907" y="93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594" y="1228874"/>
              <a:ext cx="166907" cy="9321"/>
            </a:xfrm>
            <a:custGeom>
              <a:avLst/>
              <a:pathLst>
                <a:path w="166907" h="9321">
                  <a:moveTo>
                    <a:pt x="0" y="0"/>
                  </a:moveTo>
                  <a:lnTo>
                    <a:pt x="166907" y="93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594" y="1228874"/>
              <a:ext cx="166907" cy="9321"/>
            </a:xfrm>
            <a:custGeom>
              <a:avLst/>
              <a:pathLst>
                <a:path w="166907" h="9321">
                  <a:moveTo>
                    <a:pt x="0" y="0"/>
                  </a:moveTo>
                  <a:lnTo>
                    <a:pt x="166907" y="93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594" y="1228874"/>
              <a:ext cx="166907" cy="9321"/>
            </a:xfrm>
            <a:custGeom>
              <a:avLst/>
              <a:pathLst>
                <a:path w="166907" h="9321">
                  <a:moveTo>
                    <a:pt x="0" y="0"/>
                  </a:moveTo>
                  <a:lnTo>
                    <a:pt x="166907" y="93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594" y="1228874"/>
              <a:ext cx="166907" cy="9321"/>
            </a:xfrm>
            <a:custGeom>
              <a:avLst/>
              <a:pathLst>
                <a:path w="166907" h="9321">
                  <a:moveTo>
                    <a:pt x="0" y="0"/>
                  </a:moveTo>
                  <a:lnTo>
                    <a:pt x="166907" y="93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594" y="1228874"/>
              <a:ext cx="166907" cy="9321"/>
            </a:xfrm>
            <a:custGeom>
              <a:avLst/>
              <a:pathLst>
                <a:path w="166907" h="9321">
                  <a:moveTo>
                    <a:pt x="0" y="0"/>
                  </a:moveTo>
                  <a:lnTo>
                    <a:pt x="166907" y="93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594" y="1228874"/>
              <a:ext cx="166907" cy="9321"/>
            </a:xfrm>
            <a:custGeom>
              <a:avLst/>
              <a:pathLst>
                <a:path w="166907" h="9321">
                  <a:moveTo>
                    <a:pt x="0" y="0"/>
                  </a:moveTo>
                  <a:lnTo>
                    <a:pt x="166907" y="93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594" y="1228874"/>
              <a:ext cx="166907" cy="9321"/>
            </a:xfrm>
            <a:custGeom>
              <a:avLst/>
              <a:pathLst>
                <a:path w="166907" h="9321">
                  <a:moveTo>
                    <a:pt x="0" y="0"/>
                  </a:moveTo>
                  <a:lnTo>
                    <a:pt x="166907" y="93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594" y="1228874"/>
              <a:ext cx="166907" cy="9321"/>
            </a:xfrm>
            <a:custGeom>
              <a:avLst/>
              <a:pathLst>
                <a:path w="166907" h="9321">
                  <a:moveTo>
                    <a:pt x="0" y="0"/>
                  </a:moveTo>
                  <a:lnTo>
                    <a:pt x="166907" y="93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594" y="1228874"/>
              <a:ext cx="166907" cy="9321"/>
            </a:xfrm>
            <a:custGeom>
              <a:avLst/>
              <a:pathLst>
                <a:path w="166907" h="9321">
                  <a:moveTo>
                    <a:pt x="0" y="0"/>
                  </a:moveTo>
                  <a:lnTo>
                    <a:pt x="166907" y="93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594" y="1228874"/>
              <a:ext cx="166907" cy="9321"/>
            </a:xfrm>
            <a:custGeom>
              <a:avLst/>
              <a:pathLst>
                <a:path w="166907" h="9321">
                  <a:moveTo>
                    <a:pt x="0" y="0"/>
                  </a:moveTo>
                  <a:lnTo>
                    <a:pt x="166907" y="93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594" y="1228874"/>
              <a:ext cx="166907" cy="9321"/>
            </a:xfrm>
            <a:custGeom>
              <a:avLst/>
              <a:pathLst>
                <a:path w="166907" h="9321">
                  <a:moveTo>
                    <a:pt x="0" y="0"/>
                  </a:moveTo>
                  <a:lnTo>
                    <a:pt x="166907" y="93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594" y="1228874"/>
              <a:ext cx="166907" cy="9321"/>
            </a:xfrm>
            <a:custGeom>
              <a:avLst/>
              <a:pathLst>
                <a:path w="166907" h="9321">
                  <a:moveTo>
                    <a:pt x="0" y="0"/>
                  </a:moveTo>
                  <a:lnTo>
                    <a:pt x="166907" y="93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594" y="1228874"/>
              <a:ext cx="166907" cy="9321"/>
            </a:xfrm>
            <a:custGeom>
              <a:avLst/>
              <a:pathLst>
                <a:path w="166907" h="9321">
                  <a:moveTo>
                    <a:pt x="0" y="0"/>
                  </a:moveTo>
                  <a:lnTo>
                    <a:pt x="166907" y="93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39" y="1072231"/>
              <a:ext cx="334313" cy="333131"/>
            </a:xfrm>
            <a:custGeom>
              <a:avLst/>
              <a:pathLst>
                <a:path w="334313" h="333131">
                  <a:moveTo>
                    <a:pt x="254" y="156643"/>
                  </a:moveTo>
                  <a:lnTo>
                    <a:pt x="42" y="161960"/>
                  </a:lnTo>
                  <a:lnTo>
                    <a:pt x="0" y="167282"/>
                  </a:lnTo>
                  <a:lnTo>
                    <a:pt x="126" y="172602"/>
                  </a:lnTo>
                  <a:lnTo>
                    <a:pt x="422" y="177916"/>
                  </a:lnTo>
                  <a:lnTo>
                    <a:pt x="887" y="183217"/>
                  </a:lnTo>
                  <a:lnTo>
                    <a:pt x="1520" y="188501"/>
                  </a:lnTo>
                  <a:lnTo>
                    <a:pt x="2322" y="193763"/>
                  </a:lnTo>
                  <a:lnTo>
                    <a:pt x="3290" y="198996"/>
                  </a:lnTo>
                  <a:lnTo>
                    <a:pt x="4425" y="204195"/>
                  </a:lnTo>
                  <a:lnTo>
                    <a:pt x="5724" y="209356"/>
                  </a:lnTo>
                  <a:lnTo>
                    <a:pt x="7187" y="214473"/>
                  </a:lnTo>
                  <a:lnTo>
                    <a:pt x="8812" y="219540"/>
                  </a:lnTo>
                  <a:lnTo>
                    <a:pt x="10598" y="224553"/>
                  </a:lnTo>
                  <a:lnTo>
                    <a:pt x="12542" y="229507"/>
                  </a:lnTo>
                  <a:lnTo>
                    <a:pt x="14643" y="234397"/>
                  </a:lnTo>
                  <a:lnTo>
                    <a:pt x="16899" y="239217"/>
                  </a:lnTo>
                  <a:lnTo>
                    <a:pt x="19307" y="243963"/>
                  </a:lnTo>
                  <a:lnTo>
                    <a:pt x="21864" y="248630"/>
                  </a:lnTo>
                  <a:lnTo>
                    <a:pt x="24569" y="253213"/>
                  </a:lnTo>
                  <a:lnTo>
                    <a:pt x="27419" y="257708"/>
                  </a:lnTo>
                  <a:lnTo>
                    <a:pt x="30410" y="262109"/>
                  </a:lnTo>
                  <a:lnTo>
                    <a:pt x="33540" y="266414"/>
                  </a:lnTo>
                  <a:lnTo>
                    <a:pt x="36805" y="270616"/>
                  </a:lnTo>
                  <a:lnTo>
                    <a:pt x="40202" y="274713"/>
                  </a:lnTo>
                  <a:lnTo>
                    <a:pt x="43728" y="278699"/>
                  </a:lnTo>
                  <a:lnTo>
                    <a:pt x="47379" y="282571"/>
                  </a:lnTo>
                  <a:lnTo>
                    <a:pt x="51152" y="286324"/>
                  </a:lnTo>
                  <a:lnTo>
                    <a:pt x="55042" y="289956"/>
                  </a:lnTo>
                  <a:lnTo>
                    <a:pt x="59045" y="293462"/>
                  </a:lnTo>
                  <a:lnTo>
                    <a:pt x="63158" y="296839"/>
                  </a:lnTo>
                  <a:lnTo>
                    <a:pt x="67377" y="300083"/>
                  </a:lnTo>
                  <a:lnTo>
                    <a:pt x="71697" y="303192"/>
                  </a:lnTo>
                  <a:lnTo>
                    <a:pt x="76113" y="306161"/>
                  </a:lnTo>
                  <a:lnTo>
                    <a:pt x="80622" y="308988"/>
                  </a:lnTo>
                  <a:lnTo>
                    <a:pt x="85218" y="311670"/>
                  </a:lnTo>
                  <a:lnTo>
                    <a:pt x="89898" y="314205"/>
                  </a:lnTo>
                  <a:lnTo>
                    <a:pt x="94656" y="316589"/>
                  </a:lnTo>
                  <a:lnTo>
                    <a:pt x="99487" y="318821"/>
                  </a:lnTo>
                  <a:lnTo>
                    <a:pt x="104387" y="320897"/>
                  </a:lnTo>
                  <a:lnTo>
                    <a:pt x="109351" y="322817"/>
                  </a:lnTo>
                  <a:lnTo>
                    <a:pt x="114373" y="324578"/>
                  </a:lnTo>
                  <a:lnTo>
                    <a:pt x="119448" y="326178"/>
                  </a:lnTo>
                  <a:lnTo>
                    <a:pt x="124572" y="327615"/>
                  </a:lnTo>
                  <a:lnTo>
                    <a:pt x="129739" y="328889"/>
                  </a:lnTo>
                  <a:lnTo>
                    <a:pt x="134945" y="329998"/>
                  </a:lnTo>
                  <a:lnTo>
                    <a:pt x="140182" y="330940"/>
                  </a:lnTo>
                  <a:lnTo>
                    <a:pt x="145447" y="331715"/>
                  </a:lnTo>
                  <a:lnTo>
                    <a:pt x="150734" y="332322"/>
                  </a:lnTo>
                  <a:lnTo>
                    <a:pt x="156038" y="332761"/>
                  </a:lnTo>
                  <a:lnTo>
                    <a:pt x="161353" y="333031"/>
                  </a:lnTo>
                  <a:lnTo>
                    <a:pt x="166674" y="333131"/>
                  </a:lnTo>
                  <a:lnTo>
                    <a:pt x="171995" y="333062"/>
                  </a:lnTo>
                  <a:lnTo>
                    <a:pt x="177312" y="332823"/>
                  </a:lnTo>
                  <a:lnTo>
                    <a:pt x="182618" y="332416"/>
                  </a:lnTo>
                  <a:lnTo>
                    <a:pt x="187909" y="331839"/>
                  </a:lnTo>
                  <a:lnTo>
                    <a:pt x="193178" y="331095"/>
                  </a:lnTo>
                  <a:lnTo>
                    <a:pt x="198421" y="330183"/>
                  </a:lnTo>
                  <a:lnTo>
                    <a:pt x="203633" y="329105"/>
                  </a:lnTo>
                  <a:lnTo>
                    <a:pt x="208807" y="327861"/>
                  </a:lnTo>
                  <a:lnTo>
                    <a:pt x="213939" y="326453"/>
                  </a:lnTo>
                  <a:lnTo>
                    <a:pt x="219024" y="324883"/>
                  </a:lnTo>
                  <a:lnTo>
                    <a:pt x="224057" y="323152"/>
                  </a:lnTo>
                  <a:lnTo>
                    <a:pt x="229031" y="321261"/>
                  </a:lnTo>
                  <a:lnTo>
                    <a:pt x="233943" y="319213"/>
                  </a:lnTo>
                  <a:lnTo>
                    <a:pt x="238787" y="317010"/>
                  </a:lnTo>
                  <a:lnTo>
                    <a:pt x="243559" y="314653"/>
                  </a:lnTo>
                  <a:lnTo>
                    <a:pt x="248253" y="312146"/>
                  </a:lnTo>
                  <a:lnTo>
                    <a:pt x="252865" y="309491"/>
                  </a:lnTo>
                  <a:lnTo>
                    <a:pt x="257391" y="306690"/>
                  </a:lnTo>
                  <a:lnTo>
                    <a:pt x="261824" y="303746"/>
                  </a:lnTo>
                  <a:lnTo>
                    <a:pt x="266162" y="300663"/>
                  </a:lnTo>
                  <a:lnTo>
                    <a:pt x="270400" y="297444"/>
                  </a:lnTo>
                  <a:lnTo>
                    <a:pt x="274532" y="294091"/>
                  </a:lnTo>
                  <a:lnTo>
                    <a:pt x="278556" y="290608"/>
                  </a:lnTo>
                  <a:lnTo>
                    <a:pt x="282468" y="286999"/>
                  </a:lnTo>
                  <a:lnTo>
                    <a:pt x="286262" y="283268"/>
                  </a:lnTo>
                  <a:lnTo>
                    <a:pt x="289935" y="279417"/>
                  </a:lnTo>
                  <a:lnTo>
                    <a:pt x="293485" y="275452"/>
                  </a:lnTo>
                  <a:lnTo>
                    <a:pt x="296906" y="271375"/>
                  </a:lnTo>
                  <a:lnTo>
                    <a:pt x="300195" y="267192"/>
                  </a:lnTo>
                  <a:lnTo>
                    <a:pt x="303350" y="262906"/>
                  </a:lnTo>
                  <a:lnTo>
                    <a:pt x="306367" y="258522"/>
                  </a:lnTo>
                  <a:lnTo>
                    <a:pt x="309242" y="254044"/>
                  </a:lnTo>
                  <a:lnTo>
                    <a:pt x="311974" y="249476"/>
                  </a:lnTo>
                  <a:lnTo>
                    <a:pt x="314559" y="244825"/>
                  </a:lnTo>
                  <a:lnTo>
                    <a:pt x="316995" y="240093"/>
                  </a:lnTo>
                  <a:lnTo>
                    <a:pt x="319278" y="235286"/>
                  </a:lnTo>
                  <a:lnTo>
                    <a:pt x="321408" y="230409"/>
                  </a:lnTo>
                  <a:lnTo>
                    <a:pt x="323381" y="225466"/>
                  </a:lnTo>
                  <a:lnTo>
                    <a:pt x="325196" y="220463"/>
                  </a:lnTo>
                  <a:lnTo>
                    <a:pt x="326851" y="215405"/>
                  </a:lnTo>
                  <a:lnTo>
                    <a:pt x="328343" y="210297"/>
                  </a:lnTo>
                  <a:lnTo>
                    <a:pt x="329673" y="205144"/>
                  </a:lnTo>
                  <a:lnTo>
                    <a:pt x="330838" y="199951"/>
                  </a:lnTo>
                  <a:lnTo>
                    <a:pt x="331837" y="194724"/>
                  </a:lnTo>
                  <a:lnTo>
                    <a:pt x="332669" y="189468"/>
                  </a:lnTo>
                  <a:lnTo>
                    <a:pt x="333333" y="184188"/>
                  </a:lnTo>
                  <a:lnTo>
                    <a:pt x="333829" y="178889"/>
                  </a:lnTo>
                  <a:lnTo>
                    <a:pt x="334156" y="173577"/>
                  </a:lnTo>
                  <a:lnTo>
                    <a:pt x="334313" y="168258"/>
                  </a:lnTo>
                  <a:lnTo>
                    <a:pt x="334302" y="162936"/>
                  </a:lnTo>
                  <a:lnTo>
                    <a:pt x="334121" y="157617"/>
                  </a:lnTo>
                  <a:lnTo>
                    <a:pt x="333770" y="152307"/>
                  </a:lnTo>
                  <a:lnTo>
                    <a:pt x="333251" y="147010"/>
                  </a:lnTo>
                  <a:lnTo>
                    <a:pt x="332564" y="141733"/>
                  </a:lnTo>
                  <a:lnTo>
                    <a:pt x="331709" y="136480"/>
                  </a:lnTo>
                  <a:lnTo>
                    <a:pt x="330687" y="131258"/>
                  </a:lnTo>
                  <a:lnTo>
                    <a:pt x="329499" y="126070"/>
                  </a:lnTo>
                  <a:lnTo>
                    <a:pt x="328147" y="120923"/>
                  </a:lnTo>
                  <a:lnTo>
                    <a:pt x="326632" y="115821"/>
                  </a:lnTo>
                  <a:lnTo>
                    <a:pt x="324955" y="110771"/>
                  </a:lnTo>
                  <a:lnTo>
                    <a:pt x="323118" y="105776"/>
                  </a:lnTo>
                  <a:lnTo>
                    <a:pt x="321123" y="100842"/>
                  </a:lnTo>
                  <a:lnTo>
                    <a:pt x="318972" y="95974"/>
                  </a:lnTo>
                  <a:lnTo>
                    <a:pt x="316667" y="91177"/>
                  </a:lnTo>
                  <a:lnTo>
                    <a:pt x="314211" y="86456"/>
                  </a:lnTo>
                  <a:lnTo>
                    <a:pt x="311606" y="81816"/>
                  </a:lnTo>
                  <a:lnTo>
                    <a:pt x="308854" y="77261"/>
                  </a:lnTo>
                  <a:lnTo>
                    <a:pt x="305959" y="72795"/>
                  </a:lnTo>
                  <a:lnTo>
                    <a:pt x="302923" y="68425"/>
                  </a:lnTo>
                  <a:lnTo>
                    <a:pt x="299749" y="64153"/>
                  </a:lnTo>
                  <a:lnTo>
                    <a:pt x="296441" y="59984"/>
                  </a:lnTo>
                  <a:lnTo>
                    <a:pt x="293002" y="55922"/>
                  </a:lnTo>
                  <a:lnTo>
                    <a:pt x="289435" y="51972"/>
                  </a:lnTo>
                  <a:lnTo>
                    <a:pt x="285745" y="48138"/>
                  </a:lnTo>
                  <a:lnTo>
                    <a:pt x="281934" y="44423"/>
                  </a:lnTo>
                  <a:lnTo>
                    <a:pt x="278007" y="40831"/>
                  </a:lnTo>
                  <a:lnTo>
                    <a:pt x="273968" y="37366"/>
                  </a:lnTo>
                  <a:lnTo>
                    <a:pt x="269820" y="34032"/>
                  </a:lnTo>
                  <a:lnTo>
                    <a:pt x="265569" y="30831"/>
                  </a:lnTo>
                  <a:lnTo>
                    <a:pt x="261218" y="27767"/>
                  </a:lnTo>
                  <a:lnTo>
                    <a:pt x="256771" y="24843"/>
                  </a:lnTo>
                  <a:lnTo>
                    <a:pt x="252233" y="22062"/>
                  </a:lnTo>
                  <a:lnTo>
                    <a:pt x="247610" y="19427"/>
                  </a:lnTo>
                  <a:lnTo>
                    <a:pt x="242905" y="16941"/>
                  </a:lnTo>
                  <a:lnTo>
                    <a:pt x="238123" y="14605"/>
                  </a:lnTo>
                  <a:lnTo>
                    <a:pt x="233269" y="12423"/>
                  </a:lnTo>
                  <a:lnTo>
                    <a:pt x="228348" y="10397"/>
                  </a:lnTo>
                  <a:lnTo>
                    <a:pt x="223365" y="8528"/>
                  </a:lnTo>
                  <a:lnTo>
                    <a:pt x="218325" y="6819"/>
                  </a:lnTo>
                  <a:lnTo>
                    <a:pt x="213233" y="5271"/>
                  </a:lnTo>
                  <a:lnTo>
                    <a:pt x="208095" y="3886"/>
                  </a:lnTo>
                  <a:lnTo>
                    <a:pt x="202915" y="2665"/>
                  </a:lnTo>
                  <a:lnTo>
                    <a:pt x="197699" y="1610"/>
                  </a:lnTo>
                  <a:lnTo>
                    <a:pt x="192452" y="721"/>
                  </a:lnTo>
                  <a:lnTo>
                    <a:pt x="187179" y="0"/>
                  </a:lnTo>
                  <a:lnTo>
                    <a:pt x="167162" y="1659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64501" y="1071028"/>
              <a:ext cx="20017" cy="167167"/>
            </a:xfrm>
            <a:custGeom>
              <a:avLst/>
              <a:pathLst>
                <a:path w="20017" h="167167">
                  <a:moveTo>
                    <a:pt x="20017" y="1202"/>
                  </a:moveTo>
                  <a:lnTo>
                    <a:pt x="10026" y="3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5637" y="1322571"/>
              <a:ext cx="53083" cy="167167"/>
            </a:xfrm>
            <a:custGeom>
              <a:avLst/>
              <a:pathLst>
                <a:path w="53083" h="167167">
                  <a:moveTo>
                    <a:pt x="53083" y="0"/>
                  </a:moveTo>
                  <a:lnTo>
                    <a:pt x="47083" y="107"/>
                  </a:lnTo>
                  <a:lnTo>
                    <a:pt x="41089" y="430"/>
                  </a:lnTo>
                  <a:lnTo>
                    <a:pt x="35112" y="968"/>
                  </a:lnTo>
                  <a:lnTo>
                    <a:pt x="29157" y="1721"/>
                  </a:lnTo>
                  <a:lnTo>
                    <a:pt x="23234" y="2686"/>
                  </a:lnTo>
                  <a:lnTo>
                    <a:pt x="17349" y="3864"/>
                  </a:lnTo>
                  <a:lnTo>
                    <a:pt x="11509" y="5252"/>
                  </a:lnTo>
                  <a:lnTo>
                    <a:pt x="5724" y="6848"/>
                  </a:lnTo>
                  <a:lnTo>
                    <a:pt x="0" y="8652"/>
                  </a:lnTo>
                  <a:lnTo>
                    <a:pt x="5308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5637" y="1331224"/>
              <a:ext cx="53083" cy="158515"/>
            </a:xfrm>
            <a:custGeom>
              <a:avLst/>
              <a:pathLst>
                <a:path w="53083" h="158515">
                  <a:moveTo>
                    <a:pt x="0" y="0"/>
                  </a:moveTo>
                  <a:lnTo>
                    <a:pt x="53083" y="1585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5637" y="1331224"/>
              <a:ext cx="53083" cy="158515"/>
            </a:xfrm>
            <a:custGeom>
              <a:avLst/>
              <a:pathLst>
                <a:path w="53083" h="158515">
                  <a:moveTo>
                    <a:pt x="0" y="0"/>
                  </a:moveTo>
                  <a:lnTo>
                    <a:pt x="53083" y="1585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5637" y="1331224"/>
              <a:ext cx="53083" cy="158515"/>
            </a:xfrm>
            <a:custGeom>
              <a:avLst/>
              <a:pathLst>
                <a:path w="53083" h="158515">
                  <a:moveTo>
                    <a:pt x="0" y="0"/>
                  </a:moveTo>
                  <a:lnTo>
                    <a:pt x="53083" y="1585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5637" y="1331224"/>
              <a:ext cx="53083" cy="158515"/>
            </a:xfrm>
            <a:custGeom>
              <a:avLst/>
              <a:pathLst>
                <a:path w="53083" h="158515">
                  <a:moveTo>
                    <a:pt x="0" y="0"/>
                  </a:moveTo>
                  <a:lnTo>
                    <a:pt x="53083" y="1585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5637" y="1331224"/>
              <a:ext cx="53083" cy="158515"/>
            </a:xfrm>
            <a:custGeom>
              <a:avLst/>
              <a:pathLst>
                <a:path w="53083" h="158515">
                  <a:moveTo>
                    <a:pt x="0" y="0"/>
                  </a:moveTo>
                  <a:lnTo>
                    <a:pt x="53083" y="1585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5637" y="1331224"/>
              <a:ext cx="53083" cy="158515"/>
            </a:xfrm>
            <a:custGeom>
              <a:avLst/>
              <a:pathLst>
                <a:path w="53083" h="158515">
                  <a:moveTo>
                    <a:pt x="0" y="0"/>
                  </a:moveTo>
                  <a:lnTo>
                    <a:pt x="53083" y="1585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5637" y="1331224"/>
              <a:ext cx="53083" cy="158515"/>
            </a:xfrm>
            <a:custGeom>
              <a:avLst/>
              <a:pathLst>
                <a:path w="53083" h="158515">
                  <a:moveTo>
                    <a:pt x="0" y="0"/>
                  </a:moveTo>
                  <a:lnTo>
                    <a:pt x="53083" y="1585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5637" y="1331224"/>
              <a:ext cx="53083" cy="158515"/>
            </a:xfrm>
            <a:custGeom>
              <a:avLst/>
              <a:pathLst>
                <a:path w="53083" h="158515">
                  <a:moveTo>
                    <a:pt x="0" y="0"/>
                  </a:moveTo>
                  <a:lnTo>
                    <a:pt x="53083" y="1585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5637" y="1331224"/>
              <a:ext cx="53083" cy="158515"/>
            </a:xfrm>
            <a:custGeom>
              <a:avLst/>
              <a:pathLst>
                <a:path w="53083" h="158515">
                  <a:moveTo>
                    <a:pt x="0" y="0"/>
                  </a:moveTo>
                  <a:lnTo>
                    <a:pt x="53083" y="1585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5637" y="1331224"/>
              <a:ext cx="53083" cy="158515"/>
            </a:xfrm>
            <a:custGeom>
              <a:avLst/>
              <a:pathLst>
                <a:path w="53083" h="158515">
                  <a:moveTo>
                    <a:pt x="0" y="0"/>
                  </a:moveTo>
                  <a:lnTo>
                    <a:pt x="53083" y="1585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5637" y="1331224"/>
              <a:ext cx="53083" cy="158515"/>
            </a:xfrm>
            <a:custGeom>
              <a:avLst/>
              <a:pathLst>
                <a:path w="53083" h="158515">
                  <a:moveTo>
                    <a:pt x="0" y="0"/>
                  </a:moveTo>
                  <a:lnTo>
                    <a:pt x="53083" y="1585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5637" y="1331224"/>
              <a:ext cx="53083" cy="158515"/>
            </a:xfrm>
            <a:custGeom>
              <a:avLst/>
              <a:pathLst>
                <a:path w="53083" h="158515">
                  <a:moveTo>
                    <a:pt x="0" y="0"/>
                  </a:moveTo>
                  <a:lnTo>
                    <a:pt x="53083" y="1585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5637" y="1331224"/>
              <a:ext cx="53083" cy="158515"/>
            </a:xfrm>
            <a:custGeom>
              <a:avLst/>
              <a:pathLst>
                <a:path w="53083" h="158515">
                  <a:moveTo>
                    <a:pt x="0" y="0"/>
                  </a:moveTo>
                  <a:lnTo>
                    <a:pt x="53083" y="1585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5637" y="1331224"/>
              <a:ext cx="53083" cy="158515"/>
            </a:xfrm>
            <a:custGeom>
              <a:avLst/>
              <a:pathLst>
                <a:path w="53083" h="158515">
                  <a:moveTo>
                    <a:pt x="0" y="0"/>
                  </a:moveTo>
                  <a:lnTo>
                    <a:pt x="53083" y="1585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5637" y="1331224"/>
              <a:ext cx="53083" cy="158515"/>
            </a:xfrm>
            <a:custGeom>
              <a:avLst/>
              <a:pathLst>
                <a:path w="53083" h="158515">
                  <a:moveTo>
                    <a:pt x="0" y="0"/>
                  </a:moveTo>
                  <a:lnTo>
                    <a:pt x="53083" y="1585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5637" y="1331224"/>
              <a:ext cx="53083" cy="158515"/>
            </a:xfrm>
            <a:custGeom>
              <a:avLst/>
              <a:pathLst>
                <a:path w="53083" h="158515">
                  <a:moveTo>
                    <a:pt x="0" y="0"/>
                  </a:moveTo>
                  <a:lnTo>
                    <a:pt x="53083" y="1585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321561" y="1331224"/>
              <a:ext cx="334318" cy="325679"/>
            </a:xfrm>
            <a:custGeom>
              <a:avLst/>
              <a:pathLst>
                <a:path w="334318" h="325679">
                  <a:moveTo>
                    <a:pt x="114075" y="0"/>
                  </a:moveTo>
                  <a:lnTo>
                    <a:pt x="109072" y="1764"/>
                  </a:lnTo>
                  <a:lnTo>
                    <a:pt x="104127" y="3686"/>
                  </a:lnTo>
                  <a:lnTo>
                    <a:pt x="99246" y="5764"/>
                  </a:lnTo>
                  <a:lnTo>
                    <a:pt x="94434" y="7995"/>
                  </a:lnTo>
                  <a:lnTo>
                    <a:pt x="89695" y="10379"/>
                  </a:lnTo>
                  <a:lnTo>
                    <a:pt x="85033" y="12911"/>
                  </a:lnTo>
                  <a:lnTo>
                    <a:pt x="80455" y="15590"/>
                  </a:lnTo>
                  <a:lnTo>
                    <a:pt x="75963" y="18413"/>
                  </a:lnTo>
                  <a:lnTo>
                    <a:pt x="71564" y="21377"/>
                  </a:lnTo>
                  <a:lnTo>
                    <a:pt x="67261" y="24480"/>
                  </a:lnTo>
                  <a:lnTo>
                    <a:pt x="63058" y="27717"/>
                  </a:lnTo>
                  <a:lnTo>
                    <a:pt x="58960" y="31086"/>
                  </a:lnTo>
                  <a:lnTo>
                    <a:pt x="54972" y="34583"/>
                  </a:lnTo>
                  <a:lnTo>
                    <a:pt x="51096" y="38205"/>
                  </a:lnTo>
                  <a:lnTo>
                    <a:pt x="47337" y="41948"/>
                  </a:lnTo>
                  <a:lnTo>
                    <a:pt x="43699" y="45809"/>
                  </a:lnTo>
                  <a:lnTo>
                    <a:pt x="40185" y="49783"/>
                  </a:lnTo>
                  <a:lnTo>
                    <a:pt x="36799" y="53867"/>
                  </a:lnTo>
                  <a:lnTo>
                    <a:pt x="33544" y="58056"/>
                  </a:lnTo>
                  <a:lnTo>
                    <a:pt x="30423" y="62346"/>
                  </a:lnTo>
                  <a:lnTo>
                    <a:pt x="27441" y="66733"/>
                  </a:lnTo>
                  <a:lnTo>
                    <a:pt x="24599" y="71212"/>
                  </a:lnTo>
                  <a:lnTo>
                    <a:pt x="21901" y="75779"/>
                  </a:lnTo>
                  <a:lnTo>
                    <a:pt x="19349" y="80430"/>
                  </a:lnTo>
                  <a:lnTo>
                    <a:pt x="16946" y="85159"/>
                  </a:lnTo>
                  <a:lnTo>
                    <a:pt x="14694" y="89963"/>
                  </a:lnTo>
                  <a:lnTo>
                    <a:pt x="12595" y="94835"/>
                  </a:lnTo>
                  <a:lnTo>
                    <a:pt x="10653" y="99771"/>
                  </a:lnTo>
                  <a:lnTo>
                    <a:pt x="8867" y="104766"/>
                  </a:lnTo>
                  <a:lnTo>
                    <a:pt x="7242" y="109816"/>
                  </a:lnTo>
                  <a:lnTo>
                    <a:pt x="5777" y="114915"/>
                  </a:lnTo>
                  <a:lnTo>
                    <a:pt x="4475" y="120057"/>
                  </a:lnTo>
                  <a:lnTo>
                    <a:pt x="3337" y="125239"/>
                  </a:lnTo>
                  <a:lnTo>
                    <a:pt x="2363" y="130453"/>
                  </a:lnTo>
                  <a:lnTo>
                    <a:pt x="1556" y="135696"/>
                  </a:lnTo>
                  <a:lnTo>
                    <a:pt x="915" y="140962"/>
                  </a:lnTo>
                  <a:lnTo>
                    <a:pt x="442" y="146246"/>
                  </a:lnTo>
                  <a:lnTo>
                    <a:pt x="137" y="151542"/>
                  </a:lnTo>
                  <a:lnTo>
                    <a:pt x="0" y="156845"/>
                  </a:lnTo>
                  <a:lnTo>
                    <a:pt x="31" y="162150"/>
                  </a:lnTo>
                  <a:lnTo>
                    <a:pt x="230" y="167451"/>
                  </a:lnTo>
                  <a:lnTo>
                    <a:pt x="598" y="172743"/>
                  </a:lnTo>
                  <a:lnTo>
                    <a:pt x="1133" y="178021"/>
                  </a:lnTo>
                  <a:lnTo>
                    <a:pt x="1836" y="183279"/>
                  </a:lnTo>
                  <a:lnTo>
                    <a:pt x="2705" y="188512"/>
                  </a:lnTo>
                  <a:lnTo>
                    <a:pt x="3739" y="193715"/>
                  </a:lnTo>
                  <a:lnTo>
                    <a:pt x="4938" y="198883"/>
                  </a:lnTo>
                  <a:lnTo>
                    <a:pt x="6301" y="204009"/>
                  </a:lnTo>
                  <a:lnTo>
                    <a:pt x="7826" y="209091"/>
                  </a:lnTo>
                  <a:lnTo>
                    <a:pt x="9510" y="214121"/>
                  </a:lnTo>
                  <a:lnTo>
                    <a:pt x="11354" y="219095"/>
                  </a:lnTo>
                  <a:lnTo>
                    <a:pt x="13355" y="224008"/>
                  </a:lnTo>
                  <a:lnTo>
                    <a:pt x="15510" y="228855"/>
                  </a:lnTo>
                  <a:lnTo>
                    <a:pt x="17819" y="233631"/>
                  </a:lnTo>
                  <a:lnTo>
                    <a:pt x="20277" y="238332"/>
                  </a:lnTo>
                  <a:lnTo>
                    <a:pt x="22884" y="242952"/>
                  </a:lnTo>
                  <a:lnTo>
                    <a:pt x="25636" y="247488"/>
                  </a:lnTo>
                  <a:lnTo>
                    <a:pt x="28530" y="251933"/>
                  </a:lnTo>
                  <a:lnTo>
                    <a:pt x="31564" y="256285"/>
                  </a:lnTo>
                  <a:lnTo>
                    <a:pt x="34734" y="260538"/>
                  </a:lnTo>
                  <a:lnTo>
                    <a:pt x="38038" y="264689"/>
                  </a:lnTo>
                  <a:lnTo>
                    <a:pt x="41472" y="268732"/>
                  </a:lnTo>
                  <a:lnTo>
                    <a:pt x="45033" y="272665"/>
                  </a:lnTo>
                  <a:lnTo>
                    <a:pt x="48716" y="276482"/>
                  </a:lnTo>
                  <a:lnTo>
                    <a:pt x="52519" y="280181"/>
                  </a:lnTo>
                  <a:lnTo>
                    <a:pt x="56437" y="283757"/>
                  </a:lnTo>
                  <a:lnTo>
                    <a:pt x="60467" y="287207"/>
                  </a:lnTo>
                  <a:lnTo>
                    <a:pt x="64604" y="290528"/>
                  </a:lnTo>
                  <a:lnTo>
                    <a:pt x="68844" y="293715"/>
                  </a:lnTo>
                  <a:lnTo>
                    <a:pt x="73183" y="296767"/>
                  </a:lnTo>
                  <a:lnTo>
                    <a:pt x="77617" y="299679"/>
                  </a:lnTo>
                  <a:lnTo>
                    <a:pt x="82142" y="302449"/>
                  </a:lnTo>
                  <a:lnTo>
                    <a:pt x="86751" y="305074"/>
                  </a:lnTo>
                  <a:lnTo>
                    <a:pt x="91442" y="307551"/>
                  </a:lnTo>
                  <a:lnTo>
                    <a:pt x="96209" y="309879"/>
                  </a:lnTo>
                  <a:lnTo>
                    <a:pt x="101048" y="312054"/>
                  </a:lnTo>
                  <a:lnTo>
                    <a:pt x="105953" y="314074"/>
                  </a:lnTo>
                  <a:lnTo>
                    <a:pt x="110919" y="315938"/>
                  </a:lnTo>
                  <a:lnTo>
                    <a:pt x="115943" y="317643"/>
                  </a:lnTo>
                  <a:lnTo>
                    <a:pt x="121017" y="319188"/>
                  </a:lnTo>
                  <a:lnTo>
                    <a:pt x="126139" y="320571"/>
                  </a:lnTo>
                  <a:lnTo>
                    <a:pt x="131301" y="321791"/>
                  </a:lnTo>
                  <a:lnTo>
                    <a:pt x="136500" y="322847"/>
                  </a:lnTo>
                  <a:lnTo>
                    <a:pt x="141730" y="323737"/>
                  </a:lnTo>
                  <a:lnTo>
                    <a:pt x="146985" y="324460"/>
                  </a:lnTo>
                  <a:lnTo>
                    <a:pt x="152261" y="325017"/>
                  </a:lnTo>
                  <a:lnTo>
                    <a:pt x="157551" y="325406"/>
                  </a:lnTo>
                  <a:lnTo>
                    <a:pt x="162851" y="325627"/>
                  </a:lnTo>
                  <a:lnTo>
                    <a:pt x="168156" y="325679"/>
                  </a:lnTo>
                  <a:lnTo>
                    <a:pt x="173460" y="325563"/>
                  </a:lnTo>
                  <a:lnTo>
                    <a:pt x="178757" y="325279"/>
                  </a:lnTo>
                  <a:lnTo>
                    <a:pt x="184042" y="324827"/>
                  </a:lnTo>
                  <a:lnTo>
                    <a:pt x="189311" y="324208"/>
                  </a:lnTo>
                  <a:lnTo>
                    <a:pt x="194557" y="323422"/>
                  </a:lnTo>
                  <a:lnTo>
                    <a:pt x="199776" y="322469"/>
                  </a:lnTo>
                  <a:lnTo>
                    <a:pt x="204962" y="321352"/>
                  </a:lnTo>
                  <a:lnTo>
                    <a:pt x="210109" y="320070"/>
                  </a:lnTo>
                  <a:lnTo>
                    <a:pt x="215214" y="318626"/>
                  </a:lnTo>
                  <a:lnTo>
                    <a:pt x="220270" y="317021"/>
                  </a:lnTo>
                  <a:lnTo>
                    <a:pt x="225273" y="315256"/>
                  </a:lnTo>
                  <a:lnTo>
                    <a:pt x="230217" y="313333"/>
                  </a:lnTo>
                  <a:lnTo>
                    <a:pt x="235097" y="311254"/>
                  </a:lnTo>
                  <a:lnTo>
                    <a:pt x="239909" y="309021"/>
                  </a:lnTo>
                  <a:lnTo>
                    <a:pt x="244648" y="306637"/>
                  </a:lnTo>
                  <a:lnTo>
                    <a:pt x="249309" y="304104"/>
                  </a:lnTo>
                  <a:lnTo>
                    <a:pt x="253887" y="301424"/>
                  </a:lnTo>
                  <a:lnTo>
                    <a:pt x="258378" y="298600"/>
                  </a:lnTo>
                  <a:lnTo>
                    <a:pt x="262777" y="295635"/>
                  </a:lnTo>
                  <a:lnTo>
                    <a:pt x="267080" y="292532"/>
                  </a:lnTo>
                  <a:lnTo>
                    <a:pt x="271282" y="289294"/>
                  </a:lnTo>
                  <a:lnTo>
                    <a:pt x="275379" y="285925"/>
                  </a:lnTo>
                  <a:lnTo>
                    <a:pt x="279367" y="282427"/>
                  </a:lnTo>
                  <a:lnTo>
                    <a:pt x="283242" y="278804"/>
                  </a:lnTo>
                  <a:lnTo>
                    <a:pt x="287001" y="275060"/>
                  </a:lnTo>
                  <a:lnTo>
                    <a:pt x="290638" y="271199"/>
                  </a:lnTo>
                  <a:lnTo>
                    <a:pt x="294151" y="267224"/>
                  </a:lnTo>
                  <a:lnTo>
                    <a:pt x="297537" y="263140"/>
                  </a:lnTo>
                  <a:lnTo>
                    <a:pt x="300791" y="258951"/>
                  </a:lnTo>
                  <a:lnTo>
                    <a:pt x="303910" y="254660"/>
                  </a:lnTo>
                  <a:lnTo>
                    <a:pt x="306892" y="250272"/>
                  </a:lnTo>
                  <a:lnTo>
                    <a:pt x="309733" y="245792"/>
                  </a:lnTo>
                  <a:lnTo>
                    <a:pt x="312431" y="241225"/>
                  </a:lnTo>
                  <a:lnTo>
                    <a:pt x="314982" y="236574"/>
                  </a:lnTo>
                  <a:lnTo>
                    <a:pt x="317384" y="231844"/>
                  </a:lnTo>
                  <a:lnTo>
                    <a:pt x="319635" y="227040"/>
                  </a:lnTo>
                  <a:lnTo>
                    <a:pt x="321733" y="222168"/>
                  </a:lnTo>
                  <a:lnTo>
                    <a:pt x="323675" y="217231"/>
                  </a:lnTo>
                  <a:lnTo>
                    <a:pt x="325459" y="212235"/>
                  </a:lnTo>
                  <a:lnTo>
                    <a:pt x="327084" y="207186"/>
                  </a:lnTo>
                  <a:lnTo>
                    <a:pt x="328548" y="202087"/>
                  </a:lnTo>
                  <a:lnTo>
                    <a:pt x="329849" y="196944"/>
                  </a:lnTo>
                  <a:lnTo>
                    <a:pt x="330986" y="191762"/>
                  </a:lnTo>
                  <a:lnTo>
                    <a:pt x="331959" y="186547"/>
                  </a:lnTo>
                  <a:lnTo>
                    <a:pt x="332765" y="181304"/>
                  </a:lnTo>
                  <a:lnTo>
                    <a:pt x="333405" y="176038"/>
                  </a:lnTo>
                  <a:lnTo>
                    <a:pt x="333877" y="170754"/>
                  </a:lnTo>
                  <a:lnTo>
                    <a:pt x="334182" y="165458"/>
                  </a:lnTo>
                  <a:lnTo>
                    <a:pt x="334318" y="160155"/>
                  </a:lnTo>
                  <a:lnTo>
                    <a:pt x="334286" y="154850"/>
                  </a:lnTo>
                  <a:lnTo>
                    <a:pt x="334085" y="149549"/>
                  </a:lnTo>
                  <a:lnTo>
                    <a:pt x="333717" y="144257"/>
                  </a:lnTo>
                  <a:lnTo>
                    <a:pt x="333181" y="138980"/>
                  </a:lnTo>
                  <a:lnTo>
                    <a:pt x="332477" y="133722"/>
                  </a:lnTo>
                  <a:lnTo>
                    <a:pt x="331607" y="128489"/>
                  </a:lnTo>
                  <a:lnTo>
                    <a:pt x="330572" y="123286"/>
                  </a:lnTo>
                  <a:lnTo>
                    <a:pt x="329372" y="118119"/>
                  </a:lnTo>
                  <a:lnTo>
                    <a:pt x="328008" y="112992"/>
                  </a:lnTo>
                  <a:lnTo>
                    <a:pt x="326483" y="107911"/>
                  </a:lnTo>
                  <a:lnTo>
                    <a:pt x="324797" y="102881"/>
                  </a:lnTo>
                  <a:lnTo>
                    <a:pt x="322952" y="97908"/>
                  </a:lnTo>
                  <a:lnTo>
                    <a:pt x="320951" y="92995"/>
                  </a:lnTo>
                  <a:lnTo>
                    <a:pt x="318795" y="88148"/>
                  </a:lnTo>
                  <a:lnTo>
                    <a:pt x="316486" y="83372"/>
                  </a:lnTo>
                  <a:lnTo>
                    <a:pt x="314026" y="78672"/>
                  </a:lnTo>
                  <a:lnTo>
                    <a:pt x="311419" y="74052"/>
                  </a:lnTo>
                  <a:lnTo>
                    <a:pt x="308666" y="69517"/>
                  </a:lnTo>
                  <a:lnTo>
                    <a:pt x="305771" y="65072"/>
                  </a:lnTo>
                  <a:lnTo>
                    <a:pt x="302736" y="60721"/>
                  </a:lnTo>
                  <a:lnTo>
                    <a:pt x="299565" y="56468"/>
                  </a:lnTo>
                  <a:lnTo>
                    <a:pt x="296261" y="52318"/>
                  </a:lnTo>
                  <a:lnTo>
                    <a:pt x="292826" y="48276"/>
                  </a:lnTo>
                  <a:lnTo>
                    <a:pt x="289265" y="44344"/>
                  </a:lnTo>
                  <a:lnTo>
                    <a:pt x="285581" y="40527"/>
                  </a:lnTo>
                  <a:lnTo>
                    <a:pt x="281777" y="36829"/>
                  </a:lnTo>
                  <a:lnTo>
                    <a:pt x="277859" y="33253"/>
                  </a:lnTo>
                  <a:lnTo>
                    <a:pt x="273828" y="29804"/>
                  </a:lnTo>
                  <a:lnTo>
                    <a:pt x="269691" y="26484"/>
                  </a:lnTo>
                  <a:lnTo>
                    <a:pt x="167159" y="1585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88720" y="1322571"/>
              <a:ext cx="102532" cy="167167"/>
            </a:xfrm>
            <a:custGeom>
              <a:avLst/>
              <a:pathLst>
                <a:path w="102532" h="167167">
                  <a:moveTo>
                    <a:pt x="102532" y="35136"/>
                  </a:moveTo>
                  <a:lnTo>
                    <a:pt x="98118" y="31824"/>
                  </a:lnTo>
                  <a:lnTo>
                    <a:pt x="93597" y="28659"/>
                  </a:lnTo>
                  <a:lnTo>
                    <a:pt x="88974" y="25645"/>
                  </a:lnTo>
                  <a:lnTo>
                    <a:pt x="84254" y="22785"/>
                  </a:lnTo>
                  <a:lnTo>
                    <a:pt x="79442" y="20082"/>
                  </a:lnTo>
                  <a:lnTo>
                    <a:pt x="74543" y="17540"/>
                  </a:lnTo>
                  <a:lnTo>
                    <a:pt x="69564" y="15161"/>
                  </a:lnTo>
                  <a:lnTo>
                    <a:pt x="64508" y="12948"/>
                  </a:lnTo>
                  <a:lnTo>
                    <a:pt x="59383" y="10902"/>
                  </a:lnTo>
                  <a:lnTo>
                    <a:pt x="54192" y="9027"/>
                  </a:lnTo>
                  <a:lnTo>
                    <a:pt x="48943" y="7325"/>
                  </a:lnTo>
                  <a:lnTo>
                    <a:pt x="43640" y="5796"/>
                  </a:lnTo>
                  <a:lnTo>
                    <a:pt x="38289" y="4444"/>
                  </a:lnTo>
                  <a:lnTo>
                    <a:pt x="32897" y="3269"/>
                  </a:lnTo>
                  <a:lnTo>
                    <a:pt x="27469" y="2272"/>
                  </a:lnTo>
                  <a:lnTo>
                    <a:pt x="22011" y="1455"/>
                  </a:lnTo>
                  <a:lnTo>
                    <a:pt x="16529" y="819"/>
                  </a:lnTo>
                  <a:lnTo>
                    <a:pt x="11029" y="364"/>
                  </a:lnTo>
                  <a:lnTo>
                    <a:pt x="5517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3981" y="1681503"/>
              <a:ext cx="2543" cy="167167"/>
            </a:xfrm>
            <a:custGeom>
              <a:avLst/>
              <a:pathLst>
                <a:path w="2543" h="167167">
                  <a:moveTo>
                    <a:pt x="2543" y="0"/>
                  </a:moveTo>
                  <a:lnTo>
                    <a:pt x="0" y="19"/>
                  </a:lnTo>
                  <a:lnTo>
                    <a:pt x="254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3981" y="1681522"/>
              <a:ext cx="2543" cy="167148"/>
            </a:xfrm>
            <a:custGeom>
              <a:avLst/>
              <a:pathLst>
                <a:path w="2543" h="167148">
                  <a:moveTo>
                    <a:pt x="0" y="0"/>
                  </a:moveTo>
                  <a:lnTo>
                    <a:pt x="2543" y="1671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3981" y="1681522"/>
              <a:ext cx="2543" cy="167148"/>
            </a:xfrm>
            <a:custGeom>
              <a:avLst/>
              <a:pathLst>
                <a:path w="2543" h="167148">
                  <a:moveTo>
                    <a:pt x="0" y="0"/>
                  </a:moveTo>
                  <a:lnTo>
                    <a:pt x="2543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3981" y="1681522"/>
              <a:ext cx="2543" cy="167148"/>
            </a:xfrm>
            <a:custGeom>
              <a:avLst/>
              <a:pathLst>
                <a:path w="2543" h="167148">
                  <a:moveTo>
                    <a:pt x="0" y="0"/>
                  </a:moveTo>
                  <a:lnTo>
                    <a:pt x="2543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3981" y="1681522"/>
              <a:ext cx="2543" cy="167148"/>
            </a:xfrm>
            <a:custGeom>
              <a:avLst/>
              <a:pathLst>
                <a:path w="2543" h="167148">
                  <a:moveTo>
                    <a:pt x="0" y="0"/>
                  </a:moveTo>
                  <a:lnTo>
                    <a:pt x="2543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3981" y="1681522"/>
              <a:ext cx="2543" cy="167148"/>
            </a:xfrm>
            <a:custGeom>
              <a:avLst/>
              <a:pathLst>
                <a:path w="2543" h="167148">
                  <a:moveTo>
                    <a:pt x="0" y="0"/>
                  </a:moveTo>
                  <a:lnTo>
                    <a:pt x="2543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3981" y="1681522"/>
              <a:ext cx="2543" cy="167148"/>
            </a:xfrm>
            <a:custGeom>
              <a:avLst/>
              <a:pathLst>
                <a:path w="2543" h="167148">
                  <a:moveTo>
                    <a:pt x="0" y="0"/>
                  </a:moveTo>
                  <a:lnTo>
                    <a:pt x="2543" y="1671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3981" y="1681522"/>
              <a:ext cx="2543" cy="167148"/>
            </a:xfrm>
            <a:custGeom>
              <a:avLst/>
              <a:pathLst>
                <a:path w="2543" h="167148">
                  <a:moveTo>
                    <a:pt x="0" y="0"/>
                  </a:moveTo>
                  <a:lnTo>
                    <a:pt x="2543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3981" y="1681522"/>
              <a:ext cx="2543" cy="167148"/>
            </a:xfrm>
            <a:custGeom>
              <a:avLst/>
              <a:pathLst>
                <a:path w="2543" h="167148">
                  <a:moveTo>
                    <a:pt x="0" y="0"/>
                  </a:moveTo>
                  <a:lnTo>
                    <a:pt x="2543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3981" y="1681522"/>
              <a:ext cx="2543" cy="167148"/>
            </a:xfrm>
            <a:custGeom>
              <a:avLst/>
              <a:pathLst>
                <a:path w="2543" h="167148">
                  <a:moveTo>
                    <a:pt x="0" y="0"/>
                  </a:moveTo>
                  <a:lnTo>
                    <a:pt x="2543" y="1671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3981" y="1681522"/>
              <a:ext cx="2543" cy="167148"/>
            </a:xfrm>
            <a:custGeom>
              <a:avLst/>
              <a:pathLst>
                <a:path w="2543" h="167148">
                  <a:moveTo>
                    <a:pt x="0" y="0"/>
                  </a:moveTo>
                  <a:lnTo>
                    <a:pt x="2543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3981" y="1681522"/>
              <a:ext cx="2543" cy="167148"/>
            </a:xfrm>
            <a:custGeom>
              <a:avLst/>
              <a:pathLst>
                <a:path w="2543" h="167148">
                  <a:moveTo>
                    <a:pt x="0" y="0"/>
                  </a:moveTo>
                  <a:lnTo>
                    <a:pt x="2543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3981" y="1681522"/>
              <a:ext cx="2543" cy="167148"/>
            </a:xfrm>
            <a:custGeom>
              <a:avLst/>
              <a:pathLst>
                <a:path w="2543" h="167148">
                  <a:moveTo>
                    <a:pt x="0" y="0"/>
                  </a:moveTo>
                  <a:lnTo>
                    <a:pt x="2543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3981" y="1681522"/>
              <a:ext cx="2543" cy="167148"/>
            </a:xfrm>
            <a:custGeom>
              <a:avLst/>
              <a:pathLst>
                <a:path w="2543" h="167148">
                  <a:moveTo>
                    <a:pt x="0" y="0"/>
                  </a:moveTo>
                  <a:lnTo>
                    <a:pt x="2543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3981" y="1681522"/>
              <a:ext cx="2543" cy="167148"/>
            </a:xfrm>
            <a:custGeom>
              <a:avLst/>
              <a:pathLst>
                <a:path w="2543" h="167148">
                  <a:moveTo>
                    <a:pt x="0" y="0"/>
                  </a:moveTo>
                  <a:lnTo>
                    <a:pt x="2543" y="1671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3981" y="1681522"/>
              <a:ext cx="2543" cy="167148"/>
            </a:xfrm>
            <a:custGeom>
              <a:avLst/>
              <a:pathLst>
                <a:path w="2543" h="167148">
                  <a:moveTo>
                    <a:pt x="0" y="0"/>
                  </a:moveTo>
                  <a:lnTo>
                    <a:pt x="2543" y="1671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66816" y="1681522"/>
              <a:ext cx="119708" cy="167148"/>
            </a:xfrm>
            <a:custGeom>
              <a:avLst/>
              <a:pathLst>
                <a:path w="119708" h="167148">
                  <a:moveTo>
                    <a:pt x="117165" y="0"/>
                  </a:moveTo>
                  <a:lnTo>
                    <a:pt x="111477" y="183"/>
                  </a:lnTo>
                  <a:lnTo>
                    <a:pt x="105799" y="560"/>
                  </a:lnTo>
                  <a:lnTo>
                    <a:pt x="100137" y="1130"/>
                  </a:lnTo>
                  <a:lnTo>
                    <a:pt x="94498" y="1892"/>
                  </a:lnTo>
                  <a:lnTo>
                    <a:pt x="88888" y="2846"/>
                  </a:lnTo>
                  <a:lnTo>
                    <a:pt x="83313" y="3990"/>
                  </a:lnTo>
                  <a:lnTo>
                    <a:pt x="77781" y="5323"/>
                  </a:lnTo>
                  <a:lnTo>
                    <a:pt x="72298" y="6844"/>
                  </a:lnTo>
                  <a:lnTo>
                    <a:pt x="66869" y="8551"/>
                  </a:lnTo>
                  <a:lnTo>
                    <a:pt x="61502" y="10441"/>
                  </a:lnTo>
                  <a:lnTo>
                    <a:pt x="56202" y="12513"/>
                  </a:lnTo>
                  <a:lnTo>
                    <a:pt x="50975" y="14764"/>
                  </a:lnTo>
                  <a:lnTo>
                    <a:pt x="45828" y="17192"/>
                  </a:lnTo>
                  <a:lnTo>
                    <a:pt x="40767" y="19793"/>
                  </a:lnTo>
                  <a:lnTo>
                    <a:pt x="35798" y="22565"/>
                  </a:lnTo>
                  <a:lnTo>
                    <a:pt x="30925" y="25505"/>
                  </a:lnTo>
                  <a:lnTo>
                    <a:pt x="26156" y="28609"/>
                  </a:lnTo>
                  <a:lnTo>
                    <a:pt x="21495" y="31873"/>
                  </a:lnTo>
                  <a:lnTo>
                    <a:pt x="16947" y="35295"/>
                  </a:lnTo>
                  <a:lnTo>
                    <a:pt x="12519" y="38869"/>
                  </a:lnTo>
                  <a:lnTo>
                    <a:pt x="8215" y="42591"/>
                  </a:lnTo>
                  <a:lnTo>
                    <a:pt x="4040" y="46458"/>
                  </a:lnTo>
                  <a:lnTo>
                    <a:pt x="0" y="50465"/>
                  </a:lnTo>
                  <a:lnTo>
                    <a:pt x="119708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19368" y="1681503"/>
              <a:ext cx="334306" cy="334334"/>
            </a:xfrm>
            <a:custGeom>
              <a:avLst/>
              <a:pathLst>
                <a:path w="334306" h="334334">
                  <a:moveTo>
                    <a:pt x="47447" y="50484"/>
                  </a:moveTo>
                  <a:lnTo>
                    <a:pt x="43808" y="54338"/>
                  </a:lnTo>
                  <a:lnTo>
                    <a:pt x="40294" y="58305"/>
                  </a:lnTo>
                  <a:lnTo>
                    <a:pt x="36907" y="62381"/>
                  </a:lnTo>
                  <a:lnTo>
                    <a:pt x="33650" y="66562"/>
                  </a:lnTo>
                  <a:lnTo>
                    <a:pt x="30528" y="70845"/>
                  </a:lnTo>
                  <a:lnTo>
                    <a:pt x="27543" y="75224"/>
                  </a:lnTo>
                  <a:lnTo>
                    <a:pt x="24699" y="79696"/>
                  </a:lnTo>
                  <a:lnTo>
                    <a:pt x="21998" y="84256"/>
                  </a:lnTo>
                  <a:lnTo>
                    <a:pt x="19443" y="88899"/>
                  </a:lnTo>
                  <a:lnTo>
                    <a:pt x="17036" y="93621"/>
                  </a:lnTo>
                  <a:lnTo>
                    <a:pt x="14780" y="98417"/>
                  </a:lnTo>
                  <a:lnTo>
                    <a:pt x="12677" y="103282"/>
                  </a:lnTo>
                  <a:lnTo>
                    <a:pt x="10729" y="108211"/>
                  </a:lnTo>
                  <a:lnTo>
                    <a:pt x="8939" y="113199"/>
                  </a:lnTo>
                  <a:lnTo>
                    <a:pt x="7308" y="118242"/>
                  </a:lnTo>
                  <a:lnTo>
                    <a:pt x="5837" y="123333"/>
                  </a:lnTo>
                  <a:lnTo>
                    <a:pt x="4529" y="128469"/>
                  </a:lnTo>
                  <a:lnTo>
                    <a:pt x="3384" y="133644"/>
                  </a:lnTo>
                  <a:lnTo>
                    <a:pt x="2404" y="138852"/>
                  </a:lnTo>
                  <a:lnTo>
                    <a:pt x="1589" y="144089"/>
                  </a:lnTo>
                  <a:lnTo>
                    <a:pt x="940" y="149349"/>
                  </a:lnTo>
                  <a:lnTo>
                    <a:pt x="459" y="154627"/>
                  </a:lnTo>
                  <a:lnTo>
                    <a:pt x="145" y="159917"/>
                  </a:lnTo>
                  <a:lnTo>
                    <a:pt x="0" y="165215"/>
                  </a:lnTo>
                  <a:lnTo>
                    <a:pt x="22" y="170515"/>
                  </a:lnTo>
                  <a:lnTo>
                    <a:pt x="212" y="175812"/>
                  </a:lnTo>
                  <a:lnTo>
                    <a:pt x="570" y="181099"/>
                  </a:lnTo>
                  <a:lnTo>
                    <a:pt x="1095" y="186373"/>
                  </a:lnTo>
                  <a:lnTo>
                    <a:pt x="1787" y="191627"/>
                  </a:lnTo>
                  <a:lnTo>
                    <a:pt x="2646" y="196857"/>
                  </a:lnTo>
                  <a:lnTo>
                    <a:pt x="3670" y="202057"/>
                  </a:lnTo>
                  <a:lnTo>
                    <a:pt x="4858" y="207222"/>
                  </a:lnTo>
                  <a:lnTo>
                    <a:pt x="6209" y="212347"/>
                  </a:lnTo>
                  <a:lnTo>
                    <a:pt x="7722" y="217426"/>
                  </a:lnTo>
                  <a:lnTo>
                    <a:pt x="9396" y="222455"/>
                  </a:lnTo>
                  <a:lnTo>
                    <a:pt x="11228" y="227428"/>
                  </a:lnTo>
                  <a:lnTo>
                    <a:pt x="13216" y="232341"/>
                  </a:lnTo>
                  <a:lnTo>
                    <a:pt x="15360" y="237188"/>
                  </a:lnTo>
                  <a:lnTo>
                    <a:pt x="17655" y="241965"/>
                  </a:lnTo>
                  <a:lnTo>
                    <a:pt x="20102" y="246666"/>
                  </a:lnTo>
                  <a:lnTo>
                    <a:pt x="22696" y="251288"/>
                  </a:lnTo>
                  <a:lnTo>
                    <a:pt x="25435" y="255825"/>
                  </a:lnTo>
                  <a:lnTo>
                    <a:pt x="28317" y="260273"/>
                  </a:lnTo>
                  <a:lnTo>
                    <a:pt x="31338" y="264627"/>
                  </a:lnTo>
                  <a:lnTo>
                    <a:pt x="34495" y="268884"/>
                  </a:lnTo>
                  <a:lnTo>
                    <a:pt x="37787" y="273038"/>
                  </a:lnTo>
                  <a:lnTo>
                    <a:pt x="41208" y="277085"/>
                  </a:lnTo>
                  <a:lnTo>
                    <a:pt x="44755" y="281023"/>
                  </a:lnTo>
                  <a:lnTo>
                    <a:pt x="48426" y="284846"/>
                  </a:lnTo>
                  <a:lnTo>
                    <a:pt x="52216" y="288550"/>
                  </a:lnTo>
                  <a:lnTo>
                    <a:pt x="56122" y="292133"/>
                  </a:lnTo>
                  <a:lnTo>
                    <a:pt x="60139" y="295590"/>
                  </a:lnTo>
                  <a:lnTo>
                    <a:pt x="64264" y="298918"/>
                  </a:lnTo>
                  <a:lnTo>
                    <a:pt x="68492" y="302113"/>
                  </a:lnTo>
                  <a:lnTo>
                    <a:pt x="72819" y="305173"/>
                  </a:lnTo>
                  <a:lnTo>
                    <a:pt x="77241" y="308094"/>
                  </a:lnTo>
                  <a:lnTo>
                    <a:pt x="81754" y="310873"/>
                  </a:lnTo>
                  <a:lnTo>
                    <a:pt x="86352" y="313508"/>
                  </a:lnTo>
                  <a:lnTo>
                    <a:pt x="91032" y="315996"/>
                  </a:lnTo>
                  <a:lnTo>
                    <a:pt x="95788" y="318334"/>
                  </a:lnTo>
                  <a:lnTo>
                    <a:pt x="100616" y="320521"/>
                  </a:lnTo>
                  <a:lnTo>
                    <a:pt x="105511" y="322553"/>
                  </a:lnTo>
                  <a:lnTo>
                    <a:pt x="110467" y="324429"/>
                  </a:lnTo>
                  <a:lnTo>
                    <a:pt x="115481" y="326147"/>
                  </a:lnTo>
                  <a:lnTo>
                    <a:pt x="120547" y="327705"/>
                  </a:lnTo>
                  <a:lnTo>
                    <a:pt x="125659" y="329102"/>
                  </a:lnTo>
                  <a:lnTo>
                    <a:pt x="130813" y="330336"/>
                  </a:lnTo>
                  <a:lnTo>
                    <a:pt x="136004" y="331406"/>
                  </a:lnTo>
                  <a:lnTo>
                    <a:pt x="141226" y="332311"/>
                  </a:lnTo>
                  <a:lnTo>
                    <a:pt x="146474" y="333050"/>
                  </a:lnTo>
                  <a:lnTo>
                    <a:pt x="151743" y="333622"/>
                  </a:lnTo>
                  <a:lnTo>
                    <a:pt x="157027" y="334027"/>
                  </a:lnTo>
                  <a:lnTo>
                    <a:pt x="162322" y="334264"/>
                  </a:lnTo>
                  <a:lnTo>
                    <a:pt x="167621" y="334334"/>
                  </a:lnTo>
                  <a:lnTo>
                    <a:pt x="172920" y="334235"/>
                  </a:lnTo>
                  <a:lnTo>
                    <a:pt x="178213" y="333968"/>
                  </a:lnTo>
                  <a:lnTo>
                    <a:pt x="183495" y="333534"/>
                  </a:lnTo>
                  <a:lnTo>
                    <a:pt x="188761" y="332932"/>
                  </a:lnTo>
                  <a:lnTo>
                    <a:pt x="194005" y="332164"/>
                  </a:lnTo>
                  <a:lnTo>
                    <a:pt x="199222" y="331230"/>
                  </a:lnTo>
                  <a:lnTo>
                    <a:pt x="204406" y="330131"/>
                  </a:lnTo>
                  <a:lnTo>
                    <a:pt x="209553" y="328868"/>
                  </a:lnTo>
                  <a:lnTo>
                    <a:pt x="214658" y="327443"/>
                  </a:lnTo>
                  <a:lnTo>
                    <a:pt x="219715" y="325857"/>
                  </a:lnTo>
                  <a:lnTo>
                    <a:pt x="224719" y="324111"/>
                  </a:lnTo>
                  <a:lnTo>
                    <a:pt x="229665" y="322207"/>
                  </a:lnTo>
                  <a:lnTo>
                    <a:pt x="234548" y="320148"/>
                  </a:lnTo>
                  <a:lnTo>
                    <a:pt x="239364" y="317935"/>
                  </a:lnTo>
                  <a:lnTo>
                    <a:pt x="244107" y="315570"/>
                  </a:lnTo>
                  <a:lnTo>
                    <a:pt x="248773" y="313056"/>
                  </a:lnTo>
                  <a:lnTo>
                    <a:pt x="253356" y="310395"/>
                  </a:lnTo>
                  <a:lnTo>
                    <a:pt x="257853" y="307591"/>
                  </a:lnTo>
                  <a:lnTo>
                    <a:pt x="262259" y="304645"/>
                  </a:lnTo>
                  <a:lnTo>
                    <a:pt x="266569" y="301561"/>
                  </a:lnTo>
                  <a:lnTo>
                    <a:pt x="270780" y="298342"/>
                  </a:lnTo>
                  <a:lnTo>
                    <a:pt x="274886" y="294992"/>
                  </a:lnTo>
                  <a:lnTo>
                    <a:pt x="278884" y="291512"/>
                  </a:lnTo>
                  <a:lnTo>
                    <a:pt x="282769" y="287908"/>
                  </a:lnTo>
                  <a:lnTo>
                    <a:pt x="286539" y="284182"/>
                  </a:lnTo>
                  <a:lnTo>
                    <a:pt x="290188" y="280339"/>
                  </a:lnTo>
                  <a:lnTo>
                    <a:pt x="293714" y="276382"/>
                  </a:lnTo>
                  <a:lnTo>
                    <a:pt x="297112" y="272315"/>
                  </a:lnTo>
                  <a:lnTo>
                    <a:pt x="300380" y="268143"/>
                  </a:lnTo>
                  <a:lnTo>
                    <a:pt x="303514" y="263869"/>
                  </a:lnTo>
                  <a:lnTo>
                    <a:pt x="306511" y="259498"/>
                  </a:lnTo>
                  <a:lnTo>
                    <a:pt x="309368" y="255034"/>
                  </a:lnTo>
                  <a:lnTo>
                    <a:pt x="312082" y="250482"/>
                  </a:lnTo>
                  <a:lnTo>
                    <a:pt x="314650" y="245846"/>
                  </a:lnTo>
                  <a:lnTo>
                    <a:pt x="317070" y="241131"/>
                  </a:lnTo>
                  <a:lnTo>
                    <a:pt x="319339" y="236341"/>
                  </a:lnTo>
                  <a:lnTo>
                    <a:pt x="321456" y="231482"/>
                  </a:lnTo>
                  <a:lnTo>
                    <a:pt x="323417" y="226559"/>
                  </a:lnTo>
                  <a:lnTo>
                    <a:pt x="325221" y="221575"/>
                  </a:lnTo>
                  <a:lnTo>
                    <a:pt x="326866" y="216537"/>
                  </a:lnTo>
                  <a:lnTo>
                    <a:pt x="328351" y="211450"/>
                  </a:lnTo>
                  <a:lnTo>
                    <a:pt x="329674" y="206318"/>
                  </a:lnTo>
                  <a:lnTo>
                    <a:pt x="330833" y="201146"/>
                  </a:lnTo>
                  <a:lnTo>
                    <a:pt x="331828" y="195941"/>
                  </a:lnTo>
                  <a:lnTo>
                    <a:pt x="332657" y="190706"/>
                  </a:lnTo>
                  <a:lnTo>
                    <a:pt x="333320" y="185448"/>
                  </a:lnTo>
                  <a:lnTo>
                    <a:pt x="333816" y="180171"/>
                  </a:lnTo>
                  <a:lnTo>
                    <a:pt x="334145" y="174882"/>
                  </a:lnTo>
                  <a:lnTo>
                    <a:pt x="334306" y="169584"/>
                  </a:lnTo>
                  <a:lnTo>
                    <a:pt x="334298" y="164284"/>
                  </a:lnTo>
                  <a:lnTo>
                    <a:pt x="334123" y="158987"/>
                  </a:lnTo>
                  <a:lnTo>
                    <a:pt x="333780" y="153699"/>
                  </a:lnTo>
                  <a:lnTo>
                    <a:pt x="333269" y="148423"/>
                  </a:lnTo>
                  <a:lnTo>
                    <a:pt x="332591" y="143167"/>
                  </a:lnTo>
                  <a:lnTo>
                    <a:pt x="331747" y="137935"/>
                  </a:lnTo>
                  <a:lnTo>
                    <a:pt x="330738" y="132732"/>
                  </a:lnTo>
                  <a:lnTo>
                    <a:pt x="329564" y="127564"/>
                  </a:lnTo>
                  <a:lnTo>
                    <a:pt x="328227" y="122435"/>
                  </a:lnTo>
                  <a:lnTo>
                    <a:pt x="326728" y="117352"/>
                  </a:lnTo>
                  <a:lnTo>
                    <a:pt x="325069" y="112319"/>
                  </a:lnTo>
                  <a:lnTo>
                    <a:pt x="323251" y="107340"/>
                  </a:lnTo>
                  <a:lnTo>
                    <a:pt x="321276" y="102422"/>
                  </a:lnTo>
                  <a:lnTo>
                    <a:pt x="319146" y="97569"/>
                  </a:lnTo>
                  <a:lnTo>
                    <a:pt x="316863" y="92786"/>
                  </a:lnTo>
                  <a:lnTo>
                    <a:pt x="314430" y="88078"/>
                  </a:lnTo>
                  <a:lnTo>
                    <a:pt x="311849" y="83449"/>
                  </a:lnTo>
                  <a:lnTo>
                    <a:pt x="309123" y="78904"/>
                  </a:lnTo>
                  <a:lnTo>
                    <a:pt x="306253" y="74448"/>
                  </a:lnTo>
                  <a:lnTo>
                    <a:pt x="303244" y="70085"/>
                  </a:lnTo>
                  <a:lnTo>
                    <a:pt x="300098" y="65820"/>
                  </a:lnTo>
                  <a:lnTo>
                    <a:pt x="296819" y="61657"/>
                  </a:lnTo>
                  <a:lnTo>
                    <a:pt x="293409" y="57600"/>
                  </a:lnTo>
                  <a:lnTo>
                    <a:pt x="289872" y="53652"/>
                  </a:lnTo>
                  <a:lnTo>
                    <a:pt x="286212" y="49819"/>
                  </a:lnTo>
                  <a:lnTo>
                    <a:pt x="282433" y="46104"/>
                  </a:lnTo>
                  <a:lnTo>
                    <a:pt x="278537" y="42511"/>
                  </a:lnTo>
                  <a:lnTo>
                    <a:pt x="274529" y="39043"/>
                  </a:lnTo>
                  <a:lnTo>
                    <a:pt x="270414" y="35703"/>
                  </a:lnTo>
                  <a:lnTo>
                    <a:pt x="266195" y="32496"/>
                  </a:lnTo>
                  <a:lnTo>
                    <a:pt x="261876" y="29424"/>
                  </a:lnTo>
                  <a:lnTo>
                    <a:pt x="257462" y="26491"/>
                  </a:lnTo>
                  <a:lnTo>
                    <a:pt x="252957" y="23699"/>
                  </a:lnTo>
                  <a:lnTo>
                    <a:pt x="248366" y="21051"/>
                  </a:lnTo>
                  <a:lnTo>
                    <a:pt x="243693" y="18550"/>
                  </a:lnTo>
                  <a:lnTo>
                    <a:pt x="238944" y="16199"/>
                  </a:lnTo>
                  <a:lnTo>
                    <a:pt x="234122" y="13999"/>
                  </a:lnTo>
                  <a:lnTo>
                    <a:pt x="229233" y="11953"/>
                  </a:lnTo>
                  <a:lnTo>
                    <a:pt x="224282" y="10063"/>
                  </a:lnTo>
                  <a:lnTo>
                    <a:pt x="219273" y="8331"/>
                  </a:lnTo>
                  <a:lnTo>
                    <a:pt x="214211" y="6759"/>
                  </a:lnTo>
                  <a:lnTo>
                    <a:pt x="209103" y="5348"/>
                  </a:lnTo>
                  <a:lnTo>
                    <a:pt x="203952" y="4100"/>
                  </a:lnTo>
                  <a:lnTo>
                    <a:pt x="198764" y="3015"/>
                  </a:lnTo>
                  <a:lnTo>
                    <a:pt x="193545" y="2096"/>
                  </a:lnTo>
                  <a:lnTo>
                    <a:pt x="188299" y="1342"/>
                  </a:lnTo>
                  <a:lnTo>
                    <a:pt x="183032" y="755"/>
                  </a:lnTo>
                  <a:lnTo>
                    <a:pt x="177749" y="335"/>
                  </a:lnTo>
                  <a:lnTo>
                    <a:pt x="17245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2032" y="2126963"/>
              <a:ext cx="19255" cy="167167"/>
            </a:xfrm>
            <a:custGeom>
              <a:avLst/>
              <a:pathLst>
                <a:path w="19255" h="167167">
                  <a:moveTo>
                    <a:pt x="19255" y="0"/>
                  </a:moveTo>
                  <a:lnTo>
                    <a:pt x="9611" y="278"/>
                  </a:lnTo>
                  <a:lnTo>
                    <a:pt x="0" y="1112"/>
                  </a:lnTo>
                  <a:lnTo>
                    <a:pt x="1925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2032" y="2128076"/>
              <a:ext cx="19255" cy="166054"/>
            </a:xfrm>
            <a:custGeom>
              <a:avLst/>
              <a:pathLst>
                <a:path w="19255" h="166054">
                  <a:moveTo>
                    <a:pt x="0" y="0"/>
                  </a:moveTo>
                  <a:lnTo>
                    <a:pt x="19255" y="166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2032" y="2128076"/>
              <a:ext cx="19255" cy="166054"/>
            </a:xfrm>
            <a:custGeom>
              <a:avLst/>
              <a:pathLst>
                <a:path w="19255" h="166054">
                  <a:moveTo>
                    <a:pt x="0" y="0"/>
                  </a:moveTo>
                  <a:lnTo>
                    <a:pt x="19255" y="166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2032" y="2128076"/>
              <a:ext cx="19255" cy="166054"/>
            </a:xfrm>
            <a:custGeom>
              <a:avLst/>
              <a:pathLst>
                <a:path w="19255" h="166054">
                  <a:moveTo>
                    <a:pt x="0" y="0"/>
                  </a:moveTo>
                  <a:lnTo>
                    <a:pt x="19255" y="166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2032" y="2128076"/>
              <a:ext cx="19255" cy="166054"/>
            </a:xfrm>
            <a:custGeom>
              <a:avLst/>
              <a:pathLst>
                <a:path w="19255" h="166054">
                  <a:moveTo>
                    <a:pt x="0" y="0"/>
                  </a:moveTo>
                  <a:lnTo>
                    <a:pt x="19255" y="166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2032" y="2128076"/>
              <a:ext cx="19255" cy="166054"/>
            </a:xfrm>
            <a:custGeom>
              <a:avLst/>
              <a:pathLst>
                <a:path w="19255" h="166054">
                  <a:moveTo>
                    <a:pt x="0" y="0"/>
                  </a:moveTo>
                  <a:lnTo>
                    <a:pt x="19255" y="1660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2032" y="2128076"/>
              <a:ext cx="19255" cy="166054"/>
            </a:xfrm>
            <a:custGeom>
              <a:avLst/>
              <a:pathLst>
                <a:path w="19255" h="166054">
                  <a:moveTo>
                    <a:pt x="0" y="0"/>
                  </a:moveTo>
                  <a:lnTo>
                    <a:pt x="19255" y="166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2032" y="2128076"/>
              <a:ext cx="19255" cy="166054"/>
            </a:xfrm>
            <a:custGeom>
              <a:avLst/>
              <a:pathLst>
                <a:path w="19255" h="166054">
                  <a:moveTo>
                    <a:pt x="0" y="0"/>
                  </a:moveTo>
                  <a:lnTo>
                    <a:pt x="19255" y="166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2032" y="2128076"/>
              <a:ext cx="19255" cy="166054"/>
            </a:xfrm>
            <a:custGeom>
              <a:avLst/>
              <a:pathLst>
                <a:path w="19255" h="166054">
                  <a:moveTo>
                    <a:pt x="0" y="0"/>
                  </a:moveTo>
                  <a:lnTo>
                    <a:pt x="19255" y="1660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2032" y="2128076"/>
              <a:ext cx="19255" cy="166054"/>
            </a:xfrm>
            <a:custGeom>
              <a:avLst/>
              <a:pathLst>
                <a:path w="19255" h="166054">
                  <a:moveTo>
                    <a:pt x="0" y="0"/>
                  </a:moveTo>
                  <a:lnTo>
                    <a:pt x="19255" y="166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2032" y="2128076"/>
              <a:ext cx="19255" cy="166054"/>
            </a:xfrm>
            <a:custGeom>
              <a:avLst/>
              <a:pathLst>
                <a:path w="19255" h="166054">
                  <a:moveTo>
                    <a:pt x="0" y="0"/>
                  </a:moveTo>
                  <a:lnTo>
                    <a:pt x="19255" y="166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2032" y="2128076"/>
              <a:ext cx="19255" cy="166054"/>
            </a:xfrm>
            <a:custGeom>
              <a:avLst/>
              <a:pathLst>
                <a:path w="19255" h="166054">
                  <a:moveTo>
                    <a:pt x="0" y="0"/>
                  </a:moveTo>
                  <a:lnTo>
                    <a:pt x="19255" y="166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2032" y="2128076"/>
              <a:ext cx="19255" cy="166054"/>
            </a:xfrm>
            <a:custGeom>
              <a:avLst/>
              <a:pathLst>
                <a:path w="19255" h="166054">
                  <a:moveTo>
                    <a:pt x="0" y="0"/>
                  </a:moveTo>
                  <a:lnTo>
                    <a:pt x="19255" y="166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62032" y="2128076"/>
              <a:ext cx="19255" cy="166054"/>
            </a:xfrm>
            <a:custGeom>
              <a:avLst/>
              <a:pathLst>
                <a:path w="19255" h="166054">
                  <a:moveTo>
                    <a:pt x="0" y="0"/>
                  </a:moveTo>
                  <a:lnTo>
                    <a:pt x="19255" y="166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62032" y="2128076"/>
              <a:ext cx="19255" cy="166054"/>
            </a:xfrm>
            <a:custGeom>
              <a:avLst/>
              <a:pathLst>
                <a:path w="19255" h="166054">
                  <a:moveTo>
                    <a:pt x="0" y="0"/>
                  </a:moveTo>
                  <a:lnTo>
                    <a:pt x="19255" y="166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614120" y="2128076"/>
              <a:ext cx="334330" cy="333208"/>
            </a:xfrm>
            <a:custGeom>
              <a:avLst/>
              <a:pathLst>
                <a:path w="334330" h="333208">
                  <a:moveTo>
                    <a:pt x="147911" y="0"/>
                  </a:moveTo>
                  <a:lnTo>
                    <a:pt x="142665" y="692"/>
                  </a:lnTo>
                  <a:lnTo>
                    <a:pt x="137444" y="1550"/>
                  </a:lnTo>
                  <a:lnTo>
                    <a:pt x="132252" y="2574"/>
                  </a:lnTo>
                  <a:lnTo>
                    <a:pt x="127095" y="3761"/>
                  </a:lnTo>
                  <a:lnTo>
                    <a:pt x="121978" y="5110"/>
                  </a:lnTo>
                  <a:lnTo>
                    <a:pt x="116907" y="6621"/>
                  </a:lnTo>
                  <a:lnTo>
                    <a:pt x="111886" y="8292"/>
                  </a:lnTo>
                  <a:lnTo>
                    <a:pt x="106921" y="10121"/>
                  </a:lnTo>
                  <a:lnTo>
                    <a:pt x="102015" y="12105"/>
                  </a:lnTo>
                  <a:lnTo>
                    <a:pt x="97175" y="14245"/>
                  </a:lnTo>
                  <a:lnTo>
                    <a:pt x="92405" y="16536"/>
                  </a:lnTo>
                  <a:lnTo>
                    <a:pt x="87711" y="18977"/>
                  </a:lnTo>
                  <a:lnTo>
                    <a:pt x="83095" y="21566"/>
                  </a:lnTo>
                  <a:lnTo>
                    <a:pt x="78564" y="24299"/>
                  </a:lnTo>
                  <a:lnTo>
                    <a:pt x="74122" y="27174"/>
                  </a:lnTo>
                  <a:lnTo>
                    <a:pt x="69773" y="30189"/>
                  </a:lnTo>
                  <a:lnTo>
                    <a:pt x="65521" y="33340"/>
                  </a:lnTo>
                  <a:lnTo>
                    <a:pt x="61372" y="36623"/>
                  </a:lnTo>
                  <a:lnTo>
                    <a:pt x="57328" y="40037"/>
                  </a:lnTo>
                  <a:lnTo>
                    <a:pt x="53395" y="43576"/>
                  </a:lnTo>
                  <a:lnTo>
                    <a:pt x="49575" y="47239"/>
                  </a:lnTo>
                  <a:lnTo>
                    <a:pt x="45873" y="51020"/>
                  </a:lnTo>
                  <a:lnTo>
                    <a:pt x="42293" y="54917"/>
                  </a:lnTo>
                  <a:lnTo>
                    <a:pt x="38838" y="58925"/>
                  </a:lnTo>
                  <a:lnTo>
                    <a:pt x="35512" y="63040"/>
                  </a:lnTo>
                  <a:lnTo>
                    <a:pt x="32317" y="67259"/>
                  </a:lnTo>
                  <a:lnTo>
                    <a:pt x="29258" y="71576"/>
                  </a:lnTo>
                  <a:lnTo>
                    <a:pt x="26337" y="75989"/>
                  </a:lnTo>
                  <a:lnTo>
                    <a:pt x="23557" y="80491"/>
                  </a:lnTo>
                  <a:lnTo>
                    <a:pt x="20920" y="85079"/>
                  </a:lnTo>
                  <a:lnTo>
                    <a:pt x="18431" y="89749"/>
                  </a:lnTo>
                  <a:lnTo>
                    <a:pt x="16090" y="94495"/>
                  </a:lnTo>
                  <a:lnTo>
                    <a:pt x="13901" y="99312"/>
                  </a:lnTo>
                  <a:lnTo>
                    <a:pt x="11865" y="104197"/>
                  </a:lnTo>
                  <a:lnTo>
                    <a:pt x="9985" y="109143"/>
                  </a:lnTo>
                  <a:lnTo>
                    <a:pt x="8263" y="114146"/>
                  </a:lnTo>
                  <a:lnTo>
                    <a:pt x="6699" y="119202"/>
                  </a:lnTo>
                  <a:lnTo>
                    <a:pt x="5297" y="124304"/>
                  </a:lnTo>
                  <a:lnTo>
                    <a:pt x="4057" y="129449"/>
                  </a:lnTo>
                  <a:lnTo>
                    <a:pt x="2980" y="134629"/>
                  </a:lnTo>
                  <a:lnTo>
                    <a:pt x="2067" y="139842"/>
                  </a:lnTo>
                  <a:lnTo>
                    <a:pt x="1320" y="145080"/>
                  </a:lnTo>
                  <a:lnTo>
                    <a:pt x="740" y="150340"/>
                  </a:lnTo>
                  <a:lnTo>
                    <a:pt x="326" y="155616"/>
                  </a:lnTo>
                  <a:lnTo>
                    <a:pt x="79" y="160901"/>
                  </a:lnTo>
                  <a:lnTo>
                    <a:pt x="0" y="166193"/>
                  </a:lnTo>
                  <a:lnTo>
                    <a:pt x="88" y="171483"/>
                  </a:lnTo>
                  <a:lnTo>
                    <a:pt x="343" y="176769"/>
                  </a:lnTo>
                  <a:lnTo>
                    <a:pt x="766" y="182044"/>
                  </a:lnTo>
                  <a:lnTo>
                    <a:pt x="1355" y="187302"/>
                  </a:lnTo>
                  <a:lnTo>
                    <a:pt x="2111" y="192540"/>
                  </a:lnTo>
                  <a:lnTo>
                    <a:pt x="3032" y="197751"/>
                  </a:lnTo>
                  <a:lnTo>
                    <a:pt x="4117" y="202930"/>
                  </a:lnTo>
                  <a:lnTo>
                    <a:pt x="5366" y="208072"/>
                  </a:lnTo>
                  <a:lnTo>
                    <a:pt x="6777" y="213172"/>
                  </a:lnTo>
                  <a:lnTo>
                    <a:pt x="8349" y="218225"/>
                  </a:lnTo>
                  <a:lnTo>
                    <a:pt x="10080" y="223226"/>
                  </a:lnTo>
                  <a:lnTo>
                    <a:pt x="11968" y="228169"/>
                  </a:lnTo>
                  <a:lnTo>
                    <a:pt x="14012" y="233050"/>
                  </a:lnTo>
                  <a:lnTo>
                    <a:pt x="16209" y="237864"/>
                  </a:lnTo>
                  <a:lnTo>
                    <a:pt x="18557" y="242606"/>
                  </a:lnTo>
                  <a:lnTo>
                    <a:pt x="21055" y="247271"/>
                  </a:lnTo>
                  <a:lnTo>
                    <a:pt x="23698" y="251855"/>
                  </a:lnTo>
                  <a:lnTo>
                    <a:pt x="26486" y="256353"/>
                  </a:lnTo>
                  <a:lnTo>
                    <a:pt x="29414" y="260760"/>
                  </a:lnTo>
                  <a:lnTo>
                    <a:pt x="32481" y="265073"/>
                  </a:lnTo>
                  <a:lnTo>
                    <a:pt x="35682" y="269286"/>
                  </a:lnTo>
                  <a:lnTo>
                    <a:pt x="39016" y="273396"/>
                  </a:lnTo>
                  <a:lnTo>
                    <a:pt x="42477" y="277398"/>
                  </a:lnTo>
                  <a:lnTo>
                    <a:pt x="46064" y="281289"/>
                  </a:lnTo>
                  <a:lnTo>
                    <a:pt x="49772" y="285064"/>
                  </a:lnTo>
                  <a:lnTo>
                    <a:pt x="53598" y="288720"/>
                  </a:lnTo>
                  <a:lnTo>
                    <a:pt x="57537" y="292253"/>
                  </a:lnTo>
                  <a:lnTo>
                    <a:pt x="61586" y="295660"/>
                  </a:lnTo>
                  <a:lnTo>
                    <a:pt x="65741" y="298937"/>
                  </a:lnTo>
                  <a:lnTo>
                    <a:pt x="69998" y="302080"/>
                  </a:lnTo>
                  <a:lnTo>
                    <a:pt x="74352" y="305088"/>
                  </a:lnTo>
                  <a:lnTo>
                    <a:pt x="78799" y="307956"/>
                  </a:lnTo>
                  <a:lnTo>
                    <a:pt x="83334" y="310682"/>
                  </a:lnTo>
                  <a:lnTo>
                    <a:pt x="87954" y="313263"/>
                  </a:lnTo>
                  <a:lnTo>
                    <a:pt x="92653" y="315696"/>
                  </a:lnTo>
                  <a:lnTo>
                    <a:pt x="97427" y="317979"/>
                  </a:lnTo>
                  <a:lnTo>
                    <a:pt x="102270" y="320111"/>
                  </a:lnTo>
                  <a:lnTo>
                    <a:pt x="107179" y="322087"/>
                  </a:lnTo>
                  <a:lnTo>
                    <a:pt x="112147" y="323908"/>
                  </a:lnTo>
                  <a:lnTo>
                    <a:pt x="117171" y="325570"/>
                  </a:lnTo>
                  <a:lnTo>
                    <a:pt x="122245" y="327073"/>
                  </a:lnTo>
                  <a:lnTo>
                    <a:pt x="127364" y="328414"/>
                  </a:lnTo>
                  <a:lnTo>
                    <a:pt x="132522" y="329592"/>
                  </a:lnTo>
                  <a:lnTo>
                    <a:pt x="137716" y="330607"/>
                  </a:lnTo>
                  <a:lnTo>
                    <a:pt x="142939" y="331457"/>
                  </a:lnTo>
                  <a:lnTo>
                    <a:pt x="148186" y="332141"/>
                  </a:lnTo>
                  <a:lnTo>
                    <a:pt x="153452" y="332658"/>
                  </a:lnTo>
                  <a:lnTo>
                    <a:pt x="158733" y="333009"/>
                  </a:lnTo>
                  <a:lnTo>
                    <a:pt x="164021" y="333192"/>
                  </a:lnTo>
                  <a:lnTo>
                    <a:pt x="169313" y="333208"/>
                  </a:lnTo>
                  <a:lnTo>
                    <a:pt x="174602" y="333056"/>
                  </a:lnTo>
                  <a:lnTo>
                    <a:pt x="179884" y="332737"/>
                  </a:lnTo>
                  <a:lnTo>
                    <a:pt x="185153" y="332251"/>
                  </a:lnTo>
                  <a:lnTo>
                    <a:pt x="190405" y="331599"/>
                  </a:lnTo>
                  <a:lnTo>
                    <a:pt x="195633" y="330780"/>
                  </a:lnTo>
                  <a:lnTo>
                    <a:pt x="200832" y="329797"/>
                  </a:lnTo>
                  <a:lnTo>
                    <a:pt x="205998" y="328649"/>
                  </a:lnTo>
                  <a:lnTo>
                    <a:pt x="211125" y="327339"/>
                  </a:lnTo>
                  <a:lnTo>
                    <a:pt x="216207" y="325867"/>
                  </a:lnTo>
                  <a:lnTo>
                    <a:pt x="221241" y="324234"/>
                  </a:lnTo>
                  <a:lnTo>
                    <a:pt x="226220" y="322444"/>
                  </a:lnTo>
                  <a:lnTo>
                    <a:pt x="231141" y="320496"/>
                  </a:lnTo>
                  <a:lnTo>
                    <a:pt x="235997" y="318394"/>
                  </a:lnTo>
                  <a:lnTo>
                    <a:pt x="240784" y="316139"/>
                  </a:lnTo>
                  <a:lnTo>
                    <a:pt x="245497" y="313734"/>
                  </a:lnTo>
                  <a:lnTo>
                    <a:pt x="250132" y="311181"/>
                  </a:lnTo>
                  <a:lnTo>
                    <a:pt x="254684" y="308482"/>
                  </a:lnTo>
                  <a:lnTo>
                    <a:pt x="259148" y="305641"/>
                  </a:lnTo>
                  <a:lnTo>
                    <a:pt x="263520" y="302659"/>
                  </a:lnTo>
                  <a:lnTo>
                    <a:pt x="267796" y="299541"/>
                  </a:lnTo>
                  <a:lnTo>
                    <a:pt x="271970" y="296289"/>
                  </a:lnTo>
                  <a:lnTo>
                    <a:pt x="276040" y="292907"/>
                  </a:lnTo>
                  <a:lnTo>
                    <a:pt x="280000" y="289398"/>
                  </a:lnTo>
                  <a:lnTo>
                    <a:pt x="283848" y="285765"/>
                  </a:lnTo>
                  <a:lnTo>
                    <a:pt x="287578" y="282012"/>
                  </a:lnTo>
                  <a:lnTo>
                    <a:pt x="291188" y="278142"/>
                  </a:lnTo>
                  <a:lnTo>
                    <a:pt x="294673" y="274161"/>
                  </a:lnTo>
                  <a:lnTo>
                    <a:pt x="298031" y="270071"/>
                  </a:lnTo>
                  <a:lnTo>
                    <a:pt x="301258" y="265877"/>
                  </a:lnTo>
                  <a:lnTo>
                    <a:pt x="304350" y="261583"/>
                  </a:lnTo>
                  <a:lnTo>
                    <a:pt x="307305" y="257193"/>
                  </a:lnTo>
                  <a:lnTo>
                    <a:pt x="310119" y="252712"/>
                  </a:lnTo>
                  <a:lnTo>
                    <a:pt x="312791" y="248144"/>
                  </a:lnTo>
                  <a:lnTo>
                    <a:pt x="315316" y="243494"/>
                  </a:lnTo>
                  <a:lnTo>
                    <a:pt x="317693" y="238766"/>
                  </a:lnTo>
                  <a:lnTo>
                    <a:pt x="319919" y="233965"/>
                  </a:lnTo>
                  <a:lnTo>
                    <a:pt x="321991" y="229096"/>
                  </a:lnTo>
                  <a:lnTo>
                    <a:pt x="323909" y="224164"/>
                  </a:lnTo>
                  <a:lnTo>
                    <a:pt x="325670" y="219174"/>
                  </a:lnTo>
                  <a:lnTo>
                    <a:pt x="327272" y="214131"/>
                  </a:lnTo>
                  <a:lnTo>
                    <a:pt x="328713" y="209039"/>
                  </a:lnTo>
                  <a:lnTo>
                    <a:pt x="329993" y="203905"/>
                  </a:lnTo>
                  <a:lnTo>
                    <a:pt x="331109" y="198732"/>
                  </a:lnTo>
                  <a:lnTo>
                    <a:pt x="332061" y="193527"/>
                  </a:lnTo>
                  <a:lnTo>
                    <a:pt x="332848" y="188294"/>
                  </a:lnTo>
                  <a:lnTo>
                    <a:pt x="333469" y="183039"/>
                  </a:lnTo>
                  <a:lnTo>
                    <a:pt x="333923" y="177767"/>
                  </a:lnTo>
                  <a:lnTo>
                    <a:pt x="334211" y="172483"/>
                  </a:lnTo>
                  <a:lnTo>
                    <a:pt x="334330" y="167193"/>
                  </a:lnTo>
                  <a:lnTo>
                    <a:pt x="334283" y="161901"/>
                  </a:lnTo>
                  <a:lnTo>
                    <a:pt x="334068" y="156614"/>
                  </a:lnTo>
                  <a:lnTo>
                    <a:pt x="333685" y="151336"/>
                  </a:lnTo>
                  <a:lnTo>
                    <a:pt x="333136" y="146073"/>
                  </a:lnTo>
                  <a:lnTo>
                    <a:pt x="332420" y="140830"/>
                  </a:lnTo>
                  <a:lnTo>
                    <a:pt x="331539" y="135612"/>
                  </a:lnTo>
                  <a:lnTo>
                    <a:pt x="330493" y="130425"/>
                  </a:lnTo>
                  <a:lnTo>
                    <a:pt x="329284" y="125274"/>
                  </a:lnTo>
                  <a:lnTo>
                    <a:pt x="327912" y="120163"/>
                  </a:lnTo>
                  <a:lnTo>
                    <a:pt x="326379" y="115098"/>
                  </a:lnTo>
                  <a:lnTo>
                    <a:pt x="324686" y="110085"/>
                  </a:lnTo>
                  <a:lnTo>
                    <a:pt x="322836" y="105127"/>
                  </a:lnTo>
                  <a:lnTo>
                    <a:pt x="320829" y="100230"/>
                  </a:lnTo>
                  <a:lnTo>
                    <a:pt x="318669" y="95400"/>
                  </a:lnTo>
                  <a:lnTo>
                    <a:pt x="316357" y="90640"/>
                  </a:lnTo>
                  <a:lnTo>
                    <a:pt x="313895" y="85956"/>
                  </a:lnTo>
                  <a:lnTo>
                    <a:pt x="311287" y="81352"/>
                  </a:lnTo>
                  <a:lnTo>
                    <a:pt x="308533" y="76833"/>
                  </a:lnTo>
                  <a:lnTo>
                    <a:pt x="305639" y="72403"/>
                  </a:lnTo>
                  <a:lnTo>
                    <a:pt x="302605" y="68067"/>
                  </a:lnTo>
                  <a:lnTo>
                    <a:pt x="299436" y="63830"/>
                  </a:lnTo>
                  <a:lnTo>
                    <a:pt x="296134" y="59695"/>
                  </a:lnTo>
                  <a:lnTo>
                    <a:pt x="292703" y="55666"/>
                  </a:lnTo>
                  <a:lnTo>
                    <a:pt x="289146" y="51748"/>
                  </a:lnTo>
                  <a:lnTo>
                    <a:pt x="285467" y="47944"/>
                  </a:lnTo>
                  <a:lnTo>
                    <a:pt x="281670" y="44259"/>
                  </a:lnTo>
                  <a:lnTo>
                    <a:pt x="277758" y="40696"/>
                  </a:lnTo>
                  <a:lnTo>
                    <a:pt x="273735" y="37259"/>
                  </a:lnTo>
                  <a:lnTo>
                    <a:pt x="269605" y="33950"/>
                  </a:lnTo>
                  <a:lnTo>
                    <a:pt x="265372" y="30774"/>
                  </a:lnTo>
                  <a:lnTo>
                    <a:pt x="261041" y="27734"/>
                  </a:lnTo>
                  <a:lnTo>
                    <a:pt x="256616" y="24832"/>
                  </a:lnTo>
                  <a:lnTo>
                    <a:pt x="252102" y="22071"/>
                  </a:lnTo>
                  <a:lnTo>
                    <a:pt x="247502" y="19455"/>
                  </a:lnTo>
                  <a:lnTo>
                    <a:pt x="242822" y="16986"/>
                  </a:lnTo>
                  <a:lnTo>
                    <a:pt x="238066" y="14666"/>
                  </a:lnTo>
                  <a:lnTo>
                    <a:pt x="233239" y="12498"/>
                  </a:lnTo>
                  <a:lnTo>
                    <a:pt x="228345" y="10484"/>
                  </a:lnTo>
                  <a:lnTo>
                    <a:pt x="223391" y="8625"/>
                  </a:lnTo>
                  <a:lnTo>
                    <a:pt x="218380" y="6925"/>
                  </a:lnTo>
                  <a:lnTo>
                    <a:pt x="213318" y="5384"/>
                  </a:lnTo>
                  <a:lnTo>
                    <a:pt x="208209" y="4003"/>
                  </a:lnTo>
                  <a:lnTo>
                    <a:pt x="203059" y="2786"/>
                  </a:lnTo>
                  <a:lnTo>
                    <a:pt x="167167" y="166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81287" y="2126963"/>
              <a:ext cx="35892" cy="167167"/>
            </a:xfrm>
            <a:custGeom>
              <a:avLst/>
              <a:pathLst>
                <a:path w="35892" h="167167">
                  <a:moveTo>
                    <a:pt x="35892" y="3898"/>
                  </a:moveTo>
                  <a:lnTo>
                    <a:pt x="28795" y="2498"/>
                  </a:lnTo>
                  <a:lnTo>
                    <a:pt x="21643" y="1407"/>
                  </a:lnTo>
                  <a:lnTo>
                    <a:pt x="14451" y="625"/>
                  </a:lnTo>
                  <a:lnTo>
                    <a:pt x="7232" y="15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639" y="2633064"/>
              <a:ext cx="3108" cy="167167"/>
            </a:xfrm>
            <a:custGeom>
              <a:avLst/>
              <a:pathLst>
                <a:path w="3108" h="167167">
                  <a:moveTo>
                    <a:pt x="3108" y="0"/>
                  </a:moveTo>
                  <a:lnTo>
                    <a:pt x="0" y="28"/>
                  </a:lnTo>
                  <a:lnTo>
                    <a:pt x="310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639" y="2633093"/>
              <a:ext cx="3108" cy="167138"/>
            </a:xfrm>
            <a:custGeom>
              <a:avLst/>
              <a:pathLst>
                <a:path w="3108" h="167138">
                  <a:moveTo>
                    <a:pt x="0" y="0"/>
                  </a:moveTo>
                  <a:lnTo>
                    <a:pt x="3108" y="167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639" y="2633093"/>
              <a:ext cx="3108" cy="167138"/>
            </a:xfrm>
            <a:custGeom>
              <a:avLst/>
              <a:pathLst>
                <a:path w="3108" h="167138">
                  <a:moveTo>
                    <a:pt x="0" y="0"/>
                  </a:moveTo>
                  <a:lnTo>
                    <a:pt x="3108" y="167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639" y="2633093"/>
              <a:ext cx="3108" cy="167138"/>
            </a:xfrm>
            <a:custGeom>
              <a:avLst/>
              <a:pathLst>
                <a:path w="3108" h="167138">
                  <a:moveTo>
                    <a:pt x="0" y="0"/>
                  </a:moveTo>
                  <a:lnTo>
                    <a:pt x="3108" y="167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639" y="2633093"/>
              <a:ext cx="3108" cy="167138"/>
            </a:xfrm>
            <a:custGeom>
              <a:avLst/>
              <a:pathLst>
                <a:path w="3108" h="167138">
                  <a:moveTo>
                    <a:pt x="0" y="0"/>
                  </a:moveTo>
                  <a:lnTo>
                    <a:pt x="3108" y="1671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639" y="2633093"/>
              <a:ext cx="3108" cy="167138"/>
            </a:xfrm>
            <a:custGeom>
              <a:avLst/>
              <a:pathLst>
                <a:path w="3108" h="167138">
                  <a:moveTo>
                    <a:pt x="0" y="0"/>
                  </a:moveTo>
                  <a:lnTo>
                    <a:pt x="3108" y="167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639" y="2633093"/>
              <a:ext cx="3108" cy="167138"/>
            </a:xfrm>
            <a:custGeom>
              <a:avLst/>
              <a:pathLst>
                <a:path w="3108" h="167138">
                  <a:moveTo>
                    <a:pt x="0" y="0"/>
                  </a:moveTo>
                  <a:lnTo>
                    <a:pt x="3108" y="167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639" y="2633093"/>
              <a:ext cx="3108" cy="167138"/>
            </a:xfrm>
            <a:custGeom>
              <a:avLst/>
              <a:pathLst>
                <a:path w="3108" h="167138">
                  <a:moveTo>
                    <a:pt x="0" y="0"/>
                  </a:moveTo>
                  <a:lnTo>
                    <a:pt x="3108" y="1671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639" y="2633093"/>
              <a:ext cx="3108" cy="167138"/>
            </a:xfrm>
            <a:custGeom>
              <a:avLst/>
              <a:pathLst>
                <a:path w="3108" h="167138">
                  <a:moveTo>
                    <a:pt x="0" y="0"/>
                  </a:moveTo>
                  <a:lnTo>
                    <a:pt x="3108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639" y="2633093"/>
              <a:ext cx="3108" cy="167138"/>
            </a:xfrm>
            <a:custGeom>
              <a:avLst/>
              <a:pathLst>
                <a:path w="3108" h="167138">
                  <a:moveTo>
                    <a:pt x="0" y="0"/>
                  </a:moveTo>
                  <a:lnTo>
                    <a:pt x="3108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639" y="2633093"/>
              <a:ext cx="3108" cy="167138"/>
            </a:xfrm>
            <a:custGeom>
              <a:avLst/>
              <a:pathLst>
                <a:path w="3108" h="167138">
                  <a:moveTo>
                    <a:pt x="0" y="0"/>
                  </a:moveTo>
                  <a:lnTo>
                    <a:pt x="3108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7639" y="2633093"/>
              <a:ext cx="3108" cy="167138"/>
            </a:xfrm>
            <a:custGeom>
              <a:avLst/>
              <a:pathLst>
                <a:path w="3108" h="167138">
                  <a:moveTo>
                    <a:pt x="0" y="0"/>
                  </a:moveTo>
                  <a:lnTo>
                    <a:pt x="3108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7639" y="2633093"/>
              <a:ext cx="3108" cy="167138"/>
            </a:xfrm>
            <a:custGeom>
              <a:avLst/>
              <a:pathLst>
                <a:path w="3108" h="167138">
                  <a:moveTo>
                    <a:pt x="0" y="0"/>
                  </a:moveTo>
                  <a:lnTo>
                    <a:pt x="3108" y="1671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7639" y="2633093"/>
              <a:ext cx="3108" cy="167138"/>
            </a:xfrm>
            <a:custGeom>
              <a:avLst/>
              <a:pathLst>
                <a:path w="3108" h="167138">
                  <a:moveTo>
                    <a:pt x="0" y="0"/>
                  </a:moveTo>
                  <a:lnTo>
                    <a:pt x="3108" y="1671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423581" y="2633093"/>
              <a:ext cx="334327" cy="334296"/>
            </a:xfrm>
            <a:custGeom>
              <a:avLst/>
              <a:pathLst>
                <a:path w="334327" h="334296">
                  <a:moveTo>
                    <a:pt x="164058" y="0"/>
                  </a:moveTo>
                  <a:lnTo>
                    <a:pt x="158771" y="182"/>
                  </a:lnTo>
                  <a:lnTo>
                    <a:pt x="153491" y="531"/>
                  </a:lnTo>
                  <a:lnTo>
                    <a:pt x="148226" y="1047"/>
                  </a:lnTo>
                  <a:lnTo>
                    <a:pt x="142979" y="1730"/>
                  </a:lnTo>
                  <a:lnTo>
                    <a:pt x="137757" y="2578"/>
                  </a:lnTo>
                  <a:lnTo>
                    <a:pt x="132564" y="3591"/>
                  </a:lnTo>
                  <a:lnTo>
                    <a:pt x="127405" y="4768"/>
                  </a:lnTo>
                  <a:lnTo>
                    <a:pt x="122287" y="6108"/>
                  </a:lnTo>
                  <a:lnTo>
                    <a:pt x="117213" y="7609"/>
                  </a:lnTo>
                  <a:lnTo>
                    <a:pt x="112190" y="9269"/>
                  </a:lnTo>
                  <a:lnTo>
                    <a:pt x="107221" y="11088"/>
                  </a:lnTo>
                  <a:lnTo>
                    <a:pt x="102313" y="13064"/>
                  </a:lnTo>
                  <a:lnTo>
                    <a:pt x="97470" y="15193"/>
                  </a:lnTo>
                  <a:lnTo>
                    <a:pt x="92696" y="17475"/>
                  </a:lnTo>
                  <a:lnTo>
                    <a:pt x="87997" y="19906"/>
                  </a:lnTo>
                  <a:lnTo>
                    <a:pt x="83378" y="22486"/>
                  </a:lnTo>
                  <a:lnTo>
                    <a:pt x="78842" y="25210"/>
                  </a:lnTo>
                  <a:lnTo>
                    <a:pt x="74395" y="28076"/>
                  </a:lnTo>
                  <a:lnTo>
                    <a:pt x="70040" y="31081"/>
                  </a:lnTo>
                  <a:lnTo>
                    <a:pt x="65783" y="34223"/>
                  </a:lnTo>
                  <a:lnTo>
                    <a:pt x="61628" y="37498"/>
                  </a:lnTo>
                  <a:lnTo>
                    <a:pt x="57578" y="40903"/>
                  </a:lnTo>
                  <a:lnTo>
                    <a:pt x="53638" y="44434"/>
                  </a:lnTo>
                  <a:lnTo>
                    <a:pt x="49812" y="48089"/>
                  </a:lnTo>
                  <a:lnTo>
                    <a:pt x="46103" y="51862"/>
                  </a:lnTo>
                  <a:lnTo>
                    <a:pt x="42516" y="55751"/>
                  </a:lnTo>
                  <a:lnTo>
                    <a:pt x="39053" y="59751"/>
                  </a:lnTo>
                  <a:lnTo>
                    <a:pt x="35719" y="63859"/>
                  </a:lnTo>
                  <a:lnTo>
                    <a:pt x="32517" y="68071"/>
                  </a:lnTo>
                  <a:lnTo>
                    <a:pt x="29449" y="72382"/>
                  </a:lnTo>
                  <a:lnTo>
                    <a:pt x="26519" y="76787"/>
                  </a:lnTo>
                  <a:lnTo>
                    <a:pt x="23730" y="81284"/>
                  </a:lnTo>
                  <a:lnTo>
                    <a:pt x="21085" y="85866"/>
                  </a:lnTo>
                  <a:lnTo>
                    <a:pt x="18587" y="90529"/>
                  </a:lnTo>
                  <a:lnTo>
                    <a:pt x="16237" y="95270"/>
                  </a:lnTo>
                  <a:lnTo>
                    <a:pt x="14038" y="100082"/>
                  </a:lnTo>
                  <a:lnTo>
                    <a:pt x="11993" y="104962"/>
                  </a:lnTo>
                  <a:lnTo>
                    <a:pt x="10103" y="109904"/>
                  </a:lnTo>
                  <a:lnTo>
                    <a:pt x="8370" y="114903"/>
                  </a:lnTo>
                  <a:lnTo>
                    <a:pt x="6797" y="119954"/>
                  </a:lnTo>
                  <a:lnTo>
                    <a:pt x="5384" y="125053"/>
                  </a:lnTo>
                  <a:lnTo>
                    <a:pt x="4133" y="130194"/>
                  </a:lnTo>
                  <a:lnTo>
                    <a:pt x="3045" y="135372"/>
                  </a:lnTo>
                  <a:lnTo>
                    <a:pt x="2122" y="140581"/>
                  </a:lnTo>
                  <a:lnTo>
                    <a:pt x="1365" y="145818"/>
                  </a:lnTo>
                  <a:lnTo>
                    <a:pt x="773" y="151075"/>
                  </a:lnTo>
                  <a:lnTo>
                    <a:pt x="348" y="156349"/>
                  </a:lnTo>
                  <a:lnTo>
                    <a:pt x="90" y="161634"/>
                  </a:lnTo>
                  <a:lnTo>
                    <a:pt x="0" y="166924"/>
                  </a:lnTo>
                  <a:lnTo>
                    <a:pt x="76" y="172214"/>
                  </a:lnTo>
                  <a:lnTo>
                    <a:pt x="321" y="177499"/>
                  </a:lnTo>
                  <a:lnTo>
                    <a:pt x="732" y="182774"/>
                  </a:lnTo>
                  <a:lnTo>
                    <a:pt x="1310" y="188033"/>
                  </a:lnTo>
                  <a:lnTo>
                    <a:pt x="2055" y="193272"/>
                  </a:lnTo>
                  <a:lnTo>
                    <a:pt x="2964" y="198484"/>
                  </a:lnTo>
                  <a:lnTo>
                    <a:pt x="4039" y="203664"/>
                  </a:lnTo>
                  <a:lnTo>
                    <a:pt x="5276" y="208808"/>
                  </a:lnTo>
                  <a:lnTo>
                    <a:pt x="6676" y="213911"/>
                  </a:lnTo>
                  <a:lnTo>
                    <a:pt x="8237" y="218966"/>
                  </a:lnTo>
                  <a:lnTo>
                    <a:pt x="9956" y="223970"/>
                  </a:lnTo>
                  <a:lnTo>
                    <a:pt x="11834" y="228916"/>
                  </a:lnTo>
                  <a:lnTo>
                    <a:pt x="13866" y="233801"/>
                  </a:lnTo>
                  <a:lnTo>
                    <a:pt x="16053" y="238619"/>
                  </a:lnTo>
                  <a:lnTo>
                    <a:pt x="18391" y="243365"/>
                  </a:lnTo>
                  <a:lnTo>
                    <a:pt x="20877" y="248035"/>
                  </a:lnTo>
                  <a:lnTo>
                    <a:pt x="23511" y="252624"/>
                  </a:lnTo>
                  <a:lnTo>
                    <a:pt x="26288" y="257128"/>
                  </a:lnTo>
                  <a:lnTo>
                    <a:pt x="29206" y="261541"/>
                  </a:lnTo>
                  <a:lnTo>
                    <a:pt x="32263" y="265860"/>
                  </a:lnTo>
                  <a:lnTo>
                    <a:pt x="35455" y="270079"/>
                  </a:lnTo>
                  <a:lnTo>
                    <a:pt x="38778" y="274196"/>
                  </a:lnTo>
                  <a:lnTo>
                    <a:pt x="42231" y="278205"/>
                  </a:lnTo>
                  <a:lnTo>
                    <a:pt x="45808" y="282103"/>
                  </a:lnTo>
                  <a:lnTo>
                    <a:pt x="49507" y="285886"/>
                  </a:lnTo>
                  <a:lnTo>
                    <a:pt x="53324" y="289550"/>
                  </a:lnTo>
                  <a:lnTo>
                    <a:pt x="57255" y="293092"/>
                  </a:lnTo>
                  <a:lnTo>
                    <a:pt x="61296" y="296507"/>
                  </a:lnTo>
                  <a:lnTo>
                    <a:pt x="65443" y="299792"/>
                  </a:lnTo>
                  <a:lnTo>
                    <a:pt x="69692" y="302945"/>
                  </a:lnTo>
                  <a:lnTo>
                    <a:pt x="74038" y="305962"/>
                  </a:lnTo>
                  <a:lnTo>
                    <a:pt x="78478" y="308840"/>
                  </a:lnTo>
                  <a:lnTo>
                    <a:pt x="83007" y="311575"/>
                  </a:lnTo>
                  <a:lnTo>
                    <a:pt x="87620" y="314166"/>
                  </a:lnTo>
                  <a:lnTo>
                    <a:pt x="92313" y="316610"/>
                  </a:lnTo>
                  <a:lnTo>
                    <a:pt x="97080" y="318904"/>
                  </a:lnTo>
                  <a:lnTo>
                    <a:pt x="101918" y="321046"/>
                  </a:lnTo>
                  <a:lnTo>
                    <a:pt x="106822" y="323034"/>
                  </a:lnTo>
                  <a:lnTo>
                    <a:pt x="111785" y="324865"/>
                  </a:lnTo>
                  <a:lnTo>
                    <a:pt x="116805" y="326539"/>
                  </a:lnTo>
                  <a:lnTo>
                    <a:pt x="121874" y="328053"/>
                  </a:lnTo>
                  <a:lnTo>
                    <a:pt x="126989" y="329405"/>
                  </a:lnTo>
                  <a:lnTo>
                    <a:pt x="132144" y="330596"/>
                  </a:lnTo>
                  <a:lnTo>
                    <a:pt x="137335" y="331622"/>
                  </a:lnTo>
                  <a:lnTo>
                    <a:pt x="142555" y="332484"/>
                  </a:lnTo>
                  <a:lnTo>
                    <a:pt x="147800" y="333180"/>
                  </a:lnTo>
                  <a:lnTo>
                    <a:pt x="153064" y="333710"/>
                  </a:lnTo>
                  <a:lnTo>
                    <a:pt x="158343" y="334072"/>
                  </a:lnTo>
                  <a:lnTo>
                    <a:pt x="163630" y="334268"/>
                  </a:lnTo>
                  <a:lnTo>
                    <a:pt x="168921" y="334296"/>
                  </a:lnTo>
                  <a:lnTo>
                    <a:pt x="174210" y="334157"/>
                  </a:lnTo>
                  <a:lnTo>
                    <a:pt x="179492" y="333851"/>
                  </a:lnTo>
                  <a:lnTo>
                    <a:pt x="184761" y="333377"/>
                  </a:lnTo>
                  <a:lnTo>
                    <a:pt x="190013" y="332737"/>
                  </a:lnTo>
                  <a:lnTo>
                    <a:pt x="195242" y="331931"/>
                  </a:lnTo>
                  <a:lnTo>
                    <a:pt x="200443" y="330960"/>
                  </a:lnTo>
                  <a:lnTo>
                    <a:pt x="205611" y="329825"/>
                  </a:lnTo>
                  <a:lnTo>
                    <a:pt x="210740" y="328527"/>
                  </a:lnTo>
                  <a:lnTo>
                    <a:pt x="215826" y="327067"/>
                  </a:lnTo>
                  <a:lnTo>
                    <a:pt x="220862" y="325447"/>
                  </a:lnTo>
                  <a:lnTo>
                    <a:pt x="225845" y="323668"/>
                  </a:lnTo>
                  <a:lnTo>
                    <a:pt x="230770" y="321733"/>
                  </a:lnTo>
                  <a:lnTo>
                    <a:pt x="235630" y="319643"/>
                  </a:lnTo>
                  <a:lnTo>
                    <a:pt x="240422" y="317400"/>
                  </a:lnTo>
                  <a:lnTo>
                    <a:pt x="245140" y="315006"/>
                  </a:lnTo>
                  <a:lnTo>
                    <a:pt x="249781" y="312465"/>
                  </a:lnTo>
                  <a:lnTo>
                    <a:pt x="254338" y="309778"/>
                  </a:lnTo>
                  <a:lnTo>
                    <a:pt x="258809" y="306948"/>
                  </a:lnTo>
                  <a:lnTo>
                    <a:pt x="263187" y="303977"/>
                  </a:lnTo>
                  <a:lnTo>
                    <a:pt x="267470" y="300870"/>
                  </a:lnTo>
                  <a:lnTo>
                    <a:pt x="271652" y="297629"/>
                  </a:lnTo>
                  <a:lnTo>
                    <a:pt x="275729" y="294257"/>
                  </a:lnTo>
                  <a:lnTo>
                    <a:pt x="279697" y="290758"/>
                  </a:lnTo>
                  <a:lnTo>
                    <a:pt x="283553" y="287135"/>
                  </a:lnTo>
                  <a:lnTo>
                    <a:pt x="287292" y="283392"/>
                  </a:lnTo>
                  <a:lnTo>
                    <a:pt x="290911" y="279532"/>
                  </a:lnTo>
                  <a:lnTo>
                    <a:pt x="294406" y="275560"/>
                  </a:lnTo>
                  <a:lnTo>
                    <a:pt x="297773" y="271479"/>
                  </a:lnTo>
                  <a:lnTo>
                    <a:pt x="301010" y="267293"/>
                  </a:lnTo>
                  <a:lnTo>
                    <a:pt x="304112" y="263007"/>
                  </a:lnTo>
                  <a:lnTo>
                    <a:pt x="307077" y="258626"/>
                  </a:lnTo>
                  <a:lnTo>
                    <a:pt x="309903" y="254152"/>
                  </a:lnTo>
                  <a:lnTo>
                    <a:pt x="312585" y="249592"/>
                  </a:lnTo>
                  <a:lnTo>
                    <a:pt x="315121" y="244948"/>
                  </a:lnTo>
                  <a:lnTo>
                    <a:pt x="317510" y="240227"/>
                  </a:lnTo>
                  <a:lnTo>
                    <a:pt x="319747" y="235433"/>
                  </a:lnTo>
                  <a:lnTo>
                    <a:pt x="321832" y="230570"/>
                  </a:lnTo>
                  <a:lnTo>
                    <a:pt x="323762" y="225644"/>
                  </a:lnTo>
                  <a:lnTo>
                    <a:pt x="325535" y="220659"/>
                  </a:lnTo>
                  <a:lnTo>
                    <a:pt x="327149" y="215620"/>
                  </a:lnTo>
                  <a:lnTo>
                    <a:pt x="328604" y="210533"/>
                  </a:lnTo>
                  <a:lnTo>
                    <a:pt x="329896" y="205403"/>
                  </a:lnTo>
                  <a:lnTo>
                    <a:pt x="331025" y="200234"/>
                  </a:lnTo>
                  <a:lnTo>
                    <a:pt x="331991" y="195032"/>
                  </a:lnTo>
                  <a:lnTo>
                    <a:pt x="332791" y="189802"/>
                  </a:lnTo>
                  <a:lnTo>
                    <a:pt x="333425" y="184549"/>
                  </a:lnTo>
                  <a:lnTo>
                    <a:pt x="333893" y="179279"/>
                  </a:lnTo>
                  <a:lnTo>
                    <a:pt x="334193" y="173996"/>
                  </a:lnTo>
                  <a:lnTo>
                    <a:pt x="334327" y="168707"/>
                  </a:lnTo>
                  <a:lnTo>
                    <a:pt x="334293" y="163416"/>
                  </a:lnTo>
                  <a:lnTo>
                    <a:pt x="334091" y="158129"/>
                  </a:lnTo>
                  <a:lnTo>
                    <a:pt x="333723" y="152851"/>
                  </a:lnTo>
                  <a:lnTo>
                    <a:pt x="333187" y="147588"/>
                  </a:lnTo>
                  <a:lnTo>
                    <a:pt x="332485" y="142344"/>
                  </a:lnTo>
                  <a:lnTo>
                    <a:pt x="331618" y="137124"/>
                  </a:lnTo>
                  <a:lnTo>
                    <a:pt x="330586" y="131935"/>
                  </a:lnTo>
                  <a:lnTo>
                    <a:pt x="329390" y="126781"/>
                  </a:lnTo>
                  <a:lnTo>
                    <a:pt x="328031" y="121668"/>
                  </a:lnTo>
                  <a:lnTo>
                    <a:pt x="326512" y="116600"/>
                  </a:lnTo>
                  <a:lnTo>
                    <a:pt x="324833" y="111582"/>
                  </a:lnTo>
                  <a:lnTo>
                    <a:pt x="322996" y="106621"/>
                  </a:lnTo>
                  <a:lnTo>
                    <a:pt x="321002" y="101720"/>
                  </a:lnTo>
                  <a:lnTo>
                    <a:pt x="318855" y="96884"/>
                  </a:lnTo>
                  <a:lnTo>
                    <a:pt x="316556" y="92119"/>
                  </a:lnTo>
                  <a:lnTo>
                    <a:pt x="314107" y="87429"/>
                  </a:lnTo>
                  <a:lnTo>
                    <a:pt x="311511" y="82819"/>
                  </a:lnTo>
                  <a:lnTo>
                    <a:pt x="308770" y="78293"/>
                  </a:lnTo>
                  <a:lnTo>
                    <a:pt x="305888" y="73856"/>
                  </a:lnTo>
                  <a:lnTo>
                    <a:pt x="302866" y="69513"/>
                  </a:lnTo>
                  <a:lnTo>
                    <a:pt x="299709" y="65268"/>
                  </a:lnTo>
                  <a:lnTo>
                    <a:pt x="296419" y="61124"/>
                  </a:lnTo>
                  <a:lnTo>
                    <a:pt x="292999" y="57087"/>
                  </a:lnTo>
                  <a:lnTo>
                    <a:pt x="289453" y="53160"/>
                  </a:lnTo>
                  <a:lnTo>
                    <a:pt x="285785" y="49347"/>
                  </a:lnTo>
                  <a:lnTo>
                    <a:pt x="281998" y="45653"/>
                  </a:lnTo>
                  <a:lnTo>
                    <a:pt x="278096" y="42079"/>
                  </a:lnTo>
                  <a:lnTo>
                    <a:pt x="274083" y="38632"/>
                  </a:lnTo>
                  <a:lnTo>
                    <a:pt x="269963" y="35312"/>
                  </a:lnTo>
                  <a:lnTo>
                    <a:pt x="265739" y="32125"/>
                  </a:lnTo>
                  <a:lnTo>
                    <a:pt x="261417" y="29074"/>
                  </a:lnTo>
                  <a:lnTo>
                    <a:pt x="257001" y="26160"/>
                  </a:lnTo>
                  <a:lnTo>
                    <a:pt x="252494" y="23388"/>
                  </a:lnTo>
                  <a:lnTo>
                    <a:pt x="247903" y="20759"/>
                  </a:lnTo>
                  <a:lnTo>
                    <a:pt x="167167" y="1671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90748" y="2633064"/>
              <a:ext cx="80735" cy="167167"/>
            </a:xfrm>
            <a:custGeom>
              <a:avLst/>
              <a:pathLst>
                <a:path w="80735" h="167167">
                  <a:moveTo>
                    <a:pt x="80735" y="20788"/>
                  </a:moveTo>
                  <a:lnTo>
                    <a:pt x="75772" y="18159"/>
                  </a:lnTo>
                  <a:lnTo>
                    <a:pt x="70723" y="15697"/>
                  </a:lnTo>
                  <a:lnTo>
                    <a:pt x="65594" y="13407"/>
                  </a:lnTo>
                  <a:lnTo>
                    <a:pt x="60392" y="11290"/>
                  </a:lnTo>
                  <a:lnTo>
                    <a:pt x="55121" y="9349"/>
                  </a:lnTo>
                  <a:lnTo>
                    <a:pt x="49787" y="7586"/>
                  </a:lnTo>
                  <a:lnTo>
                    <a:pt x="44398" y="6003"/>
                  </a:lnTo>
                  <a:lnTo>
                    <a:pt x="38959" y="4603"/>
                  </a:lnTo>
                  <a:lnTo>
                    <a:pt x="33475" y="3386"/>
                  </a:lnTo>
                  <a:lnTo>
                    <a:pt x="27954" y="2353"/>
                  </a:lnTo>
                  <a:lnTo>
                    <a:pt x="22401" y="1507"/>
                  </a:lnTo>
                  <a:lnTo>
                    <a:pt x="16823" y="848"/>
                  </a:lnTo>
                  <a:lnTo>
                    <a:pt x="11226" y="377"/>
                  </a:lnTo>
                  <a:lnTo>
                    <a:pt x="5616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10580" y="3170392"/>
              <a:ext cx="15400" cy="167167"/>
            </a:xfrm>
            <a:custGeom>
              <a:avLst/>
              <a:pathLst>
                <a:path w="15400" h="167167">
                  <a:moveTo>
                    <a:pt x="15400" y="0"/>
                  </a:moveTo>
                  <a:lnTo>
                    <a:pt x="0" y="710"/>
                  </a:lnTo>
                  <a:lnTo>
                    <a:pt x="1540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10580" y="3171103"/>
              <a:ext cx="15400" cy="166456"/>
            </a:xfrm>
            <a:custGeom>
              <a:avLst/>
              <a:pathLst>
                <a:path w="15400" h="166456">
                  <a:moveTo>
                    <a:pt x="0" y="0"/>
                  </a:moveTo>
                  <a:lnTo>
                    <a:pt x="15400" y="1664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10580" y="3171103"/>
              <a:ext cx="15400" cy="166456"/>
            </a:xfrm>
            <a:custGeom>
              <a:avLst/>
              <a:pathLst>
                <a:path w="15400" h="166456">
                  <a:moveTo>
                    <a:pt x="0" y="0"/>
                  </a:moveTo>
                  <a:lnTo>
                    <a:pt x="15400" y="1664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10580" y="3171103"/>
              <a:ext cx="15400" cy="166456"/>
            </a:xfrm>
            <a:custGeom>
              <a:avLst/>
              <a:pathLst>
                <a:path w="15400" h="166456">
                  <a:moveTo>
                    <a:pt x="0" y="0"/>
                  </a:moveTo>
                  <a:lnTo>
                    <a:pt x="15400" y="1664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10580" y="3171103"/>
              <a:ext cx="15400" cy="166456"/>
            </a:xfrm>
            <a:custGeom>
              <a:avLst/>
              <a:pathLst>
                <a:path w="15400" h="166456">
                  <a:moveTo>
                    <a:pt x="0" y="0"/>
                  </a:moveTo>
                  <a:lnTo>
                    <a:pt x="15400" y="1664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10580" y="3171103"/>
              <a:ext cx="15400" cy="166456"/>
            </a:xfrm>
            <a:custGeom>
              <a:avLst/>
              <a:pathLst>
                <a:path w="15400" h="166456">
                  <a:moveTo>
                    <a:pt x="0" y="0"/>
                  </a:moveTo>
                  <a:lnTo>
                    <a:pt x="15400" y="1664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10580" y="3171103"/>
              <a:ext cx="15400" cy="166456"/>
            </a:xfrm>
            <a:custGeom>
              <a:avLst/>
              <a:pathLst>
                <a:path w="15400" h="166456">
                  <a:moveTo>
                    <a:pt x="0" y="0"/>
                  </a:moveTo>
                  <a:lnTo>
                    <a:pt x="15400" y="1664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10580" y="3171103"/>
              <a:ext cx="15400" cy="166456"/>
            </a:xfrm>
            <a:custGeom>
              <a:avLst/>
              <a:pathLst>
                <a:path w="15400" h="166456">
                  <a:moveTo>
                    <a:pt x="0" y="0"/>
                  </a:moveTo>
                  <a:lnTo>
                    <a:pt x="15400" y="1664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10580" y="3171103"/>
              <a:ext cx="15400" cy="166456"/>
            </a:xfrm>
            <a:custGeom>
              <a:avLst/>
              <a:pathLst>
                <a:path w="15400" h="166456">
                  <a:moveTo>
                    <a:pt x="0" y="0"/>
                  </a:moveTo>
                  <a:lnTo>
                    <a:pt x="15400" y="1664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10580" y="3171103"/>
              <a:ext cx="15400" cy="166456"/>
            </a:xfrm>
            <a:custGeom>
              <a:avLst/>
              <a:pathLst>
                <a:path w="15400" h="166456">
                  <a:moveTo>
                    <a:pt x="0" y="0"/>
                  </a:moveTo>
                  <a:lnTo>
                    <a:pt x="15400" y="1664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10580" y="3171103"/>
              <a:ext cx="15400" cy="166456"/>
            </a:xfrm>
            <a:custGeom>
              <a:avLst/>
              <a:pathLst>
                <a:path w="15400" h="166456">
                  <a:moveTo>
                    <a:pt x="0" y="0"/>
                  </a:moveTo>
                  <a:lnTo>
                    <a:pt x="15400" y="1664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10580" y="3171103"/>
              <a:ext cx="15400" cy="166456"/>
            </a:xfrm>
            <a:custGeom>
              <a:avLst/>
              <a:pathLst>
                <a:path w="15400" h="166456">
                  <a:moveTo>
                    <a:pt x="0" y="0"/>
                  </a:moveTo>
                  <a:lnTo>
                    <a:pt x="15400" y="1664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10580" y="3171103"/>
              <a:ext cx="15400" cy="166456"/>
            </a:xfrm>
            <a:custGeom>
              <a:avLst/>
              <a:pathLst>
                <a:path w="15400" h="166456">
                  <a:moveTo>
                    <a:pt x="0" y="0"/>
                  </a:moveTo>
                  <a:lnTo>
                    <a:pt x="15400" y="1664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358828" y="3171103"/>
              <a:ext cx="334300" cy="333623"/>
            </a:xfrm>
            <a:custGeom>
              <a:avLst/>
              <a:pathLst>
                <a:path w="334300" h="333623">
                  <a:moveTo>
                    <a:pt x="151751" y="0"/>
                  </a:moveTo>
                  <a:lnTo>
                    <a:pt x="146475" y="572"/>
                  </a:lnTo>
                  <a:lnTo>
                    <a:pt x="141220" y="1312"/>
                  </a:lnTo>
                  <a:lnTo>
                    <a:pt x="135991" y="2218"/>
                  </a:lnTo>
                  <a:lnTo>
                    <a:pt x="130794" y="3290"/>
                  </a:lnTo>
                  <a:lnTo>
                    <a:pt x="125633" y="4526"/>
                  </a:lnTo>
                  <a:lnTo>
                    <a:pt x="120514" y="5926"/>
                  </a:lnTo>
                  <a:lnTo>
                    <a:pt x="115442" y="7487"/>
                  </a:lnTo>
                  <a:lnTo>
                    <a:pt x="110422" y="9209"/>
                  </a:lnTo>
                  <a:lnTo>
                    <a:pt x="105460" y="11088"/>
                  </a:lnTo>
                  <a:lnTo>
                    <a:pt x="100559" y="13125"/>
                  </a:lnTo>
                  <a:lnTo>
                    <a:pt x="95726" y="15316"/>
                  </a:lnTo>
                  <a:lnTo>
                    <a:pt x="90964" y="17659"/>
                  </a:lnTo>
                  <a:lnTo>
                    <a:pt x="86280" y="20153"/>
                  </a:lnTo>
                  <a:lnTo>
                    <a:pt x="81677" y="22793"/>
                  </a:lnTo>
                  <a:lnTo>
                    <a:pt x="77160" y="25579"/>
                  </a:lnTo>
                  <a:lnTo>
                    <a:pt x="72733" y="28506"/>
                  </a:lnTo>
                  <a:lnTo>
                    <a:pt x="68402" y="31573"/>
                  </a:lnTo>
                  <a:lnTo>
                    <a:pt x="64171" y="34775"/>
                  </a:lnTo>
                  <a:lnTo>
                    <a:pt x="60043" y="38110"/>
                  </a:lnTo>
                  <a:lnTo>
                    <a:pt x="56023" y="41575"/>
                  </a:lnTo>
                  <a:lnTo>
                    <a:pt x="52115" y="45165"/>
                  </a:lnTo>
                  <a:lnTo>
                    <a:pt x="48323" y="48877"/>
                  </a:lnTo>
                  <a:lnTo>
                    <a:pt x="44651" y="52708"/>
                  </a:lnTo>
                  <a:lnTo>
                    <a:pt x="41102" y="56654"/>
                  </a:lnTo>
                  <a:lnTo>
                    <a:pt x="37680" y="60710"/>
                  </a:lnTo>
                  <a:lnTo>
                    <a:pt x="34389" y="64873"/>
                  </a:lnTo>
                  <a:lnTo>
                    <a:pt x="31231" y="69139"/>
                  </a:lnTo>
                  <a:lnTo>
                    <a:pt x="28211" y="73502"/>
                  </a:lnTo>
                  <a:lnTo>
                    <a:pt x="25330" y="77959"/>
                  </a:lnTo>
                  <a:lnTo>
                    <a:pt x="22593" y="82505"/>
                  </a:lnTo>
                  <a:lnTo>
                    <a:pt x="20001" y="87136"/>
                  </a:lnTo>
                  <a:lnTo>
                    <a:pt x="17557" y="91847"/>
                  </a:lnTo>
                  <a:lnTo>
                    <a:pt x="15265" y="96633"/>
                  </a:lnTo>
                  <a:lnTo>
                    <a:pt x="13125" y="101489"/>
                  </a:lnTo>
                  <a:lnTo>
                    <a:pt x="11140" y="106411"/>
                  </a:lnTo>
                  <a:lnTo>
                    <a:pt x="9313" y="111393"/>
                  </a:lnTo>
                  <a:lnTo>
                    <a:pt x="7645" y="116431"/>
                  </a:lnTo>
                  <a:lnTo>
                    <a:pt x="6137" y="121519"/>
                  </a:lnTo>
                  <a:lnTo>
                    <a:pt x="4792" y="126652"/>
                  </a:lnTo>
                  <a:lnTo>
                    <a:pt x="3610" y="131826"/>
                  </a:lnTo>
                  <a:lnTo>
                    <a:pt x="2594" y="137034"/>
                  </a:lnTo>
                  <a:lnTo>
                    <a:pt x="1743" y="142272"/>
                  </a:lnTo>
                  <a:lnTo>
                    <a:pt x="1058" y="147535"/>
                  </a:lnTo>
                  <a:lnTo>
                    <a:pt x="542" y="152817"/>
                  </a:lnTo>
                  <a:lnTo>
                    <a:pt x="193" y="158112"/>
                  </a:lnTo>
                  <a:lnTo>
                    <a:pt x="12" y="163416"/>
                  </a:lnTo>
                  <a:lnTo>
                    <a:pt x="0" y="168722"/>
                  </a:lnTo>
                  <a:lnTo>
                    <a:pt x="156" y="174027"/>
                  </a:lnTo>
                  <a:lnTo>
                    <a:pt x="480" y="179324"/>
                  </a:lnTo>
                  <a:lnTo>
                    <a:pt x="973" y="184608"/>
                  </a:lnTo>
                  <a:lnTo>
                    <a:pt x="1632" y="189873"/>
                  </a:lnTo>
                  <a:lnTo>
                    <a:pt x="2459" y="195115"/>
                  </a:lnTo>
                  <a:lnTo>
                    <a:pt x="3452" y="200328"/>
                  </a:lnTo>
                  <a:lnTo>
                    <a:pt x="4609" y="205507"/>
                  </a:lnTo>
                  <a:lnTo>
                    <a:pt x="5931" y="210647"/>
                  </a:lnTo>
                  <a:lnTo>
                    <a:pt x="7415" y="215742"/>
                  </a:lnTo>
                  <a:lnTo>
                    <a:pt x="9060" y="220788"/>
                  </a:lnTo>
                  <a:lnTo>
                    <a:pt x="10864" y="225778"/>
                  </a:lnTo>
                  <a:lnTo>
                    <a:pt x="12826" y="230709"/>
                  </a:lnTo>
                  <a:lnTo>
                    <a:pt x="14943" y="235575"/>
                  </a:lnTo>
                  <a:lnTo>
                    <a:pt x="17214" y="240372"/>
                  </a:lnTo>
                  <a:lnTo>
                    <a:pt x="19635" y="245094"/>
                  </a:lnTo>
                  <a:lnTo>
                    <a:pt x="22206" y="249736"/>
                  </a:lnTo>
                  <a:lnTo>
                    <a:pt x="24922" y="254295"/>
                  </a:lnTo>
                  <a:lnTo>
                    <a:pt x="27782" y="258766"/>
                  </a:lnTo>
                  <a:lnTo>
                    <a:pt x="30782" y="263143"/>
                  </a:lnTo>
                  <a:lnTo>
                    <a:pt x="33920" y="267423"/>
                  </a:lnTo>
                  <a:lnTo>
                    <a:pt x="37192" y="271601"/>
                  </a:lnTo>
                  <a:lnTo>
                    <a:pt x="40595" y="275673"/>
                  </a:lnTo>
                  <a:lnTo>
                    <a:pt x="44125" y="279635"/>
                  </a:lnTo>
                  <a:lnTo>
                    <a:pt x="47780" y="283483"/>
                  </a:lnTo>
                  <a:lnTo>
                    <a:pt x="51554" y="287213"/>
                  </a:lnTo>
                  <a:lnTo>
                    <a:pt x="55446" y="290821"/>
                  </a:lnTo>
                  <a:lnTo>
                    <a:pt x="59449" y="294304"/>
                  </a:lnTo>
                  <a:lnTo>
                    <a:pt x="63562" y="297659"/>
                  </a:lnTo>
                  <a:lnTo>
                    <a:pt x="67779" y="300881"/>
                  </a:lnTo>
                  <a:lnTo>
                    <a:pt x="72095" y="303967"/>
                  </a:lnTo>
                  <a:lnTo>
                    <a:pt x="76508" y="306915"/>
                  </a:lnTo>
                  <a:lnTo>
                    <a:pt x="81012" y="309721"/>
                  </a:lnTo>
                  <a:lnTo>
                    <a:pt x="85603" y="312383"/>
                  </a:lnTo>
                  <a:lnTo>
                    <a:pt x="90276" y="314898"/>
                  </a:lnTo>
                  <a:lnTo>
                    <a:pt x="95027" y="317264"/>
                  </a:lnTo>
                  <a:lnTo>
                    <a:pt x="99850" y="319477"/>
                  </a:lnTo>
                  <a:lnTo>
                    <a:pt x="104741" y="321536"/>
                  </a:lnTo>
                  <a:lnTo>
                    <a:pt x="109695" y="323439"/>
                  </a:lnTo>
                  <a:lnTo>
                    <a:pt x="114707" y="325184"/>
                  </a:lnTo>
                  <a:lnTo>
                    <a:pt x="119771" y="326768"/>
                  </a:lnTo>
                  <a:lnTo>
                    <a:pt x="124884" y="328192"/>
                  </a:lnTo>
                  <a:lnTo>
                    <a:pt x="130039" y="329452"/>
                  </a:lnTo>
                  <a:lnTo>
                    <a:pt x="135231" y="330548"/>
                  </a:lnTo>
                  <a:lnTo>
                    <a:pt x="140456" y="331478"/>
                  </a:lnTo>
                  <a:lnTo>
                    <a:pt x="145707" y="332242"/>
                  </a:lnTo>
                  <a:lnTo>
                    <a:pt x="150980" y="332839"/>
                  </a:lnTo>
                  <a:lnTo>
                    <a:pt x="156270" y="333269"/>
                  </a:lnTo>
                  <a:lnTo>
                    <a:pt x="161570" y="333530"/>
                  </a:lnTo>
                  <a:lnTo>
                    <a:pt x="166876" y="333623"/>
                  </a:lnTo>
                  <a:lnTo>
                    <a:pt x="172182" y="333548"/>
                  </a:lnTo>
                  <a:lnTo>
                    <a:pt x="177483" y="333304"/>
                  </a:lnTo>
                  <a:lnTo>
                    <a:pt x="182774" y="332892"/>
                  </a:lnTo>
                  <a:lnTo>
                    <a:pt x="188049" y="332312"/>
                  </a:lnTo>
                  <a:lnTo>
                    <a:pt x="193303" y="331565"/>
                  </a:lnTo>
                  <a:lnTo>
                    <a:pt x="198531" y="330652"/>
                  </a:lnTo>
                  <a:lnTo>
                    <a:pt x="203727" y="329573"/>
                  </a:lnTo>
                  <a:lnTo>
                    <a:pt x="208886" y="328330"/>
                  </a:lnTo>
                  <a:lnTo>
                    <a:pt x="214003" y="326924"/>
                  </a:lnTo>
                  <a:lnTo>
                    <a:pt x="219073" y="325356"/>
                  </a:lnTo>
                  <a:lnTo>
                    <a:pt x="224090" y="323628"/>
                  </a:lnTo>
                  <a:lnTo>
                    <a:pt x="229051" y="321741"/>
                  </a:lnTo>
                  <a:lnTo>
                    <a:pt x="233948" y="319698"/>
                  </a:lnTo>
                  <a:lnTo>
                    <a:pt x="238779" y="317501"/>
                  </a:lnTo>
                  <a:lnTo>
                    <a:pt x="243537" y="315151"/>
                  </a:lnTo>
                  <a:lnTo>
                    <a:pt x="248218" y="312652"/>
                  </a:lnTo>
                  <a:lnTo>
                    <a:pt x="252818" y="310005"/>
                  </a:lnTo>
                  <a:lnTo>
                    <a:pt x="257331" y="307213"/>
                  </a:lnTo>
                  <a:lnTo>
                    <a:pt x="261754" y="304280"/>
                  </a:lnTo>
                  <a:lnTo>
                    <a:pt x="266081" y="301208"/>
                  </a:lnTo>
                  <a:lnTo>
                    <a:pt x="270308" y="298000"/>
                  </a:lnTo>
                  <a:lnTo>
                    <a:pt x="274431" y="294659"/>
                  </a:lnTo>
                  <a:lnTo>
                    <a:pt x="278447" y="291189"/>
                  </a:lnTo>
                  <a:lnTo>
                    <a:pt x="282350" y="287594"/>
                  </a:lnTo>
                  <a:lnTo>
                    <a:pt x="286137" y="283876"/>
                  </a:lnTo>
                  <a:lnTo>
                    <a:pt x="289804" y="280040"/>
                  </a:lnTo>
                  <a:lnTo>
                    <a:pt x="293347" y="276090"/>
                  </a:lnTo>
                  <a:lnTo>
                    <a:pt x="296764" y="272029"/>
                  </a:lnTo>
                  <a:lnTo>
                    <a:pt x="300050" y="267862"/>
                  </a:lnTo>
                  <a:lnTo>
                    <a:pt x="303201" y="263592"/>
                  </a:lnTo>
                  <a:lnTo>
                    <a:pt x="306216" y="259225"/>
                  </a:lnTo>
                  <a:lnTo>
                    <a:pt x="309091" y="254764"/>
                  </a:lnTo>
                  <a:lnTo>
                    <a:pt x="311822" y="250214"/>
                  </a:lnTo>
                  <a:lnTo>
                    <a:pt x="314408" y="245580"/>
                  </a:lnTo>
                  <a:lnTo>
                    <a:pt x="316845" y="240866"/>
                  </a:lnTo>
                  <a:lnTo>
                    <a:pt x="319131" y="236077"/>
                  </a:lnTo>
                  <a:lnTo>
                    <a:pt x="321265" y="231218"/>
                  </a:lnTo>
                  <a:lnTo>
                    <a:pt x="323243" y="226293"/>
                  </a:lnTo>
                  <a:lnTo>
                    <a:pt x="325063" y="221309"/>
                  </a:lnTo>
                  <a:lnTo>
                    <a:pt x="326725" y="216269"/>
                  </a:lnTo>
                  <a:lnTo>
                    <a:pt x="328226" y="211178"/>
                  </a:lnTo>
                  <a:lnTo>
                    <a:pt x="329564" y="206043"/>
                  </a:lnTo>
                  <a:lnTo>
                    <a:pt x="330739" y="200868"/>
                  </a:lnTo>
                  <a:lnTo>
                    <a:pt x="331749" y="195658"/>
                  </a:lnTo>
                  <a:lnTo>
                    <a:pt x="332593" y="190419"/>
                  </a:lnTo>
                  <a:lnTo>
                    <a:pt x="333270" y="185156"/>
                  </a:lnTo>
                  <a:lnTo>
                    <a:pt x="333780" y="179873"/>
                  </a:lnTo>
                  <a:lnTo>
                    <a:pt x="334122" y="174578"/>
                  </a:lnTo>
                  <a:lnTo>
                    <a:pt x="334295" y="169274"/>
                  </a:lnTo>
                  <a:lnTo>
                    <a:pt x="334300" y="163967"/>
                  </a:lnTo>
                  <a:lnTo>
                    <a:pt x="334137" y="158663"/>
                  </a:lnTo>
                  <a:lnTo>
                    <a:pt x="333806" y="153366"/>
                  </a:lnTo>
                  <a:lnTo>
                    <a:pt x="333306" y="148083"/>
                  </a:lnTo>
                  <a:lnTo>
                    <a:pt x="332639" y="142818"/>
                  </a:lnTo>
                  <a:lnTo>
                    <a:pt x="331806" y="137577"/>
                  </a:lnTo>
                  <a:lnTo>
                    <a:pt x="330806" y="132365"/>
                  </a:lnTo>
                  <a:lnTo>
                    <a:pt x="329642" y="127188"/>
                  </a:lnTo>
                  <a:lnTo>
                    <a:pt x="328313" y="122050"/>
                  </a:lnTo>
                  <a:lnTo>
                    <a:pt x="326823" y="116957"/>
                  </a:lnTo>
                  <a:lnTo>
                    <a:pt x="325171" y="111914"/>
                  </a:lnTo>
                  <a:lnTo>
                    <a:pt x="323360" y="106926"/>
                  </a:lnTo>
                  <a:lnTo>
                    <a:pt x="321392" y="101997"/>
                  </a:lnTo>
                  <a:lnTo>
                    <a:pt x="319268" y="97134"/>
                  </a:lnTo>
                  <a:lnTo>
                    <a:pt x="316991" y="92340"/>
                  </a:lnTo>
                  <a:lnTo>
                    <a:pt x="314563" y="87622"/>
                  </a:lnTo>
                  <a:lnTo>
                    <a:pt x="311986" y="82982"/>
                  </a:lnTo>
                  <a:lnTo>
                    <a:pt x="309264" y="78427"/>
                  </a:lnTo>
                  <a:lnTo>
                    <a:pt x="306398" y="73961"/>
                  </a:lnTo>
                  <a:lnTo>
                    <a:pt x="303392" y="69587"/>
                  </a:lnTo>
                  <a:lnTo>
                    <a:pt x="300249" y="65312"/>
                  </a:lnTo>
                  <a:lnTo>
                    <a:pt x="296971" y="61138"/>
                  </a:lnTo>
                  <a:lnTo>
                    <a:pt x="293563" y="57070"/>
                  </a:lnTo>
                  <a:lnTo>
                    <a:pt x="290027" y="53113"/>
                  </a:lnTo>
                  <a:lnTo>
                    <a:pt x="167152" y="1664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3170392"/>
              <a:ext cx="122875" cy="167167"/>
            </a:xfrm>
            <a:custGeom>
              <a:avLst/>
              <a:pathLst>
                <a:path w="122875" h="167167">
                  <a:moveTo>
                    <a:pt x="122875" y="53824"/>
                  </a:moveTo>
                  <a:lnTo>
                    <a:pt x="119065" y="49828"/>
                  </a:lnTo>
                  <a:lnTo>
                    <a:pt x="115125" y="45960"/>
                  </a:lnTo>
                  <a:lnTo>
                    <a:pt x="111060" y="42225"/>
                  </a:lnTo>
                  <a:lnTo>
                    <a:pt x="106873" y="38625"/>
                  </a:lnTo>
                  <a:lnTo>
                    <a:pt x="102570" y="35166"/>
                  </a:lnTo>
                  <a:lnTo>
                    <a:pt x="98155" y="31851"/>
                  </a:lnTo>
                  <a:lnTo>
                    <a:pt x="93633" y="28683"/>
                  </a:lnTo>
                  <a:lnTo>
                    <a:pt x="89008" y="25667"/>
                  </a:lnTo>
                  <a:lnTo>
                    <a:pt x="84287" y="22804"/>
                  </a:lnTo>
                  <a:lnTo>
                    <a:pt x="79474" y="20100"/>
                  </a:lnTo>
                  <a:lnTo>
                    <a:pt x="74574" y="17555"/>
                  </a:lnTo>
                  <a:lnTo>
                    <a:pt x="69593" y="15174"/>
                  </a:lnTo>
                  <a:lnTo>
                    <a:pt x="64535" y="12959"/>
                  </a:lnTo>
                  <a:lnTo>
                    <a:pt x="59408" y="10912"/>
                  </a:lnTo>
                  <a:lnTo>
                    <a:pt x="54215" y="9035"/>
                  </a:lnTo>
                  <a:lnTo>
                    <a:pt x="48964" y="7331"/>
                  </a:lnTo>
                  <a:lnTo>
                    <a:pt x="43659" y="5801"/>
                  </a:lnTo>
                  <a:lnTo>
                    <a:pt x="38306" y="4448"/>
                  </a:lnTo>
                  <a:lnTo>
                    <a:pt x="32912" y="3271"/>
                  </a:lnTo>
                  <a:lnTo>
                    <a:pt x="27481" y="2274"/>
                  </a:lnTo>
                  <a:lnTo>
                    <a:pt x="22021" y="1456"/>
                  </a:lnTo>
                  <a:lnTo>
                    <a:pt x="16537" y="819"/>
                  </a:lnTo>
                  <a:lnTo>
                    <a:pt x="11034" y="364"/>
                  </a:lnTo>
                  <a:lnTo>
                    <a:pt x="5520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7236" y="3707720"/>
              <a:ext cx="3512" cy="167167"/>
            </a:xfrm>
            <a:custGeom>
              <a:avLst/>
              <a:pathLst>
                <a:path w="3512" h="167167">
                  <a:moveTo>
                    <a:pt x="3512" y="0"/>
                  </a:moveTo>
                  <a:lnTo>
                    <a:pt x="0" y="36"/>
                  </a:lnTo>
                  <a:lnTo>
                    <a:pt x="351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423583" y="3707757"/>
              <a:ext cx="334328" cy="334289"/>
            </a:xfrm>
            <a:custGeom>
              <a:avLst/>
              <a:pathLst>
                <a:path w="334328" h="334289">
                  <a:moveTo>
                    <a:pt x="163652" y="0"/>
                  </a:moveTo>
                  <a:lnTo>
                    <a:pt x="158350" y="195"/>
                  </a:lnTo>
                  <a:lnTo>
                    <a:pt x="153056" y="559"/>
                  </a:lnTo>
                  <a:lnTo>
                    <a:pt x="147777" y="1091"/>
                  </a:lnTo>
                  <a:lnTo>
                    <a:pt x="142517" y="1790"/>
                  </a:lnTo>
                  <a:lnTo>
                    <a:pt x="137282" y="2655"/>
                  </a:lnTo>
                  <a:lnTo>
                    <a:pt x="132077" y="3686"/>
                  </a:lnTo>
                  <a:lnTo>
                    <a:pt x="126907" y="4882"/>
                  </a:lnTo>
                  <a:lnTo>
                    <a:pt x="121778" y="6242"/>
                  </a:lnTo>
                  <a:lnTo>
                    <a:pt x="116695" y="7763"/>
                  </a:lnTo>
                  <a:lnTo>
                    <a:pt x="111662" y="9445"/>
                  </a:lnTo>
                  <a:lnTo>
                    <a:pt x="106686" y="11286"/>
                  </a:lnTo>
                  <a:lnTo>
                    <a:pt x="101770" y="13284"/>
                  </a:lnTo>
                  <a:lnTo>
                    <a:pt x="96920" y="15437"/>
                  </a:lnTo>
                  <a:lnTo>
                    <a:pt x="92141" y="17743"/>
                  </a:lnTo>
                  <a:lnTo>
                    <a:pt x="87438" y="20199"/>
                  </a:lnTo>
                  <a:lnTo>
                    <a:pt x="82815" y="22804"/>
                  </a:lnTo>
                  <a:lnTo>
                    <a:pt x="78277" y="25553"/>
                  </a:lnTo>
                  <a:lnTo>
                    <a:pt x="73828" y="28446"/>
                  </a:lnTo>
                  <a:lnTo>
                    <a:pt x="69474" y="31478"/>
                  </a:lnTo>
                  <a:lnTo>
                    <a:pt x="65218" y="34647"/>
                  </a:lnTo>
                  <a:lnTo>
                    <a:pt x="61065" y="37949"/>
                  </a:lnTo>
                  <a:lnTo>
                    <a:pt x="57018" y="41381"/>
                  </a:lnTo>
                  <a:lnTo>
                    <a:pt x="53083" y="44940"/>
                  </a:lnTo>
                  <a:lnTo>
                    <a:pt x="49262" y="48622"/>
                  </a:lnTo>
                  <a:lnTo>
                    <a:pt x="45560" y="52424"/>
                  </a:lnTo>
                  <a:lnTo>
                    <a:pt x="41981" y="56341"/>
                  </a:lnTo>
                  <a:lnTo>
                    <a:pt x="38528" y="60370"/>
                  </a:lnTo>
                  <a:lnTo>
                    <a:pt x="35205" y="64506"/>
                  </a:lnTo>
                  <a:lnTo>
                    <a:pt x="32014" y="68746"/>
                  </a:lnTo>
                  <a:lnTo>
                    <a:pt x="28960" y="73085"/>
                  </a:lnTo>
                  <a:lnTo>
                    <a:pt x="26045" y="77519"/>
                  </a:lnTo>
                  <a:lnTo>
                    <a:pt x="23272" y="82043"/>
                  </a:lnTo>
                  <a:lnTo>
                    <a:pt x="20644" y="86652"/>
                  </a:lnTo>
                  <a:lnTo>
                    <a:pt x="18163" y="91343"/>
                  </a:lnTo>
                  <a:lnTo>
                    <a:pt x="15833" y="96110"/>
                  </a:lnTo>
                  <a:lnTo>
                    <a:pt x="13655" y="100949"/>
                  </a:lnTo>
                  <a:lnTo>
                    <a:pt x="11632" y="105854"/>
                  </a:lnTo>
                  <a:lnTo>
                    <a:pt x="9766" y="110821"/>
                  </a:lnTo>
                  <a:lnTo>
                    <a:pt x="8058" y="115845"/>
                  </a:lnTo>
                  <a:lnTo>
                    <a:pt x="6511" y="120920"/>
                  </a:lnTo>
                  <a:lnTo>
                    <a:pt x="5125" y="126042"/>
                  </a:lnTo>
                  <a:lnTo>
                    <a:pt x="3903" y="131206"/>
                  </a:lnTo>
                  <a:lnTo>
                    <a:pt x="2845" y="136405"/>
                  </a:lnTo>
                  <a:lnTo>
                    <a:pt x="1952" y="141636"/>
                  </a:lnTo>
                  <a:lnTo>
                    <a:pt x="1226" y="146892"/>
                  </a:lnTo>
                  <a:lnTo>
                    <a:pt x="668" y="152169"/>
                  </a:lnTo>
                  <a:lnTo>
                    <a:pt x="277" y="157460"/>
                  </a:lnTo>
                  <a:lnTo>
                    <a:pt x="54" y="162762"/>
                  </a:lnTo>
                  <a:lnTo>
                    <a:pt x="0" y="168068"/>
                  </a:lnTo>
                  <a:lnTo>
                    <a:pt x="113" y="173373"/>
                  </a:lnTo>
                  <a:lnTo>
                    <a:pt x="396" y="178671"/>
                  </a:lnTo>
                  <a:lnTo>
                    <a:pt x="846" y="183958"/>
                  </a:lnTo>
                  <a:lnTo>
                    <a:pt x="1464" y="189228"/>
                  </a:lnTo>
                  <a:lnTo>
                    <a:pt x="2249" y="194476"/>
                  </a:lnTo>
                  <a:lnTo>
                    <a:pt x="3200" y="199696"/>
                  </a:lnTo>
                  <a:lnTo>
                    <a:pt x="4316" y="204884"/>
                  </a:lnTo>
                  <a:lnTo>
                    <a:pt x="5596" y="210033"/>
                  </a:lnTo>
                  <a:lnTo>
                    <a:pt x="7039" y="215139"/>
                  </a:lnTo>
                  <a:lnTo>
                    <a:pt x="8643" y="220197"/>
                  </a:lnTo>
                  <a:lnTo>
                    <a:pt x="10408" y="225201"/>
                  </a:lnTo>
                  <a:lnTo>
                    <a:pt x="12330" y="230147"/>
                  </a:lnTo>
                  <a:lnTo>
                    <a:pt x="14408" y="235029"/>
                  </a:lnTo>
                  <a:lnTo>
                    <a:pt x="16639" y="239843"/>
                  </a:lnTo>
                  <a:lnTo>
                    <a:pt x="19023" y="244584"/>
                  </a:lnTo>
                  <a:lnTo>
                    <a:pt x="21556" y="249246"/>
                  </a:lnTo>
                  <a:lnTo>
                    <a:pt x="24235" y="253826"/>
                  </a:lnTo>
                  <a:lnTo>
                    <a:pt x="27059" y="258319"/>
                  </a:lnTo>
                  <a:lnTo>
                    <a:pt x="30023" y="262719"/>
                  </a:lnTo>
                  <a:lnTo>
                    <a:pt x="33126" y="267024"/>
                  </a:lnTo>
                  <a:lnTo>
                    <a:pt x="36364" y="271228"/>
                  </a:lnTo>
                  <a:lnTo>
                    <a:pt x="39734" y="275326"/>
                  </a:lnTo>
                  <a:lnTo>
                    <a:pt x="43232" y="279316"/>
                  </a:lnTo>
                  <a:lnTo>
                    <a:pt x="46855" y="283193"/>
                  </a:lnTo>
                  <a:lnTo>
                    <a:pt x="50599" y="286953"/>
                  </a:lnTo>
                  <a:lnTo>
                    <a:pt x="54461" y="290592"/>
                  </a:lnTo>
                  <a:lnTo>
                    <a:pt x="58436" y="294107"/>
                  </a:lnTo>
                  <a:lnTo>
                    <a:pt x="62520" y="297493"/>
                  </a:lnTo>
                  <a:lnTo>
                    <a:pt x="66711" y="300749"/>
                  </a:lnTo>
                  <a:lnTo>
                    <a:pt x="71002" y="303870"/>
                  </a:lnTo>
                  <a:lnTo>
                    <a:pt x="75390" y="306853"/>
                  </a:lnTo>
                  <a:lnTo>
                    <a:pt x="79871" y="309695"/>
                  </a:lnTo>
                  <a:lnTo>
                    <a:pt x="84439" y="312394"/>
                  </a:lnTo>
                  <a:lnTo>
                    <a:pt x="89091" y="314946"/>
                  </a:lnTo>
                  <a:lnTo>
                    <a:pt x="93822" y="317349"/>
                  </a:lnTo>
                  <a:lnTo>
                    <a:pt x="98626" y="319601"/>
                  </a:lnTo>
                  <a:lnTo>
                    <a:pt x="103500" y="321700"/>
                  </a:lnTo>
                  <a:lnTo>
                    <a:pt x="108438" y="323642"/>
                  </a:lnTo>
                  <a:lnTo>
                    <a:pt x="113435" y="325427"/>
                  </a:lnTo>
                  <a:lnTo>
                    <a:pt x="118486" y="327053"/>
                  </a:lnTo>
                  <a:lnTo>
                    <a:pt x="123586" y="328517"/>
                  </a:lnTo>
                  <a:lnTo>
                    <a:pt x="128730" y="329819"/>
                  </a:lnTo>
                  <a:lnTo>
                    <a:pt x="133912" y="330957"/>
                  </a:lnTo>
                  <a:lnTo>
                    <a:pt x="139129" y="331930"/>
                  </a:lnTo>
                  <a:lnTo>
                    <a:pt x="144373" y="332737"/>
                  </a:lnTo>
                  <a:lnTo>
                    <a:pt x="149640" y="333376"/>
                  </a:lnTo>
                  <a:lnTo>
                    <a:pt x="154925" y="333849"/>
                  </a:lnTo>
                  <a:lnTo>
                    <a:pt x="160223" y="334153"/>
                  </a:lnTo>
                  <a:lnTo>
                    <a:pt x="165527" y="334289"/>
                  </a:lnTo>
                  <a:lnTo>
                    <a:pt x="170833" y="334257"/>
                  </a:lnTo>
                  <a:lnTo>
                    <a:pt x="176136" y="334057"/>
                  </a:lnTo>
                  <a:lnTo>
                    <a:pt x="181429" y="333688"/>
                  </a:lnTo>
                  <a:lnTo>
                    <a:pt x="186708" y="333151"/>
                  </a:lnTo>
                  <a:lnTo>
                    <a:pt x="191967" y="332447"/>
                  </a:lnTo>
                  <a:lnTo>
                    <a:pt x="197201" y="331577"/>
                  </a:lnTo>
                  <a:lnTo>
                    <a:pt x="202405" y="330541"/>
                  </a:lnTo>
                  <a:lnTo>
                    <a:pt x="207574" y="329340"/>
                  </a:lnTo>
                  <a:lnTo>
                    <a:pt x="212701" y="327976"/>
                  </a:lnTo>
                  <a:lnTo>
                    <a:pt x="217783" y="326449"/>
                  </a:lnTo>
                  <a:lnTo>
                    <a:pt x="222814" y="324763"/>
                  </a:lnTo>
                  <a:lnTo>
                    <a:pt x="227789" y="322917"/>
                  </a:lnTo>
                  <a:lnTo>
                    <a:pt x="232703" y="320915"/>
                  </a:lnTo>
                  <a:lnTo>
                    <a:pt x="237550" y="318757"/>
                  </a:lnTo>
                  <a:lnTo>
                    <a:pt x="242327" y="316447"/>
                  </a:lnTo>
                  <a:lnTo>
                    <a:pt x="247028" y="313986"/>
                  </a:lnTo>
                  <a:lnTo>
                    <a:pt x="251649" y="311377"/>
                  </a:lnTo>
                  <a:lnTo>
                    <a:pt x="256184" y="308623"/>
                  </a:lnTo>
                  <a:lnTo>
                    <a:pt x="260630" y="305727"/>
                  </a:lnTo>
                  <a:lnTo>
                    <a:pt x="264982" y="302691"/>
                  </a:lnTo>
                  <a:lnTo>
                    <a:pt x="269235" y="299518"/>
                  </a:lnTo>
                  <a:lnTo>
                    <a:pt x="273385" y="296212"/>
                  </a:lnTo>
                  <a:lnTo>
                    <a:pt x="277428" y="292776"/>
                  </a:lnTo>
                  <a:lnTo>
                    <a:pt x="281360" y="289213"/>
                  </a:lnTo>
                  <a:lnTo>
                    <a:pt x="285177" y="285527"/>
                  </a:lnTo>
                  <a:lnTo>
                    <a:pt x="288876" y="281722"/>
                  </a:lnTo>
                  <a:lnTo>
                    <a:pt x="292451" y="277801"/>
                  </a:lnTo>
                  <a:lnTo>
                    <a:pt x="295900" y="273769"/>
                  </a:lnTo>
                  <a:lnTo>
                    <a:pt x="299220" y="269630"/>
                  </a:lnTo>
                  <a:lnTo>
                    <a:pt x="302407" y="265387"/>
                  </a:lnTo>
                  <a:lnTo>
                    <a:pt x="305457" y="261045"/>
                  </a:lnTo>
                  <a:lnTo>
                    <a:pt x="308368" y="256609"/>
                  </a:lnTo>
                  <a:lnTo>
                    <a:pt x="311137" y="252083"/>
                  </a:lnTo>
                  <a:lnTo>
                    <a:pt x="313760" y="247470"/>
                  </a:lnTo>
                  <a:lnTo>
                    <a:pt x="316236" y="242777"/>
                  </a:lnTo>
                  <a:lnTo>
                    <a:pt x="318562" y="238008"/>
                  </a:lnTo>
                  <a:lnTo>
                    <a:pt x="320735" y="233167"/>
                  </a:lnTo>
                  <a:lnTo>
                    <a:pt x="322754" y="228260"/>
                  </a:lnTo>
                  <a:lnTo>
                    <a:pt x="324615" y="223291"/>
                  </a:lnTo>
                  <a:lnTo>
                    <a:pt x="326319" y="218266"/>
                  </a:lnTo>
                  <a:lnTo>
                    <a:pt x="327861" y="213189"/>
                  </a:lnTo>
                  <a:lnTo>
                    <a:pt x="329242" y="208066"/>
                  </a:lnTo>
                  <a:lnTo>
                    <a:pt x="330460" y="202901"/>
                  </a:lnTo>
                  <a:lnTo>
                    <a:pt x="331513" y="197701"/>
                  </a:lnTo>
                  <a:lnTo>
                    <a:pt x="332400" y="192469"/>
                  </a:lnTo>
                  <a:lnTo>
                    <a:pt x="333121" y="187212"/>
                  </a:lnTo>
                  <a:lnTo>
                    <a:pt x="333675" y="181935"/>
                  </a:lnTo>
                  <a:lnTo>
                    <a:pt x="334061" y="176643"/>
                  </a:lnTo>
                  <a:lnTo>
                    <a:pt x="334279" y="171342"/>
                  </a:lnTo>
                  <a:lnTo>
                    <a:pt x="334328" y="166036"/>
                  </a:lnTo>
                  <a:lnTo>
                    <a:pt x="334209" y="160731"/>
                  </a:lnTo>
                  <a:lnTo>
                    <a:pt x="333922" y="155433"/>
                  </a:lnTo>
                  <a:lnTo>
                    <a:pt x="333467" y="150146"/>
                  </a:lnTo>
                  <a:lnTo>
                    <a:pt x="332844" y="144877"/>
                  </a:lnTo>
                  <a:lnTo>
                    <a:pt x="332054" y="139629"/>
                  </a:lnTo>
                  <a:lnTo>
                    <a:pt x="331098" y="134410"/>
                  </a:lnTo>
                  <a:lnTo>
                    <a:pt x="329977" y="129224"/>
                  </a:lnTo>
                  <a:lnTo>
                    <a:pt x="328692" y="124076"/>
                  </a:lnTo>
                  <a:lnTo>
                    <a:pt x="327244" y="118971"/>
                  </a:lnTo>
                  <a:lnTo>
                    <a:pt x="325635" y="113915"/>
                  </a:lnTo>
                  <a:lnTo>
                    <a:pt x="323867" y="108912"/>
                  </a:lnTo>
                  <a:lnTo>
                    <a:pt x="321940" y="103968"/>
                  </a:lnTo>
                  <a:lnTo>
                    <a:pt x="319857" y="99088"/>
                  </a:lnTo>
                  <a:lnTo>
                    <a:pt x="317621" y="94276"/>
                  </a:lnTo>
                  <a:lnTo>
                    <a:pt x="315233" y="89537"/>
                  </a:lnTo>
                  <a:lnTo>
                    <a:pt x="312696" y="84877"/>
                  </a:lnTo>
                  <a:lnTo>
                    <a:pt x="310012" y="80300"/>
                  </a:lnTo>
                  <a:lnTo>
                    <a:pt x="307184" y="75810"/>
                  </a:lnTo>
                  <a:lnTo>
                    <a:pt x="304215" y="71412"/>
                  </a:lnTo>
                  <a:lnTo>
                    <a:pt x="301109" y="67111"/>
                  </a:lnTo>
                  <a:lnTo>
                    <a:pt x="297867" y="62910"/>
                  </a:lnTo>
                  <a:lnTo>
                    <a:pt x="294493" y="58814"/>
                  </a:lnTo>
                  <a:lnTo>
                    <a:pt x="290991" y="54828"/>
                  </a:lnTo>
                  <a:lnTo>
                    <a:pt x="287365" y="50954"/>
                  </a:lnTo>
                  <a:lnTo>
                    <a:pt x="283617" y="47198"/>
                  </a:lnTo>
                  <a:lnTo>
                    <a:pt x="279752" y="43563"/>
                  </a:lnTo>
                  <a:lnTo>
                    <a:pt x="275774" y="40052"/>
                  </a:lnTo>
                  <a:lnTo>
                    <a:pt x="271686" y="36669"/>
                  </a:lnTo>
                  <a:lnTo>
                    <a:pt x="267493" y="33417"/>
                  </a:lnTo>
                  <a:lnTo>
                    <a:pt x="263199" y="30300"/>
                  </a:lnTo>
                  <a:lnTo>
                    <a:pt x="258808" y="27321"/>
                  </a:lnTo>
                  <a:lnTo>
                    <a:pt x="254324" y="24483"/>
                  </a:lnTo>
                  <a:lnTo>
                    <a:pt x="249753" y="21789"/>
                  </a:lnTo>
                  <a:lnTo>
                    <a:pt x="245099" y="19241"/>
                  </a:lnTo>
                  <a:lnTo>
                    <a:pt x="240366" y="16842"/>
                  </a:lnTo>
                  <a:lnTo>
                    <a:pt x="235559" y="14594"/>
                  </a:lnTo>
                  <a:lnTo>
                    <a:pt x="230684" y="12501"/>
                  </a:lnTo>
                  <a:lnTo>
                    <a:pt x="225744" y="10563"/>
                  </a:lnTo>
                  <a:lnTo>
                    <a:pt x="220746" y="8782"/>
                  </a:lnTo>
                  <a:lnTo>
                    <a:pt x="167164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3707720"/>
              <a:ext cx="53581" cy="167167"/>
            </a:xfrm>
            <a:custGeom>
              <a:avLst/>
              <a:pathLst>
                <a:path w="53581" h="167167">
                  <a:moveTo>
                    <a:pt x="53581" y="8819"/>
                  </a:moveTo>
                  <a:lnTo>
                    <a:pt x="47806" y="6981"/>
                  </a:lnTo>
                  <a:lnTo>
                    <a:pt x="41969" y="5354"/>
                  </a:lnTo>
                  <a:lnTo>
                    <a:pt x="36076" y="3939"/>
                  </a:lnTo>
                  <a:lnTo>
                    <a:pt x="30136" y="2738"/>
                  </a:lnTo>
                  <a:lnTo>
                    <a:pt x="24156" y="1754"/>
                  </a:lnTo>
                  <a:lnTo>
                    <a:pt x="18145" y="987"/>
                  </a:lnTo>
                  <a:lnTo>
                    <a:pt x="12110" y="439"/>
                  </a:lnTo>
                  <a:lnTo>
                    <a:pt x="6059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775" y="4213821"/>
              <a:ext cx="3512" cy="167167"/>
            </a:xfrm>
            <a:custGeom>
              <a:avLst/>
              <a:pathLst>
                <a:path w="3512" h="167167">
                  <a:moveTo>
                    <a:pt x="3512" y="0"/>
                  </a:moveTo>
                  <a:lnTo>
                    <a:pt x="0" y="36"/>
                  </a:lnTo>
                  <a:lnTo>
                    <a:pt x="351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14122" y="4213858"/>
              <a:ext cx="334328" cy="334289"/>
            </a:xfrm>
            <a:custGeom>
              <a:avLst/>
              <a:pathLst>
                <a:path w="334328" h="334289">
                  <a:moveTo>
                    <a:pt x="163652" y="0"/>
                  </a:moveTo>
                  <a:lnTo>
                    <a:pt x="158350" y="195"/>
                  </a:lnTo>
                  <a:lnTo>
                    <a:pt x="153056" y="559"/>
                  </a:lnTo>
                  <a:lnTo>
                    <a:pt x="147777" y="1091"/>
                  </a:lnTo>
                  <a:lnTo>
                    <a:pt x="142517" y="1790"/>
                  </a:lnTo>
                  <a:lnTo>
                    <a:pt x="137282" y="2655"/>
                  </a:lnTo>
                  <a:lnTo>
                    <a:pt x="132077" y="3686"/>
                  </a:lnTo>
                  <a:lnTo>
                    <a:pt x="126907" y="4882"/>
                  </a:lnTo>
                  <a:lnTo>
                    <a:pt x="121778" y="6242"/>
                  </a:lnTo>
                  <a:lnTo>
                    <a:pt x="116695" y="7763"/>
                  </a:lnTo>
                  <a:lnTo>
                    <a:pt x="111662" y="9445"/>
                  </a:lnTo>
                  <a:lnTo>
                    <a:pt x="106686" y="11286"/>
                  </a:lnTo>
                  <a:lnTo>
                    <a:pt x="101770" y="13284"/>
                  </a:lnTo>
                  <a:lnTo>
                    <a:pt x="96920" y="15437"/>
                  </a:lnTo>
                  <a:lnTo>
                    <a:pt x="92141" y="17743"/>
                  </a:lnTo>
                  <a:lnTo>
                    <a:pt x="87438" y="20199"/>
                  </a:lnTo>
                  <a:lnTo>
                    <a:pt x="82815" y="22804"/>
                  </a:lnTo>
                  <a:lnTo>
                    <a:pt x="78277" y="25553"/>
                  </a:lnTo>
                  <a:lnTo>
                    <a:pt x="73828" y="28446"/>
                  </a:lnTo>
                  <a:lnTo>
                    <a:pt x="69474" y="31478"/>
                  </a:lnTo>
                  <a:lnTo>
                    <a:pt x="65218" y="34647"/>
                  </a:lnTo>
                  <a:lnTo>
                    <a:pt x="61065" y="37949"/>
                  </a:lnTo>
                  <a:lnTo>
                    <a:pt x="57018" y="41381"/>
                  </a:lnTo>
                  <a:lnTo>
                    <a:pt x="53083" y="44940"/>
                  </a:lnTo>
                  <a:lnTo>
                    <a:pt x="49262" y="48622"/>
                  </a:lnTo>
                  <a:lnTo>
                    <a:pt x="45560" y="52424"/>
                  </a:lnTo>
                  <a:lnTo>
                    <a:pt x="41981" y="56341"/>
                  </a:lnTo>
                  <a:lnTo>
                    <a:pt x="38528" y="60370"/>
                  </a:lnTo>
                  <a:lnTo>
                    <a:pt x="35205" y="64506"/>
                  </a:lnTo>
                  <a:lnTo>
                    <a:pt x="32014" y="68746"/>
                  </a:lnTo>
                  <a:lnTo>
                    <a:pt x="28960" y="73085"/>
                  </a:lnTo>
                  <a:lnTo>
                    <a:pt x="26045" y="77519"/>
                  </a:lnTo>
                  <a:lnTo>
                    <a:pt x="23272" y="82043"/>
                  </a:lnTo>
                  <a:lnTo>
                    <a:pt x="20644" y="86652"/>
                  </a:lnTo>
                  <a:lnTo>
                    <a:pt x="18163" y="91343"/>
                  </a:lnTo>
                  <a:lnTo>
                    <a:pt x="15833" y="96110"/>
                  </a:lnTo>
                  <a:lnTo>
                    <a:pt x="13655" y="100949"/>
                  </a:lnTo>
                  <a:lnTo>
                    <a:pt x="11632" y="105854"/>
                  </a:lnTo>
                  <a:lnTo>
                    <a:pt x="9766" y="110821"/>
                  </a:lnTo>
                  <a:lnTo>
                    <a:pt x="8058" y="115845"/>
                  </a:lnTo>
                  <a:lnTo>
                    <a:pt x="6511" y="120920"/>
                  </a:lnTo>
                  <a:lnTo>
                    <a:pt x="5125" y="126042"/>
                  </a:lnTo>
                  <a:lnTo>
                    <a:pt x="3903" y="131206"/>
                  </a:lnTo>
                  <a:lnTo>
                    <a:pt x="2845" y="136405"/>
                  </a:lnTo>
                  <a:lnTo>
                    <a:pt x="1952" y="141636"/>
                  </a:lnTo>
                  <a:lnTo>
                    <a:pt x="1226" y="146892"/>
                  </a:lnTo>
                  <a:lnTo>
                    <a:pt x="668" y="152169"/>
                  </a:lnTo>
                  <a:lnTo>
                    <a:pt x="277" y="157460"/>
                  </a:lnTo>
                  <a:lnTo>
                    <a:pt x="54" y="162762"/>
                  </a:lnTo>
                  <a:lnTo>
                    <a:pt x="0" y="168068"/>
                  </a:lnTo>
                  <a:lnTo>
                    <a:pt x="113" y="173373"/>
                  </a:lnTo>
                  <a:lnTo>
                    <a:pt x="396" y="178671"/>
                  </a:lnTo>
                  <a:lnTo>
                    <a:pt x="846" y="183958"/>
                  </a:lnTo>
                  <a:lnTo>
                    <a:pt x="1464" y="189228"/>
                  </a:lnTo>
                  <a:lnTo>
                    <a:pt x="2249" y="194476"/>
                  </a:lnTo>
                  <a:lnTo>
                    <a:pt x="3200" y="199696"/>
                  </a:lnTo>
                  <a:lnTo>
                    <a:pt x="4316" y="204884"/>
                  </a:lnTo>
                  <a:lnTo>
                    <a:pt x="5596" y="210033"/>
                  </a:lnTo>
                  <a:lnTo>
                    <a:pt x="7039" y="215139"/>
                  </a:lnTo>
                  <a:lnTo>
                    <a:pt x="8643" y="220197"/>
                  </a:lnTo>
                  <a:lnTo>
                    <a:pt x="10408" y="225201"/>
                  </a:lnTo>
                  <a:lnTo>
                    <a:pt x="12330" y="230147"/>
                  </a:lnTo>
                  <a:lnTo>
                    <a:pt x="14408" y="235029"/>
                  </a:lnTo>
                  <a:lnTo>
                    <a:pt x="16639" y="239843"/>
                  </a:lnTo>
                  <a:lnTo>
                    <a:pt x="19023" y="244584"/>
                  </a:lnTo>
                  <a:lnTo>
                    <a:pt x="21556" y="249246"/>
                  </a:lnTo>
                  <a:lnTo>
                    <a:pt x="24235" y="253826"/>
                  </a:lnTo>
                  <a:lnTo>
                    <a:pt x="27059" y="258319"/>
                  </a:lnTo>
                  <a:lnTo>
                    <a:pt x="30023" y="262719"/>
                  </a:lnTo>
                  <a:lnTo>
                    <a:pt x="33126" y="267024"/>
                  </a:lnTo>
                  <a:lnTo>
                    <a:pt x="36364" y="271228"/>
                  </a:lnTo>
                  <a:lnTo>
                    <a:pt x="39734" y="275326"/>
                  </a:lnTo>
                  <a:lnTo>
                    <a:pt x="43232" y="279316"/>
                  </a:lnTo>
                  <a:lnTo>
                    <a:pt x="46855" y="283193"/>
                  </a:lnTo>
                  <a:lnTo>
                    <a:pt x="50599" y="286953"/>
                  </a:lnTo>
                  <a:lnTo>
                    <a:pt x="54461" y="290592"/>
                  </a:lnTo>
                  <a:lnTo>
                    <a:pt x="58436" y="294107"/>
                  </a:lnTo>
                  <a:lnTo>
                    <a:pt x="62520" y="297493"/>
                  </a:lnTo>
                  <a:lnTo>
                    <a:pt x="66711" y="300749"/>
                  </a:lnTo>
                  <a:lnTo>
                    <a:pt x="71002" y="303870"/>
                  </a:lnTo>
                  <a:lnTo>
                    <a:pt x="75390" y="306853"/>
                  </a:lnTo>
                  <a:lnTo>
                    <a:pt x="79871" y="309695"/>
                  </a:lnTo>
                  <a:lnTo>
                    <a:pt x="84439" y="312394"/>
                  </a:lnTo>
                  <a:lnTo>
                    <a:pt x="89091" y="314946"/>
                  </a:lnTo>
                  <a:lnTo>
                    <a:pt x="93822" y="317349"/>
                  </a:lnTo>
                  <a:lnTo>
                    <a:pt x="98626" y="319601"/>
                  </a:lnTo>
                  <a:lnTo>
                    <a:pt x="103500" y="321700"/>
                  </a:lnTo>
                  <a:lnTo>
                    <a:pt x="108438" y="323642"/>
                  </a:lnTo>
                  <a:lnTo>
                    <a:pt x="113435" y="325427"/>
                  </a:lnTo>
                  <a:lnTo>
                    <a:pt x="118486" y="327053"/>
                  </a:lnTo>
                  <a:lnTo>
                    <a:pt x="123586" y="328517"/>
                  </a:lnTo>
                  <a:lnTo>
                    <a:pt x="128730" y="329819"/>
                  </a:lnTo>
                  <a:lnTo>
                    <a:pt x="133912" y="330957"/>
                  </a:lnTo>
                  <a:lnTo>
                    <a:pt x="139129" y="331930"/>
                  </a:lnTo>
                  <a:lnTo>
                    <a:pt x="144373" y="332737"/>
                  </a:lnTo>
                  <a:lnTo>
                    <a:pt x="149640" y="333376"/>
                  </a:lnTo>
                  <a:lnTo>
                    <a:pt x="154925" y="333849"/>
                  </a:lnTo>
                  <a:lnTo>
                    <a:pt x="160223" y="334153"/>
                  </a:lnTo>
                  <a:lnTo>
                    <a:pt x="165527" y="334289"/>
                  </a:lnTo>
                  <a:lnTo>
                    <a:pt x="170833" y="334257"/>
                  </a:lnTo>
                  <a:lnTo>
                    <a:pt x="176136" y="334057"/>
                  </a:lnTo>
                  <a:lnTo>
                    <a:pt x="181429" y="333688"/>
                  </a:lnTo>
                  <a:lnTo>
                    <a:pt x="186708" y="333151"/>
                  </a:lnTo>
                  <a:lnTo>
                    <a:pt x="191967" y="332447"/>
                  </a:lnTo>
                  <a:lnTo>
                    <a:pt x="197201" y="331577"/>
                  </a:lnTo>
                  <a:lnTo>
                    <a:pt x="202405" y="330541"/>
                  </a:lnTo>
                  <a:lnTo>
                    <a:pt x="207574" y="329340"/>
                  </a:lnTo>
                  <a:lnTo>
                    <a:pt x="212701" y="327976"/>
                  </a:lnTo>
                  <a:lnTo>
                    <a:pt x="217783" y="326449"/>
                  </a:lnTo>
                  <a:lnTo>
                    <a:pt x="222814" y="324763"/>
                  </a:lnTo>
                  <a:lnTo>
                    <a:pt x="227789" y="322917"/>
                  </a:lnTo>
                  <a:lnTo>
                    <a:pt x="232703" y="320915"/>
                  </a:lnTo>
                  <a:lnTo>
                    <a:pt x="237550" y="318757"/>
                  </a:lnTo>
                  <a:lnTo>
                    <a:pt x="242327" y="316447"/>
                  </a:lnTo>
                  <a:lnTo>
                    <a:pt x="247028" y="313986"/>
                  </a:lnTo>
                  <a:lnTo>
                    <a:pt x="251649" y="311377"/>
                  </a:lnTo>
                  <a:lnTo>
                    <a:pt x="256184" y="308623"/>
                  </a:lnTo>
                  <a:lnTo>
                    <a:pt x="260630" y="305727"/>
                  </a:lnTo>
                  <a:lnTo>
                    <a:pt x="264982" y="302691"/>
                  </a:lnTo>
                  <a:lnTo>
                    <a:pt x="269235" y="299518"/>
                  </a:lnTo>
                  <a:lnTo>
                    <a:pt x="273385" y="296212"/>
                  </a:lnTo>
                  <a:lnTo>
                    <a:pt x="277428" y="292776"/>
                  </a:lnTo>
                  <a:lnTo>
                    <a:pt x="281360" y="289213"/>
                  </a:lnTo>
                  <a:lnTo>
                    <a:pt x="285177" y="285527"/>
                  </a:lnTo>
                  <a:lnTo>
                    <a:pt x="288876" y="281722"/>
                  </a:lnTo>
                  <a:lnTo>
                    <a:pt x="292451" y="277801"/>
                  </a:lnTo>
                  <a:lnTo>
                    <a:pt x="295900" y="273769"/>
                  </a:lnTo>
                  <a:lnTo>
                    <a:pt x="299220" y="269630"/>
                  </a:lnTo>
                  <a:lnTo>
                    <a:pt x="302407" y="265387"/>
                  </a:lnTo>
                  <a:lnTo>
                    <a:pt x="305457" y="261045"/>
                  </a:lnTo>
                  <a:lnTo>
                    <a:pt x="308368" y="256609"/>
                  </a:lnTo>
                  <a:lnTo>
                    <a:pt x="311137" y="252083"/>
                  </a:lnTo>
                  <a:lnTo>
                    <a:pt x="313760" y="247470"/>
                  </a:lnTo>
                  <a:lnTo>
                    <a:pt x="316236" y="242777"/>
                  </a:lnTo>
                  <a:lnTo>
                    <a:pt x="318562" y="238008"/>
                  </a:lnTo>
                  <a:lnTo>
                    <a:pt x="320735" y="233167"/>
                  </a:lnTo>
                  <a:lnTo>
                    <a:pt x="322754" y="228260"/>
                  </a:lnTo>
                  <a:lnTo>
                    <a:pt x="324615" y="223291"/>
                  </a:lnTo>
                  <a:lnTo>
                    <a:pt x="326319" y="218266"/>
                  </a:lnTo>
                  <a:lnTo>
                    <a:pt x="327861" y="213189"/>
                  </a:lnTo>
                  <a:lnTo>
                    <a:pt x="329242" y="208066"/>
                  </a:lnTo>
                  <a:lnTo>
                    <a:pt x="330460" y="202901"/>
                  </a:lnTo>
                  <a:lnTo>
                    <a:pt x="331513" y="197701"/>
                  </a:lnTo>
                  <a:lnTo>
                    <a:pt x="332400" y="192469"/>
                  </a:lnTo>
                  <a:lnTo>
                    <a:pt x="333121" y="187212"/>
                  </a:lnTo>
                  <a:lnTo>
                    <a:pt x="333675" y="181935"/>
                  </a:lnTo>
                  <a:lnTo>
                    <a:pt x="334061" y="176643"/>
                  </a:lnTo>
                  <a:lnTo>
                    <a:pt x="334279" y="171342"/>
                  </a:lnTo>
                  <a:lnTo>
                    <a:pt x="334328" y="166036"/>
                  </a:lnTo>
                  <a:lnTo>
                    <a:pt x="334209" y="160731"/>
                  </a:lnTo>
                  <a:lnTo>
                    <a:pt x="333922" y="155433"/>
                  </a:lnTo>
                  <a:lnTo>
                    <a:pt x="333467" y="150146"/>
                  </a:lnTo>
                  <a:lnTo>
                    <a:pt x="332844" y="144877"/>
                  </a:lnTo>
                  <a:lnTo>
                    <a:pt x="332054" y="139629"/>
                  </a:lnTo>
                  <a:lnTo>
                    <a:pt x="331098" y="134410"/>
                  </a:lnTo>
                  <a:lnTo>
                    <a:pt x="329977" y="129224"/>
                  </a:lnTo>
                  <a:lnTo>
                    <a:pt x="328692" y="124076"/>
                  </a:lnTo>
                  <a:lnTo>
                    <a:pt x="327244" y="118971"/>
                  </a:lnTo>
                  <a:lnTo>
                    <a:pt x="325635" y="113915"/>
                  </a:lnTo>
                  <a:lnTo>
                    <a:pt x="323867" y="108912"/>
                  </a:lnTo>
                  <a:lnTo>
                    <a:pt x="321940" y="103968"/>
                  </a:lnTo>
                  <a:lnTo>
                    <a:pt x="319857" y="99088"/>
                  </a:lnTo>
                  <a:lnTo>
                    <a:pt x="317621" y="94276"/>
                  </a:lnTo>
                  <a:lnTo>
                    <a:pt x="315233" y="89537"/>
                  </a:lnTo>
                  <a:lnTo>
                    <a:pt x="312696" y="84877"/>
                  </a:lnTo>
                  <a:lnTo>
                    <a:pt x="310012" y="80300"/>
                  </a:lnTo>
                  <a:lnTo>
                    <a:pt x="307184" y="75810"/>
                  </a:lnTo>
                  <a:lnTo>
                    <a:pt x="304215" y="71412"/>
                  </a:lnTo>
                  <a:lnTo>
                    <a:pt x="301109" y="67111"/>
                  </a:lnTo>
                  <a:lnTo>
                    <a:pt x="297867" y="62910"/>
                  </a:lnTo>
                  <a:lnTo>
                    <a:pt x="294493" y="58814"/>
                  </a:lnTo>
                  <a:lnTo>
                    <a:pt x="290991" y="54828"/>
                  </a:lnTo>
                  <a:lnTo>
                    <a:pt x="287365" y="50954"/>
                  </a:lnTo>
                  <a:lnTo>
                    <a:pt x="283617" y="47198"/>
                  </a:lnTo>
                  <a:lnTo>
                    <a:pt x="279752" y="43563"/>
                  </a:lnTo>
                  <a:lnTo>
                    <a:pt x="275774" y="40052"/>
                  </a:lnTo>
                  <a:lnTo>
                    <a:pt x="271686" y="36669"/>
                  </a:lnTo>
                  <a:lnTo>
                    <a:pt x="267493" y="33417"/>
                  </a:lnTo>
                  <a:lnTo>
                    <a:pt x="263199" y="30300"/>
                  </a:lnTo>
                  <a:lnTo>
                    <a:pt x="258808" y="27321"/>
                  </a:lnTo>
                  <a:lnTo>
                    <a:pt x="254324" y="24483"/>
                  </a:lnTo>
                  <a:lnTo>
                    <a:pt x="249753" y="21789"/>
                  </a:lnTo>
                  <a:lnTo>
                    <a:pt x="245099" y="19241"/>
                  </a:lnTo>
                  <a:lnTo>
                    <a:pt x="240366" y="16842"/>
                  </a:lnTo>
                  <a:lnTo>
                    <a:pt x="235559" y="14594"/>
                  </a:lnTo>
                  <a:lnTo>
                    <a:pt x="230684" y="12501"/>
                  </a:lnTo>
                  <a:lnTo>
                    <a:pt x="225744" y="10563"/>
                  </a:lnTo>
                  <a:lnTo>
                    <a:pt x="220746" y="8782"/>
                  </a:lnTo>
                  <a:lnTo>
                    <a:pt x="167164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4213821"/>
              <a:ext cx="53581" cy="167167"/>
            </a:xfrm>
            <a:custGeom>
              <a:avLst/>
              <a:pathLst>
                <a:path w="53581" h="167167">
                  <a:moveTo>
                    <a:pt x="53581" y="8819"/>
                  </a:moveTo>
                  <a:lnTo>
                    <a:pt x="47806" y="6981"/>
                  </a:lnTo>
                  <a:lnTo>
                    <a:pt x="41969" y="5354"/>
                  </a:lnTo>
                  <a:lnTo>
                    <a:pt x="36076" y="3939"/>
                  </a:lnTo>
                  <a:lnTo>
                    <a:pt x="30136" y="2738"/>
                  </a:lnTo>
                  <a:lnTo>
                    <a:pt x="24156" y="1754"/>
                  </a:lnTo>
                  <a:lnTo>
                    <a:pt x="18145" y="987"/>
                  </a:lnTo>
                  <a:lnTo>
                    <a:pt x="12110" y="439"/>
                  </a:lnTo>
                  <a:lnTo>
                    <a:pt x="6059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152" y="4659281"/>
              <a:ext cx="1372" cy="167167"/>
            </a:xfrm>
            <a:custGeom>
              <a:avLst/>
              <a:pathLst>
                <a:path w="1372" h="167167">
                  <a:moveTo>
                    <a:pt x="1372" y="0"/>
                  </a:moveTo>
                  <a:lnTo>
                    <a:pt x="0" y="5"/>
                  </a:lnTo>
                  <a:lnTo>
                    <a:pt x="137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152" y="4659287"/>
              <a:ext cx="1372" cy="167161"/>
            </a:xfrm>
            <a:custGeom>
              <a:avLst/>
              <a:pathLst>
                <a:path w="1372" h="167161">
                  <a:moveTo>
                    <a:pt x="0" y="0"/>
                  </a:moveTo>
                  <a:lnTo>
                    <a:pt x="1372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152" y="4659287"/>
              <a:ext cx="1372" cy="167161"/>
            </a:xfrm>
            <a:custGeom>
              <a:avLst/>
              <a:pathLst>
                <a:path w="1372" h="167161">
                  <a:moveTo>
                    <a:pt x="0" y="0"/>
                  </a:moveTo>
                  <a:lnTo>
                    <a:pt x="1372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152" y="4659287"/>
              <a:ext cx="1372" cy="167161"/>
            </a:xfrm>
            <a:custGeom>
              <a:avLst/>
              <a:pathLst>
                <a:path w="1372" h="167161">
                  <a:moveTo>
                    <a:pt x="0" y="0"/>
                  </a:moveTo>
                  <a:lnTo>
                    <a:pt x="1372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152" y="4659287"/>
              <a:ext cx="1372" cy="167161"/>
            </a:xfrm>
            <a:custGeom>
              <a:avLst/>
              <a:pathLst>
                <a:path w="1372" h="167161">
                  <a:moveTo>
                    <a:pt x="0" y="0"/>
                  </a:moveTo>
                  <a:lnTo>
                    <a:pt x="1372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152" y="4659287"/>
              <a:ext cx="1372" cy="167161"/>
            </a:xfrm>
            <a:custGeom>
              <a:avLst/>
              <a:pathLst>
                <a:path w="1372" h="167161">
                  <a:moveTo>
                    <a:pt x="0" y="0"/>
                  </a:moveTo>
                  <a:lnTo>
                    <a:pt x="1372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152" y="4659287"/>
              <a:ext cx="1372" cy="167161"/>
            </a:xfrm>
            <a:custGeom>
              <a:avLst/>
              <a:pathLst>
                <a:path w="1372" h="167161">
                  <a:moveTo>
                    <a:pt x="0" y="0"/>
                  </a:moveTo>
                  <a:lnTo>
                    <a:pt x="1372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152" y="4659287"/>
              <a:ext cx="1372" cy="167161"/>
            </a:xfrm>
            <a:custGeom>
              <a:avLst/>
              <a:pathLst>
                <a:path w="1372" h="167161">
                  <a:moveTo>
                    <a:pt x="0" y="0"/>
                  </a:moveTo>
                  <a:lnTo>
                    <a:pt x="1372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152" y="4659287"/>
              <a:ext cx="1372" cy="167161"/>
            </a:xfrm>
            <a:custGeom>
              <a:avLst/>
              <a:pathLst>
                <a:path w="1372" h="167161">
                  <a:moveTo>
                    <a:pt x="0" y="0"/>
                  </a:moveTo>
                  <a:lnTo>
                    <a:pt x="1372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152" y="4659287"/>
              <a:ext cx="1372" cy="167161"/>
            </a:xfrm>
            <a:custGeom>
              <a:avLst/>
              <a:pathLst>
                <a:path w="1372" h="167161">
                  <a:moveTo>
                    <a:pt x="0" y="0"/>
                  </a:moveTo>
                  <a:lnTo>
                    <a:pt x="1372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21068" y="4659287"/>
              <a:ext cx="165455" cy="167161"/>
            </a:xfrm>
            <a:custGeom>
              <a:avLst/>
              <a:pathLst>
                <a:path w="165455" h="167161">
                  <a:moveTo>
                    <a:pt x="164083" y="0"/>
                  </a:moveTo>
                  <a:lnTo>
                    <a:pt x="158692" y="131"/>
                  </a:lnTo>
                  <a:lnTo>
                    <a:pt x="153308" y="436"/>
                  </a:lnTo>
                  <a:lnTo>
                    <a:pt x="147937" y="914"/>
                  </a:lnTo>
                  <a:lnTo>
                    <a:pt x="142585" y="1566"/>
                  </a:lnTo>
                  <a:lnTo>
                    <a:pt x="137256" y="2390"/>
                  </a:lnTo>
                  <a:lnTo>
                    <a:pt x="131956" y="3385"/>
                  </a:lnTo>
                  <a:lnTo>
                    <a:pt x="126691" y="4551"/>
                  </a:lnTo>
                  <a:lnTo>
                    <a:pt x="121467" y="5885"/>
                  </a:lnTo>
                  <a:lnTo>
                    <a:pt x="116288" y="7388"/>
                  </a:lnTo>
                  <a:lnTo>
                    <a:pt x="111160" y="9057"/>
                  </a:lnTo>
                  <a:lnTo>
                    <a:pt x="106089" y="10890"/>
                  </a:lnTo>
                  <a:lnTo>
                    <a:pt x="101080" y="12886"/>
                  </a:lnTo>
                  <a:lnTo>
                    <a:pt x="96138" y="15043"/>
                  </a:lnTo>
                  <a:lnTo>
                    <a:pt x="91267" y="17358"/>
                  </a:lnTo>
                  <a:lnTo>
                    <a:pt x="86475" y="19828"/>
                  </a:lnTo>
                  <a:lnTo>
                    <a:pt x="81764" y="22452"/>
                  </a:lnTo>
                  <a:lnTo>
                    <a:pt x="77140" y="25227"/>
                  </a:lnTo>
                  <a:lnTo>
                    <a:pt x="72608" y="28149"/>
                  </a:lnTo>
                  <a:lnTo>
                    <a:pt x="68173" y="31216"/>
                  </a:lnTo>
                  <a:lnTo>
                    <a:pt x="63839" y="34425"/>
                  </a:lnTo>
                  <a:lnTo>
                    <a:pt x="59611" y="37771"/>
                  </a:lnTo>
                  <a:lnTo>
                    <a:pt x="55493" y="41252"/>
                  </a:lnTo>
                  <a:lnTo>
                    <a:pt x="51489" y="44864"/>
                  </a:lnTo>
                  <a:lnTo>
                    <a:pt x="47604" y="48604"/>
                  </a:lnTo>
                  <a:lnTo>
                    <a:pt x="43841" y="52466"/>
                  </a:lnTo>
                  <a:lnTo>
                    <a:pt x="40205" y="56448"/>
                  </a:lnTo>
                  <a:lnTo>
                    <a:pt x="36700" y="60546"/>
                  </a:lnTo>
                  <a:lnTo>
                    <a:pt x="33328" y="64754"/>
                  </a:lnTo>
                  <a:lnTo>
                    <a:pt x="30094" y="69069"/>
                  </a:lnTo>
                  <a:lnTo>
                    <a:pt x="27000" y="73485"/>
                  </a:lnTo>
                  <a:lnTo>
                    <a:pt x="24051" y="78000"/>
                  </a:lnTo>
                  <a:lnTo>
                    <a:pt x="21249" y="82607"/>
                  </a:lnTo>
                  <a:lnTo>
                    <a:pt x="18597" y="87302"/>
                  </a:lnTo>
                  <a:lnTo>
                    <a:pt x="16098" y="92080"/>
                  </a:lnTo>
                  <a:lnTo>
                    <a:pt x="13754" y="96936"/>
                  </a:lnTo>
                  <a:lnTo>
                    <a:pt x="11568" y="101866"/>
                  </a:lnTo>
                  <a:lnTo>
                    <a:pt x="9542" y="106863"/>
                  </a:lnTo>
                  <a:lnTo>
                    <a:pt x="7678" y="111923"/>
                  </a:lnTo>
                  <a:lnTo>
                    <a:pt x="5979" y="117040"/>
                  </a:lnTo>
                  <a:lnTo>
                    <a:pt x="4445" y="122210"/>
                  </a:lnTo>
                  <a:lnTo>
                    <a:pt x="3079" y="127426"/>
                  </a:lnTo>
                  <a:lnTo>
                    <a:pt x="1882" y="132684"/>
                  </a:lnTo>
                  <a:lnTo>
                    <a:pt x="855" y="137978"/>
                  </a:lnTo>
                  <a:lnTo>
                    <a:pt x="0" y="143302"/>
                  </a:lnTo>
                  <a:lnTo>
                    <a:pt x="165455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19377" y="4659281"/>
              <a:ext cx="334294" cy="334334"/>
            </a:xfrm>
            <a:custGeom>
              <a:avLst/>
              <a:pathLst>
                <a:path w="334294" h="334334">
                  <a:moveTo>
                    <a:pt x="1691" y="143308"/>
                  </a:moveTo>
                  <a:lnTo>
                    <a:pt x="1017" y="148570"/>
                  </a:lnTo>
                  <a:lnTo>
                    <a:pt x="511" y="153850"/>
                  </a:lnTo>
                  <a:lnTo>
                    <a:pt x="172" y="159145"/>
                  </a:lnTo>
                  <a:lnTo>
                    <a:pt x="2" y="164447"/>
                  </a:lnTo>
                  <a:lnTo>
                    <a:pt x="0" y="169752"/>
                  </a:lnTo>
                  <a:lnTo>
                    <a:pt x="166" y="175054"/>
                  </a:lnTo>
                  <a:lnTo>
                    <a:pt x="500" y="180349"/>
                  </a:lnTo>
                  <a:lnTo>
                    <a:pt x="1002" y="185630"/>
                  </a:lnTo>
                  <a:lnTo>
                    <a:pt x="1672" y="190892"/>
                  </a:lnTo>
                  <a:lnTo>
                    <a:pt x="2508" y="196131"/>
                  </a:lnTo>
                  <a:lnTo>
                    <a:pt x="3510" y="201341"/>
                  </a:lnTo>
                  <a:lnTo>
                    <a:pt x="4677" y="206516"/>
                  </a:lnTo>
                  <a:lnTo>
                    <a:pt x="6007" y="211651"/>
                  </a:lnTo>
                  <a:lnTo>
                    <a:pt x="7500" y="216742"/>
                  </a:lnTo>
                  <a:lnTo>
                    <a:pt x="9153" y="221783"/>
                  </a:lnTo>
                  <a:lnTo>
                    <a:pt x="10966" y="226768"/>
                  </a:lnTo>
                  <a:lnTo>
                    <a:pt x="12935" y="231694"/>
                  </a:lnTo>
                  <a:lnTo>
                    <a:pt x="15061" y="236555"/>
                  </a:lnTo>
                  <a:lnTo>
                    <a:pt x="17339" y="241346"/>
                  </a:lnTo>
                  <a:lnTo>
                    <a:pt x="19768" y="246062"/>
                  </a:lnTo>
                  <a:lnTo>
                    <a:pt x="22346" y="250699"/>
                  </a:lnTo>
                  <a:lnTo>
                    <a:pt x="25069" y="255251"/>
                  </a:lnTo>
                  <a:lnTo>
                    <a:pt x="27936" y="259715"/>
                  </a:lnTo>
                  <a:lnTo>
                    <a:pt x="30942" y="264086"/>
                  </a:lnTo>
                  <a:lnTo>
                    <a:pt x="34086" y="268359"/>
                  </a:lnTo>
                  <a:lnTo>
                    <a:pt x="37364" y="272530"/>
                  </a:lnTo>
                  <a:lnTo>
                    <a:pt x="40773" y="276595"/>
                  </a:lnTo>
                  <a:lnTo>
                    <a:pt x="44308" y="280550"/>
                  </a:lnTo>
                  <a:lnTo>
                    <a:pt x="47968" y="284390"/>
                  </a:lnTo>
                  <a:lnTo>
                    <a:pt x="51748" y="288113"/>
                  </a:lnTo>
                  <a:lnTo>
                    <a:pt x="55643" y="291714"/>
                  </a:lnTo>
                  <a:lnTo>
                    <a:pt x="59652" y="295189"/>
                  </a:lnTo>
                  <a:lnTo>
                    <a:pt x="63768" y="298536"/>
                  </a:lnTo>
                  <a:lnTo>
                    <a:pt x="67988" y="301750"/>
                  </a:lnTo>
                  <a:lnTo>
                    <a:pt x="72309" y="304828"/>
                  </a:lnTo>
                  <a:lnTo>
                    <a:pt x="76725" y="307768"/>
                  </a:lnTo>
                  <a:lnTo>
                    <a:pt x="81231" y="310567"/>
                  </a:lnTo>
                  <a:lnTo>
                    <a:pt x="85825" y="313221"/>
                  </a:lnTo>
                  <a:lnTo>
                    <a:pt x="90500" y="315727"/>
                  </a:lnTo>
                  <a:lnTo>
                    <a:pt x="95253" y="318085"/>
                  </a:lnTo>
                  <a:lnTo>
                    <a:pt x="100078" y="320290"/>
                  </a:lnTo>
                  <a:lnTo>
                    <a:pt x="104970" y="322341"/>
                  </a:lnTo>
                  <a:lnTo>
                    <a:pt x="109925" y="324236"/>
                  </a:lnTo>
                  <a:lnTo>
                    <a:pt x="114938" y="325972"/>
                  </a:lnTo>
                  <a:lnTo>
                    <a:pt x="120003" y="327549"/>
                  </a:lnTo>
                  <a:lnTo>
                    <a:pt x="125116" y="328964"/>
                  </a:lnTo>
                  <a:lnTo>
                    <a:pt x="130271" y="330216"/>
                  </a:lnTo>
                  <a:lnTo>
                    <a:pt x="135463" y="331304"/>
                  </a:lnTo>
                  <a:lnTo>
                    <a:pt x="140687" y="332227"/>
                  </a:lnTo>
                  <a:lnTo>
                    <a:pt x="145938" y="332984"/>
                  </a:lnTo>
                  <a:lnTo>
                    <a:pt x="151210" y="333573"/>
                  </a:lnTo>
                  <a:lnTo>
                    <a:pt x="156499" y="333995"/>
                  </a:lnTo>
                  <a:lnTo>
                    <a:pt x="161798" y="334249"/>
                  </a:lnTo>
                  <a:lnTo>
                    <a:pt x="167102" y="334334"/>
                  </a:lnTo>
                  <a:lnTo>
                    <a:pt x="172406" y="334252"/>
                  </a:lnTo>
                  <a:lnTo>
                    <a:pt x="177705" y="334001"/>
                  </a:lnTo>
                  <a:lnTo>
                    <a:pt x="182994" y="333582"/>
                  </a:lnTo>
                  <a:lnTo>
                    <a:pt x="188266" y="332995"/>
                  </a:lnTo>
                  <a:lnTo>
                    <a:pt x="193517" y="332241"/>
                  </a:lnTo>
                  <a:lnTo>
                    <a:pt x="198742" y="331321"/>
                  </a:lnTo>
                  <a:lnTo>
                    <a:pt x="203935" y="330236"/>
                  </a:lnTo>
                  <a:lnTo>
                    <a:pt x="209091" y="328987"/>
                  </a:lnTo>
                  <a:lnTo>
                    <a:pt x="214204" y="327574"/>
                  </a:lnTo>
                  <a:lnTo>
                    <a:pt x="219270" y="326001"/>
                  </a:lnTo>
                  <a:lnTo>
                    <a:pt x="224284" y="324267"/>
                  </a:lnTo>
                  <a:lnTo>
                    <a:pt x="229240" y="322375"/>
                  </a:lnTo>
                  <a:lnTo>
                    <a:pt x="234134" y="320326"/>
                  </a:lnTo>
                  <a:lnTo>
                    <a:pt x="238960" y="318124"/>
                  </a:lnTo>
                  <a:lnTo>
                    <a:pt x="243713" y="315769"/>
                  </a:lnTo>
                  <a:lnTo>
                    <a:pt x="248390" y="313264"/>
                  </a:lnTo>
                  <a:lnTo>
                    <a:pt x="252985" y="310613"/>
                  </a:lnTo>
                  <a:lnTo>
                    <a:pt x="257493" y="307817"/>
                  </a:lnTo>
                  <a:lnTo>
                    <a:pt x="261911" y="304880"/>
                  </a:lnTo>
                  <a:lnTo>
                    <a:pt x="266233" y="301803"/>
                  </a:lnTo>
                  <a:lnTo>
                    <a:pt x="270455" y="298591"/>
                  </a:lnTo>
                  <a:lnTo>
                    <a:pt x="274573" y="295247"/>
                  </a:lnTo>
                  <a:lnTo>
                    <a:pt x="278583" y="291774"/>
                  </a:lnTo>
                  <a:lnTo>
                    <a:pt x="282481" y="288175"/>
                  </a:lnTo>
                  <a:lnTo>
                    <a:pt x="286263" y="284455"/>
                  </a:lnTo>
                  <a:lnTo>
                    <a:pt x="289924" y="280616"/>
                  </a:lnTo>
                  <a:lnTo>
                    <a:pt x="293462" y="276663"/>
                  </a:lnTo>
                  <a:lnTo>
                    <a:pt x="296873" y="272600"/>
                  </a:lnTo>
                  <a:lnTo>
                    <a:pt x="300153" y="268431"/>
                  </a:lnTo>
                  <a:lnTo>
                    <a:pt x="303299" y="264159"/>
                  </a:lnTo>
                  <a:lnTo>
                    <a:pt x="306308" y="259790"/>
                  </a:lnTo>
                  <a:lnTo>
                    <a:pt x="309177" y="255328"/>
                  </a:lnTo>
                  <a:lnTo>
                    <a:pt x="311903" y="250777"/>
                  </a:lnTo>
                  <a:lnTo>
                    <a:pt x="314483" y="246141"/>
                  </a:lnTo>
                  <a:lnTo>
                    <a:pt x="316915" y="241427"/>
                  </a:lnTo>
                  <a:lnTo>
                    <a:pt x="319196" y="236637"/>
                  </a:lnTo>
                  <a:lnTo>
                    <a:pt x="321324" y="231777"/>
                  </a:lnTo>
                  <a:lnTo>
                    <a:pt x="323296" y="226853"/>
                  </a:lnTo>
                  <a:lnTo>
                    <a:pt x="325111" y="221868"/>
                  </a:lnTo>
                  <a:lnTo>
                    <a:pt x="326768" y="216828"/>
                  </a:lnTo>
                  <a:lnTo>
                    <a:pt x="328263" y="211738"/>
                  </a:lnTo>
                  <a:lnTo>
                    <a:pt x="329596" y="206603"/>
                  </a:lnTo>
                  <a:lnTo>
                    <a:pt x="330766" y="201429"/>
                  </a:lnTo>
                  <a:lnTo>
                    <a:pt x="331770" y="196220"/>
                  </a:lnTo>
                  <a:lnTo>
                    <a:pt x="332609" y="190982"/>
                  </a:lnTo>
                  <a:lnTo>
                    <a:pt x="333282" y="185719"/>
                  </a:lnTo>
                  <a:lnTo>
                    <a:pt x="333787" y="180439"/>
                  </a:lnTo>
                  <a:lnTo>
                    <a:pt x="334124" y="175144"/>
                  </a:lnTo>
                  <a:lnTo>
                    <a:pt x="334293" y="169842"/>
                  </a:lnTo>
                  <a:lnTo>
                    <a:pt x="334294" y="164537"/>
                  </a:lnTo>
                  <a:lnTo>
                    <a:pt x="334126" y="159235"/>
                  </a:lnTo>
                  <a:lnTo>
                    <a:pt x="333790" y="153940"/>
                  </a:lnTo>
                  <a:lnTo>
                    <a:pt x="333287" y="148659"/>
                  </a:lnTo>
                  <a:lnTo>
                    <a:pt x="332616" y="143397"/>
                  </a:lnTo>
                  <a:lnTo>
                    <a:pt x="331778" y="138158"/>
                  </a:lnTo>
                  <a:lnTo>
                    <a:pt x="330775" y="132949"/>
                  </a:lnTo>
                  <a:lnTo>
                    <a:pt x="329607" y="127774"/>
                  </a:lnTo>
                  <a:lnTo>
                    <a:pt x="328275" y="122639"/>
                  </a:lnTo>
                  <a:lnTo>
                    <a:pt x="326781" y="117549"/>
                  </a:lnTo>
                  <a:lnTo>
                    <a:pt x="325126" y="112509"/>
                  </a:lnTo>
                  <a:lnTo>
                    <a:pt x="323312" y="107523"/>
                  </a:lnTo>
                  <a:lnTo>
                    <a:pt x="321341" y="102598"/>
                  </a:lnTo>
                  <a:lnTo>
                    <a:pt x="319215" y="97738"/>
                  </a:lnTo>
                  <a:lnTo>
                    <a:pt x="316935" y="92948"/>
                  </a:lnTo>
                  <a:lnTo>
                    <a:pt x="314505" y="88232"/>
                  </a:lnTo>
                  <a:lnTo>
                    <a:pt x="311926" y="83596"/>
                  </a:lnTo>
                  <a:lnTo>
                    <a:pt x="309201" y="79044"/>
                  </a:lnTo>
                  <a:lnTo>
                    <a:pt x="306333" y="74581"/>
                  </a:lnTo>
                  <a:lnTo>
                    <a:pt x="303325" y="70211"/>
                  </a:lnTo>
                  <a:lnTo>
                    <a:pt x="300180" y="65939"/>
                  </a:lnTo>
                  <a:lnTo>
                    <a:pt x="296901" y="61769"/>
                  </a:lnTo>
                  <a:lnTo>
                    <a:pt x="293492" y="57705"/>
                  </a:lnTo>
                  <a:lnTo>
                    <a:pt x="289955" y="53751"/>
                  </a:lnTo>
                  <a:lnTo>
                    <a:pt x="286294" y="49911"/>
                  </a:lnTo>
                  <a:lnTo>
                    <a:pt x="282514" y="46190"/>
                  </a:lnTo>
                  <a:lnTo>
                    <a:pt x="278617" y="42590"/>
                  </a:lnTo>
                  <a:lnTo>
                    <a:pt x="274608" y="39116"/>
                  </a:lnTo>
                  <a:lnTo>
                    <a:pt x="270491" y="35770"/>
                  </a:lnTo>
                  <a:lnTo>
                    <a:pt x="266269" y="32557"/>
                  </a:lnTo>
                  <a:lnTo>
                    <a:pt x="261948" y="29480"/>
                  </a:lnTo>
                  <a:lnTo>
                    <a:pt x="257531" y="26541"/>
                  </a:lnTo>
                  <a:lnTo>
                    <a:pt x="253024" y="23744"/>
                  </a:lnTo>
                  <a:lnTo>
                    <a:pt x="248430" y="21091"/>
                  </a:lnTo>
                  <a:lnTo>
                    <a:pt x="243754" y="18586"/>
                  </a:lnTo>
                  <a:lnTo>
                    <a:pt x="239000" y="16230"/>
                  </a:lnTo>
                  <a:lnTo>
                    <a:pt x="234175" y="14026"/>
                  </a:lnTo>
                  <a:lnTo>
                    <a:pt x="229282" y="11976"/>
                  </a:lnTo>
                  <a:lnTo>
                    <a:pt x="224326" y="10083"/>
                  </a:lnTo>
                  <a:lnTo>
                    <a:pt x="219313" y="8347"/>
                  </a:lnTo>
                  <a:lnTo>
                    <a:pt x="214247" y="6772"/>
                  </a:lnTo>
                  <a:lnTo>
                    <a:pt x="209134" y="5358"/>
                  </a:lnTo>
                  <a:lnTo>
                    <a:pt x="203979" y="4108"/>
                  </a:lnTo>
                  <a:lnTo>
                    <a:pt x="198786" y="3021"/>
                  </a:lnTo>
                  <a:lnTo>
                    <a:pt x="193562" y="2100"/>
                  </a:lnTo>
                  <a:lnTo>
                    <a:pt x="188311" y="1345"/>
                  </a:lnTo>
                  <a:lnTo>
                    <a:pt x="183039" y="757"/>
                  </a:lnTo>
                  <a:lnTo>
                    <a:pt x="177750" y="336"/>
                  </a:lnTo>
                  <a:lnTo>
                    <a:pt x="172451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640" y="5018213"/>
              <a:ext cx="80" cy="167167"/>
            </a:xfrm>
            <a:custGeom>
              <a:avLst/>
              <a:pathLst>
                <a:path w="80" h="167167">
                  <a:moveTo>
                    <a:pt x="0" y="0"/>
                  </a:moveTo>
                  <a:lnTo>
                    <a:pt x="8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321560" y="5018213"/>
              <a:ext cx="334325" cy="334320"/>
            </a:xfrm>
            <a:custGeom>
              <a:avLst/>
              <a:pathLst>
                <a:path w="334325" h="334320">
                  <a:moveTo>
                    <a:pt x="167079" y="0"/>
                  </a:moveTo>
                  <a:lnTo>
                    <a:pt x="161798" y="85"/>
                  </a:lnTo>
                  <a:lnTo>
                    <a:pt x="156523" y="338"/>
                  </a:lnTo>
                  <a:lnTo>
                    <a:pt x="151258" y="758"/>
                  </a:lnTo>
                  <a:lnTo>
                    <a:pt x="146009" y="1343"/>
                  </a:lnTo>
                  <a:lnTo>
                    <a:pt x="140781" y="2094"/>
                  </a:lnTo>
                  <a:lnTo>
                    <a:pt x="135580" y="3009"/>
                  </a:lnTo>
                  <a:lnTo>
                    <a:pt x="130410" y="4089"/>
                  </a:lnTo>
                  <a:lnTo>
                    <a:pt x="125277" y="5331"/>
                  </a:lnTo>
                  <a:lnTo>
                    <a:pt x="120185" y="6735"/>
                  </a:lnTo>
                  <a:lnTo>
                    <a:pt x="115141" y="8299"/>
                  </a:lnTo>
                  <a:lnTo>
                    <a:pt x="110148" y="10022"/>
                  </a:lnTo>
                  <a:lnTo>
                    <a:pt x="105213" y="11901"/>
                  </a:lnTo>
                  <a:lnTo>
                    <a:pt x="100339" y="13935"/>
                  </a:lnTo>
                  <a:lnTo>
                    <a:pt x="95532" y="16123"/>
                  </a:lnTo>
                  <a:lnTo>
                    <a:pt x="90796" y="18461"/>
                  </a:lnTo>
                  <a:lnTo>
                    <a:pt x="86136" y="20947"/>
                  </a:lnTo>
                  <a:lnTo>
                    <a:pt x="81558" y="23580"/>
                  </a:lnTo>
                  <a:lnTo>
                    <a:pt x="77065" y="26355"/>
                  </a:lnTo>
                  <a:lnTo>
                    <a:pt x="72661" y="29272"/>
                  </a:lnTo>
                  <a:lnTo>
                    <a:pt x="68353" y="32326"/>
                  </a:lnTo>
                  <a:lnTo>
                    <a:pt x="64142" y="35514"/>
                  </a:lnTo>
                  <a:lnTo>
                    <a:pt x="60035" y="38834"/>
                  </a:lnTo>
                  <a:lnTo>
                    <a:pt x="56034" y="42282"/>
                  </a:lnTo>
                  <a:lnTo>
                    <a:pt x="52145" y="45855"/>
                  </a:lnTo>
                  <a:lnTo>
                    <a:pt x="48370" y="49549"/>
                  </a:lnTo>
                  <a:lnTo>
                    <a:pt x="44714" y="53360"/>
                  </a:lnTo>
                  <a:lnTo>
                    <a:pt x="41180" y="57285"/>
                  </a:lnTo>
                  <a:lnTo>
                    <a:pt x="37772" y="61319"/>
                  </a:lnTo>
                  <a:lnTo>
                    <a:pt x="34492" y="65459"/>
                  </a:lnTo>
                  <a:lnTo>
                    <a:pt x="31346" y="69701"/>
                  </a:lnTo>
                  <a:lnTo>
                    <a:pt x="28335" y="74040"/>
                  </a:lnTo>
                  <a:lnTo>
                    <a:pt x="25462" y="78472"/>
                  </a:lnTo>
                  <a:lnTo>
                    <a:pt x="22731" y="82992"/>
                  </a:lnTo>
                  <a:lnTo>
                    <a:pt x="20144" y="87597"/>
                  </a:lnTo>
                  <a:lnTo>
                    <a:pt x="17704" y="92281"/>
                  </a:lnTo>
                  <a:lnTo>
                    <a:pt x="15413" y="97039"/>
                  </a:lnTo>
                  <a:lnTo>
                    <a:pt x="13273" y="101868"/>
                  </a:lnTo>
                  <a:lnTo>
                    <a:pt x="11287" y="106762"/>
                  </a:lnTo>
                  <a:lnTo>
                    <a:pt x="9457" y="111716"/>
                  </a:lnTo>
                  <a:lnTo>
                    <a:pt x="7784" y="116725"/>
                  </a:lnTo>
                  <a:lnTo>
                    <a:pt x="6270" y="121785"/>
                  </a:lnTo>
                  <a:lnTo>
                    <a:pt x="4917" y="126890"/>
                  </a:lnTo>
                  <a:lnTo>
                    <a:pt x="3725" y="132035"/>
                  </a:lnTo>
                  <a:lnTo>
                    <a:pt x="2697" y="137216"/>
                  </a:lnTo>
                  <a:lnTo>
                    <a:pt x="1833" y="142426"/>
                  </a:lnTo>
                  <a:lnTo>
                    <a:pt x="1134" y="147661"/>
                  </a:lnTo>
                  <a:lnTo>
                    <a:pt x="601" y="152915"/>
                  </a:lnTo>
                  <a:lnTo>
                    <a:pt x="234" y="158184"/>
                  </a:lnTo>
                  <a:lnTo>
                    <a:pt x="33" y="163461"/>
                  </a:lnTo>
                  <a:lnTo>
                    <a:pt x="0" y="168743"/>
                  </a:lnTo>
                  <a:lnTo>
                    <a:pt x="133" y="174022"/>
                  </a:lnTo>
                  <a:lnTo>
                    <a:pt x="433" y="179295"/>
                  </a:lnTo>
                  <a:lnTo>
                    <a:pt x="899" y="184556"/>
                  </a:lnTo>
                  <a:lnTo>
                    <a:pt x="1531" y="189800"/>
                  </a:lnTo>
                  <a:lnTo>
                    <a:pt x="2329" y="195020"/>
                  </a:lnTo>
                  <a:lnTo>
                    <a:pt x="3291" y="200213"/>
                  </a:lnTo>
                  <a:lnTo>
                    <a:pt x="4417" y="205373"/>
                  </a:lnTo>
                  <a:lnTo>
                    <a:pt x="5705" y="210495"/>
                  </a:lnTo>
                  <a:lnTo>
                    <a:pt x="7154" y="215574"/>
                  </a:lnTo>
                  <a:lnTo>
                    <a:pt x="8763" y="220604"/>
                  </a:lnTo>
                  <a:lnTo>
                    <a:pt x="10530" y="225581"/>
                  </a:lnTo>
                  <a:lnTo>
                    <a:pt x="12454" y="230500"/>
                  </a:lnTo>
                  <a:lnTo>
                    <a:pt x="14532" y="235356"/>
                  </a:lnTo>
                  <a:lnTo>
                    <a:pt x="16762" y="240143"/>
                  </a:lnTo>
                  <a:lnTo>
                    <a:pt x="19142" y="244857"/>
                  </a:lnTo>
                  <a:lnTo>
                    <a:pt x="21670" y="249495"/>
                  </a:lnTo>
                  <a:lnTo>
                    <a:pt x="24344" y="254049"/>
                  </a:lnTo>
                  <a:lnTo>
                    <a:pt x="27159" y="258518"/>
                  </a:lnTo>
                  <a:lnTo>
                    <a:pt x="30115" y="262894"/>
                  </a:lnTo>
                  <a:lnTo>
                    <a:pt x="33207" y="267176"/>
                  </a:lnTo>
                  <a:lnTo>
                    <a:pt x="36433" y="271357"/>
                  </a:lnTo>
                  <a:lnTo>
                    <a:pt x="39790" y="275435"/>
                  </a:lnTo>
                  <a:lnTo>
                    <a:pt x="43274" y="279405"/>
                  </a:lnTo>
                  <a:lnTo>
                    <a:pt x="46881" y="283262"/>
                  </a:lnTo>
                  <a:lnTo>
                    <a:pt x="50609" y="287004"/>
                  </a:lnTo>
                  <a:lnTo>
                    <a:pt x="54452" y="290626"/>
                  </a:lnTo>
                  <a:lnTo>
                    <a:pt x="58409" y="294124"/>
                  </a:lnTo>
                  <a:lnTo>
                    <a:pt x="62473" y="297496"/>
                  </a:lnTo>
                  <a:lnTo>
                    <a:pt x="66643" y="300738"/>
                  </a:lnTo>
                  <a:lnTo>
                    <a:pt x="70912" y="303847"/>
                  </a:lnTo>
                  <a:lnTo>
                    <a:pt x="75278" y="306819"/>
                  </a:lnTo>
                  <a:lnTo>
                    <a:pt x="79735" y="309652"/>
                  </a:lnTo>
                  <a:lnTo>
                    <a:pt x="84280" y="312342"/>
                  </a:lnTo>
                  <a:lnTo>
                    <a:pt x="88907" y="314888"/>
                  </a:lnTo>
                  <a:lnTo>
                    <a:pt x="93613" y="317286"/>
                  </a:lnTo>
                  <a:lnTo>
                    <a:pt x="98392" y="319535"/>
                  </a:lnTo>
                  <a:lnTo>
                    <a:pt x="103239" y="321631"/>
                  </a:lnTo>
                  <a:lnTo>
                    <a:pt x="108151" y="323573"/>
                  </a:lnTo>
                  <a:lnTo>
                    <a:pt x="113121" y="325359"/>
                  </a:lnTo>
                  <a:lnTo>
                    <a:pt x="118145" y="326987"/>
                  </a:lnTo>
                  <a:lnTo>
                    <a:pt x="123218" y="328456"/>
                  </a:lnTo>
                  <a:lnTo>
                    <a:pt x="128335" y="329763"/>
                  </a:lnTo>
                  <a:lnTo>
                    <a:pt x="133491" y="330909"/>
                  </a:lnTo>
                  <a:lnTo>
                    <a:pt x="138680" y="331891"/>
                  </a:lnTo>
                  <a:lnTo>
                    <a:pt x="143898" y="332708"/>
                  </a:lnTo>
                  <a:lnTo>
                    <a:pt x="149139" y="333360"/>
                  </a:lnTo>
                  <a:lnTo>
                    <a:pt x="154398" y="333847"/>
                  </a:lnTo>
                  <a:lnTo>
                    <a:pt x="159670" y="334166"/>
                  </a:lnTo>
                  <a:lnTo>
                    <a:pt x="164949" y="334320"/>
                  </a:lnTo>
                  <a:lnTo>
                    <a:pt x="170230" y="334306"/>
                  </a:lnTo>
                  <a:lnTo>
                    <a:pt x="175509" y="334126"/>
                  </a:lnTo>
                  <a:lnTo>
                    <a:pt x="180779" y="333779"/>
                  </a:lnTo>
                  <a:lnTo>
                    <a:pt x="186035" y="333265"/>
                  </a:lnTo>
                  <a:lnTo>
                    <a:pt x="191273" y="332586"/>
                  </a:lnTo>
                  <a:lnTo>
                    <a:pt x="196486" y="331742"/>
                  </a:lnTo>
                  <a:lnTo>
                    <a:pt x="201670" y="330733"/>
                  </a:lnTo>
                  <a:lnTo>
                    <a:pt x="206820" y="329561"/>
                  </a:lnTo>
                  <a:lnTo>
                    <a:pt x="211930" y="328228"/>
                  </a:lnTo>
                  <a:lnTo>
                    <a:pt x="216996" y="326733"/>
                  </a:lnTo>
                  <a:lnTo>
                    <a:pt x="222011" y="325079"/>
                  </a:lnTo>
                  <a:lnTo>
                    <a:pt x="226972" y="323267"/>
                  </a:lnTo>
                  <a:lnTo>
                    <a:pt x="231874" y="321300"/>
                  </a:lnTo>
                  <a:lnTo>
                    <a:pt x="236710" y="319179"/>
                  </a:lnTo>
                  <a:lnTo>
                    <a:pt x="241478" y="316906"/>
                  </a:lnTo>
                  <a:lnTo>
                    <a:pt x="246171" y="314483"/>
                  </a:lnTo>
                  <a:lnTo>
                    <a:pt x="250785" y="311914"/>
                  </a:lnTo>
                  <a:lnTo>
                    <a:pt x="255316" y="309200"/>
                  </a:lnTo>
                  <a:lnTo>
                    <a:pt x="259759" y="306344"/>
                  </a:lnTo>
                  <a:lnTo>
                    <a:pt x="264109" y="303350"/>
                  </a:lnTo>
                  <a:lnTo>
                    <a:pt x="268362" y="300219"/>
                  </a:lnTo>
                  <a:lnTo>
                    <a:pt x="272515" y="296956"/>
                  </a:lnTo>
                  <a:lnTo>
                    <a:pt x="276562" y="293563"/>
                  </a:lnTo>
                  <a:lnTo>
                    <a:pt x="280501" y="290044"/>
                  </a:lnTo>
                  <a:lnTo>
                    <a:pt x="284326" y="286402"/>
                  </a:lnTo>
                  <a:lnTo>
                    <a:pt x="288034" y="282641"/>
                  </a:lnTo>
                  <a:lnTo>
                    <a:pt x="291621" y="278765"/>
                  </a:lnTo>
                  <a:lnTo>
                    <a:pt x="295084" y="274778"/>
                  </a:lnTo>
                  <a:lnTo>
                    <a:pt x="298420" y="270683"/>
                  </a:lnTo>
                  <a:lnTo>
                    <a:pt x="301625" y="266485"/>
                  </a:lnTo>
                  <a:lnTo>
                    <a:pt x="304695" y="262188"/>
                  </a:lnTo>
                  <a:lnTo>
                    <a:pt x="307628" y="257796"/>
                  </a:lnTo>
                  <a:lnTo>
                    <a:pt x="310421" y="253313"/>
                  </a:lnTo>
                  <a:lnTo>
                    <a:pt x="313071" y="248745"/>
                  </a:lnTo>
                  <a:lnTo>
                    <a:pt x="315575" y="244095"/>
                  </a:lnTo>
                  <a:lnTo>
                    <a:pt x="317931" y="239368"/>
                  </a:lnTo>
                  <a:lnTo>
                    <a:pt x="320136" y="234569"/>
                  </a:lnTo>
                  <a:lnTo>
                    <a:pt x="322189" y="229703"/>
                  </a:lnTo>
                  <a:lnTo>
                    <a:pt x="324087" y="224774"/>
                  </a:lnTo>
                  <a:lnTo>
                    <a:pt x="325829" y="219788"/>
                  </a:lnTo>
                  <a:lnTo>
                    <a:pt x="327412" y="214750"/>
                  </a:lnTo>
                  <a:lnTo>
                    <a:pt x="328835" y="209664"/>
                  </a:lnTo>
                  <a:lnTo>
                    <a:pt x="330097" y="204535"/>
                  </a:lnTo>
                  <a:lnTo>
                    <a:pt x="331196" y="199370"/>
                  </a:lnTo>
                  <a:lnTo>
                    <a:pt x="332131" y="194172"/>
                  </a:lnTo>
                  <a:lnTo>
                    <a:pt x="332902" y="188947"/>
                  </a:lnTo>
                  <a:lnTo>
                    <a:pt x="333507" y="183700"/>
                  </a:lnTo>
                  <a:lnTo>
                    <a:pt x="333947" y="178437"/>
                  </a:lnTo>
                  <a:lnTo>
                    <a:pt x="334219" y="173163"/>
                  </a:lnTo>
                  <a:lnTo>
                    <a:pt x="334325" y="167882"/>
                  </a:lnTo>
                  <a:lnTo>
                    <a:pt x="334265" y="162601"/>
                  </a:lnTo>
                  <a:lnTo>
                    <a:pt x="334037" y="157325"/>
                  </a:lnTo>
                  <a:lnTo>
                    <a:pt x="333643" y="152058"/>
                  </a:lnTo>
                  <a:lnTo>
                    <a:pt x="333082" y="146807"/>
                  </a:lnTo>
                  <a:lnTo>
                    <a:pt x="332356" y="141575"/>
                  </a:lnTo>
                  <a:lnTo>
                    <a:pt x="331466" y="136370"/>
                  </a:lnTo>
                  <a:lnTo>
                    <a:pt x="330411" y="131195"/>
                  </a:lnTo>
                  <a:lnTo>
                    <a:pt x="329193" y="126056"/>
                  </a:lnTo>
                  <a:lnTo>
                    <a:pt x="327813" y="120958"/>
                  </a:lnTo>
                  <a:lnTo>
                    <a:pt x="326273" y="115906"/>
                  </a:lnTo>
                  <a:lnTo>
                    <a:pt x="324575" y="110905"/>
                  </a:lnTo>
                  <a:lnTo>
                    <a:pt x="322719" y="105960"/>
                  </a:lnTo>
                  <a:lnTo>
                    <a:pt x="320708" y="101077"/>
                  </a:lnTo>
                  <a:lnTo>
                    <a:pt x="318543" y="96259"/>
                  </a:lnTo>
                  <a:lnTo>
                    <a:pt x="316228" y="91512"/>
                  </a:lnTo>
                  <a:lnTo>
                    <a:pt x="313764" y="86841"/>
                  </a:lnTo>
                  <a:lnTo>
                    <a:pt x="311153" y="82250"/>
                  </a:lnTo>
                  <a:lnTo>
                    <a:pt x="308399" y="77744"/>
                  </a:lnTo>
                  <a:lnTo>
                    <a:pt x="305503" y="73327"/>
                  </a:lnTo>
                  <a:lnTo>
                    <a:pt x="302470" y="69003"/>
                  </a:lnTo>
                  <a:lnTo>
                    <a:pt x="299301" y="64778"/>
                  </a:lnTo>
                  <a:lnTo>
                    <a:pt x="296001" y="60655"/>
                  </a:lnTo>
                  <a:lnTo>
                    <a:pt x="292572" y="56638"/>
                  </a:lnTo>
                  <a:lnTo>
                    <a:pt x="289018" y="52731"/>
                  </a:lnTo>
                  <a:lnTo>
                    <a:pt x="285342" y="48939"/>
                  </a:lnTo>
                  <a:lnTo>
                    <a:pt x="281548" y="45265"/>
                  </a:lnTo>
                  <a:lnTo>
                    <a:pt x="277640" y="41712"/>
                  </a:lnTo>
                  <a:lnTo>
                    <a:pt x="273622" y="38285"/>
                  </a:lnTo>
                  <a:lnTo>
                    <a:pt x="269498" y="34986"/>
                  </a:lnTo>
                  <a:lnTo>
                    <a:pt x="265271" y="31819"/>
                  </a:lnTo>
                  <a:lnTo>
                    <a:pt x="260947" y="28787"/>
                  </a:lnTo>
                  <a:lnTo>
                    <a:pt x="256528" y="25894"/>
                  </a:lnTo>
                  <a:lnTo>
                    <a:pt x="252021" y="23141"/>
                  </a:lnTo>
                  <a:lnTo>
                    <a:pt x="247429" y="20532"/>
                  </a:lnTo>
                  <a:lnTo>
                    <a:pt x="242757" y="1807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720" y="5018213"/>
              <a:ext cx="75597" cy="167167"/>
            </a:xfrm>
            <a:custGeom>
              <a:avLst/>
              <a:pathLst>
                <a:path w="75597" h="167167">
                  <a:moveTo>
                    <a:pt x="75597" y="18070"/>
                  </a:moveTo>
                  <a:lnTo>
                    <a:pt x="70167" y="15439"/>
                  </a:lnTo>
                  <a:lnTo>
                    <a:pt x="64645" y="13005"/>
                  </a:lnTo>
                  <a:lnTo>
                    <a:pt x="59040" y="10773"/>
                  </a:lnTo>
                  <a:lnTo>
                    <a:pt x="53357" y="8744"/>
                  </a:lnTo>
                  <a:lnTo>
                    <a:pt x="47605" y="6921"/>
                  </a:lnTo>
                  <a:lnTo>
                    <a:pt x="41791" y="5308"/>
                  </a:lnTo>
                  <a:lnTo>
                    <a:pt x="35922" y="3905"/>
                  </a:lnTo>
                  <a:lnTo>
                    <a:pt x="30007" y="2715"/>
                  </a:lnTo>
                  <a:lnTo>
                    <a:pt x="24053" y="1739"/>
                  </a:lnTo>
                  <a:lnTo>
                    <a:pt x="18067" y="979"/>
                  </a:lnTo>
                  <a:lnTo>
                    <a:pt x="12057" y="435"/>
                  </a:lnTo>
                  <a:lnTo>
                    <a:pt x="6032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8033" y="5269756"/>
              <a:ext cx="166467" cy="167167"/>
            </a:xfrm>
            <a:custGeom>
              <a:avLst/>
              <a:pathLst>
                <a:path w="166467" h="167167">
                  <a:moveTo>
                    <a:pt x="166467" y="0"/>
                  </a:moveTo>
                  <a:lnTo>
                    <a:pt x="161092" y="86"/>
                  </a:lnTo>
                  <a:lnTo>
                    <a:pt x="155723" y="345"/>
                  </a:lnTo>
                  <a:lnTo>
                    <a:pt x="150365" y="777"/>
                  </a:lnTo>
                  <a:lnTo>
                    <a:pt x="145023" y="1381"/>
                  </a:lnTo>
                  <a:lnTo>
                    <a:pt x="139704" y="2156"/>
                  </a:lnTo>
                  <a:lnTo>
                    <a:pt x="134412" y="3102"/>
                  </a:lnTo>
                  <a:lnTo>
                    <a:pt x="129154" y="4217"/>
                  </a:lnTo>
                  <a:lnTo>
                    <a:pt x="123934" y="5501"/>
                  </a:lnTo>
                  <a:lnTo>
                    <a:pt x="118758" y="6952"/>
                  </a:lnTo>
                  <a:lnTo>
                    <a:pt x="113631" y="8569"/>
                  </a:lnTo>
                  <a:lnTo>
                    <a:pt x="108559" y="10350"/>
                  </a:lnTo>
                  <a:lnTo>
                    <a:pt x="103547" y="12293"/>
                  </a:lnTo>
                  <a:lnTo>
                    <a:pt x="98600" y="14396"/>
                  </a:lnTo>
                  <a:lnTo>
                    <a:pt x="93723" y="16657"/>
                  </a:lnTo>
                  <a:lnTo>
                    <a:pt x="88922" y="19074"/>
                  </a:lnTo>
                  <a:lnTo>
                    <a:pt x="84200" y="21643"/>
                  </a:lnTo>
                  <a:lnTo>
                    <a:pt x="79564" y="24364"/>
                  </a:lnTo>
                  <a:lnTo>
                    <a:pt x="75017" y="27232"/>
                  </a:lnTo>
                  <a:lnTo>
                    <a:pt x="70565" y="30244"/>
                  </a:lnTo>
                  <a:lnTo>
                    <a:pt x="66213" y="33399"/>
                  </a:lnTo>
                  <a:lnTo>
                    <a:pt x="61963" y="36691"/>
                  </a:lnTo>
                  <a:lnTo>
                    <a:pt x="57822" y="40119"/>
                  </a:lnTo>
                  <a:lnTo>
                    <a:pt x="53794" y="43678"/>
                  </a:lnTo>
                  <a:lnTo>
                    <a:pt x="49881" y="47364"/>
                  </a:lnTo>
                  <a:lnTo>
                    <a:pt x="46090" y="51175"/>
                  </a:lnTo>
                  <a:lnTo>
                    <a:pt x="42423" y="55105"/>
                  </a:lnTo>
                  <a:lnTo>
                    <a:pt x="38884" y="59151"/>
                  </a:lnTo>
                  <a:lnTo>
                    <a:pt x="35477" y="63309"/>
                  </a:lnTo>
                  <a:lnTo>
                    <a:pt x="32205" y="67574"/>
                  </a:lnTo>
                  <a:lnTo>
                    <a:pt x="29072" y="71943"/>
                  </a:lnTo>
                  <a:lnTo>
                    <a:pt x="26082" y="76410"/>
                  </a:lnTo>
                  <a:lnTo>
                    <a:pt x="23236" y="80970"/>
                  </a:lnTo>
                  <a:lnTo>
                    <a:pt x="20539" y="85620"/>
                  </a:lnTo>
                  <a:lnTo>
                    <a:pt x="17992" y="90354"/>
                  </a:lnTo>
                  <a:lnTo>
                    <a:pt x="15599" y="95168"/>
                  </a:lnTo>
                  <a:lnTo>
                    <a:pt x="13363" y="100056"/>
                  </a:lnTo>
                  <a:lnTo>
                    <a:pt x="11284" y="105013"/>
                  </a:lnTo>
                  <a:lnTo>
                    <a:pt x="9366" y="110035"/>
                  </a:lnTo>
                  <a:lnTo>
                    <a:pt x="7610" y="115115"/>
                  </a:lnTo>
                  <a:lnTo>
                    <a:pt x="6019" y="120250"/>
                  </a:lnTo>
                  <a:lnTo>
                    <a:pt x="4593" y="125433"/>
                  </a:lnTo>
                  <a:lnTo>
                    <a:pt x="3335" y="130659"/>
                  </a:lnTo>
                  <a:lnTo>
                    <a:pt x="2245" y="135923"/>
                  </a:lnTo>
                  <a:lnTo>
                    <a:pt x="1326" y="141219"/>
                  </a:lnTo>
                  <a:lnTo>
                    <a:pt x="577" y="146543"/>
                  </a:lnTo>
                  <a:lnTo>
                    <a:pt x="0" y="151887"/>
                  </a:lnTo>
                  <a:lnTo>
                    <a:pt x="1664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797335" y="5269756"/>
              <a:ext cx="334321" cy="334329"/>
            </a:xfrm>
            <a:custGeom>
              <a:avLst/>
              <a:pathLst>
                <a:path w="334321" h="334329">
                  <a:moveTo>
                    <a:pt x="698" y="151887"/>
                  </a:moveTo>
                  <a:lnTo>
                    <a:pt x="296" y="157190"/>
                  </a:lnTo>
                  <a:lnTo>
                    <a:pt x="63" y="162503"/>
                  </a:lnTo>
                  <a:lnTo>
                    <a:pt x="0" y="167820"/>
                  </a:lnTo>
                  <a:lnTo>
                    <a:pt x="105" y="173137"/>
                  </a:lnTo>
                  <a:lnTo>
                    <a:pt x="379" y="178448"/>
                  </a:lnTo>
                  <a:lnTo>
                    <a:pt x="823" y="183748"/>
                  </a:lnTo>
                  <a:lnTo>
                    <a:pt x="1434" y="189031"/>
                  </a:lnTo>
                  <a:lnTo>
                    <a:pt x="2213" y="194291"/>
                  </a:lnTo>
                  <a:lnTo>
                    <a:pt x="3160" y="199524"/>
                  </a:lnTo>
                  <a:lnTo>
                    <a:pt x="4272" y="204725"/>
                  </a:lnTo>
                  <a:lnTo>
                    <a:pt x="5549" y="209887"/>
                  </a:lnTo>
                  <a:lnTo>
                    <a:pt x="6990" y="215007"/>
                  </a:lnTo>
                  <a:lnTo>
                    <a:pt x="8593" y="220077"/>
                  </a:lnTo>
                  <a:lnTo>
                    <a:pt x="10356" y="225095"/>
                  </a:lnTo>
                  <a:lnTo>
                    <a:pt x="12278" y="230053"/>
                  </a:lnTo>
                  <a:lnTo>
                    <a:pt x="14356" y="234948"/>
                  </a:lnTo>
                  <a:lnTo>
                    <a:pt x="16590" y="239774"/>
                  </a:lnTo>
                  <a:lnTo>
                    <a:pt x="18976" y="244527"/>
                  </a:lnTo>
                  <a:lnTo>
                    <a:pt x="21511" y="249202"/>
                  </a:lnTo>
                  <a:lnTo>
                    <a:pt x="24194" y="253794"/>
                  </a:lnTo>
                  <a:lnTo>
                    <a:pt x="27022" y="258297"/>
                  </a:lnTo>
                  <a:lnTo>
                    <a:pt x="29992" y="262709"/>
                  </a:lnTo>
                  <a:lnTo>
                    <a:pt x="33100" y="267024"/>
                  </a:lnTo>
                  <a:lnTo>
                    <a:pt x="36345" y="271238"/>
                  </a:lnTo>
                  <a:lnTo>
                    <a:pt x="39721" y="275347"/>
                  </a:lnTo>
                  <a:lnTo>
                    <a:pt x="43227" y="279346"/>
                  </a:lnTo>
                  <a:lnTo>
                    <a:pt x="46858" y="283231"/>
                  </a:lnTo>
                  <a:lnTo>
                    <a:pt x="50610" y="286999"/>
                  </a:lnTo>
                  <a:lnTo>
                    <a:pt x="54481" y="290646"/>
                  </a:lnTo>
                  <a:lnTo>
                    <a:pt x="58466" y="294168"/>
                  </a:lnTo>
                  <a:lnTo>
                    <a:pt x="62560" y="297561"/>
                  </a:lnTo>
                  <a:lnTo>
                    <a:pt x="66761" y="300823"/>
                  </a:lnTo>
                  <a:lnTo>
                    <a:pt x="71063" y="303949"/>
                  </a:lnTo>
                  <a:lnTo>
                    <a:pt x="75463" y="306937"/>
                  </a:lnTo>
                  <a:lnTo>
                    <a:pt x="79955" y="309783"/>
                  </a:lnTo>
                  <a:lnTo>
                    <a:pt x="84536" y="312485"/>
                  </a:lnTo>
                  <a:lnTo>
                    <a:pt x="89200" y="315039"/>
                  </a:lnTo>
                  <a:lnTo>
                    <a:pt x="93943" y="317445"/>
                  </a:lnTo>
                  <a:lnTo>
                    <a:pt x="98760" y="319698"/>
                  </a:lnTo>
                  <a:lnTo>
                    <a:pt x="103647" y="321796"/>
                  </a:lnTo>
                  <a:lnTo>
                    <a:pt x="108597" y="323739"/>
                  </a:lnTo>
                  <a:lnTo>
                    <a:pt x="113607" y="325522"/>
                  </a:lnTo>
                  <a:lnTo>
                    <a:pt x="118671" y="327146"/>
                  </a:lnTo>
                  <a:lnTo>
                    <a:pt x="123785" y="328607"/>
                  </a:lnTo>
                  <a:lnTo>
                    <a:pt x="128942" y="329906"/>
                  </a:lnTo>
                  <a:lnTo>
                    <a:pt x="134138" y="331039"/>
                  </a:lnTo>
                  <a:lnTo>
                    <a:pt x="139367" y="332007"/>
                  </a:lnTo>
                  <a:lnTo>
                    <a:pt x="144624" y="332808"/>
                  </a:lnTo>
                  <a:lnTo>
                    <a:pt x="149905" y="333441"/>
                  </a:lnTo>
                  <a:lnTo>
                    <a:pt x="155202" y="333906"/>
                  </a:lnTo>
                  <a:lnTo>
                    <a:pt x="160512" y="334202"/>
                  </a:lnTo>
                  <a:lnTo>
                    <a:pt x="165829" y="334329"/>
                  </a:lnTo>
                  <a:lnTo>
                    <a:pt x="171146" y="334287"/>
                  </a:lnTo>
                  <a:lnTo>
                    <a:pt x="176460" y="334076"/>
                  </a:lnTo>
                  <a:lnTo>
                    <a:pt x="181765" y="333696"/>
                  </a:lnTo>
                  <a:lnTo>
                    <a:pt x="187054" y="333147"/>
                  </a:lnTo>
                  <a:lnTo>
                    <a:pt x="192324" y="332430"/>
                  </a:lnTo>
                  <a:lnTo>
                    <a:pt x="197568" y="331547"/>
                  </a:lnTo>
                  <a:lnTo>
                    <a:pt x="202781" y="330496"/>
                  </a:lnTo>
                  <a:lnTo>
                    <a:pt x="207959" y="329281"/>
                  </a:lnTo>
                  <a:lnTo>
                    <a:pt x="213095" y="327901"/>
                  </a:lnTo>
                  <a:lnTo>
                    <a:pt x="218184" y="326359"/>
                  </a:lnTo>
                  <a:lnTo>
                    <a:pt x="223222" y="324655"/>
                  </a:lnTo>
                  <a:lnTo>
                    <a:pt x="228203" y="322793"/>
                  </a:lnTo>
                  <a:lnTo>
                    <a:pt x="233122" y="320772"/>
                  </a:lnTo>
                  <a:lnTo>
                    <a:pt x="237975" y="318597"/>
                  </a:lnTo>
                  <a:lnTo>
                    <a:pt x="242756" y="316268"/>
                  </a:lnTo>
                  <a:lnTo>
                    <a:pt x="247461" y="313788"/>
                  </a:lnTo>
                  <a:lnTo>
                    <a:pt x="252084" y="311160"/>
                  </a:lnTo>
                  <a:lnTo>
                    <a:pt x="256621" y="308386"/>
                  </a:lnTo>
                  <a:lnTo>
                    <a:pt x="261068" y="305469"/>
                  </a:lnTo>
                  <a:lnTo>
                    <a:pt x="265419" y="302412"/>
                  </a:lnTo>
                  <a:lnTo>
                    <a:pt x="269672" y="299218"/>
                  </a:lnTo>
                  <a:lnTo>
                    <a:pt x="273820" y="295891"/>
                  </a:lnTo>
                  <a:lnTo>
                    <a:pt x="277861" y="292433"/>
                  </a:lnTo>
                  <a:lnTo>
                    <a:pt x="281789" y="288849"/>
                  </a:lnTo>
                  <a:lnTo>
                    <a:pt x="285602" y="285141"/>
                  </a:lnTo>
                  <a:lnTo>
                    <a:pt x="289294" y="281314"/>
                  </a:lnTo>
                  <a:lnTo>
                    <a:pt x="292863" y="277371"/>
                  </a:lnTo>
                  <a:lnTo>
                    <a:pt x="296305" y="273317"/>
                  </a:lnTo>
                  <a:lnTo>
                    <a:pt x="299616" y="269156"/>
                  </a:lnTo>
                  <a:lnTo>
                    <a:pt x="302794" y="264891"/>
                  </a:lnTo>
                  <a:lnTo>
                    <a:pt x="305833" y="260528"/>
                  </a:lnTo>
                  <a:lnTo>
                    <a:pt x="308733" y="256070"/>
                  </a:lnTo>
                  <a:lnTo>
                    <a:pt x="311489" y="251521"/>
                  </a:lnTo>
                  <a:lnTo>
                    <a:pt x="314099" y="246888"/>
                  </a:lnTo>
                  <a:lnTo>
                    <a:pt x="316561" y="242174"/>
                  </a:lnTo>
                  <a:lnTo>
                    <a:pt x="318871" y="237384"/>
                  </a:lnTo>
                  <a:lnTo>
                    <a:pt x="321028" y="232523"/>
                  </a:lnTo>
                  <a:lnTo>
                    <a:pt x="323029" y="227596"/>
                  </a:lnTo>
                  <a:lnTo>
                    <a:pt x="324872" y="222607"/>
                  </a:lnTo>
                  <a:lnTo>
                    <a:pt x="326556" y="217563"/>
                  </a:lnTo>
                  <a:lnTo>
                    <a:pt x="328078" y="212467"/>
                  </a:lnTo>
                  <a:lnTo>
                    <a:pt x="329438" y="207326"/>
                  </a:lnTo>
                  <a:lnTo>
                    <a:pt x="330633" y="202144"/>
                  </a:lnTo>
                  <a:lnTo>
                    <a:pt x="331663" y="196927"/>
                  </a:lnTo>
                  <a:lnTo>
                    <a:pt x="332526" y="191679"/>
                  </a:lnTo>
                  <a:lnTo>
                    <a:pt x="333222" y="186407"/>
                  </a:lnTo>
                  <a:lnTo>
                    <a:pt x="333750" y="181115"/>
                  </a:lnTo>
                  <a:lnTo>
                    <a:pt x="334110" y="175809"/>
                  </a:lnTo>
                  <a:lnTo>
                    <a:pt x="334300" y="170494"/>
                  </a:lnTo>
                  <a:lnTo>
                    <a:pt x="334321" y="165176"/>
                  </a:lnTo>
                  <a:lnTo>
                    <a:pt x="334173" y="159860"/>
                  </a:lnTo>
                  <a:lnTo>
                    <a:pt x="333856" y="154552"/>
                  </a:lnTo>
                  <a:lnTo>
                    <a:pt x="333371" y="149256"/>
                  </a:lnTo>
                  <a:lnTo>
                    <a:pt x="332717" y="143978"/>
                  </a:lnTo>
                  <a:lnTo>
                    <a:pt x="331896" y="138724"/>
                  </a:lnTo>
                  <a:lnTo>
                    <a:pt x="330908" y="133499"/>
                  </a:lnTo>
                  <a:lnTo>
                    <a:pt x="329754" y="128307"/>
                  </a:lnTo>
                  <a:lnTo>
                    <a:pt x="328435" y="123155"/>
                  </a:lnTo>
                  <a:lnTo>
                    <a:pt x="326954" y="118048"/>
                  </a:lnTo>
                  <a:lnTo>
                    <a:pt x="325311" y="112990"/>
                  </a:lnTo>
                  <a:lnTo>
                    <a:pt x="323507" y="107987"/>
                  </a:lnTo>
                  <a:lnTo>
                    <a:pt x="321546" y="103044"/>
                  </a:lnTo>
                  <a:lnTo>
                    <a:pt x="319428" y="98166"/>
                  </a:lnTo>
                  <a:lnTo>
                    <a:pt x="317156" y="93357"/>
                  </a:lnTo>
                  <a:lnTo>
                    <a:pt x="314732" y="88624"/>
                  </a:lnTo>
                  <a:lnTo>
                    <a:pt x="312159" y="83970"/>
                  </a:lnTo>
                  <a:lnTo>
                    <a:pt x="309439" y="79400"/>
                  </a:lnTo>
                  <a:lnTo>
                    <a:pt x="306576" y="74918"/>
                  </a:lnTo>
                  <a:lnTo>
                    <a:pt x="303571" y="70531"/>
                  </a:lnTo>
                  <a:lnTo>
                    <a:pt x="300428" y="66241"/>
                  </a:lnTo>
                  <a:lnTo>
                    <a:pt x="297150" y="62053"/>
                  </a:lnTo>
                  <a:lnTo>
                    <a:pt x="293741" y="57971"/>
                  </a:lnTo>
                  <a:lnTo>
                    <a:pt x="290203" y="54000"/>
                  </a:lnTo>
                  <a:lnTo>
                    <a:pt x="286542" y="50144"/>
                  </a:lnTo>
                  <a:lnTo>
                    <a:pt x="282759" y="46406"/>
                  </a:lnTo>
                  <a:lnTo>
                    <a:pt x="278859" y="42790"/>
                  </a:lnTo>
                  <a:lnTo>
                    <a:pt x="274846" y="39300"/>
                  </a:lnTo>
                  <a:lnTo>
                    <a:pt x="270725" y="35940"/>
                  </a:lnTo>
                  <a:lnTo>
                    <a:pt x="266498" y="32712"/>
                  </a:lnTo>
                  <a:lnTo>
                    <a:pt x="262171" y="29621"/>
                  </a:lnTo>
                  <a:lnTo>
                    <a:pt x="257748" y="26668"/>
                  </a:lnTo>
                  <a:lnTo>
                    <a:pt x="253233" y="23858"/>
                  </a:lnTo>
                  <a:lnTo>
                    <a:pt x="248631" y="21193"/>
                  </a:lnTo>
                  <a:lnTo>
                    <a:pt x="243946" y="18676"/>
                  </a:lnTo>
                  <a:lnTo>
                    <a:pt x="239184" y="16308"/>
                  </a:lnTo>
                  <a:lnTo>
                    <a:pt x="234349" y="14094"/>
                  </a:lnTo>
                  <a:lnTo>
                    <a:pt x="229446" y="12034"/>
                  </a:lnTo>
                  <a:lnTo>
                    <a:pt x="224480" y="10132"/>
                  </a:lnTo>
                  <a:lnTo>
                    <a:pt x="219456" y="8388"/>
                  </a:lnTo>
                  <a:lnTo>
                    <a:pt x="214379" y="6805"/>
                  </a:lnTo>
                  <a:lnTo>
                    <a:pt x="209254" y="5385"/>
                  </a:lnTo>
                  <a:lnTo>
                    <a:pt x="204087" y="4128"/>
                  </a:lnTo>
                  <a:lnTo>
                    <a:pt x="198882" y="3036"/>
                  </a:lnTo>
                  <a:lnTo>
                    <a:pt x="193645" y="2110"/>
                  </a:lnTo>
                  <a:lnTo>
                    <a:pt x="188381" y="1351"/>
                  </a:lnTo>
                  <a:lnTo>
                    <a:pt x="183096" y="760"/>
                  </a:lnTo>
                  <a:lnTo>
                    <a:pt x="177795" y="338"/>
                  </a:lnTo>
                  <a:lnTo>
                    <a:pt x="172483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1492" y="5399291"/>
              <a:ext cx="4723" cy="167167"/>
            </a:xfrm>
            <a:custGeom>
              <a:avLst/>
              <a:pathLst>
                <a:path w="4723" h="167167">
                  <a:moveTo>
                    <a:pt x="4723" y="0"/>
                  </a:moveTo>
                  <a:lnTo>
                    <a:pt x="0" y="66"/>
                  </a:lnTo>
                  <a:lnTo>
                    <a:pt x="472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1492" y="5399358"/>
              <a:ext cx="4723" cy="167100"/>
            </a:xfrm>
            <a:custGeom>
              <a:avLst/>
              <a:pathLst>
                <a:path w="4723" h="167100">
                  <a:moveTo>
                    <a:pt x="0" y="0"/>
                  </a:moveTo>
                  <a:lnTo>
                    <a:pt x="4723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1492" y="5399358"/>
              <a:ext cx="4723" cy="167100"/>
            </a:xfrm>
            <a:custGeom>
              <a:avLst/>
              <a:pathLst>
                <a:path w="4723" h="167100">
                  <a:moveTo>
                    <a:pt x="0" y="0"/>
                  </a:moveTo>
                  <a:lnTo>
                    <a:pt x="4723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1492" y="5399358"/>
              <a:ext cx="4723" cy="167100"/>
            </a:xfrm>
            <a:custGeom>
              <a:avLst/>
              <a:pathLst>
                <a:path w="4723" h="167100">
                  <a:moveTo>
                    <a:pt x="0" y="0"/>
                  </a:moveTo>
                  <a:lnTo>
                    <a:pt x="4723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1492" y="5399358"/>
              <a:ext cx="4723" cy="167100"/>
            </a:xfrm>
            <a:custGeom>
              <a:avLst/>
              <a:pathLst>
                <a:path w="4723" h="167100">
                  <a:moveTo>
                    <a:pt x="0" y="0"/>
                  </a:moveTo>
                  <a:lnTo>
                    <a:pt x="4723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1492" y="5399358"/>
              <a:ext cx="4723" cy="167100"/>
            </a:xfrm>
            <a:custGeom>
              <a:avLst/>
              <a:pathLst>
                <a:path w="4723" h="167100">
                  <a:moveTo>
                    <a:pt x="0" y="0"/>
                  </a:moveTo>
                  <a:lnTo>
                    <a:pt x="4723" y="1671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1492" y="5399358"/>
              <a:ext cx="4723" cy="167100"/>
            </a:xfrm>
            <a:custGeom>
              <a:avLst/>
              <a:pathLst>
                <a:path w="4723" h="167100">
                  <a:moveTo>
                    <a:pt x="0" y="0"/>
                  </a:moveTo>
                  <a:lnTo>
                    <a:pt x="4723" y="1671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319055" y="5399358"/>
              <a:ext cx="334326" cy="334260"/>
            </a:xfrm>
            <a:custGeom>
              <a:avLst/>
              <a:pathLst>
                <a:path w="334326" h="334260">
                  <a:moveTo>
                    <a:pt x="162436" y="0"/>
                  </a:moveTo>
                  <a:lnTo>
                    <a:pt x="157147" y="233"/>
                  </a:lnTo>
                  <a:lnTo>
                    <a:pt x="151868" y="634"/>
                  </a:lnTo>
                  <a:lnTo>
                    <a:pt x="146604" y="1201"/>
                  </a:lnTo>
                  <a:lnTo>
                    <a:pt x="141361" y="1936"/>
                  </a:lnTo>
                  <a:lnTo>
                    <a:pt x="136143" y="2835"/>
                  </a:lnTo>
                  <a:lnTo>
                    <a:pt x="130957" y="3900"/>
                  </a:lnTo>
                  <a:lnTo>
                    <a:pt x="125807" y="5128"/>
                  </a:lnTo>
                  <a:lnTo>
                    <a:pt x="120699" y="6519"/>
                  </a:lnTo>
                  <a:lnTo>
                    <a:pt x="115637" y="8071"/>
                  </a:lnTo>
                  <a:lnTo>
                    <a:pt x="110626" y="9782"/>
                  </a:lnTo>
                  <a:lnTo>
                    <a:pt x="105673" y="11651"/>
                  </a:lnTo>
                  <a:lnTo>
                    <a:pt x="100781" y="13676"/>
                  </a:lnTo>
                  <a:lnTo>
                    <a:pt x="95956" y="15855"/>
                  </a:lnTo>
                  <a:lnTo>
                    <a:pt x="91202" y="18186"/>
                  </a:lnTo>
                  <a:lnTo>
                    <a:pt x="86524" y="20666"/>
                  </a:lnTo>
                  <a:lnTo>
                    <a:pt x="81928" y="23293"/>
                  </a:lnTo>
                  <a:lnTo>
                    <a:pt x="77416" y="26064"/>
                  </a:lnTo>
                  <a:lnTo>
                    <a:pt x="72995" y="28977"/>
                  </a:lnTo>
                  <a:lnTo>
                    <a:pt x="68668" y="32028"/>
                  </a:lnTo>
                  <a:lnTo>
                    <a:pt x="64440" y="35215"/>
                  </a:lnTo>
                  <a:lnTo>
                    <a:pt x="60315" y="38534"/>
                  </a:lnTo>
                  <a:lnTo>
                    <a:pt x="56298" y="41982"/>
                  </a:lnTo>
                  <a:lnTo>
                    <a:pt x="52391" y="45555"/>
                  </a:lnTo>
                  <a:lnTo>
                    <a:pt x="48599" y="49251"/>
                  </a:lnTo>
                  <a:lnTo>
                    <a:pt x="44927" y="53064"/>
                  </a:lnTo>
                  <a:lnTo>
                    <a:pt x="41377" y="56992"/>
                  </a:lnTo>
                  <a:lnTo>
                    <a:pt x="37953" y="61031"/>
                  </a:lnTo>
                  <a:lnTo>
                    <a:pt x="34659" y="65176"/>
                  </a:lnTo>
                  <a:lnTo>
                    <a:pt x="31498" y="69423"/>
                  </a:lnTo>
                  <a:lnTo>
                    <a:pt x="28473" y="73768"/>
                  </a:lnTo>
                  <a:lnTo>
                    <a:pt x="25587" y="78207"/>
                  </a:lnTo>
                  <a:lnTo>
                    <a:pt x="22843" y="82734"/>
                  </a:lnTo>
                  <a:lnTo>
                    <a:pt x="20243" y="87347"/>
                  </a:lnTo>
                  <a:lnTo>
                    <a:pt x="17791" y="92039"/>
                  </a:lnTo>
                  <a:lnTo>
                    <a:pt x="15489" y="96807"/>
                  </a:lnTo>
                  <a:lnTo>
                    <a:pt x="13339" y="101645"/>
                  </a:lnTo>
                  <a:lnTo>
                    <a:pt x="11344" y="106549"/>
                  </a:lnTo>
                  <a:lnTo>
                    <a:pt x="9504" y="111514"/>
                  </a:lnTo>
                  <a:lnTo>
                    <a:pt x="7823" y="116534"/>
                  </a:lnTo>
                  <a:lnTo>
                    <a:pt x="6302" y="121605"/>
                  </a:lnTo>
                  <a:lnTo>
                    <a:pt x="4942" y="126722"/>
                  </a:lnTo>
                  <a:lnTo>
                    <a:pt x="3745" y="131880"/>
                  </a:lnTo>
                  <a:lnTo>
                    <a:pt x="2711" y="137072"/>
                  </a:lnTo>
                  <a:lnTo>
                    <a:pt x="1843" y="142295"/>
                  </a:lnTo>
                  <a:lnTo>
                    <a:pt x="1140" y="147543"/>
                  </a:lnTo>
                  <a:lnTo>
                    <a:pt x="604" y="152810"/>
                  </a:lnTo>
                  <a:lnTo>
                    <a:pt x="235" y="158091"/>
                  </a:lnTo>
                  <a:lnTo>
                    <a:pt x="33" y="163382"/>
                  </a:lnTo>
                  <a:lnTo>
                    <a:pt x="0" y="168676"/>
                  </a:lnTo>
                  <a:lnTo>
                    <a:pt x="133" y="173969"/>
                  </a:lnTo>
                  <a:lnTo>
                    <a:pt x="435" y="179255"/>
                  </a:lnTo>
                  <a:lnTo>
                    <a:pt x="903" y="184529"/>
                  </a:lnTo>
                  <a:lnTo>
                    <a:pt x="1538" y="189785"/>
                  </a:lnTo>
                  <a:lnTo>
                    <a:pt x="2340" y="195018"/>
                  </a:lnTo>
                  <a:lnTo>
                    <a:pt x="3307" y="200224"/>
                  </a:lnTo>
                  <a:lnTo>
                    <a:pt x="4438" y="205396"/>
                  </a:lnTo>
                  <a:lnTo>
                    <a:pt x="5732" y="210530"/>
                  </a:lnTo>
                  <a:lnTo>
                    <a:pt x="7188" y="215620"/>
                  </a:lnTo>
                  <a:lnTo>
                    <a:pt x="8805" y="220661"/>
                  </a:lnTo>
                  <a:lnTo>
                    <a:pt x="10581" y="225649"/>
                  </a:lnTo>
                  <a:lnTo>
                    <a:pt x="12513" y="230578"/>
                  </a:lnTo>
                  <a:lnTo>
                    <a:pt x="14601" y="235444"/>
                  </a:lnTo>
                  <a:lnTo>
                    <a:pt x="16842" y="240241"/>
                  </a:lnTo>
                  <a:lnTo>
                    <a:pt x="19233" y="244964"/>
                  </a:lnTo>
                  <a:lnTo>
                    <a:pt x="21773" y="249609"/>
                  </a:lnTo>
                  <a:lnTo>
                    <a:pt x="24459" y="254172"/>
                  </a:lnTo>
                  <a:lnTo>
                    <a:pt x="27288" y="258647"/>
                  </a:lnTo>
                  <a:lnTo>
                    <a:pt x="30257" y="263031"/>
                  </a:lnTo>
                  <a:lnTo>
                    <a:pt x="33364" y="267318"/>
                  </a:lnTo>
                  <a:lnTo>
                    <a:pt x="36604" y="271505"/>
                  </a:lnTo>
                  <a:lnTo>
                    <a:pt x="39976" y="275587"/>
                  </a:lnTo>
                  <a:lnTo>
                    <a:pt x="43475" y="279560"/>
                  </a:lnTo>
                  <a:lnTo>
                    <a:pt x="47099" y="283420"/>
                  </a:lnTo>
                  <a:lnTo>
                    <a:pt x="50843" y="287164"/>
                  </a:lnTo>
                  <a:lnTo>
                    <a:pt x="54703" y="290787"/>
                  </a:lnTo>
                  <a:lnTo>
                    <a:pt x="58676" y="294286"/>
                  </a:lnTo>
                  <a:lnTo>
                    <a:pt x="62758" y="297658"/>
                  </a:lnTo>
                  <a:lnTo>
                    <a:pt x="66945" y="300899"/>
                  </a:lnTo>
                  <a:lnTo>
                    <a:pt x="71233" y="304005"/>
                  </a:lnTo>
                  <a:lnTo>
                    <a:pt x="75616" y="306974"/>
                  </a:lnTo>
                  <a:lnTo>
                    <a:pt x="80091" y="309803"/>
                  </a:lnTo>
                  <a:lnTo>
                    <a:pt x="84654" y="312489"/>
                  </a:lnTo>
                  <a:lnTo>
                    <a:pt x="89300" y="315029"/>
                  </a:lnTo>
                  <a:lnTo>
                    <a:pt x="94023" y="317420"/>
                  </a:lnTo>
                  <a:lnTo>
                    <a:pt x="98820" y="319661"/>
                  </a:lnTo>
                  <a:lnTo>
                    <a:pt x="103686" y="321748"/>
                  </a:lnTo>
                  <a:lnTo>
                    <a:pt x="108615" y="323681"/>
                  </a:lnTo>
                  <a:lnTo>
                    <a:pt x="113603" y="325456"/>
                  </a:lnTo>
                  <a:lnTo>
                    <a:pt x="118644" y="327073"/>
                  </a:lnTo>
                  <a:lnTo>
                    <a:pt x="123735" y="328529"/>
                  </a:lnTo>
                  <a:lnTo>
                    <a:pt x="128868" y="329823"/>
                  </a:lnTo>
                  <a:lnTo>
                    <a:pt x="134041" y="330954"/>
                  </a:lnTo>
                  <a:lnTo>
                    <a:pt x="139246" y="331921"/>
                  </a:lnTo>
                  <a:lnTo>
                    <a:pt x="144479" y="332722"/>
                  </a:lnTo>
                  <a:lnTo>
                    <a:pt x="149736" y="333357"/>
                  </a:lnTo>
                  <a:lnTo>
                    <a:pt x="155009" y="333826"/>
                  </a:lnTo>
                  <a:lnTo>
                    <a:pt x="160295" y="334127"/>
                  </a:lnTo>
                  <a:lnTo>
                    <a:pt x="165588" y="334260"/>
                  </a:lnTo>
                  <a:lnTo>
                    <a:pt x="170882" y="334226"/>
                  </a:lnTo>
                  <a:lnTo>
                    <a:pt x="176173" y="334024"/>
                  </a:lnTo>
                  <a:lnTo>
                    <a:pt x="181454" y="333655"/>
                  </a:lnTo>
                  <a:lnTo>
                    <a:pt x="186722" y="333119"/>
                  </a:lnTo>
                  <a:lnTo>
                    <a:pt x="191969" y="332416"/>
                  </a:lnTo>
                  <a:lnTo>
                    <a:pt x="197192" y="331548"/>
                  </a:lnTo>
                  <a:lnTo>
                    <a:pt x="202385" y="330514"/>
                  </a:lnTo>
                  <a:lnTo>
                    <a:pt x="207542" y="329317"/>
                  </a:lnTo>
                  <a:lnTo>
                    <a:pt x="212659" y="327957"/>
                  </a:lnTo>
                  <a:lnTo>
                    <a:pt x="217730" y="326435"/>
                  </a:lnTo>
                  <a:lnTo>
                    <a:pt x="222750" y="324754"/>
                  </a:lnTo>
                  <a:lnTo>
                    <a:pt x="227715" y="322914"/>
                  </a:lnTo>
                  <a:lnTo>
                    <a:pt x="232619" y="320919"/>
                  </a:lnTo>
                  <a:lnTo>
                    <a:pt x="237457" y="318768"/>
                  </a:lnTo>
                  <a:lnTo>
                    <a:pt x="242224" y="316466"/>
                  </a:lnTo>
                  <a:lnTo>
                    <a:pt x="246917" y="314014"/>
                  </a:lnTo>
                  <a:lnTo>
                    <a:pt x="251529" y="311415"/>
                  </a:lnTo>
                  <a:lnTo>
                    <a:pt x="256057" y="308671"/>
                  </a:lnTo>
                  <a:lnTo>
                    <a:pt x="260496" y="305784"/>
                  </a:lnTo>
                  <a:lnTo>
                    <a:pt x="264841" y="302759"/>
                  </a:lnTo>
                  <a:lnTo>
                    <a:pt x="269088" y="299598"/>
                  </a:lnTo>
                  <a:lnTo>
                    <a:pt x="273232" y="296304"/>
                  </a:lnTo>
                  <a:lnTo>
                    <a:pt x="277271" y="292880"/>
                  </a:lnTo>
                  <a:lnTo>
                    <a:pt x="281199" y="289330"/>
                  </a:lnTo>
                  <a:lnTo>
                    <a:pt x="285012" y="285657"/>
                  </a:lnTo>
                  <a:lnTo>
                    <a:pt x="288707" y="281865"/>
                  </a:lnTo>
                  <a:lnTo>
                    <a:pt x="292281" y="277959"/>
                  </a:lnTo>
                  <a:lnTo>
                    <a:pt x="295729" y="273941"/>
                  </a:lnTo>
                  <a:lnTo>
                    <a:pt x="299047" y="269816"/>
                  </a:lnTo>
                  <a:lnTo>
                    <a:pt x="302234" y="265588"/>
                  </a:lnTo>
                  <a:lnTo>
                    <a:pt x="305285" y="261261"/>
                  </a:lnTo>
                  <a:lnTo>
                    <a:pt x="308198" y="256840"/>
                  </a:lnTo>
                  <a:lnTo>
                    <a:pt x="310969" y="252328"/>
                  </a:lnTo>
                  <a:lnTo>
                    <a:pt x="313596" y="247731"/>
                  </a:lnTo>
                  <a:lnTo>
                    <a:pt x="316076" y="243054"/>
                  </a:lnTo>
                  <a:lnTo>
                    <a:pt x="318406" y="238300"/>
                  </a:lnTo>
                  <a:lnTo>
                    <a:pt x="320585" y="233475"/>
                  </a:lnTo>
                  <a:lnTo>
                    <a:pt x="322610" y="228583"/>
                  </a:lnTo>
                  <a:lnTo>
                    <a:pt x="324479" y="223629"/>
                  </a:lnTo>
                  <a:lnTo>
                    <a:pt x="326190" y="218619"/>
                  </a:lnTo>
                  <a:lnTo>
                    <a:pt x="327742" y="213557"/>
                  </a:lnTo>
                  <a:lnTo>
                    <a:pt x="329133" y="208448"/>
                  </a:lnTo>
                  <a:lnTo>
                    <a:pt x="330361" y="203298"/>
                  </a:lnTo>
                  <a:lnTo>
                    <a:pt x="331425" y="198112"/>
                  </a:lnTo>
                  <a:lnTo>
                    <a:pt x="332325" y="192895"/>
                  </a:lnTo>
                  <a:lnTo>
                    <a:pt x="333059" y="187651"/>
                  </a:lnTo>
                  <a:lnTo>
                    <a:pt x="333627" y="182387"/>
                  </a:lnTo>
                  <a:lnTo>
                    <a:pt x="334027" y="177108"/>
                  </a:lnTo>
                  <a:lnTo>
                    <a:pt x="334260" y="171819"/>
                  </a:lnTo>
                  <a:lnTo>
                    <a:pt x="334326" y="166525"/>
                  </a:lnTo>
                  <a:lnTo>
                    <a:pt x="334224" y="161231"/>
                  </a:lnTo>
                  <a:lnTo>
                    <a:pt x="333954" y="155944"/>
                  </a:lnTo>
                  <a:lnTo>
                    <a:pt x="333517" y="150667"/>
                  </a:lnTo>
                  <a:lnTo>
                    <a:pt x="332913" y="145407"/>
                  </a:lnTo>
                  <a:lnTo>
                    <a:pt x="332143" y="140169"/>
                  </a:lnTo>
                  <a:lnTo>
                    <a:pt x="331208" y="134958"/>
                  </a:lnTo>
                  <a:lnTo>
                    <a:pt x="330108" y="129779"/>
                  </a:lnTo>
                  <a:lnTo>
                    <a:pt x="328844" y="124638"/>
                  </a:lnTo>
                  <a:lnTo>
                    <a:pt x="327418" y="119539"/>
                  </a:lnTo>
                  <a:lnTo>
                    <a:pt x="325832" y="114488"/>
                  </a:lnTo>
                  <a:lnTo>
                    <a:pt x="324086" y="109489"/>
                  </a:lnTo>
                  <a:lnTo>
                    <a:pt x="322183" y="104549"/>
                  </a:lnTo>
                  <a:lnTo>
                    <a:pt x="320124" y="99671"/>
                  </a:lnTo>
                  <a:lnTo>
                    <a:pt x="317912" y="94861"/>
                  </a:lnTo>
                  <a:lnTo>
                    <a:pt x="315549" y="90123"/>
                  </a:lnTo>
                  <a:lnTo>
                    <a:pt x="313037" y="85463"/>
                  </a:lnTo>
                  <a:lnTo>
                    <a:pt x="310379" y="80884"/>
                  </a:lnTo>
                  <a:lnTo>
                    <a:pt x="307577" y="76392"/>
                  </a:lnTo>
                  <a:lnTo>
                    <a:pt x="304634" y="71991"/>
                  </a:lnTo>
                  <a:lnTo>
                    <a:pt x="301553" y="67685"/>
                  </a:lnTo>
                  <a:lnTo>
                    <a:pt x="298337" y="63479"/>
                  </a:lnTo>
                  <a:lnTo>
                    <a:pt x="294990" y="59377"/>
                  </a:lnTo>
                  <a:lnTo>
                    <a:pt x="291514" y="55383"/>
                  </a:lnTo>
                  <a:lnTo>
                    <a:pt x="287914" y="51501"/>
                  </a:lnTo>
                  <a:lnTo>
                    <a:pt x="284193" y="47735"/>
                  </a:lnTo>
                  <a:lnTo>
                    <a:pt x="280354" y="44088"/>
                  </a:lnTo>
                  <a:lnTo>
                    <a:pt x="276402" y="40565"/>
                  </a:lnTo>
                  <a:lnTo>
                    <a:pt x="272340" y="37170"/>
                  </a:lnTo>
                  <a:lnTo>
                    <a:pt x="268173" y="33904"/>
                  </a:lnTo>
                  <a:lnTo>
                    <a:pt x="263904" y="30772"/>
                  </a:lnTo>
                  <a:lnTo>
                    <a:pt x="259538" y="27777"/>
                  </a:lnTo>
                  <a:lnTo>
                    <a:pt x="255080" y="24921"/>
                  </a:lnTo>
                  <a:lnTo>
                    <a:pt x="250534" y="22208"/>
                  </a:lnTo>
                  <a:lnTo>
                    <a:pt x="245903" y="19641"/>
                  </a:lnTo>
                  <a:lnTo>
                    <a:pt x="241194" y="17221"/>
                  </a:lnTo>
                  <a:lnTo>
                    <a:pt x="236411" y="14952"/>
                  </a:lnTo>
                  <a:lnTo>
                    <a:pt x="231558" y="12835"/>
                  </a:lnTo>
                  <a:lnTo>
                    <a:pt x="226640" y="10873"/>
                  </a:lnTo>
                  <a:lnTo>
                    <a:pt x="221663" y="9068"/>
                  </a:lnTo>
                  <a:lnTo>
                    <a:pt x="216631" y="7421"/>
                  </a:lnTo>
                  <a:lnTo>
                    <a:pt x="167160" y="1671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49471" cy="167167"/>
            </a:xfrm>
            <a:custGeom>
              <a:avLst/>
              <a:pathLst>
                <a:path w="49471" h="167167">
                  <a:moveTo>
                    <a:pt x="49471" y="7488"/>
                  </a:moveTo>
                  <a:lnTo>
                    <a:pt x="43441" y="5743"/>
                  </a:lnTo>
                  <a:lnTo>
                    <a:pt x="37350" y="4225"/>
                  </a:lnTo>
                  <a:lnTo>
                    <a:pt x="31205" y="2938"/>
                  </a:lnTo>
                  <a:lnTo>
                    <a:pt x="25017" y="1882"/>
                  </a:lnTo>
                  <a:lnTo>
                    <a:pt x="18794" y="1059"/>
                  </a:lnTo>
                  <a:lnTo>
                    <a:pt x="12544" y="471"/>
                  </a:lnTo>
                  <a:lnTo>
                    <a:pt x="6276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68207" y="5399291"/>
              <a:ext cx="55337" cy="167167"/>
            </a:xfrm>
            <a:custGeom>
              <a:avLst/>
              <a:pathLst>
                <a:path w="55337" h="167167">
                  <a:moveTo>
                    <a:pt x="55337" y="0"/>
                  </a:moveTo>
                  <a:lnTo>
                    <a:pt x="49071" y="117"/>
                  </a:lnTo>
                  <a:lnTo>
                    <a:pt x="42815" y="469"/>
                  </a:lnTo>
                  <a:lnTo>
                    <a:pt x="36576" y="1056"/>
                  </a:lnTo>
                  <a:lnTo>
                    <a:pt x="30363" y="1875"/>
                  </a:lnTo>
                  <a:lnTo>
                    <a:pt x="24186" y="2928"/>
                  </a:lnTo>
                  <a:lnTo>
                    <a:pt x="18052" y="4210"/>
                  </a:lnTo>
                  <a:lnTo>
                    <a:pt x="11971" y="5722"/>
                  </a:lnTo>
                  <a:lnTo>
                    <a:pt x="5950" y="7461"/>
                  </a:lnTo>
                  <a:lnTo>
                    <a:pt x="0" y="9424"/>
                  </a:lnTo>
                  <a:lnTo>
                    <a:pt x="5533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68207" y="5408716"/>
              <a:ext cx="55337" cy="157742"/>
            </a:xfrm>
            <a:custGeom>
              <a:avLst/>
              <a:pathLst>
                <a:path w="55337" h="157742">
                  <a:moveTo>
                    <a:pt x="0" y="0"/>
                  </a:moveTo>
                  <a:lnTo>
                    <a:pt x="55337" y="1577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68207" y="5408716"/>
              <a:ext cx="55337" cy="157742"/>
            </a:xfrm>
            <a:custGeom>
              <a:avLst/>
              <a:pathLst>
                <a:path w="55337" h="157742">
                  <a:moveTo>
                    <a:pt x="0" y="0"/>
                  </a:moveTo>
                  <a:lnTo>
                    <a:pt x="55337" y="1577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68207" y="5408716"/>
              <a:ext cx="55337" cy="157742"/>
            </a:xfrm>
            <a:custGeom>
              <a:avLst/>
              <a:pathLst>
                <a:path w="55337" h="157742">
                  <a:moveTo>
                    <a:pt x="0" y="0"/>
                  </a:moveTo>
                  <a:lnTo>
                    <a:pt x="55337" y="1577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68207" y="5408716"/>
              <a:ext cx="55337" cy="157742"/>
            </a:xfrm>
            <a:custGeom>
              <a:avLst/>
              <a:pathLst>
                <a:path w="55337" h="157742">
                  <a:moveTo>
                    <a:pt x="0" y="0"/>
                  </a:moveTo>
                  <a:lnTo>
                    <a:pt x="55337" y="1577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68207" y="5408716"/>
              <a:ext cx="55337" cy="157742"/>
            </a:xfrm>
            <a:custGeom>
              <a:avLst/>
              <a:pathLst>
                <a:path w="55337" h="157742">
                  <a:moveTo>
                    <a:pt x="0" y="0"/>
                  </a:moveTo>
                  <a:lnTo>
                    <a:pt x="55337" y="1577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856382" y="5408716"/>
              <a:ext cx="182723" cy="324909"/>
            </a:xfrm>
            <a:custGeom>
              <a:avLst/>
              <a:pathLst>
                <a:path w="182723" h="324909">
                  <a:moveTo>
                    <a:pt x="111824" y="0"/>
                  </a:moveTo>
                  <a:lnTo>
                    <a:pt x="106830" y="1841"/>
                  </a:lnTo>
                  <a:lnTo>
                    <a:pt x="101898" y="3841"/>
                  </a:lnTo>
                  <a:lnTo>
                    <a:pt x="97032" y="5996"/>
                  </a:lnTo>
                  <a:lnTo>
                    <a:pt x="92236" y="8306"/>
                  </a:lnTo>
                  <a:lnTo>
                    <a:pt x="87517" y="10767"/>
                  </a:lnTo>
                  <a:lnTo>
                    <a:pt x="82879" y="13377"/>
                  </a:lnTo>
                  <a:lnTo>
                    <a:pt x="78326" y="16133"/>
                  </a:lnTo>
                  <a:lnTo>
                    <a:pt x="73863" y="19033"/>
                  </a:lnTo>
                  <a:lnTo>
                    <a:pt x="69494" y="22073"/>
                  </a:lnTo>
                  <a:lnTo>
                    <a:pt x="65225" y="25251"/>
                  </a:lnTo>
                  <a:lnTo>
                    <a:pt x="61059" y="28563"/>
                  </a:lnTo>
                  <a:lnTo>
                    <a:pt x="57000" y="32006"/>
                  </a:lnTo>
                  <a:lnTo>
                    <a:pt x="53053" y="35577"/>
                  </a:lnTo>
                  <a:lnTo>
                    <a:pt x="49222" y="39272"/>
                  </a:lnTo>
                  <a:lnTo>
                    <a:pt x="45510" y="43086"/>
                  </a:lnTo>
                  <a:lnTo>
                    <a:pt x="41922" y="47017"/>
                  </a:lnTo>
                  <a:lnTo>
                    <a:pt x="38460" y="51060"/>
                  </a:lnTo>
                  <a:lnTo>
                    <a:pt x="35130" y="55211"/>
                  </a:lnTo>
                  <a:lnTo>
                    <a:pt x="31932" y="59466"/>
                  </a:lnTo>
                  <a:lnTo>
                    <a:pt x="28872" y="63821"/>
                  </a:lnTo>
                  <a:lnTo>
                    <a:pt x="25953" y="68271"/>
                  </a:lnTo>
                  <a:lnTo>
                    <a:pt x="23176" y="72812"/>
                  </a:lnTo>
                  <a:lnTo>
                    <a:pt x="20545" y="77438"/>
                  </a:lnTo>
                  <a:lnTo>
                    <a:pt x="18063" y="82146"/>
                  </a:lnTo>
                  <a:lnTo>
                    <a:pt x="15732" y="86931"/>
                  </a:lnTo>
                  <a:lnTo>
                    <a:pt x="13555" y="91788"/>
                  </a:lnTo>
                  <a:lnTo>
                    <a:pt x="11533" y="96711"/>
                  </a:lnTo>
                  <a:lnTo>
                    <a:pt x="9669" y="101696"/>
                  </a:lnTo>
                  <a:lnTo>
                    <a:pt x="7964" y="106739"/>
                  </a:lnTo>
                  <a:lnTo>
                    <a:pt x="6421" y="111832"/>
                  </a:lnTo>
                  <a:lnTo>
                    <a:pt x="5041" y="116973"/>
                  </a:lnTo>
                  <a:lnTo>
                    <a:pt x="3826" y="122154"/>
                  </a:lnTo>
                  <a:lnTo>
                    <a:pt x="2776" y="127372"/>
                  </a:lnTo>
                  <a:lnTo>
                    <a:pt x="1892" y="132621"/>
                  </a:lnTo>
                  <a:lnTo>
                    <a:pt x="1176" y="137895"/>
                  </a:lnTo>
                  <a:lnTo>
                    <a:pt x="628" y="143189"/>
                  </a:lnTo>
                  <a:lnTo>
                    <a:pt x="249" y="148498"/>
                  </a:lnTo>
                  <a:lnTo>
                    <a:pt x="40" y="153816"/>
                  </a:lnTo>
                  <a:lnTo>
                    <a:pt x="0" y="159138"/>
                  </a:lnTo>
                  <a:lnTo>
                    <a:pt x="129" y="164459"/>
                  </a:lnTo>
                  <a:lnTo>
                    <a:pt x="427" y="169773"/>
                  </a:lnTo>
                  <a:lnTo>
                    <a:pt x="895" y="175074"/>
                  </a:lnTo>
                  <a:lnTo>
                    <a:pt x="1531" y="180359"/>
                  </a:lnTo>
                  <a:lnTo>
                    <a:pt x="2335" y="185620"/>
                  </a:lnTo>
                  <a:lnTo>
                    <a:pt x="3306" y="190853"/>
                  </a:lnTo>
                  <a:lnTo>
                    <a:pt x="4443" y="196052"/>
                  </a:lnTo>
                  <a:lnTo>
                    <a:pt x="5745" y="201213"/>
                  </a:lnTo>
                  <a:lnTo>
                    <a:pt x="7210" y="206330"/>
                  </a:lnTo>
                  <a:lnTo>
                    <a:pt x="8838" y="211397"/>
                  </a:lnTo>
                  <a:lnTo>
                    <a:pt x="10627" y="216410"/>
                  </a:lnTo>
                  <a:lnTo>
                    <a:pt x="12574" y="221363"/>
                  </a:lnTo>
                  <a:lnTo>
                    <a:pt x="14677" y="226252"/>
                  </a:lnTo>
                  <a:lnTo>
                    <a:pt x="16936" y="231072"/>
                  </a:lnTo>
                  <a:lnTo>
                    <a:pt x="19346" y="235817"/>
                  </a:lnTo>
                  <a:lnTo>
                    <a:pt x="21907" y="240483"/>
                  </a:lnTo>
                  <a:lnTo>
                    <a:pt x="24614" y="245065"/>
                  </a:lnTo>
                  <a:lnTo>
                    <a:pt x="27466" y="249559"/>
                  </a:lnTo>
                  <a:lnTo>
                    <a:pt x="30460" y="253959"/>
                  </a:lnTo>
                  <a:lnTo>
                    <a:pt x="33592" y="258262"/>
                  </a:lnTo>
                  <a:lnTo>
                    <a:pt x="36860" y="262464"/>
                  </a:lnTo>
                  <a:lnTo>
                    <a:pt x="40260" y="266559"/>
                  </a:lnTo>
                  <a:lnTo>
                    <a:pt x="43788" y="270543"/>
                  </a:lnTo>
                  <a:lnTo>
                    <a:pt x="47442" y="274414"/>
                  </a:lnTo>
                  <a:lnTo>
                    <a:pt x="51217" y="278166"/>
                  </a:lnTo>
                  <a:lnTo>
                    <a:pt x="55109" y="281796"/>
                  </a:lnTo>
                  <a:lnTo>
                    <a:pt x="59115" y="285300"/>
                  </a:lnTo>
                  <a:lnTo>
                    <a:pt x="63230" y="288675"/>
                  </a:lnTo>
                  <a:lnTo>
                    <a:pt x="67451" y="291917"/>
                  </a:lnTo>
                  <a:lnTo>
                    <a:pt x="71773" y="295023"/>
                  </a:lnTo>
                  <a:lnTo>
                    <a:pt x="76192" y="297990"/>
                  </a:lnTo>
                  <a:lnTo>
                    <a:pt x="80703" y="300815"/>
                  </a:lnTo>
                  <a:lnTo>
                    <a:pt x="85301" y="303495"/>
                  </a:lnTo>
                  <a:lnTo>
                    <a:pt x="89983" y="306027"/>
                  </a:lnTo>
                  <a:lnTo>
                    <a:pt x="94742" y="308409"/>
                  </a:lnTo>
                  <a:lnTo>
                    <a:pt x="99575" y="310638"/>
                  </a:lnTo>
                  <a:lnTo>
                    <a:pt x="104477" y="312712"/>
                  </a:lnTo>
                  <a:lnTo>
                    <a:pt x="109442" y="314629"/>
                  </a:lnTo>
                  <a:lnTo>
                    <a:pt x="114466" y="316387"/>
                  </a:lnTo>
                  <a:lnTo>
                    <a:pt x="119543" y="317984"/>
                  </a:lnTo>
                  <a:lnTo>
                    <a:pt x="124668" y="319419"/>
                  </a:lnTo>
                  <a:lnTo>
                    <a:pt x="129837" y="320690"/>
                  </a:lnTo>
                  <a:lnTo>
                    <a:pt x="135043" y="321795"/>
                  </a:lnTo>
                  <a:lnTo>
                    <a:pt x="140282" y="322734"/>
                  </a:lnTo>
                  <a:lnTo>
                    <a:pt x="145548" y="323507"/>
                  </a:lnTo>
                  <a:lnTo>
                    <a:pt x="150836" y="324111"/>
                  </a:lnTo>
                  <a:lnTo>
                    <a:pt x="156140" y="324546"/>
                  </a:lnTo>
                  <a:lnTo>
                    <a:pt x="161456" y="324812"/>
                  </a:lnTo>
                  <a:lnTo>
                    <a:pt x="166777" y="324909"/>
                  </a:lnTo>
                  <a:lnTo>
                    <a:pt x="172099" y="324837"/>
                  </a:lnTo>
                  <a:lnTo>
                    <a:pt x="177416" y="324595"/>
                  </a:lnTo>
                  <a:lnTo>
                    <a:pt x="182723" y="324184"/>
                  </a:lnTo>
                  <a:lnTo>
                    <a:pt x="167161" y="1577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167148" cy="333609"/>
            </a:xfrm>
            <a:custGeom>
              <a:avLst/>
              <a:pathLst>
                <a:path w="167148" h="333609">
                  <a:moveTo>
                    <a:pt x="15561" y="333609"/>
                  </a:moveTo>
                  <a:lnTo>
                    <a:pt x="20837" y="333031"/>
                  </a:lnTo>
                  <a:lnTo>
                    <a:pt x="26093" y="332285"/>
                  </a:lnTo>
                  <a:lnTo>
                    <a:pt x="31322" y="331374"/>
                  </a:lnTo>
                  <a:lnTo>
                    <a:pt x="36519" y="330296"/>
                  </a:lnTo>
                  <a:lnTo>
                    <a:pt x="41680" y="329055"/>
                  </a:lnTo>
                  <a:lnTo>
                    <a:pt x="46799" y="327650"/>
                  </a:lnTo>
                  <a:lnTo>
                    <a:pt x="51870" y="326083"/>
                  </a:lnTo>
                  <a:lnTo>
                    <a:pt x="56890" y="324356"/>
                  </a:lnTo>
                  <a:lnTo>
                    <a:pt x="61851" y="322471"/>
                  </a:lnTo>
                  <a:lnTo>
                    <a:pt x="66751" y="320429"/>
                  </a:lnTo>
                  <a:lnTo>
                    <a:pt x="71583" y="318232"/>
                  </a:lnTo>
                  <a:lnTo>
                    <a:pt x="76343" y="315884"/>
                  </a:lnTo>
                  <a:lnTo>
                    <a:pt x="81026" y="313385"/>
                  </a:lnTo>
                  <a:lnTo>
                    <a:pt x="85627" y="310739"/>
                  </a:lnTo>
                  <a:lnTo>
                    <a:pt x="90142" y="307948"/>
                  </a:lnTo>
                  <a:lnTo>
                    <a:pt x="94567" y="305015"/>
                  </a:lnTo>
                  <a:lnTo>
                    <a:pt x="98895" y="301943"/>
                  </a:lnTo>
                  <a:lnTo>
                    <a:pt x="103124" y="298735"/>
                  </a:lnTo>
                  <a:lnTo>
                    <a:pt x="107250" y="295395"/>
                  </a:lnTo>
                  <a:lnTo>
                    <a:pt x="111267" y="291925"/>
                  </a:lnTo>
                  <a:lnTo>
                    <a:pt x="115171" y="288330"/>
                  </a:lnTo>
                  <a:lnTo>
                    <a:pt x="118960" y="284612"/>
                  </a:lnTo>
                  <a:lnTo>
                    <a:pt x="122629" y="280776"/>
                  </a:lnTo>
                  <a:lnTo>
                    <a:pt x="126174" y="276825"/>
                  </a:lnTo>
                  <a:lnTo>
                    <a:pt x="129592" y="272764"/>
                  </a:lnTo>
                  <a:lnTo>
                    <a:pt x="132879" y="268597"/>
                  </a:lnTo>
                  <a:lnTo>
                    <a:pt x="136032" y="264327"/>
                  </a:lnTo>
                  <a:lnTo>
                    <a:pt x="139048" y="259959"/>
                  </a:lnTo>
                  <a:lnTo>
                    <a:pt x="141924" y="255498"/>
                  </a:lnTo>
                  <a:lnTo>
                    <a:pt x="144657" y="250947"/>
                  </a:lnTo>
                  <a:lnTo>
                    <a:pt x="147244" y="246312"/>
                  </a:lnTo>
                  <a:lnTo>
                    <a:pt x="149683" y="241598"/>
                  </a:lnTo>
                  <a:lnTo>
                    <a:pt x="151970" y="236808"/>
                  </a:lnTo>
                  <a:lnTo>
                    <a:pt x="154105" y="231948"/>
                  </a:lnTo>
                  <a:lnTo>
                    <a:pt x="156084" y="227023"/>
                  </a:lnTo>
                  <a:lnTo>
                    <a:pt x="157905" y="222037"/>
                  </a:lnTo>
                  <a:lnTo>
                    <a:pt x="159568" y="216996"/>
                  </a:lnTo>
                  <a:lnTo>
                    <a:pt x="161069" y="211905"/>
                  </a:lnTo>
                  <a:lnTo>
                    <a:pt x="162408" y="206769"/>
                  </a:lnTo>
                  <a:lnTo>
                    <a:pt x="163584" y="201593"/>
                  </a:lnTo>
                  <a:lnTo>
                    <a:pt x="164594" y="196382"/>
                  </a:lnTo>
                  <a:lnTo>
                    <a:pt x="165439" y="191141"/>
                  </a:lnTo>
                  <a:lnTo>
                    <a:pt x="166117" y="185877"/>
                  </a:lnTo>
                  <a:lnTo>
                    <a:pt x="166627" y="180593"/>
                  </a:lnTo>
                  <a:lnTo>
                    <a:pt x="166969" y="175296"/>
                  </a:lnTo>
                  <a:lnTo>
                    <a:pt x="167143" y="169991"/>
                  </a:lnTo>
                  <a:lnTo>
                    <a:pt x="167148" y="164683"/>
                  </a:lnTo>
                  <a:lnTo>
                    <a:pt x="166985" y="159378"/>
                  </a:lnTo>
                  <a:lnTo>
                    <a:pt x="166654" y="154080"/>
                  </a:lnTo>
                  <a:lnTo>
                    <a:pt x="166154" y="148796"/>
                  </a:lnTo>
                  <a:lnTo>
                    <a:pt x="165487" y="143530"/>
                  </a:lnTo>
                  <a:lnTo>
                    <a:pt x="164654" y="138288"/>
                  </a:lnTo>
                  <a:lnTo>
                    <a:pt x="163654" y="133075"/>
                  </a:lnTo>
                  <a:lnTo>
                    <a:pt x="162489" y="127896"/>
                  </a:lnTo>
                  <a:lnTo>
                    <a:pt x="161160" y="122757"/>
                  </a:lnTo>
                  <a:lnTo>
                    <a:pt x="159669" y="117663"/>
                  </a:lnTo>
                  <a:lnTo>
                    <a:pt x="158017" y="112619"/>
                  </a:lnTo>
                  <a:lnTo>
                    <a:pt x="156205" y="107629"/>
                  </a:lnTo>
                  <a:lnTo>
                    <a:pt x="154236" y="102700"/>
                  </a:lnTo>
                  <a:lnTo>
                    <a:pt x="152112" y="97836"/>
                  </a:lnTo>
                  <a:lnTo>
                    <a:pt x="149834" y="93041"/>
                  </a:lnTo>
                  <a:lnTo>
                    <a:pt x="147405" y="88322"/>
                  </a:lnTo>
                  <a:lnTo>
                    <a:pt x="144827" y="83682"/>
                  </a:lnTo>
                  <a:lnTo>
                    <a:pt x="142104" y="79126"/>
                  </a:lnTo>
                  <a:lnTo>
                    <a:pt x="139237" y="74658"/>
                  </a:lnTo>
                  <a:lnTo>
                    <a:pt x="136230" y="70284"/>
                  </a:lnTo>
                  <a:lnTo>
                    <a:pt x="133085" y="66008"/>
                  </a:lnTo>
                  <a:lnTo>
                    <a:pt x="129807" y="61834"/>
                  </a:lnTo>
                  <a:lnTo>
                    <a:pt x="126397" y="57766"/>
                  </a:lnTo>
                  <a:lnTo>
                    <a:pt x="122860" y="53808"/>
                  </a:lnTo>
                  <a:lnTo>
                    <a:pt x="119199" y="49965"/>
                  </a:lnTo>
                  <a:lnTo>
                    <a:pt x="115418" y="46239"/>
                  </a:lnTo>
                  <a:lnTo>
                    <a:pt x="111521" y="42636"/>
                  </a:lnTo>
                  <a:lnTo>
                    <a:pt x="107511" y="39158"/>
                  </a:lnTo>
                  <a:lnTo>
                    <a:pt x="103392" y="35809"/>
                  </a:lnTo>
                  <a:lnTo>
                    <a:pt x="99170" y="32593"/>
                  </a:lnTo>
                  <a:lnTo>
                    <a:pt x="94847" y="29512"/>
                  </a:lnTo>
                  <a:lnTo>
                    <a:pt x="90429" y="26570"/>
                  </a:lnTo>
                  <a:lnTo>
                    <a:pt x="85920" y="23770"/>
                  </a:lnTo>
                  <a:lnTo>
                    <a:pt x="81324" y="21115"/>
                  </a:lnTo>
                  <a:lnTo>
                    <a:pt x="76646" y="18606"/>
                  </a:lnTo>
                  <a:lnTo>
                    <a:pt x="71891" y="16248"/>
                  </a:lnTo>
                  <a:lnTo>
                    <a:pt x="67063" y="14041"/>
                  </a:lnTo>
                  <a:lnTo>
                    <a:pt x="62168" y="11989"/>
                  </a:lnTo>
                  <a:lnTo>
                    <a:pt x="57210" y="10094"/>
                  </a:lnTo>
                  <a:lnTo>
                    <a:pt x="52194" y="8357"/>
                  </a:lnTo>
                  <a:lnTo>
                    <a:pt x="47126" y="6780"/>
                  </a:lnTo>
                  <a:lnTo>
                    <a:pt x="42010" y="5364"/>
                  </a:lnTo>
                  <a:lnTo>
                    <a:pt x="36852" y="4112"/>
                  </a:lnTo>
                  <a:lnTo>
                    <a:pt x="31656" y="3024"/>
                  </a:lnTo>
                  <a:lnTo>
                    <a:pt x="26429" y="2102"/>
                  </a:lnTo>
                  <a:lnTo>
                    <a:pt x="21175" y="1346"/>
                  </a:lnTo>
                  <a:lnTo>
                    <a:pt x="15900" y="757"/>
                  </a:lnTo>
                  <a:lnTo>
                    <a:pt x="10609" y="336"/>
                  </a:lnTo>
                  <a:lnTo>
                    <a:pt x="5307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8210" y="5269756"/>
              <a:ext cx="17048" cy="167167"/>
            </a:xfrm>
            <a:custGeom>
              <a:avLst/>
              <a:pathLst>
                <a:path w="17048" h="167167">
                  <a:moveTo>
                    <a:pt x="17048" y="0"/>
                  </a:moveTo>
                  <a:lnTo>
                    <a:pt x="8512" y="218"/>
                  </a:lnTo>
                  <a:lnTo>
                    <a:pt x="0" y="871"/>
                  </a:lnTo>
                  <a:lnTo>
                    <a:pt x="1704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8210" y="5270627"/>
              <a:ext cx="17048" cy="166295"/>
            </a:xfrm>
            <a:custGeom>
              <a:avLst/>
              <a:pathLst>
                <a:path w="17048" h="166295">
                  <a:moveTo>
                    <a:pt x="0" y="0"/>
                  </a:moveTo>
                  <a:lnTo>
                    <a:pt x="17048" y="1662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8210" y="5270627"/>
              <a:ext cx="17048" cy="166295"/>
            </a:xfrm>
            <a:custGeom>
              <a:avLst/>
              <a:pathLst>
                <a:path w="17048" h="166295">
                  <a:moveTo>
                    <a:pt x="0" y="0"/>
                  </a:moveTo>
                  <a:lnTo>
                    <a:pt x="17048" y="1662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8210" y="5270627"/>
              <a:ext cx="17048" cy="166295"/>
            </a:xfrm>
            <a:custGeom>
              <a:avLst/>
              <a:pathLst>
                <a:path w="17048" h="166295">
                  <a:moveTo>
                    <a:pt x="0" y="0"/>
                  </a:moveTo>
                  <a:lnTo>
                    <a:pt x="17048" y="1662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28210" y="5270627"/>
              <a:ext cx="17048" cy="166295"/>
            </a:xfrm>
            <a:custGeom>
              <a:avLst/>
              <a:pathLst>
                <a:path w="17048" h="166295">
                  <a:moveTo>
                    <a:pt x="0" y="0"/>
                  </a:moveTo>
                  <a:lnTo>
                    <a:pt x="17048" y="1662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96106" y="5270627"/>
              <a:ext cx="149152" cy="166295"/>
            </a:xfrm>
            <a:custGeom>
              <a:avLst/>
              <a:pathLst>
                <a:path w="149152" h="166295">
                  <a:moveTo>
                    <a:pt x="132103" y="0"/>
                  </a:moveTo>
                  <a:lnTo>
                    <a:pt x="126570" y="660"/>
                  </a:lnTo>
                  <a:lnTo>
                    <a:pt x="121062" y="1505"/>
                  </a:lnTo>
                  <a:lnTo>
                    <a:pt x="115585" y="2533"/>
                  </a:lnTo>
                  <a:lnTo>
                    <a:pt x="110145" y="3742"/>
                  </a:lnTo>
                  <a:lnTo>
                    <a:pt x="104749" y="5133"/>
                  </a:lnTo>
                  <a:lnTo>
                    <a:pt x="99402" y="6702"/>
                  </a:lnTo>
                  <a:lnTo>
                    <a:pt x="94110" y="8449"/>
                  </a:lnTo>
                  <a:lnTo>
                    <a:pt x="88880" y="10371"/>
                  </a:lnTo>
                  <a:lnTo>
                    <a:pt x="83716" y="12467"/>
                  </a:lnTo>
                  <a:lnTo>
                    <a:pt x="78625" y="14733"/>
                  </a:lnTo>
                  <a:lnTo>
                    <a:pt x="73613" y="17168"/>
                  </a:lnTo>
                  <a:lnTo>
                    <a:pt x="68685" y="19769"/>
                  </a:lnTo>
                  <a:lnTo>
                    <a:pt x="63845" y="22532"/>
                  </a:lnTo>
                  <a:lnTo>
                    <a:pt x="59101" y="25455"/>
                  </a:lnTo>
                  <a:lnTo>
                    <a:pt x="54457" y="28535"/>
                  </a:lnTo>
                  <a:lnTo>
                    <a:pt x="49918" y="31768"/>
                  </a:lnTo>
                  <a:lnTo>
                    <a:pt x="45489" y="35150"/>
                  </a:lnTo>
                  <a:lnTo>
                    <a:pt x="41176" y="38678"/>
                  </a:lnTo>
                  <a:lnTo>
                    <a:pt x="36982" y="42348"/>
                  </a:lnTo>
                  <a:lnTo>
                    <a:pt x="32913" y="46156"/>
                  </a:lnTo>
                  <a:lnTo>
                    <a:pt x="28973" y="50097"/>
                  </a:lnTo>
                  <a:lnTo>
                    <a:pt x="25167" y="54167"/>
                  </a:lnTo>
                  <a:lnTo>
                    <a:pt x="21499" y="58362"/>
                  </a:lnTo>
                  <a:lnTo>
                    <a:pt x="17972" y="62676"/>
                  </a:lnTo>
                  <a:lnTo>
                    <a:pt x="14591" y="67106"/>
                  </a:lnTo>
                  <a:lnTo>
                    <a:pt x="11360" y="71646"/>
                  </a:lnTo>
                  <a:lnTo>
                    <a:pt x="8282" y="76291"/>
                  </a:lnTo>
                  <a:lnTo>
                    <a:pt x="5360" y="81037"/>
                  </a:lnTo>
                  <a:lnTo>
                    <a:pt x="2598" y="85877"/>
                  </a:lnTo>
                  <a:lnTo>
                    <a:pt x="0" y="90806"/>
                  </a:lnTo>
                  <a:lnTo>
                    <a:pt x="149152" y="1662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78096" y="5269756"/>
              <a:ext cx="334314" cy="334332"/>
            </a:xfrm>
            <a:custGeom>
              <a:avLst/>
              <a:pathLst>
                <a:path w="334314" h="334332">
                  <a:moveTo>
                    <a:pt x="18009" y="91678"/>
                  </a:moveTo>
                  <a:lnTo>
                    <a:pt x="15686" y="96456"/>
                  </a:lnTo>
                  <a:lnTo>
                    <a:pt x="13515" y="101305"/>
                  </a:lnTo>
                  <a:lnTo>
                    <a:pt x="11499" y="106221"/>
                  </a:lnTo>
                  <a:lnTo>
                    <a:pt x="9641" y="111199"/>
                  </a:lnTo>
                  <a:lnTo>
                    <a:pt x="7942" y="116233"/>
                  </a:lnTo>
                  <a:lnTo>
                    <a:pt x="6404" y="121319"/>
                  </a:lnTo>
                  <a:lnTo>
                    <a:pt x="5028" y="126451"/>
                  </a:lnTo>
                  <a:lnTo>
                    <a:pt x="3816" y="131624"/>
                  </a:lnTo>
                  <a:lnTo>
                    <a:pt x="2769" y="136833"/>
                  </a:lnTo>
                  <a:lnTo>
                    <a:pt x="1888" y="142072"/>
                  </a:lnTo>
                  <a:lnTo>
                    <a:pt x="1174" y="147337"/>
                  </a:lnTo>
                  <a:lnTo>
                    <a:pt x="628" y="152622"/>
                  </a:lnTo>
                  <a:lnTo>
                    <a:pt x="250" y="157922"/>
                  </a:lnTo>
                  <a:lnTo>
                    <a:pt x="40" y="163231"/>
                  </a:lnTo>
                  <a:lnTo>
                    <a:pt x="0" y="168544"/>
                  </a:lnTo>
                  <a:lnTo>
                    <a:pt x="128" y="173856"/>
                  </a:lnTo>
                  <a:lnTo>
                    <a:pt x="425" y="179161"/>
                  </a:lnTo>
                  <a:lnTo>
                    <a:pt x="890" y="184453"/>
                  </a:lnTo>
                  <a:lnTo>
                    <a:pt x="1523" y="189729"/>
                  </a:lnTo>
                  <a:lnTo>
                    <a:pt x="2324" y="194981"/>
                  </a:lnTo>
                  <a:lnTo>
                    <a:pt x="3291" y="200205"/>
                  </a:lnTo>
                  <a:lnTo>
                    <a:pt x="4424" y="205396"/>
                  </a:lnTo>
                  <a:lnTo>
                    <a:pt x="5721" y="210549"/>
                  </a:lnTo>
                  <a:lnTo>
                    <a:pt x="7181" y="215657"/>
                  </a:lnTo>
                  <a:lnTo>
                    <a:pt x="8803" y="220717"/>
                  </a:lnTo>
                  <a:lnTo>
                    <a:pt x="10585" y="225722"/>
                  </a:lnTo>
                  <a:lnTo>
                    <a:pt x="12525" y="230669"/>
                  </a:lnTo>
                  <a:lnTo>
                    <a:pt x="14621" y="235551"/>
                  </a:lnTo>
                  <a:lnTo>
                    <a:pt x="16871" y="240364"/>
                  </a:lnTo>
                  <a:lnTo>
                    <a:pt x="19273" y="245103"/>
                  </a:lnTo>
                  <a:lnTo>
                    <a:pt x="21825" y="249764"/>
                  </a:lnTo>
                  <a:lnTo>
                    <a:pt x="24523" y="254341"/>
                  </a:lnTo>
                  <a:lnTo>
                    <a:pt x="27365" y="258830"/>
                  </a:lnTo>
                  <a:lnTo>
                    <a:pt x="30349" y="263226"/>
                  </a:lnTo>
                  <a:lnTo>
                    <a:pt x="33471" y="267525"/>
                  </a:lnTo>
                  <a:lnTo>
                    <a:pt x="36728" y="271723"/>
                  </a:lnTo>
                  <a:lnTo>
                    <a:pt x="40116" y="275816"/>
                  </a:lnTo>
                  <a:lnTo>
                    <a:pt x="43633" y="279798"/>
                  </a:lnTo>
                  <a:lnTo>
                    <a:pt x="47275" y="283667"/>
                  </a:lnTo>
                  <a:lnTo>
                    <a:pt x="51038" y="287418"/>
                  </a:lnTo>
                  <a:lnTo>
                    <a:pt x="54918" y="291048"/>
                  </a:lnTo>
                  <a:lnTo>
                    <a:pt x="58912" y="294552"/>
                  </a:lnTo>
                  <a:lnTo>
                    <a:pt x="63014" y="297928"/>
                  </a:lnTo>
                  <a:lnTo>
                    <a:pt x="67223" y="301171"/>
                  </a:lnTo>
                  <a:lnTo>
                    <a:pt x="71532" y="304280"/>
                  </a:lnTo>
                  <a:lnTo>
                    <a:pt x="75937" y="307250"/>
                  </a:lnTo>
                  <a:lnTo>
                    <a:pt x="80435" y="310078"/>
                  </a:lnTo>
                  <a:lnTo>
                    <a:pt x="85021" y="312762"/>
                  </a:lnTo>
                  <a:lnTo>
                    <a:pt x="89689" y="315299"/>
                  </a:lnTo>
                  <a:lnTo>
                    <a:pt x="94436" y="317686"/>
                  </a:lnTo>
                  <a:lnTo>
                    <a:pt x="99256" y="319921"/>
                  </a:lnTo>
                  <a:lnTo>
                    <a:pt x="104145" y="322002"/>
                  </a:lnTo>
                  <a:lnTo>
                    <a:pt x="109097" y="323926"/>
                  </a:lnTo>
                  <a:lnTo>
                    <a:pt x="114108" y="325692"/>
                  </a:lnTo>
                  <a:lnTo>
                    <a:pt x="119173" y="327298"/>
                  </a:lnTo>
                  <a:lnTo>
                    <a:pt x="124286" y="328742"/>
                  </a:lnTo>
                  <a:lnTo>
                    <a:pt x="129442" y="330023"/>
                  </a:lnTo>
                  <a:lnTo>
                    <a:pt x="134637" y="331140"/>
                  </a:lnTo>
                  <a:lnTo>
                    <a:pt x="139864" y="332091"/>
                  </a:lnTo>
                  <a:lnTo>
                    <a:pt x="145119" y="332875"/>
                  </a:lnTo>
                  <a:lnTo>
                    <a:pt x="150396" y="333492"/>
                  </a:lnTo>
                  <a:lnTo>
                    <a:pt x="155690" y="333940"/>
                  </a:lnTo>
                  <a:lnTo>
                    <a:pt x="160996" y="334221"/>
                  </a:lnTo>
                  <a:lnTo>
                    <a:pt x="166308" y="334332"/>
                  </a:lnTo>
                  <a:lnTo>
                    <a:pt x="171621" y="334275"/>
                  </a:lnTo>
                  <a:lnTo>
                    <a:pt x="176929" y="334049"/>
                  </a:lnTo>
                  <a:lnTo>
                    <a:pt x="182228" y="333654"/>
                  </a:lnTo>
                  <a:lnTo>
                    <a:pt x="187511" y="333091"/>
                  </a:lnTo>
                  <a:lnTo>
                    <a:pt x="192774" y="332361"/>
                  </a:lnTo>
                  <a:lnTo>
                    <a:pt x="198011" y="331463"/>
                  </a:lnTo>
                  <a:lnTo>
                    <a:pt x="203216" y="330400"/>
                  </a:lnTo>
                  <a:lnTo>
                    <a:pt x="208386" y="329172"/>
                  </a:lnTo>
                  <a:lnTo>
                    <a:pt x="213513" y="327780"/>
                  </a:lnTo>
                  <a:lnTo>
                    <a:pt x="218594" y="326226"/>
                  </a:lnTo>
                  <a:lnTo>
                    <a:pt x="223623" y="324511"/>
                  </a:lnTo>
                  <a:lnTo>
                    <a:pt x="228595" y="322637"/>
                  </a:lnTo>
                  <a:lnTo>
                    <a:pt x="233504" y="320606"/>
                  </a:lnTo>
                  <a:lnTo>
                    <a:pt x="238347" y="318420"/>
                  </a:lnTo>
                  <a:lnTo>
                    <a:pt x="243118" y="316082"/>
                  </a:lnTo>
                  <a:lnTo>
                    <a:pt x="247812" y="313592"/>
                  </a:lnTo>
                  <a:lnTo>
                    <a:pt x="252424" y="310955"/>
                  </a:lnTo>
                  <a:lnTo>
                    <a:pt x="256951" y="308173"/>
                  </a:lnTo>
                  <a:lnTo>
                    <a:pt x="261387" y="305249"/>
                  </a:lnTo>
                  <a:lnTo>
                    <a:pt x="265727" y="302184"/>
                  </a:lnTo>
                  <a:lnTo>
                    <a:pt x="269968" y="298984"/>
                  </a:lnTo>
                  <a:lnTo>
                    <a:pt x="274105" y="295650"/>
                  </a:lnTo>
                  <a:lnTo>
                    <a:pt x="278134" y="292187"/>
                  </a:lnTo>
                  <a:lnTo>
                    <a:pt x="282051" y="288597"/>
                  </a:lnTo>
                  <a:lnTo>
                    <a:pt x="285852" y="284884"/>
                  </a:lnTo>
                  <a:lnTo>
                    <a:pt x="289533" y="281053"/>
                  </a:lnTo>
                  <a:lnTo>
                    <a:pt x="293091" y="277106"/>
                  </a:lnTo>
                  <a:lnTo>
                    <a:pt x="296521" y="273049"/>
                  </a:lnTo>
                  <a:lnTo>
                    <a:pt x="299821" y="268884"/>
                  </a:lnTo>
                  <a:lnTo>
                    <a:pt x="302986" y="264617"/>
                  </a:lnTo>
                  <a:lnTo>
                    <a:pt x="306014" y="260252"/>
                  </a:lnTo>
                  <a:lnTo>
                    <a:pt x="308902" y="255792"/>
                  </a:lnTo>
                  <a:lnTo>
                    <a:pt x="311647" y="251243"/>
                  </a:lnTo>
                  <a:lnTo>
                    <a:pt x="314246" y="246609"/>
                  </a:lnTo>
                  <a:lnTo>
                    <a:pt x="316697" y="241894"/>
                  </a:lnTo>
                  <a:lnTo>
                    <a:pt x="318996" y="237104"/>
                  </a:lnTo>
                  <a:lnTo>
                    <a:pt x="321142" y="232244"/>
                  </a:lnTo>
                  <a:lnTo>
                    <a:pt x="323132" y="227317"/>
                  </a:lnTo>
                  <a:lnTo>
                    <a:pt x="324965" y="222330"/>
                  </a:lnTo>
                  <a:lnTo>
                    <a:pt x="326638" y="217288"/>
                  </a:lnTo>
                  <a:lnTo>
                    <a:pt x="328150" y="212194"/>
                  </a:lnTo>
                  <a:lnTo>
                    <a:pt x="329500" y="207055"/>
                  </a:lnTo>
                  <a:lnTo>
                    <a:pt x="330686" y="201876"/>
                  </a:lnTo>
                  <a:lnTo>
                    <a:pt x="331706" y="196662"/>
                  </a:lnTo>
                  <a:lnTo>
                    <a:pt x="332560" y="191418"/>
                  </a:lnTo>
                  <a:lnTo>
                    <a:pt x="333247" y="186149"/>
                  </a:lnTo>
                  <a:lnTo>
                    <a:pt x="333767" y="180862"/>
                  </a:lnTo>
                  <a:lnTo>
                    <a:pt x="334118" y="175560"/>
                  </a:lnTo>
                  <a:lnTo>
                    <a:pt x="334300" y="170250"/>
                  </a:lnTo>
                  <a:lnTo>
                    <a:pt x="334314" y="164937"/>
                  </a:lnTo>
                  <a:lnTo>
                    <a:pt x="334159" y="159626"/>
                  </a:lnTo>
                  <a:lnTo>
                    <a:pt x="333835" y="154323"/>
                  </a:lnTo>
                  <a:lnTo>
                    <a:pt x="333342" y="149032"/>
                  </a:lnTo>
                  <a:lnTo>
                    <a:pt x="332682" y="143760"/>
                  </a:lnTo>
                  <a:lnTo>
                    <a:pt x="331854" y="138512"/>
                  </a:lnTo>
                  <a:lnTo>
                    <a:pt x="330861" y="133293"/>
                  </a:lnTo>
                  <a:lnTo>
                    <a:pt x="329701" y="128108"/>
                  </a:lnTo>
                  <a:lnTo>
                    <a:pt x="328378" y="122962"/>
                  </a:lnTo>
                  <a:lnTo>
                    <a:pt x="326892" y="117861"/>
                  </a:lnTo>
                  <a:lnTo>
                    <a:pt x="325244" y="112809"/>
                  </a:lnTo>
                  <a:lnTo>
                    <a:pt x="323437" y="107813"/>
                  </a:lnTo>
                  <a:lnTo>
                    <a:pt x="321472" y="102877"/>
                  </a:lnTo>
                  <a:lnTo>
                    <a:pt x="319351" y="98005"/>
                  </a:lnTo>
                  <a:lnTo>
                    <a:pt x="317076" y="93204"/>
                  </a:lnTo>
                  <a:lnTo>
                    <a:pt x="314650" y="88477"/>
                  </a:lnTo>
                  <a:lnTo>
                    <a:pt x="312074" y="83830"/>
                  </a:lnTo>
                  <a:lnTo>
                    <a:pt x="309353" y="79266"/>
                  </a:lnTo>
                  <a:lnTo>
                    <a:pt x="306488" y="74792"/>
                  </a:lnTo>
                  <a:lnTo>
                    <a:pt x="303482" y="70411"/>
                  </a:lnTo>
                  <a:lnTo>
                    <a:pt x="300338" y="66128"/>
                  </a:lnTo>
                  <a:lnTo>
                    <a:pt x="297060" y="61946"/>
                  </a:lnTo>
                  <a:lnTo>
                    <a:pt x="293650" y="57871"/>
                  </a:lnTo>
                  <a:lnTo>
                    <a:pt x="290113" y="53907"/>
                  </a:lnTo>
                  <a:lnTo>
                    <a:pt x="286452" y="50057"/>
                  </a:lnTo>
                  <a:lnTo>
                    <a:pt x="282670" y="46325"/>
                  </a:lnTo>
                  <a:lnTo>
                    <a:pt x="278771" y="42715"/>
                  </a:lnTo>
                  <a:lnTo>
                    <a:pt x="274760" y="39231"/>
                  </a:lnTo>
                  <a:lnTo>
                    <a:pt x="270639" y="35876"/>
                  </a:lnTo>
                  <a:lnTo>
                    <a:pt x="266415" y="32654"/>
                  </a:lnTo>
                  <a:lnTo>
                    <a:pt x="262090" y="29568"/>
                  </a:lnTo>
                  <a:lnTo>
                    <a:pt x="257669" y="26621"/>
                  </a:lnTo>
                  <a:lnTo>
                    <a:pt x="253157" y="23815"/>
                  </a:lnTo>
                  <a:lnTo>
                    <a:pt x="248558" y="21155"/>
                  </a:lnTo>
                  <a:lnTo>
                    <a:pt x="243877" y="18642"/>
                  </a:lnTo>
                  <a:lnTo>
                    <a:pt x="239118" y="16279"/>
                  </a:lnTo>
                  <a:lnTo>
                    <a:pt x="234286" y="14068"/>
                  </a:lnTo>
                  <a:lnTo>
                    <a:pt x="229387" y="12013"/>
                  </a:lnTo>
                  <a:lnTo>
                    <a:pt x="224425" y="10113"/>
                  </a:lnTo>
                  <a:lnTo>
                    <a:pt x="219405" y="8373"/>
                  </a:lnTo>
                  <a:lnTo>
                    <a:pt x="214332" y="6793"/>
                  </a:lnTo>
                  <a:lnTo>
                    <a:pt x="209212" y="5375"/>
                  </a:lnTo>
                  <a:lnTo>
                    <a:pt x="204049" y="4120"/>
                  </a:lnTo>
                  <a:lnTo>
                    <a:pt x="198849" y="3030"/>
                  </a:lnTo>
                  <a:lnTo>
                    <a:pt x="193616" y="2106"/>
                  </a:lnTo>
                  <a:lnTo>
                    <a:pt x="188358" y="1349"/>
                  </a:lnTo>
                  <a:lnTo>
                    <a:pt x="183077" y="759"/>
                  </a:lnTo>
                  <a:lnTo>
                    <a:pt x="177781" y="337"/>
                  </a:lnTo>
                  <a:lnTo>
                    <a:pt x="172474" y="84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89020" y="5018213"/>
              <a:ext cx="32018" cy="167167"/>
            </a:xfrm>
            <a:custGeom>
              <a:avLst/>
              <a:pathLst>
                <a:path w="32018" h="167167">
                  <a:moveTo>
                    <a:pt x="32018" y="0"/>
                  </a:moveTo>
                  <a:lnTo>
                    <a:pt x="25576" y="124"/>
                  </a:lnTo>
                  <a:lnTo>
                    <a:pt x="19144" y="496"/>
                  </a:lnTo>
                  <a:lnTo>
                    <a:pt x="12731" y="1116"/>
                  </a:lnTo>
                  <a:lnTo>
                    <a:pt x="6346" y="1983"/>
                  </a:lnTo>
                  <a:lnTo>
                    <a:pt x="0" y="3095"/>
                  </a:lnTo>
                  <a:lnTo>
                    <a:pt x="3201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89020" y="5021308"/>
              <a:ext cx="32018" cy="164072"/>
            </a:xfrm>
            <a:custGeom>
              <a:avLst/>
              <a:pathLst>
                <a:path w="32018" h="164072">
                  <a:moveTo>
                    <a:pt x="0" y="0"/>
                  </a:moveTo>
                  <a:lnTo>
                    <a:pt x="32018" y="164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89020" y="5021308"/>
              <a:ext cx="32018" cy="164072"/>
            </a:xfrm>
            <a:custGeom>
              <a:avLst/>
              <a:pathLst>
                <a:path w="32018" h="164072">
                  <a:moveTo>
                    <a:pt x="0" y="0"/>
                  </a:moveTo>
                  <a:lnTo>
                    <a:pt x="32018" y="1640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89020" y="5021308"/>
              <a:ext cx="32018" cy="164072"/>
            </a:xfrm>
            <a:custGeom>
              <a:avLst/>
              <a:pathLst>
                <a:path w="32018" h="164072">
                  <a:moveTo>
                    <a:pt x="0" y="0"/>
                  </a:moveTo>
                  <a:lnTo>
                    <a:pt x="32018" y="1640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3876" y="5021308"/>
              <a:ext cx="167162" cy="197397"/>
            </a:xfrm>
            <a:custGeom>
              <a:avLst/>
              <a:pathLst>
                <a:path w="167162" h="197397">
                  <a:moveTo>
                    <a:pt x="135144" y="0"/>
                  </a:moveTo>
                  <a:lnTo>
                    <a:pt x="129875" y="1116"/>
                  </a:lnTo>
                  <a:lnTo>
                    <a:pt x="124645" y="2402"/>
                  </a:lnTo>
                  <a:lnTo>
                    <a:pt x="119459" y="3855"/>
                  </a:lnTo>
                  <a:lnTo>
                    <a:pt x="114322" y="5475"/>
                  </a:lnTo>
                  <a:lnTo>
                    <a:pt x="109241" y="7260"/>
                  </a:lnTo>
                  <a:lnTo>
                    <a:pt x="104219" y="9207"/>
                  </a:lnTo>
                  <a:lnTo>
                    <a:pt x="99263" y="11315"/>
                  </a:lnTo>
                  <a:lnTo>
                    <a:pt x="94377" y="13582"/>
                  </a:lnTo>
                  <a:lnTo>
                    <a:pt x="89567" y="16005"/>
                  </a:lnTo>
                  <a:lnTo>
                    <a:pt x="84838" y="18581"/>
                  </a:lnTo>
                  <a:lnTo>
                    <a:pt x="80194" y="21309"/>
                  </a:lnTo>
                  <a:lnTo>
                    <a:pt x="75640" y="24184"/>
                  </a:lnTo>
                  <a:lnTo>
                    <a:pt x="71181" y="27205"/>
                  </a:lnTo>
                  <a:lnTo>
                    <a:pt x="66822" y="30368"/>
                  </a:lnTo>
                  <a:lnTo>
                    <a:pt x="62566" y="33670"/>
                  </a:lnTo>
                  <a:lnTo>
                    <a:pt x="58420" y="37107"/>
                  </a:lnTo>
                  <a:lnTo>
                    <a:pt x="54386" y="40676"/>
                  </a:lnTo>
                  <a:lnTo>
                    <a:pt x="50470" y="44373"/>
                  </a:lnTo>
                  <a:lnTo>
                    <a:pt x="46674" y="48194"/>
                  </a:lnTo>
                  <a:lnTo>
                    <a:pt x="43004" y="52136"/>
                  </a:lnTo>
                  <a:lnTo>
                    <a:pt x="39463" y="56194"/>
                  </a:lnTo>
                  <a:lnTo>
                    <a:pt x="36054" y="60363"/>
                  </a:lnTo>
                  <a:lnTo>
                    <a:pt x="32781" y="64641"/>
                  </a:lnTo>
                  <a:lnTo>
                    <a:pt x="29647" y="69021"/>
                  </a:lnTo>
                  <a:lnTo>
                    <a:pt x="26657" y="73501"/>
                  </a:lnTo>
                  <a:lnTo>
                    <a:pt x="23812" y="78074"/>
                  </a:lnTo>
                  <a:lnTo>
                    <a:pt x="21116" y="82737"/>
                  </a:lnTo>
                  <a:lnTo>
                    <a:pt x="18572" y="87483"/>
                  </a:lnTo>
                  <a:lnTo>
                    <a:pt x="16182" y="92310"/>
                  </a:lnTo>
                  <a:lnTo>
                    <a:pt x="13948" y="97211"/>
                  </a:lnTo>
                  <a:lnTo>
                    <a:pt x="11874" y="102181"/>
                  </a:lnTo>
                  <a:lnTo>
                    <a:pt x="9961" y="107216"/>
                  </a:lnTo>
                  <a:lnTo>
                    <a:pt x="8211" y="112310"/>
                  </a:lnTo>
                  <a:lnTo>
                    <a:pt x="6626" y="117457"/>
                  </a:lnTo>
                  <a:lnTo>
                    <a:pt x="5207" y="122653"/>
                  </a:lnTo>
                  <a:lnTo>
                    <a:pt x="3957" y="127891"/>
                  </a:lnTo>
                  <a:lnTo>
                    <a:pt x="2876" y="133168"/>
                  </a:lnTo>
                  <a:lnTo>
                    <a:pt x="1966" y="138476"/>
                  </a:lnTo>
                  <a:lnTo>
                    <a:pt x="1227" y="143811"/>
                  </a:lnTo>
                  <a:lnTo>
                    <a:pt x="661" y="149167"/>
                  </a:lnTo>
                  <a:lnTo>
                    <a:pt x="267" y="154538"/>
                  </a:lnTo>
                  <a:lnTo>
                    <a:pt x="47" y="159920"/>
                  </a:lnTo>
                  <a:lnTo>
                    <a:pt x="0" y="165305"/>
                  </a:lnTo>
                  <a:lnTo>
                    <a:pt x="126" y="170690"/>
                  </a:lnTo>
                  <a:lnTo>
                    <a:pt x="426" y="176067"/>
                  </a:lnTo>
                  <a:lnTo>
                    <a:pt x="899" y="181432"/>
                  </a:lnTo>
                  <a:lnTo>
                    <a:pt x="1544" y="186779"/>
                  </a:lnTo>
                  <a:lnTo>
                    <a:pt x="2362" y="192103"/>
                  </a:lnTo>
                  <a:lnTo>
                    <a:pt x="3350" y="197397"/>
                  </a:lnTo>
                  <a:lnTo>
                    <a:pt x="167162" y="1640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7227" y="5018213"/>
              <a:ext cx="330963" cy="334333"/>
            </a:xfrm>
            <a:custGeom>
              <a:avLst/>
              <a:pathLst>
                <a:path w="330963" h="334333">
                  <a:moveTo>
                    <a:pt x="0" y="200492"/>
                  </a:moveTo>
                  <a:lnTo>
                    <a:pt x="1141" y="205679"/>
                  </a:lnTo>
                  <a:lnTo>
                    <a:pt x="2446" y="210827"/>
                  </a:lnTo>
                  <a:lnTo>
                    <a:pt x="3915" y="215931"/>
                  </a:lnTo>
                  <a:lnTo>
                    <a:pt x="5545" y="220986"/>
                  </a:lnTo>
                  <a:lnTo>
                    <a:pt x="7334" y="225987"/>
                  </a:lnTo>
                  <a:lnTo>
                    <a:pt x="9282" y="230928"/>
                  </a:lnTo>
                  <a:lnTo>
                    <a:pt x="11385" y="235805"/>
                  </a:lnTo>
                  <a:lnTo>
                    <a:pt x="13642" y="240612"/>
                  </a:lnTo>
                  <a:lnTo>
                    <a:pt x="16051" y="245346"/>
                  </a:lnTo>
                  <a:lnTo>
                    <a:pt x="18610" y="250000"/>
                  </a:lnTo>
                  <a:lnTo>
                    <a:pt x="21314" y="254571"/>
                  </a:lnTo>
                  <a:lnTo>
                    <a:pt x="24163" y="259054"/>
                  </a:lnTo>
                  <a:lnTo>
                    <a:pt x="27152" y="263443"/>
                  </a:lnTo>
                  <a:lnTo>
                    <a:pt x="30280" y="267736"/>
                  </a:lnTo>
                  <a:lnTo>
                    <a:pt x="33542" y="271927"/>
                  </a:lnTo>
                  <a:lnTo>
                    <a:pt x="36935" y="276013"/>
                  </a:lnTo>
                  <a:lnTo>
                    <a:pt x="40457" y="279988"/>
                  </a:lnTo>
                  <a:lnTo>
                    <a:pt x="44103" y="283850"/>
                  </a:lnTo>
                  <a:lnTo>
                    <a:pt x="47870" y="287594"/>
                  </a:lnTo>
                  <a:lnTo>
                    <a:pt x="51755" y="291216"/>
                  </a:lnTo>
                  <a:lnTo>
                    <a:pt x="55752" y="294713"/>
                  </a:lnTo>
                  <a:lnTo>
                    <a:pt x="59858" y="298082"/>
                  </a:lnTo>
                  <a:lnTo>
                    <a:pt x="64069" y="301318"/>
                  </a:lnTo>
                  <a:lnTo>
                    <a:pt x="68381" y="304419"/>
                  </a:lnTo>
                  <a:lnTo>
                    <a:pt x="72790" y="307381"/>
                  </a:lnTo>
                  <a:lnTo>
                    <a:pt x="77290" y="310202"/>
                  </a:lnTo>
                  <a:lnTo>
                    <a:pt x="81877" y="312878"/>
                  </a:lnTo>
                  <a:lnTo>
                    <a:pt x="86547" y="315407"/>
                  </a:lnTo>
                  <a:lnTo>
                    <a:pt x="91296" y="317787"/>
                  </a:lnTo>
                  <a:lnTo>
                    <a:pt x="96117" y="320015"/>
                  </a:lnTo>
                  <a:lnTo>
                    <a:pt x="101007" y="322088"/>
                  </a:lnTo>
                  <a:lnTo>
                    <a:pt x="105960" y="324005"/>
                  </a:lnTo>
                  <a:lnTo>
                    <a:pt x="110971" y="325763"/>
                  </a:lnTo>
                  <a:lnTo>
                    <a:pt x="116036" y="327362"/>
                  </a:lnTo>
                  <a:lnTo>
                    <a:pt x="121149" y="328799"/>
                  </a:lnTo>
                  <a:lnTo>
                    <a:pt x="126305" y="330073"/>
                  </a:lnTo>
                  <a:lnTo>
                    <a:pt x="131499" y="331182"/>
                  </a:lnTo>
                  <a:lnTo>
                    <a:pt x="136726" y="332125"/>
                  </a:lnTo>
                  <a:lnTo>
                    <a:pt x="141980" y="332903"/>
                  </a:lnTo>
                  <a:lnTo>
                    <a:pt x="147256" y="333513"/>
                  </a:lnTo>
                  <a:lnTo>
                    <a:pt x="152548" y="333955"/>
                  </a:lnTo>
                  <a:lnTo>
                    <a:pt x="157852" y="334228"/>
                  </a:lnTo>
                  <a:lnTo>
                    <a:pt x="163162" y="334333"/>
                  </a:lnTo>
                  <a:lnTo>
                    <a:pt x="168473" y="334269"/>
                  </a:lnTo>
                  <a:lnTo>
                    <a:pt x="173779" y="334037"/>
                  </a:lnTo>
                  <a:lnTo>
                    <a:pt x="179075" y="333636"/>
                  </a:lnTo>
                  <a:lnTo>
                    <a:pt x="184356" y="333067"/>
                  </a:lnTo>
                  <a:lnTo>
                    <a:pt x="189615" y="332331"/>
                  </a:lnTo>
                  <a:lnTo>
                    <a:pt x="194849" y="331428"/>
                  </a:lnTo>
                  <a:lnTo>
                    <a:pt x="200052" y="330359"/>
                  </a:lnTo>
                  <a:lnTo>
                    <a:pt x="205218" y="329125"/>
                  </a:lnTo>
                  <a:lnTo>
                    <a:pt x="210342" y="327728"/>
                  </a:lnTo>
                  <a:lnTo>
                    <a:pt x="215419" y="326169"/>
                  </a:lnTo>
                  <a:lnTo>
                    <a:pt x="220444" y="324449"/>
                  </a:lnTo>
                  <a:lnTo>
                    <a:pt x="225411" y="322571"/>
                  </a:lnTo>
                  <a:lnTo>
                    <a:pt x="230317" y="320536"/>
                  </a:lnTo>
                  <a:lnTo>
                    <a:pt x="235156" y="318346"/>
                  </a:lnTo>
                  <a:lnTo>
                    <a:pt x="239922" y="316003"/>
                  </a:lnTo>
                  <a:lnTo>
                    <a:pt x="244612" y="313510"/>
                  </a:lnTo>
                  <a:lnTo>
                    <a:pt x="249220" y="310869"/>
                  </a:lnTo>
                  <a:lnTo>
                    <a:pt x="253742" y="308084"/>
                  </a:lnTo>
                  <a:lnTo>
                    <a:pt x="258173" y="305156"/>
                  </a:lnTo>
                  <a:lnTo>
                    <a:pt x="262509" y="302088"/>
                  </a:lnTo>
                  <a:lnTo>
                    <a:pt x="266745" y="298885"/>
                  </a:lnTo>
                  <a:lnTo>
                    <a:pt x="270877" y="295549"/>
                  </a:lnTo>
                  <a:lnTo>
                    <a:pt x="274902" y="292083"/>
                  </a:lnTo>
                  <a:lnTo>
                    <a:pt x="278814" y="288491"/>
                  </a:lnTo>
                  <a:lnTo>
                    <a:pt x="282610" y="284776"/>
                  </a:lnTo>
                  <a:lnTo>
                    <a:pt x="286286" y="280943"/>
                  </a:lnTo>
                  <a:lnTo>
                    <a:pt x="289839" y="276995"/>
                  </a:lnTo>
                  <a:lnTo>
                    <a:pt x="293264" y="272936"/>
                  </a:lnTo>
                  <a:lnTo>
                    <a:pt x="296559" y="268770"/>
                  </a:lnTo>
                  <a:lnTo>
                    <a:pt x="299719" y="264502"/>
                  </a:lnTo>
                  <a:lnTo>
                    <a:pt x="302743" y="260135"/>
                  </a:lnTo>
                  <a:lnTo>
                    <a:pt x="305626" y="255675"/>
                  </a:lnTo>
                  <a:lnTo>
                    <a:pt x="308366" y="251125"/>
                  </a:lnTo>
                  <a:lnTo>
                    <a:pt x="310960" y="246491"/>
                  </a:lnTo>
                  <a:lnTo>
                    <a:pt x="313406" y="241776"/>
                  </a:lnTo>
                  <a:lnTo>
                    <a:pt x="315700" y="236986"/>
                  </a:lnTo>
                  <a:lnTo>
                    <a:pt x="317842" y="232126"/>
                  </a:lnTo>
                  <a:lnTo>
                    <a:pt x="319827" y="227200"/>
                  </a:lnTo>
                  <a:lnTo>
                    <a:pt x="321656" y="222214"/>
                  </a:lnTo>
                  <a:lnTo>
                    <a:pt x="323325" y="217172"/>
                  </a:lnTo>
                  <a:lnTo>
                    <a:pt x="324833" y="212079"/>
                  </a:lnTo>
                  <a:lnTo>
                    <a:pt x="326178" y="206941"/>
                  </a:lnTo>
                  <a:lnTo>
                    <a:pt x="327360" y="201763"/>
                  </a:lnTo>
                  <a:lnTo>
                    <a:pt x="328376" y="196550"/>
                  </a:lnTo>
                  <a:lnTo>
                    <a:pt x="329227" y="191308"/>
                  </a:lnTo>
                  <a:lnTo>
                    <a:pt x="329910" y="186041"/>
                  </a:lnTo>
                  <a:lnTo>
                    <a:pt x="330426" y="180755"/>
                  </a:lnTo>
                  <a:lnTo>
                    <a:pt x="330773" y="175455"/>
                  </a:lnTo>
                  <a:lnTo>
                    <a:pt x="330952" y="170147"/>
                  </a:lnTo>
                  <a:lnTo>
                    <a:pt x="330963" y="164836"/>
                  </a:lnTo>
                  <a:lnTo>
                    <a:pt x="330804" y="159527"/>
                  </a:lnTo>
                  <a:lnTo>
                    <a:pt x="330477" y="154226"/>
                  </a:lnTo>
                  <a:lnTo>
                    <a:pt x="329982" y="148938"/>
                  </a:lnTo>
                  <a:lnTo>
                    <a:pt x="329319" y="143669"/>
                  </a:lnTo>
                  <a:lnTo>
                    <a:pt x="328489" y="138423"/>
                  </a:lnTo>
                  <a:lnTo>
                    <a:pt x="327493" y="133206"/>
                  </a:lnTo>
                  <a:lnTo>
                    <a:pt x="326331" y="128023"/>
                  </a:lnTo>
                  <a:lnTo>
                    <a:pt x="325006" y="122880"/>
                  </a:lnTo>
                  <a:lnTo>
                    <a:pt x="323518" y="117782"/>
                  </a:lnTo>
                  <a:lnTo>
                    <a:pt x="321868" y="112734"/>
                  </a:lnTo>
                  <a:lnTo>
                    <a:pt x="320059" y="107740"/>
                  </a:lnTo>
                  <a:lnTo>
                    <a:pt x="318093" y="102806"/>
                  </a:lnTo>
                  <a:lnTo>
                    <a:pt x="315970" y="97938"/>
                  </a:lnTo>
                  <a:lnTo>
                    <a:pt x="313694" y="93139"/>
                  </a:lnTo>
                  <a:lnTo>
                    <a:pt x="311267" y="88415"/>
                  </a:lnTo>
                  <a:lnTo>
                    <a:pt x="308691" y="83771"/>
                  </a:lnTo>
                  <a:lnTo>
                    <a:pt x="305968" y="79210"/>
                  </a:lnTo>
                  <a:lnTo>
                    <a:pt x="303103" y="74739"/>
                  </a:lnTo>
                  <a:lnTo>
                    <a:pt x="300096" y="70361"/>
                  </a:lnTo>
                  <a:lnTo>
                    <a:pt x="296952" y="66080"/>
                  </a:lnTo>
                  <a:lnTo>
                    <a:pt x="293674" y="61902"/>
                  </a:lnTo>
                  <a:lnTo>
                    <a:pt x="290264" y="57829"/>
                  </a:lnTo>
                  <a:lnTo>
                    <a:pt x="286727" y="53868"/>
                  </a:lnTo>
                  <a:lnTo>
                    <a:pt x="283066" y="50020"/>
                  </a:lnTo>
                  <a:lnTo>
                    <a:pt x="279284" y="46291"/>
                  </a:lnTo>
                  <a:lnTo>
                    <a:pt x="275386" y="42684"/>
                  </a:lnTo>
                  <a:lnTo>
                    <a:pt x="271375" y="39202"/>
                  </a:lnTo>
                  <a:lnTo>
                    <a:pt x="267256" y="35850"/>
                  </a:lnTo>
                  <a:lnTo>
                    <a:pt x="263032" y="32630"/>
                  </a:lnTo>
                  <a:lnTo>
                    <a:pt x="258708" y="29546"/>
                  </a:lnTo>
                  <a:lnTo>
                    <a:pt x="254288" y="26601"/>
                  </a:lnTo>
                  <a:lnTo>
                    <a:pt x="249777" y="23797"/>
                  </a:lnTo>
                  <a:lnTo>
                    <a:pt x="245179" y="21139"/>
                  </a:lnTo>
                  <a:lnTo>
                    <a:pt x="240499" y="18628"/>
                  </a:lnTo>
                  <a:lnTo>
                    <a:pt x="235742" y="16266"/>
                  </a:lnTo>
                  <a:lnTo>
                    <a:pt x="230912" y="14058"/>
                  </a:lnTo>
                  <a:lnTo>
                    <a:pt x="226014" y="12003"/>
                  </a:lnTo>
                  <a:lnTo>
                    <a:pt x="221054" y="10106"/>
                  </a:lnTo>
                  <a:lnTo>
                    <a:pt x="216036" y="8366"/>
                  </a:lnTo>
                  <a:lnTo>
                    <a:pt x="210965" y="6788"/>
                  </a:lnTo>
                  <a:lnTo>
                    <a:pt x="205846" y="5371"/>
                  </a:lnTo>
                  <a:lnTo>
                    <a:pt x="200685" y="4117"/>
                  </a:lnTo>
                  <a:lnTo>
                    <a:pt x="195487" y="3028"/>
                  </a:lnTo>
                  <a:lnTo>
                    <a:pt x="190257" y="2104"/>
                  </a:lnTo>
                  <a:lnTo>
                    <a:pt x="185000" y="1348"/>
                  </a:lnTo>
                  <a:lnTo>
                    <a:pt x="179721" y="758"/>
                  </a:lnTo>
                  <a:lnTo>
                    <a:pt x="174427" y="337"/>
                  </a:lnTo>
                  <a:lnTo>
                    <a:pt x="169122" y="84"/>
                  </a:lnTo>
                  <a:lnTo>
                    <a:pt x="163812" y="0"/>
                  </a:lnTo>
                  <a:lnTo>
                    <a:pt x="16381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41088" y="4659281"/>
              <a:ext cx="82146" cy="167167"/>
            </a:xfrm>
            <a:custGeom>
              <a:avLst/>
              <a:pathLst>
                <a:path w="82146" h="167167">
                  <a:moveTo>
                    <a:pt x="82146" y="0"/>
                  </a:moveTo>
                  <a:lnTo>
                    <a:pt x="76422" y="98"/>
                  </a:lnTo>
                  <a:lnTo>
                    <a:pt x="70705" y="391"/>
                  </a:lnTo>
                  <a:lnTo>
                    <a:pt x="65001" y="881"/>
                  </a:lnTo>
                  <a:lnTo>
                    <a:pt x="59318" y="1566"/>
                  </a:lnTo>
                  <a:lnTo>
                    <a:pt x="53661" y="2444"/>
                  </a:lnTo>
                  <a:lnTo>
                    <a:pt x="48037" y="3516"/>
                  </a:lnTo>
                  <a:lnTo>
                    <a:pt x="42454" y="4780"/>
                  </a:lnTo>
                  <a:lnTo>
                    <a:pt x="36917" y="6234"/>
                  </a:lnTo>
                  <a:lnTo>
                    <a:pt x="31434" y="7877"/>
                  </a:lnTo>
                  <a:lnTo>
                    <a:pt x="26009" y="9707"/>
                  </a:lnTo>
                  <a:lnTo>
                    <a:pt x="20651" y="11721"/>
                  </a:lnTo>
                  <a:lnTo>
                    <a:pt x="15364" y="13918"/>
                  </a:lnTo>
                  <a:lnTo>
                    <a:pt x="10156" y="16294"/>
                  </a:lnTo>
                  <a:lnTo>
                    <a:pt x="5033" y="18848"/>
                  </a:lnTo>
                  <a:lnTo>
                    <a:pt x="0" y="21575"/>
                  </a:lnTo>
                  <a:lnTo>
                    <a:pt x="8214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41088" y="4680857"/>
              <a:ext cx="82146" cy="145591"/>
            </a:xfrm>
            <a:custGeom>
              <a:avLst/>
              <a:pathLst>
                <a:path w="82146" h="145591">
                  <a:moveTo>
                    <a:pt x="0" y="0"/>
                  </a:moveTo>
                  <a:lnTo>
                    <a:pt x="82146" y="1455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41088" y="4680857"/>
              <a:ext cx="82146" cy="145591"/>
            </a:xfrm>
            <a:custGeom>
              <a:avLst/>
              <a:pathLst>
                <a:path w="82146" h="145591">
                  <a:moveTo>
                    <a:pt x="0" y="0"/>
                  </a:moveTo>
                  <a:lnTo>
                    <a:pt x="82146" y="1455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256067" y="4680857"/>
              <a:ext cx="274568" cy="312756"/>
            </a:xfrm>
            <a:custGeom>
              <a:avLst/>
              <a:pathLst>
                <a:path w="274568" h="312756">
                  <a:moveTo>
                    <a:pt x="85021" y="0"/>
                  </a:moveTo>
                  <a:lnTo>
                    <a:pt x="80408" y="2700"/>
                  </a:lnTo>
                  <a:lnTo>
                    <a:pt x="75884" y="5547"/>
                  </a:lnTo>
                  <a:lnTo>
                    <a:pt x="71453" y="8537"/>
                  </a:lnTo>
                  <a:lnTo>
                    <a:pt x="67120" y="11667"/>
                  </a:lnTo>
                  <a:lnTo>
                    <a:pt x="62889" y="14935"/>
                  </a:lnTo>
                  <a:lnTo>
                    <a:pt x="58765" y="18335"/>
                  </a:lnTo>
                  <a:lnTo>
                    <a:pt x="54752" y="21866"/>
                  </a:lnTo>
                  <a:lnTo>
                    <a:pt x="50854" y="25523"/>
                  </a:lnTo>
                  <a:lnTo>
                    <a:pt x="47075" y="29304"/>
                  </a:lnTo>
                  <a:lnTo>
                    <a:pt x="43418" y="33203"/>
                  </a:lnTo>
                  <a:lnTo>
                    <a:pt x="39888" y="37216"/>
                  </a:lnTo>
                  <a:lnTo>
                    <a:pt x="36488" y="41341"/>
                  </a:lnTo>
                  <a:lnTo>
                    <a:pt x="33222" y="45573"/>
                  </a:lnTo>
                  <a:lnTo>
                    <a:pt x="30093" y="49906"/>
                  </a:lnTo>
                  <a:lnTo>
                    <a:pt x="27103" y="54337"/>
                  </a:lnTo>
                  <a:lnTo>
                    <a:pt x="24258" y="58862"/>
                  </a:lnTo>
                  <a:lnTo>
                    <a:pt x="21558" y="63476"/>
                  </a:lnTo>
                  <a:lnTo>
                    <a:pt x="19007" y="68173"/>
                  </a:lnTo>
                  <a:lnTo>
                    <a:pt x="16607" y="72949"/>
                  </a:lnTo>
                  <a:lnTo>
                    <a:pt x="14362" y="77800"/>
                  </a:lnTo>
                  <a:lnTo>
                    <a:pt x="12273" y="82720"/>
                  </a:lnTo>
                  <a:lnTo>
                    <a:pt x="10342" y="87705"/>
                  </a:lnTo>
                  <a:lnTo>
                    <a:pt x="8571" y="92748"/>
                  </a:lnTo>
                  <a:lnTo>
                    <a:pt x="6963" y="97846"/>
                  </a:lnTo>
                  <a:lnTo>
                    <a:pt x="5518" y="102992"/>
                  </a:lnTo>
                  <a:lnTo>
                    <a:pt x="4239" y="108182"/>
                  </a:lnTo>
                  <a:lnTo>
                    <a:pt x="3126" y="113410"/>
                  </a:lnTo>
                  <a:lnTo>
                    <a:pt x="2181" y="118672"/>
                  </a:lnTo>
                  <a:lnTo>
                    <a:pt x="1405" y="123960"/>
                  </a:lnTo>
                  <a:lnTo>
                    <a:pt x="798" y="129271"/>
                  </a:lnTo>
                  <a:lnTo>
                    <a:pt x="361" y="134598"/>
                  </a:lnTo>
                  <a:lnTo>
                    <a:pt x="95" y="139937"/>
                  </a:lnTo>
                  <a:lnTo>
                    <a:pt x="0" y="145282"/>
                  </a:lnTo>
                  <a:lnTo>
                    <a:pt x="75" y="150626"/>
                  </a:lnTo>
                  <a:lnTo>
                    <a:pt x="321" y="155966"/>
                  </a:lnTo>
                  <a:lnTo>
                    <a:pt x="738" y="161295"/>
                  </a:lnTo>
                  <a:lnTo>
                    <a:pt x="1326" y="166608"/>
                  </a:lnTo>
                  <a:lnTo>
                    <a:pt x="2082" y="171899"/>
                  </a:lnTo>
                  <a:lnTo>
                    <a:pt x="3008" y="177164"/>
                  </a:lnTo>
                  <a:lnTo>
                    <a:pt x="4101" y="182396"/>
                  </a:lnTo>
                  <a:lnTo>
                    <a:pt x="5361" y="187591"/>
                  </a:lnTo>
                  <a:lnTo>
                    <a:pt x="6787" y="192743"/>
                  </a:lnTo>
                  <a:lnTo>
                    <a:pt x="8376" y="197846"/>
                  </a:lnTo>
                  <a:lnTo>
                    <a:pt x="10128" y="202896"/>
                  </a:lnTo>
                  <a:lnTo>
                    <a:pt x="12041" y="207888"/>
                  </a:lnTo>
                  <a:lnTo>
                    <a:pt x="14112" y="212816"/>
                  </a:lnTo>
                  <a:lnTo>
                    <a:pt x="16339" y="217675"/>
                  </a:lnTo>
                  <a:lnTo>
                    <a:pt x="18721" y="222460"/>
                  </a:lnTo>
                  <a:lnTo>
                    <a:pt x="21254" y="227167"/>
                  </a:lnTo>
                  <a:lnTo>
                    <a:pt x="23937" y="231790"/>
                  </a:lnTo>
                  <a:lnTo>
                    <a:pt x="26766" y="236325"/>
                  </a:lnTo>
                  <a:lnTo>
                    <a:pt x="29739" y="240768"/>
                  </a:lnTo>
                  <a:lnTo>
                    <a:pt x="32852" y="245113"/>
                  </a:lnTo>
                  <a:lnTo>
                    <a:pt x="36103" y="249356"/>
                  </a:lnTo>
                  <a:lnTo>
                    <a:pt x="39487" y="253494"/>
                  </a:lnTo>
                  <a:lnTo>
                    <a:pt x="43002" y="257521"/>
                  </a:lnTo>
                  <a:lnTo>
                    <a:pt x="46644" y="261433"/>
                  </a:lnTo>
                  <a:lnTo>
                    <a:pt x="50410" y="265227"/>
                  </a:lnTo>
                  <a:lnTo>
                    <a:pt x="54294" y="268899"/>
                  </a:lnTo>
                  <a:lnTo>
                    <a:pt x="58294" y="272445"/>
                  </a:lnTo>
                  <a:lnTo>
                    <a:pt x="62406" y="275861"/>
                  </a:lnTo>
                  <a:lnTo>
                    <a:pt x="66624" y="279143"/>
                  </a:lnTo>
                  <a:lnTo>
                    <a:pt x="70946" y="282290"/>
                  </a:lnTo>
                  <a:lnTo>
                    <a:pt x="75365" y="285296"/>
                  </a:lnTo>
                  <a:lnTo>
                    <a:pt x="79879" y="288160"/>
                  </a:lnTo>
                  <a:lnTo>
                    <a:pt x="84481" y="290878"/>
                  </a:lnTo>
                  <a:lnTo>
                    <a:pt x="89169" y="293447"/>
                  </a:lnTo>
                  <a:lnTo>
                    <a:pt x="93936" y="295865"/>
                  </a:lnTo>
                  <a:lnTo>
                    <a:pt x="98778" y="298130"/>
                  </a:lnTo>
                  <a:lnTo>
                    <a:pt x="103690" y="300238"/>
                  </a:lnTo>
                  <a:lnTo>
                    <a:pt x="108666" y="302188"/>
                  </a:lnTo>
                  <a:lnTo>
                    <a:pt x="113703" y="303979"/>
                  </a:lnTo>
                  <a:lnTo>
                    <a:pt x="118794" y="305607"/>
                  </a:lnTo>
                  <a:lnTo>
                    <a:pt x="123935" y="307072"/>
                  </a:lnTo>
                  <a:lnTo>
                    <a:pt x="129120" y="308372"/>
                  </a:lnTo>
                  <a:lnTo>
                    <a:pt x="134344" y="309505"/>
                  </a:lnTo>
                  <a:lnTo>
                    <a:pt x="139601" y="310470"/>
                  </a:lnTo>
                  <a:lnTo>
                    <a:pt x="144887" y="311267"/>
                  </a:lnTo>
                  <a:lnTo>
                    <a:pt x="150195" y="311895"/>
                  </a:lnTo>
                  <a:lnTo>
                    <a:pt x="155521" y="312353"/>
                  </a:lnTo>
                  <a:lnTo>
                    <a:pt x="160858" y="312640"/>
                  </a:lnTo>
                  <a:lnTo>
                    <a:pt x="166202" y="312756"/>
                  </a:lnTo>
                  <a:lnTo>
                    <a:pt x="171547" y="312701"/>
                  </a:lnTo>
                  <a:lnTo>
                    <a:pt x="176888" y="312476"/>
                  </a:lnTo>
                  <a:lnTo>
                    <a:pt x="182219" y="312080"/>
                  </a:lnTo>
                  <a:lnTo>
                    <a:pt x="187534" y="311513"/>
                  </a:lnTo>
                  <a:lnTo>
                    <a:pt x="192828" y="310777"/>
                  </a:lnTo>
                  <a:lnTo>
                    <a:pt x="198096" y="309872"/>
                  </a:lnTo>
                  <a:lnTo>
                    <a:pt x="203333" y="308800"/>
                  </a:lnTo>
                  <a:lnTo>
                    <a:pt x="208532" y="307560"/>
                  </a:lnTo>
                  <a:lnTo>
                    <a:pt x="213690" y="306155"/>
                  </a:lnTo>
                  <a:lnTo>
                    <a:pt x="218799" y="304585"/>
                  </a:lnTo>
                  <a:lnTo>
                    <a:pt x="223856" y="302853"/>
                  </a:lnTo>
                  <a:lnTo>
                    <a:pt x="228855" y="300960"/>
                  </a:lnTo>
                  <a:lnTo>
                    <a:pt x="233791" y="298908"/>
                  </a:lnTo>
                  <a:lnTo>
                    <a:pt x="238659" y="296700"/>
                  </a:lnTo>
                  <a:lnTo>
                    <a:pt x="243454" y="294337"/>
                  </a:lnTo>
                  <a:lnTo>
                    <a:pt x="248170" y="291822"/>
                  </a:lnTo>
                  <a:lnTo>
                    <a:pt x="252804" y="289157"/>
                  </a:lnTo>
                  <a:lnTo>
                    <a:pt x="257350" y="286346"/>
                  </a:lnTo>
                  <a:lnTo>
                    <a:pt x="261804" y="283391"/>
                  </a:lnTo>
                  <a:lnTo>
                    <a:pt x="266162" y="280294"/>
                  </a:lnTo>
                  <a:lnTo>
                    <a:pt x="270418" y="277061"/>
                  </a:lnTo>
                  <a:lnTo>
                    <a:pt x="274568" y="273692"/>
                  </a:lnTo>
                  <a:lnTo>
                    <a:pt x="167167" y="1455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167165" cy="295268"/>
            </a:xfrm>
            <a:custGeom>
              <a:avLst/>
              <a:pathLst>
                <a:path w="167165" h="295268">
                  <a:moveTo>
                    <a:pt x="107401" y="295268"/>
                  </a:moveTo>
                  <a:lnTo>
                    <a:pt x="111464" y="291749"/>
                  </a:lnTo>
                  <a:lnTo>
                    <a:pt x="115412" y="288101"/>
                  </a:lnTo>
                  <a:lnTo>
                    <a:pt x="119240" y="284327"/>
                  </a:lnTo>
                  <a:lnTo>
                    <a:pt x="122945" y="280433"/>
                  </a:lnTo>
                  <a:lnTo>
                    <a:pt x="126523" y="276422"/>
                  </a:lnTo>
                  <a:lnTo>
                    <a:pt x="129971" y="272298"/>
                  </a:lnTo>
                  <a:lnTo>
                    <a:pt x="133283" y="268065"/>
                  </a:lnTo>
                  <a:lnTo>
                    <a:pt x="136458" y="263727"/>
                  </a:lnTo>
                  <a:lnTo>
                    <a:pt x="139492" y="259290"/>
                  </a:lnTo>
                  <a:lnTo>
                    <a:pt x="142382" y="254758"/>
                  </a:lnTo>
                  <a:lnTo>
                    <a:pt x="145125" y="250135"/>
                  </a:lnTo>
                  <a:lnTo>
                    <a:pt x="147717" y="245426"/>
                  </a:lnTo>
                  <a:lnTo>
                    <a:pt x="150157" y="240636"/>
                  </a:lnTo>
                  <a:lnTo>
                    <a:pt x="152441" y="235771"/>
                  </a:lnTo>
                  <a:lnTo>
                    <a:pt x="154568" y="230834"/>
                  </a:lnTo>
                  <a:lnTo>
                    <a:pt x="156535" y="225832"/>
                  </a:lnTo>
                  <a:lnTo>
                    <a:pt x="158340" y="220769"/>
                  </a:lnTo>
                  <a:lnTo>
                    <a:pt x="159982" y="215650"/>
                  </a:lnTo>
                  <a:lnTo>
                    <a:pt x="161458" y="210482"/>
                  </a:lnTo>
                  <a:lnTo>
                    <a:pt x="162767" y="205268"/>
                  </a:lnTo>
                  <a:lnTo>
                    <a:pt x="163908" y="200016"/>
                  </a:lnTo>
                  <a:lnTo>
                    <a:pt x="164879" y="194729"/>
                  </a:lnTo>
                  <a:lnTo>
                    <a:pt x="165680" y="189414"/>
                  </a:lnTo>
                  <a:lnTo>
                    <a:pt x="166310" y="184076"/>
                  </a:lnTo>
                  <a:lnTo>
                    <a:pt x="166767" y="178720"/>
                  </a:lnTo>
                  <a:lnTo>
                    <a:pt x="167052" y="173352"/>
                  </a:lnTo>
                  <a:lnTo>
                    <a:pt x="167165" y="167978"/>
                  </a:lnTo>
                  <a:lnTo>
                    <a:pt x="167105" y="162603"/>
                  </a:lnTo>
                  <a:lnTo>
                    <a:pt x="166872" y="157233"/>
                  </a:lnTo>
                  <a:lnTo>
                    <a:pt x="166466" y="151873"/>
                  </a:lnTo>
                  <a:lnTo>
                    <a:pt x="165888" y="146529"/>
                  </a:lnTo>
                  <a:lnTo>
                    <a:pt x="165139" y="141206"/>
                  </a:lnTo>
                  <a:lnTo>
                    <a:pt x="164219" y="135910"/>
                  </a:lnTo>
                  <a:lnTo>
                    <a:pt x="163129" y="130647"/>
                  </a:lnTo>
                  <a:lnTo>
                    <a:pt x="161871" y="125421"/>
                  </a:lnTo>
                  <a:lnTo>
                    <a:pt x="160445" y="120238"/>
                  </a:lnTo>
                  <a:lnTo>
                    <a:pt x="158853" y="115104"/>
                  </a:lnTo>
                  <a:lnTo>
                    <a:pt x="157097" y="110024"/>
                  </a:lnTo>
                  <a:lnTo>
                    <a:pt x="155179" y="105003"/>
                  </a:lnTo>
                  <a:lnTo>
                    <a:pt x="153100" y="100046"/>
                  </a:lnTo>
                  <a:lnTo>
                    <a:pt x="150863" y="95158"/>
                  </a:lnTo>
                  <a:lnTo>
                    <a:pt x="148470" y="90345"/>
                  </a:lnTo>
                  <a:lnTo>
                    <a:pt x="145923" y="85611"/>
                  </a:lnTo>
                  <a:lnTo>
                    <a:pt x="143225" y="80962"/>
                  </a:lnTo>
                  <a:lnTo>
                    <a:pt x="140380" y="76402"/>
                  </a:lnTo>
                  <a:lnTo>
                    <a:pt x="137389" y="71935"/>
                  </a:lnTo>
                  <a:lnTo>
                    <a:pt x="134256" y="67567"/>
                  </a:lnTo>
                  <a:lnTo>
                    <a:pt x="130985" y="63303"/>
                  </a:lnTo>
                  <a:lnTo>
                    <a:pt x="127578" y="59145"/>
                  </a:lnTo>
                  <a:lnTo>
                    <a:pt x="124039" y="55099"/>
                  </a:lnTo>
                  <a:lnTo>
                    <a:pt x="120372" y="51169"/>
                  </a:lnTo>
                  <a:lnTo>
                    <a:pt x="116580" y="47359"/>
                  </a:lnTo>
                  <a:lnTo>
                    <a:pt x="112668" y="43673"/>
                  </a:lnTo>
                  <a:lnTo>
                    <a:pt x="108639" y="40114"/>
                  </a:lnTo>
                  <a:lnTo>
                    <a:pt x="104498" y="36687"/>
                  </a:lnTo>
                  <a:lnTo>
                    <a:pt x="100249" y="33395"/>
                  </a:lnTo>
                  <a:lnTo>
                    <a:pt x="95897" y="30241"/>
                  </a:lnTo>
                  <a:lnTo>
                    <a:pt x="91445" y="27229"/>
                  </a:lnTo>
                  <a:lnTo>
                    <a:pt x="86898" y="24361"/>
                  </a:lnTo>
                  <a:lnTo>
                    <a:pt x="82262" y="21641"/>
                  </a:lnTo>
                  <a:lnTo>
                    <a:pt x="77541" y="19071"/>
                  </a:lnTo>
                  <a:lnTo>
                    <a:pt x="72739" y="16655"/>
                  </a:lnTo>
                  <a:lnTo>
                    <a:pt x="67863" y="14394"/>
                  </a:lnTo>
                  <a:lnTo>
                    <a:pt x="62916" y="12291"/>
                  </a:lnTo>
                  <a:lnTo>
                    <a:pt x="57904" y="10349"/>
                  </a:lnTo>
                  <a:lnTo>
                    <a:pt x="52832" y="8568"/>
                  </a:lnTo>
                  <a:lnTo>
                    <a:pt x="47706" y="6951"/>
                  </a:lnTo>
                  <a:lnTo>
                    <a:pt x="42530" y="5500"/>
                  </a:lnTo>
                  <a:lnTo>
                    <a:pt x="37311" y="4217"/>
                  </a:lnTo>
                  <a:lnTo>
                    <a:pt x="32052" y="3101"/>
                  </a:lnTo>
                  <a:lnTo>
                    <a:pt x="26761" y="2156"/>
                  </a:lnTo>
                  <a:lnTo>
                    <a:pt x="21442" y="1380"/>
                  </a:lnTo>
                  <a:lnTo>
                    <a:pt x="16101" y="777"/>
                  </a:lnTo>
                  <a:lnTo>
                    <a:pt x="10743" y="345"/>
                  </a:lnTo>
                  <a:lnTo>
                    <a:pt x="537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27091" y="4213821"/>
              <a:ext cx="101380" cy="167167"/>
            </a:xfrm>
            <a:custGeom>
              <a:avLst/>
              <a:pathLst>
                <a:path w="101380" h="167167">
                  <a:moveTo>
                    <a:pt x="101380" y="0"/>
                  </a:moveTo>
                  <a:lnTo>
                    <a:pt x="95648" y="98"/>
                  </a:lnTo>
                  <a:lnTo>
                    <a:pt x="89923" y="393"/>
                  </a:lnTo>
                  <a:lnTo>
                    <a:pt x="84211" y="883"/>
                  </a:lnTo>
                  <a:lnTo>
                    <a:pt x="78520" y="1570"/>
                  </a:lnTo>
                  <a:lnTo>
                    <a:pt x="72855" y="2451"/>
                  </a:lnTo>
                  <a:lnTo>
                    <a:pt x="67224" y="3526"/>
                  </a:lnTo>
                  <a:lnTo>
                    <a:pt x="61633" y="4793"/>
                  </a:lnTo>
                  <a:lnTo>
                    <a:pt x="56089" y="6252"/>
                  </a:lnTo>
                  <a:lnTo>
                    <a:pt x="50598" y="7899"/>
                  </a:lnTo>
                  <a:lnTo>
                    <a:pt x="45167" y="9734"/>
                  </a:lnTo>
                  <a:lnTo>
                    <a:pt x="39802" y="11754"/>
                  </a:lnTo>
                  <a:lnTo>
                    <a:pt x="34510" y="13957"/>
                  </a:lnTo>
                  <a:lnTo>
                    <a:pt x="29296" y="16340"/>
                  </a:lnTo>
                  <a:lnTo>
                    <a:pt x="24167" y="18900"/>
                  </a:lnTo>
                  <a:lnTo>
                    <a:pt x="19128" y="21635"/>
                  </a:lnTo>
                  <a:lnTo>
                    <a:pt x="14187" y="24541"/>
                  </a:lnTo>
                  <a:lnTo>
                    <a:pt x="9347" y="27614"/>
                  </a:lnTo>
                  <a:lnTo>
                    <a:pt x="4617" y="30852"/>
                  </a:lnTo>
                  <a:lnTo>
                    <a:pt x="0" y="34250"/>
                  </a:lnTo>
                  <a:lnTo>
                    <a:pt x="10138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27091" y="4248071"/>
              <a:ext cx="101380" cy="132917"/>
            </a:xfrm>
            <a:custGeom>
              <a:avLst/>
              <a:pathLst>
                <a:path w="101380" h="132917">
                  <a:moveTo>
                    <a:pt x="0" y="0"/>
                  </a:moveTo>
                  <a:lnTo>
                    <a:pt x="101380" y="1329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561306" y="4248071"/>
              <a:ext cx="334316" cy="300080"/>
            </a:xfrm>
            <a:custGeom>
              <a:avLst/>
              <a:pathLst>
                <a:path w="334316" h="300080">
                  <a:moveTo>
                    <a:pt x="65785" y="0"/>
                  </a:moveTo>
                  <a:lnTo>
                    <a:pt x="61606" y="3294"/>
                  </a:lnTo>
                  <a:lnTo>
                    <a:pt x="57533" y="6719"/>
                  </a:lnTo>
                  <a:lnTo>
                    <a:pt x="53572" y="10273"/>
                  </a:lnTo>
                  <a:lnTo>
                    <a:pt x="49726" y="13951"/>
                  </a:lnTo>
                  <a:lnTo>
                    <a:pt x="45999" y="17749"/>
                  </a:lnTo>
                  <a:lnTo>
                    <a:pt x="42394" y="21664"/>
                  </a:lnTo>
                  <a:lnTo>
                    <a:pt x="38916" y="25692"/>
                  </a:lnTo>
                  <a:lnTo>
                    <a:pt x="35568" y="29829"/>
                  </a:lnTo>
                  <a:lnTo>
                    <a:pt x="32354" y="34070"/>
                  </a:lnTo>
                  <a:lnTo>
                    <a:pt x="29276" y="38411"/>
                  </a:lnTo>
                  <a:lnTo>
                    <a:pt x="26338" y="42848"/>
                  </a:lnTo>
                  <a:lnTo>
                    <a:pt x="23542" y="47376"/>
                  </a:lnTo>
                  <a:lnTo>
                    <a:pt x="20892" y="51991"/>
                  </a:lnTo>
                  <a:lnTo>
                    <a:pt x="18390" y="56688"/>
                  </a:lnTo>
                  <a:lnTo>
                    <a:pt x="16039" y="61462"/>
                  </a:lnTo>
                  <a:lnTo>
                    <a:pt x="13842" y="66308"/>
                  </a:lnTo>
                  <a:lnTo>
                    <a:pt x="11799" y="71222"/>
                  </a:lnTo>
                  <a:lnTo>
                    <a:pt x="9914" y="76199"/>
                  </a:lnTo>
                  <a:lnTo>
                    <a:pt x="8188" y="81233"/>
                  </a:lnTo>
                  <a:lnTo>
                    <a:pt x="6624" y="86319"/>
                  </a:lnTo>
                  <a:lnTo>
                    <a:pt x="5222" y="91453"/>
                  </a:lnTo>
                  <a:lnTo>
                    <a:pt x="3984" y="96629"/>
                  </a:lnTo>
                  <a:lnTo>
                    <a:pt x="2912" y="101841"/>
                  </a:lnTo>
                  <a:lnTo>
                    <a:pt x="2006" y="107085"/>
                  </a:lnTo>
                  <a:lnTo>
                    <a:pt x="1267" y="112355"/>
                  </a:lnTo>
                  <a:lnTo>
                    <a:pt x="697" y="117646"/>
                  </a:lnTo>
                  <a:lnTo>
                    <a:pt x="295" y="122953"/>
                  </a:lnTo>
                  <a:lnTo>
                    <a:pt x="63" y="128269"/>
                  </a:lnTo>
                  <a:lnTo>
                    <a:pt x="0" y="133590"/>
                  </a:lnTo>
                  <a:lnTo>
                    <a:pt x="106" y="138911"/>
                  </a:lnTo>
                  <a:lnTo>
                    <a:pt x="381" y="144225"/>
                  </a:lnTo>
                  <a:lnTo>
                    <a:pt x="826" y="149528"/>
                  </a:lnTo>
                  <a:lnTo>
                    <a:pt x="1439" y="154815"/>
                  </a:lnTo>
                  <a:lnTo>
                    <a:pt x="2220" y="160079"/>
                  </a:lnTo>
                  <a:lnTo>
                    <a:pt x="3168" y="165315"/>
                  </a:lnTo>
                  <a:lnTo>
                    <a:pt x="4282" y="170519"/>
                  </a:lnTo>
                  <a:lnTo>
                    <a:pt x="5561" y="175684"/>
                  </a:lnTo>
                  <a:lnTo>
                    <a:pt x="7005" y="180806"/>
                  </a:lnTo>
                  <a:lnTo>
                    <a:pt x="8610" y="185880"/>
                  </a:lnTo>
                  <a:lnTo>
                    <a:pt x="10376" y="190900"/>
                  </a:lnTo>
                  <a:lnTo>
                    <a:pt x="12301" y="195861"/>
                  </a:lnTo>
                  <a:lnTo>
                    <a:pt x="14383" y="200759"/>
                  </a:lnTo>
                  <a:lnTo>
                    <a:pt x="16620" y="205587"/>
                  </a:lnTo>
                  <a:lnTo>
                    <a:pt x="19010" y="210343"/>
                  </a:lnTo>
                  <a:lnTo>
                    <a:pt x="21549" y="215019"/>
                  </a:lnTo>
                  <a:lnTo>
                    <a:pt x="24236" y="219612"/>
                  </a:lnTo>
                  <a:lnTo>
                    <a:pt x="27068" y="224118"/>
                  </a:lnTo>
                  <a:lnTo>
                    <a:pt x="30042" y="228531"/>
                  </a:lnTo>
                  <a:lnTo>
                    <a:pt x="33155" y="232847"/>
                  </a:lnTo>
                  <a:lnTo>
                    <a:pt x="36404" y="237062"/>
                  </a:lnTo>
                  <a:lnTo>
                    <a:pt x="39785" y="241172"/>
                  </a:lnTo>
                  <a:lnTo>
                    <a:pt x="43295" y="245171"/>
                  </a:lnTo>
                  <a:lnTo>
                    <a:pt x="46931" y="249057"/>
                  </a:lnTo>
                  <a:lnTo>
                    <a:pt x="50689" y="252825"/>
                  </a:lnTo>
                  <a:lnTo>
                    <a:pt x="54564" y="256472"/>
                  </a:lnTo>
                  <a:lnTo>
                    <a:pt x="58554" y="259994"/>
                  </a:lnTo>
                  <a:lnTo>
                    <a:pt x="62654" y="263386"/>
                  </a:lnTo>
                  <a:lnTo>
                    <a:pt x="66860" y="266647"/>
                  </a:lnTo>
                  <a:lnTo>
                    <a:pt x="71167" y="269772"/>
                  </a:lnTo>
                  <a:lnTo>
                    <a:pt x="75572" y="272758"/>
                  </a:lnTo>
                  <a:lnTo>
                    <a:pt x="80070" y="275603"/>
                  </a:lnTo>
                  <a:lnTo>
                    <a:pt x="84655" y="278303"/>
                  </a:lnTo>
                  <a:lnTo>
                    <a:pt x="89325" y="280855"/>
                  </a:lnTo>
                  <a:lnTo>
                    <a:pt x="94073" y="283258"/>
                  </a:lnTo>
                  <a:lnTo>
                    <a:pt x="98896" y="285508"/>
                  </a:lnTo>
                  <a:lnTo>
                    <a:pt x="103787" y="287604"/>
                  </a:lnTo>
                  <a:lnTo>
                    <a:pt x="108743" y="289543"/>
                  </a:lnTo>
                  <a:lnTo>
                    <a:pt x="113758" y="291323"/>
                  </a:lnTo>
                  <a:lnTo>
                    <a:pt x="118827" y="292943"/>
                  </a:lnTo>
                  <a:lnTo>
                    <a:pt x="123945" y="294400"/>
                  </a:lnTo>
                  <a:lnTo>
                    <a:pt x="129107" y="295694"/>
                  </a:lnTo>
                  <a:lnTo>
                    <a:pt x="134308" y="296823"/>
                  </a:lnTo>
                  <a:lnTo>
                    <a:pt x="139542" y="297786"/>
                  </a:lnTo>
                  <a:lnTo>
                    <a:pt x="144803" y="298582"/>
                  </a:lnTo>
                  <a:lnTo>
                    <a:pt x="150088" y="299210"/>
                  </a:lnTo>
                  <a:lnTo>
                    <a:pt x="155390" y="299669"/>
                  </a:lnTo>
                  <a:lnTo>
                    <a:pt x="160703" y="299959"/>
                  </a:lnTo>
                  <a:lnTo>
                    <a:pt x="166023" y="300080"/>
                  </a:lnTo>
                  <a:lnTo>
                    <a:pt x="171345" y="300032"/>
                  </a:lnTo>
                  <a:lnTo>
                    <a:pt x="176662" y="299814"/>
                  </a:lnTo>
                  <a:lnTo>
                    <a:pt x="181970" y="299427"/>
                  </a:lnTo>
                  <a:lnTo>
                    <a:pt x="187262" y="298872"/>
                  </a:lnTo>
                  <a:lnTo>
                    <a:pt x="192534" y="298148"/>
                  </a:lnTo>
                  <a:lnTo>
                    <a:pt x="197781" y="297257"/>
                  </a:lnTo>
                  <a:lnTo>
                    <a:pt x="202996" y="296199"/>
                  </a:lnTo>
                  <a:lnTo>
                    <a:pt x="208175" y="294976"/>
                  </a:lnTo>
                  <a:lnTo>
                    <a:pt x="213313" y="293588"/>
                  </a:lnTo>
                  <a:lnTo>
                    <a:pt x="218404" y="292038"/>
                  </a:lnTo>
                  <a:lnTo>
                    <a:pt x="223442" y="290327"/>
                  </a:lnTo>
                  <a:lnTo>
                    <a:pt x="228424" y="288456"/>
                  </a:lnTo>
                  <a:lnTo>
                    <a:pt x="233344" y="286427"/>
                  </a:lnTo>
                  <a:lnTo>
                    <a:pt x="238197" y="284243"/>
                  </a:lnTo>
                  <a:lnTo>
                    <a:pt x="242977" y="281905"/>
                  </a:lnTo>
                  <a:lnTo>
                    <a:pt x="247681" y="279416"/>
                  </a:lnTo>
                  <a:lnTo>
                    <a:pt x="252304" y="276779"/>
                  </a:lnTo>
                  <a:lnTo>
                    <a:pt x="256840" y="273997"/>
                  </a:lnTo>
                  <a:lnTo>
                    <a:pt x="261285" y="271071"/>
                  </a:lnTo>
                  <a:lnTo>
                    <a:pt x="265635" y="268005"/>
                  </a:lnTo>
                  <a:lnTo>
                    <a:pt x="269885" y="264802"/>
                  </a:lnTo>
                  <a:lnTo>
                    <a:pt x="274030" y="261466"/>
                  </a:lnTo>
                  <a:lnTo>
                    <a:pt x="278068" y="257999"/>
                  </a:lnTo>
                  <a:lnTo>
                    <a:pt x="281993" y="254406"/>
                  </a:lnTo>
                  <a:lnTo>
                    <a:pt x="285802" y="250689"/>
                  </a:lnTo>
                  <a:lnTo>
                    <a:pt x="289491" y="246853"/>
                  </a:lnTo>
                  <a:lnTo>
                    <a:pt x="293055" y="242902"/>
                  </a:lnTo>
                  <a:lnTo>
                    <a:pt x="296492" y="238839"/>
                  </a:lnTo>
                  <a:lnTo>
                    <a:pt x="299798" y="234669"/>
                  </a:lnTo>
                  <a:lnTo>
                    <a:pt x="302970" y="230396"/>
                  </a:lnTo>
                  <a:lnTo>
                    <a:pt x="306004" y="226024"/>
                  </a:lnTo>
                  <a:lnTo>
                    <a:pt x="308897" y="221557"/>
                  </a:lnTo>
                  <a:lnTo>
                    <a:pt x="311647" y="217001"/>
                  </a:lnTo>
                  <a:lnTo>
                    <a:pt x="314250" y="212360"/>
                  </a:lnTo>
                  <a:lnTo>
                    <a:pt x="316704" y="207638"/>
                  </a:lnTo>
                  <a:lnTo>
                    <a:pt x="319007" y="202840"/>
                  </a:lnTo>
                  <a:lnTo>
                    <a:pt x="321155" y="197972"/>
                  </a:lnTo>
                  <a:lnTo>
                    <a:pt x="323148" y="193037"/>
                  </a:lnTo>
                  <a:lnTo>
                    <a:pt x="324983" y="188042"/>
                  </a:lnTo>
                  <a:lnTo>
                    <a:pt x="326657" y="182991"/>
                  </a:lnTo>
                  <a:lnTo>
                    <a:pt x="328170" y="177889"/>
                  </a:lnTo>
                  <a:lnTo>
                    <a:pt x="329520" y="172741"/>
                  </a:lnTo>
                  <a:lnTo>
                    <a:pt x="330705" y="167553"/>
                  </a:lnTo>
                  <a:lnTo>
                    <a:pt x="331725" y="162330"/>
                  </a:lnTo>
                  <a:lnTo>
                    <a:pt x="332578" y="157077"/>
                  </a:lnTo>
                  <a:lnTo>
                    <a:pt x="333263" y="151800"/>
                  </a:lnTo>
                  <a:lnTo>
                    <a:pt x="333780" y="146503"/>
                  </a:lnTo>
                  <a:lnTo>
                    <a:pt x="334128" y="141193"/>
                  </a:lnTo>
                  <a:lnTo>
                    <a:pt x="334307" y="135875"/>
                  </a:lnTo>
                  <a:lnTo>
                    <a:pt x="334316" y="130553"/>
                  </a:lnTo>
                  <a:lnTo>
                    <a:pt x="334156" y="125234"/>
                  </a:lnTo>
                  <a:lnTo>
                    <a:pt x="333827" y="119922"/>
                  </a:lnTo>
                  <a:lnTo>
                    <a:pt x="333329" y="114624"/>
                  </a:lnTo>
                  <a:lnTo>
                    <a:pt x="167166" y="1329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166163" cy="167167"/>
            </a:xfrm>
            <a:custGeom>
              <a:avLst/>
              <a:pathLst>
                <a:path w="166163" h="167167">
                  <a:moveTo>
                    <a:pt x="166163" y="148874"/>
                  </a:moveTo>
                  <a:lnTo>
                    <a:pt x="165482" y="143490"/>
                  </a:lnTo>
                  <a:lnTo>
                    <a:pt x="164626" y="138130"/>
                  </a:lnTo>
                  <a:lnTo>
                    <a:pt x="163596" y="132801"/>
                  </a:lnTo>
                  <a:lnTo>
                    <a:pt x="162394" y="127508"/>
                  </a:lnTo>
                  <a:lnTo>
                    <a:pt x="161021" y="122257"/>
                  </a:lnTo>
                  <a:lnTo>
                    <a:pt x="159478" y="117053"/>
                  </a:lnTo>
                  <a:lnTo>
                    <a:pt x="157767" y="111902"/>
                  </a:lnTo>
                  <a:lnTo>
                    <a:pt x="155890" y="106809"/>
                  </a:lnTo>
                  <a:lnTo>
                    <a:pt x="153848" y="101780"/>
                  </a:lnTo>
                  <a:lnTo>
                    <a:pt x="151645" y="96820"/>
                  </a:lnTo>
                  <a:lnTo>
                    <a:pt x="149281" y="91934"/>
                  </a:lnTo>
                  <a:lnTo>
                    <a:pt x="146760" y="87127"/>
                  </a:lnTo>
                  <a:lnTo>
                    <a:pt x="144084" y="82405"/>
                  </a:lnTo>
                  <a:lnTo>
                    <a:pt x="141256" y="77772"/>
                  </a:lnTo>
                  <a:lnTo>
                    <a:pt x="138280" y="73233"/>
                  </a:lnTo>
                  <a:lnTo>
                    <a:pt x="135157" y="68794"/>
                  </a:lnTo>
                  <a:lnTo>
                    <a:pt x="131893" y="64458"/>
                  </a:lnTo>
                  <a:lnTo>
                    <a:pt x="128489" y="60230"/>
                  </a:lnTo>
                  <a:lnTo>
                    <a:pt x="124949" y="56115"/>
                  </a:lnTo>
                  <a:lnTo>
                    <a:pt x="121278" y="52117"/>
                  </a:lnTo>
                  <a:lnTo>
                    <a:pt x="117479" y="48241"/>
                  </a:lnTo>
                  <a:lnTo>
                    <a:pt x="113557" y="44489"/>
                  </a:lnTo>
                  <a:lnTo>
                    <a:pt x="109514" y="40868"/>
                  </a:lnTo>
                  <a:lnTo>
                    <a:pt x="105356" y="37379"/>
                  </a:lnTo>
                  <a:lnTo>
                    <a:pt x="101087" y="34027"/>
                  </a:lnTo>
                  <a:lnTo>
                    <a:pt x="96712" y="30815"/>
                  </a:lnTo>
                  <a:lnTo>
                    <a:pt x="92234" y="27748"/>
                  </a:lnTo>
                  <a:lnTo>
                    <a:pt x="87659" y="24827"/>
                  </a:lnTo>
                  <a:lnTo>
                    <a:pt x="82992" y="22056"/>
                  </a:lnTo>
                  <a:lnTo>
                    <a:pt x="78237" y="19438"/>
                  </a:lnTo>
                  <a:lnTo>
                    <a:pt x="73400" y="16976"/>
                  </a:lnTo>
                  <a:lnTo>
                    <a:pt x="68486" y="14672"/>
                  </a:lnTo>
                  <a:lnTo>
                    <a:pt x="63499" y="12529"/>
                  </a:lnTo>
                  <a:lnTo>
                    <a:pt x="58445" y="10549"/>
                  </a:lnTo>
                  <a:lnTo>
                    <a:pt x="53330" y="8735"/>
                  </a:lnTo>
                  <a:lnTo>
                    <a:pt x="48158" y="7087"/>
                  </a:lnTo>
                  <a:lnTo>
                    <a:pt x="42936" y="5608"/>
                  </a:lnTo>
                  <a:lnTo>
                    <a:pt x="37669" y="4299"/>
                  </a:lnTo>
                  <a:lnTo>
                    <a:pt x="32361" y="3162"/>
                  </a:lnTo>
                  <a:lnTo>
                    <a:pt x="27020" y="2198"/>
                  </a:lnTo>
                  <a:lnTo>
                    <a:pt x="21650" y="1407"/>
                  </a:lnTo>
                  <a:lnTo>
                    <a:pt x="16258" y="792"/>
                  </a:lnTo>
                  <a:lnTo>
                    <a:pt x="10848" y="352"/>
                  </a:lnTo>
                  <a:lnTo>
                    <a:pt x="5426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6969" y="3707720"/>
              <a:ext cx="162041" cy="167167"/>
            </a:xfrm>
            <a:custGeom>
              <a:avLst/>
              <a:pathLst>
                <a:path w="162041" h="167167">
                  <a:moveTo>
                    <a:pt x="162041" y="0"/>
                  </a:moveTo>
                  <a:lnTo>
                    <a:pt x="156650" y="86"/>
                  </a:lnTo>
                  <a:lnTo>
                    <a:pt x="151264" y="347"/>
                  </a:lnTo>
                  <a:lnTo>
                    <a:pt x="145890" y="782"/>
                  </a:lnTo>
                  <a:lnTo>
                    <a:pt x="140532" y="1389"/>
                  </a:lnTo>
                  <a:lnTo>
                    <a:pt x="135197" y="2169"/>
                  </a:lnTo>
                  <a:lnTo>
                    <a:pt x="129889" y="3121"/>
                  </a:lnTo>
                  <a:lnTo>
                    <a:pt x="124615" y="4243"/>
                  </a:lnTo>
                  <a:lnTo>
                    <a:pt x="119380" y="5535"/>
                  </a:lnTo>
                  <a:lnTo>
                    <a:pt x="114190" y="6995"/>
                  </a:lnTo>
                  <a:lnTo>
                    <a:pt x="109049" y="8621"/>
                  </a:lnTo>
                  <a:lnTo>
                    <a:pt x="103963" y="10413"/>
                  </a:lnTo>
                  <a:lnTo>
                    <a:pt x="98938" y="12367"/>
                  </a:lnTo>
                  <a:lnTo>
                    <a:pt x="93978" y="14483"/>
                  </a:lnTo>
                  <a:lnTo>
                    <a:pt x="89089" y="16758"/>
                  </a:lnTo>
                  <a:lnTo>
                    <a:pt x="84277" y="19189"/>
                  </a:lnTo>
                  <a:lnTo>
                    <a:pt x="79545" y="21773"/>
                  </a:lnTo>
                  <a:lnTo>
                    <a:pt x="74898" y="24510"/>
                  </a:lnTo>
                  <a:lnTo>
                    <a:pt x="70343" y="27394"/>
                  </a:lnTo>
                  <a:lnTo>
                    <a:pt x="65883" y="30424"/>
                  </a:lnTo>
                  <a:lnTo>
                    <a:pt x="61523" y="33597"/>
                  </a:lnTo>
                  <a:lnTo>
                    <a:pt x="57267" y="36908"/>
                  </a:lnTo>
                  <a:lnTo>
                    <a:pt x="53121" y="40355"/>
                  </a:lnTo>
                  <a:lnTo>
                    <a:pt x="49088" y="43934"/>
                  </a:lnTo>
                  <a:lnTo>
                    <a:pt x="45172" y="47641"/>
                  </a:lnTo>
                  <a:lnTo>
                    <a:pt x="41378" y="51472"/>
                  </a:lnTo>
                  <a:lnTo>
                    <a:pt x="37709" y="55424"/>
                  </a:lnTo>
                  <a:lnTo>
                    <a:pt x="34170" y="59492"/>
                  </a:lnTo>
                  <a:lnTo>
                    <a:pt x="30764" y="63672"/>
                  </a:lnTo>
                  <a:lnTo>
                    <a:pt x="27495" y="67959"/>
                  </a:lnTo>
                  <a:lnTo>
                    <a:pt x="24365" y="72350"/>
                  </a:lnTo>
                  <a:lnTo>
                    <a:pt x="21379" y="76840"/>
                  </a:lnTo>
                  <a:lnTo>
                    <a:pt x="18539" y="81423"/>
                  </a:lnTo>
                  <a:lnTo>
                    <a:pt x="15848" y="86096"/>
                  </a:lnTo>
                  <a:lnTo>
                    <a:pt x="13309" y="90853"/>
                  </a:lnTo>
                  <a:lnTo>
                    <a:pt x="10926" y="95689"/>
                  </a:lnTo>
                  <a:lnTo>
                    <a:pt x="8699" y="100600"/>
                  </a:lnTo>
                  <a:lnTo>
                    <a:pt x="6632" y="105580"/>
                  </a:lnTo>
                  <a:lnTo>
                    <a:pt x="4727" y="110624"/>
                  </a:lnTo>
                  <a:lnTo>
                    <a:pt x="2985" y="115727"/>
                  </a:lnTo>
                  <a:lnTo>
                    <a:pt x="1409" y="120884"/>
                  </a:lnTo>
                  <a:lnTo>
                    <a:pt x="0" y="126089"/>
                  </a:lnTo>
                  <a:lnTo>
                    <a:pt x="16204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1846" y="3707733"/>
              <a:ext cx="334330" cy="334312"/>
            </a:xfrm>
            <a:custGeom>
              <a:avLst/>
              <a:pathLst>
                <a:path w="334330" h="334312">
                  <a:moveTo>
                    <a:pt x="5123" y="126076"/>
                  </a:moveTo>
                  <a:lnTo>
                    <a:pt x="3901" y="131236"/>
                  </a:lnTo>
                  <a:lnTo>
                    <a:pt x="2844" y="136432"/>
                  </a:lnTo>
                  <a:lnTo>
                    <a:pt x="1953" y="141658"/>
                  </a:lnTo>
                  <a:lnTo>
                    <a:pt x="1227" y="146911"/>
                  </a:lnTo>
                  <a:lnTo>
                    <a:pt x="669" y="152184"/>
                  </a:lnTo>
                  <a:lnTo>
                    <a:pt x="278" y="157472"/>
                  </a:lnTo>
                  <a:lnTo>
                    <a:pt x="55" y="162769"/>
                  </a:lnTo>
                  <a:lnTo>
                    <a:pt x="0" y="168071"/>
                  </a:lnTo>
                  <a:lnTo>
                    <a:pt x="113" y="173373"/>
                  </a:lnTo>
                  <a:lnTo>
                    <a:pt x="394" y="178667"/>
                  </a:lnTo>
                  <a:lnTo>
                    <a:pt x="843" y="183951"/>
                  </a:lnTo>
                  <a:lnTo>
                    <a:pt x="1459" y="189217"/>
                  </a:lnTo>
                  <a:lnTo>
                    <a:pt x="2242" y="194461"/>
                  </a:lnTo>
                  <a:lnTo>
                    <a:pt x="3191" y="199678"/>
                  </a:lnTo>
                  <a:lnTo>
                    <a:pt x="4305" y="204862"/>
                  </a:lnTo>
                  <a:lnTo>
                    <a:pt x="5583" y="210008"/>
                  </a:lnTo>
                  <a:lnTo>
                    <a:pt x="7024" y="215111"/>
                  </a:lnTo>
                  <a:lnTo>
                    <a:pt x="8625" y="220166"/>
                  </a:lnTo>
                  <a:lnTo>
                    <a:pt x="10386" y="225167"/>
                  </a:lnTo>
                  <a:lnTo>
                    <a:pt x="12305" y="230110"/>
                  </a:lnTo>
                  <a:lnTo>
                    <a:pt x="14379" y="234990"/>
                  </a:lnTo>
                  <a:lnTo>
                    <a:pt x="16608" y="239801"/>
                  </a:lnTo>
                  <a:lnTo>
                    <a:pt x="18987" y="244540"/>
                  </a:lnTo>
                  <a:lnTo>
                    <a:pt x="21516" y="249200"/>
                  </a:lnTo>
                  <a:lnTo>
                    <a:pt x="24192" y="253778"/>
                  </a:lnTo>
                  <a:lnTo>
                    <a:pt x="27011" y="258269"/>
                  </a:lnTo>
                  <a:lnTo>
                    <a:pt x="29971" y="262668"/>
                  </a:lnTo>
                  <a:lnTo>
                    <a:pt x="33069" y="266971"/>
                  </a:lnTo>
                  <a:lnTo>
                    <a:pt x="36302" y="271174"/>
                  </a:lnTo>
                  <a:lnTo>
                    <a:pt x="39667" y="275272"/>
                  </a:lnTo>
                  <a:lnTo>
                    <a:pt x="43160" y="279261"/>
                  </a:lnTo>
                  <a:lnTo>
                    <a:pt x="46778" y="283137"/>
                  </a:lnTo>
                  <a:lnTo>
                    <a:pt x="50517" y="286897"/>
                  </a:lnTo>
                  <a:lnTo>
                    <a:pt x="54373" y="290536"/>
                  </a:lnTo>
                  <a:lnTo>
                    <a:pt x="58343" y="294051"/>
                  </a:lnTo>
                  <a:lnTo>
                    <a:pt x="62422" y="297439"/>
                  </a:lnTo>
                  <a:lnTo>
                    <a:pt x="66607" y="300695"/>
                  </a:lnTo>
                  <a:lnTo>
                    <a:pt x="70893" y="303817"/>
                  </a:lnTo>
                  <a:lnTo>
                    <a:pt x="75275" y="306802"/>
                  </a:lnTo>
                  <a:lnTo>
                    <a:pt x="79750" y="309646"/>
                  </a:lnTo>
                  <a:lnTo>
                    <a:pt x="84314" y="312346"/>
                  </a:lnTo>
                  <a:lnTo>
                    <a:pt x="88960" y="314901"/>
                  </a:lnTo>
                  <a:lnTo>
                    <a:pt x="93685" y="317307"/>
                  </a:lnTo>
                  <a:lnTo>
                    <a:pt x="98484" y="319561"/>
                  </a:lnTo>
                  <a:lnTo>
                    <a:pt x="103352" y="321663"/>
                  </a:lnTo>
                  <a:lnTo>
                    <a:pt x="108285" y="323609"/>
                  </a:lnTo>
                  <a:lnTo>
                    <a:pt x="113276" y="325398"/>
                  </a:lnTo>
                  <a:lnTo>
                    <a:pt x="118322" y="327027"/>
                  </a:lnTo>
                  <a:lnTo>
                    <a:pt x="123417" y="328496"/>
                  </a:lnTo>
                  <a:lnTo>
                    <a:pt x="128556" y="329802"/>
                  </a:lnTo>
                  <a:lnTo>
                    <a:pt x="133733" y="330945"/>
                  </a:lnTo>
                  <a:lnTo>
                    <a:pt x="138945" y="331923"/>
                  </a:lnTo>
                  <a:lnTo>
                    <a:pt x="144185" y="332735"/>
                  </a:lnTo>
                  <a:lnTo>
                    <a:pt x="149448" y="333380"/>
                  </a:lnTo>
                  <a:lnTo>
                    <a:pt x="154728" y="333858"/>
                  </a:lnTo>
                  <a:lnTo>
                    <a:pt x="160022" y="334169"/>
                  </a:lnTo>
                  <a:lnTo>
                    <a:pt x="165322" y="334312"/>
                  </a:lnTo>
                  <a:lnTo>
                    <a:pt x="170624" y="334286"/>
                  </a:lnTo>
                  <a:lnTo>
                    <a:pt x="175923" y="334092"/>
                  </a:lnTo>
                  <a:lnTo>
                    <a:pt x="181213" y="333730"/>
                  </a:lnTo>
                  <a:lnTo>
                    <a:pt x="186489" y="333201"/>
                  </a:lnTo>
                  <a:lnTo>
                    <a:pt x="191745" y="332505"/>
                  </a:lnTo>
                  <a:lnTo>
                    <a:pt x="196977" y="331642"/>
                  </a:lnTo>
                  <a:lnTo>
                    <a:pt x="202179" y="330614"/>
                  </a:lnTo>
                  <a:lnTo>
                    <a:pt x="207345" y="329421"/>
                  </a:lnTo>
                  <a:lnTo>
                    <a:pt x="212471" y="328065"/>
                  </a:lnTo>
                  <a:lnTo>
                    <a:pt x="217552" y="326547"/>
                  </a:lnTo>
                  <a:lnTo>
                    <a:pt x="222582" y="324869"/>
                  </a:lnTo>
                  <a:lnTo>
                    <a:pt x="227556" y="323032"/>
                  </a:lnTo>
                  <a:lnTo>
                    <a:pt x="232469" y="321038"/>
                  </a:lnTo>
                  <a:lnTo>
                    <a:pt x="237316" y="318890"/>
                  </a:lnTo>
                  <a:lnTo>
                    <a:pt x="242093" y="316589"/>
                  </a:lnTo>
                  <a:lnTo>
                    <a:pt x="246795" y="314137"/>
                  </a:lnTo>
                  <a:lnTo>
                    <a:pt x="251416" y="311538"/>
                  </a:lnTo>
                  <a:lnTo>
                    <a:pt x="255953" y="308793"/>
                  </a:lnTo>
                  <a:lnTo>
                    <a:pt x="260401" y="305906"/>
                  </a:lnTo>
                  <a:lnTo>
                    <a:pt x="264754" y="302879"/>
                  </a:lnTo>
                  <a:lnTo>
                    <a:pt x="269010" y="299716"/>
                  </a:lnTo>
                  <a:lnTo>
                    <a:pt x="273163" y="296419"/>
                  </a:lnTo>
                  <a:lnTo>
                    <a:pt x="277209" y="292992"/>
                  </a:lnTo>
                  <a:lnTo>
                    <a:pt x="281144" y="289439"/>
                  </a:lnTo>
                  <a:lnTo>
                    <a:pt x="284965" y="285763"/>
                  </a:lnTo>
                  <a:lnTo>
                    <a:pt x="288668" y="281967"/>
                  </a:lnTo>
                  <a:lnTo>
                    <a:pt x="292248" y="278056"/>
                  </a:lnTo>
                  <a:lnTo>
                    <a:pt x="295702" y="274033"/>
                  </a:lnTo>
                  <a:lnTo>
                    <a:pt x="299027" y="269902"/>
                  </a:lnTo>
                  <a:lnTo>
                    <a:pt x="302219" y="265669"/>
                  </a:lnTo>
                  <a:lnTo>
                    <a:pt x="305276" y="261336"/>
                  </a:lnTo>
                  <a:lnTo>
                    <a:pt x="308193" y="256908"/>
                  </a:lnTo>
                  <a:lnTo>
                    <a:pt x="310969" y="252391"/>
                  </a:lnTo>
                  <a:lnTo>
                    <a:pt x="313600" y="247787"/>
                  </a:lnTo>
                  <a:lnTo>
                    <a:pt x="316083" y="243102"/>
                  </a:lnTo>
                  <a:lnTo>
                    <a:pt x="318417" y="238341"/>
                  </a:lnTo>
                  <a:lnTo>
                    <a:pt x="320599" y="233508"/>
                  </a:lnTo>
                  <a:lnTo>
                    <a:pt x="322626" y="228609"/>
                  </a:lnTo>
                  <a:lnTo>
                    <a:pt x="324497" y="223647"/>
                  </a:lnTo>
                  <a:lnTo>
                    <a:pt x="326209" y="218629"/>
                  </a:lnTo>
                  <a:lnTo>
                    <a:pt x="327762" y="213559"/>
                  </a:lnTo>
                  <a:lnTo>
                    <a:pt x="329153" y="208443"/>
                  </a:lnTo>
                  <a:lnTo>
                    <a:pt x="330381" y="203284"/>
                  </a:lnTo>
                  <a:lnTo>
                    <a:pt x="331445" y="198090"/>
                  </a:lnTo>
                  <a:lnTo>
                    <a:pt x="332343" y="192864"/>
                  </a:lnTo>
                  <a:lnTo>
                    <a:pt x="333075" y="187613"/>
                  </a:lnTo>
                  <a:lnTo>
                    <a:pt x="333641" y="182340"/>
                  </a:lnTo>
                  <a:lnTo>
                    <a:pt x="334039" y="177053"/>
                  </a:lnTo>
                  <a:lnTo>
                    <a:pt x="334269" y="171756"/>
                  </a:lnTo>
                  <a:lnTo>
                    <a:pt x="334330" y="166454"/>
                  </a:lnTo>
                  <a:lnTo>
                    <a:pt x="334224" y="161152"/>
                  </a:lnTo>
                  <a:lnTo>
                    <a:pt x="333950" y="155857"/>
                  </a:lnTo>
                  <a:lnTo>
                    <a:pt x="333508" y="150573"/>
                  </a:lnTo>
                  <a:lnTo>
                    <a:pt x="332898" y="145306"/>
                  </a:lnTo>
                  <a:lnTo>
                    <a:pt x="332122" y="140061"/>
                  </a:lnTo>
                  <a:lnTo>
                    <a:pt x="331179" y="134843"/>
                  </a:lnTo>
                  <a:lnTo>
                    <a:pt x="330072" y="129657"/>
                  </a:lnTo>
                  <a:lnTo>
                    <a:pt x="328801" y="124510"/>
                  </a:lnTo>
                  <a:lnTo>
                    <a:pt x="327367" y="119405"/>
                  </a:lnTo>
                  <a:lnTo>
                    <a:pt x="325772" y="114348"/>
                  </a:lnTo>
                  <a:lnTo>
                    <a:pt x="324018" y="109344"/>
                  </a:lnTo>
                  <a:lnTo>
                    <a:pt x="322105" y="104399"/>
                  </a:lnTo>
                  <a:lnTo>
                    <a:pt x="320037" y="99517"/>
                  </a:lnTo>
                  <a:lnTo>
                    <a:pt x="317815" y="94702"/>
                  </a:lnTo>
                  <a:lnTo>
                    <a:pt x="315442" y="89961"/>
                  </a:lnTo>
                  <a:lnTo>
                    <a:pt x="312919" y="85297"/>
                  </a:lnTo>
                  <a:lnTo>
                    <a:pt x="310249" y="80716"/>
                  </a:lnTo>
                  <a:lnTo>
                    <a:pt x="307436" y="76221"/>
                  </a:lnTo>
                  <a:lnTo>
                    <a:pt x="304482" y="71818"/>
                  </a:lnTo>
                  <a:lnTo>
                    <a:pt x="301389" y="67511"/>
                  </a:lnTo>
                  <a:lnTo>
                    <a:pt x="298161" y="63304"/>
                  </a:lnTo>
                  <a:lnTo>
                    <a:pt x="294802" y="59202"/>
                  </a:lnTo>
                  <a:lnTo>
                    <a:pt x="291314" y="55208"/>
                  </a:lnTo>
                  <a:lnTo>
                    <a:pt x="287701" y="51327"/>
                  </a:lnTo>
                  <a:lnTo>
                    <a:pt x="283967" y="47563"/>
                  </a:lnTo>
                  <a:lnTo>
                    <a:pt x="280115" y="43919"/>
                  </a:lnTo>
                  <a:lnTo>
                    <a:pt x="276150" y="40398"/>
                  </a:lnTo>
                  <a:lnTo>
                    <a:pt x="272075" y="37006"/>
                  </a:lnTo>
                  <a:lnTo>
                    <a:pt x="267895" y="33744"/>
                  </a:lnTo>
                  <a:lnTo>
                    <a:pt x="263613" y="30616"/>
                  </a:lnTo>
                  <a:lnTo>
                    <a:pt x="259234" y="27626"/>
                  </a:lnTo>
                  <a:lnTo>
                    <a:pt x="254763" y="24776"/>
                  </a:lnTo>
                  <a:lnTo>
                    <a:pt x="250203" y="22070"/>
                  </a:lnTo>
                  <a:lnTo>
                    <a:pt x="245560" y="19509"/>
                  </a:lnTo>
                  <a:lnTo>
                    <a:pt x="240838" y="17097"/>
                  </a:lnTo>
                  <a:lnTo>
                    <a:pt x="236042" y="14836"/>
                  </a:lnTo>
                  <a:lnTo>
                    <a:pt x="231177" y="12728"/>
                  </a:lnTo>
                  <a:lnTo>
                    <a:pt x="226247" y="10776"/>
                  </a:lnTo>
                  <a:lnTo>
                    <a:pt x="221258" y="8981"/>
                  </a:lnTo>
                  <a:lnTo>
                    <a:pt x="216214" y="7345"/>
                  </a:lnTo>
                  <a:lnTo>
                    <a:pt x="211121" y="5870"/>
                  </a:lnTo>
                  <a:lnTo>
                    <a:pt x="205984" y="4557"/>
                  </a:lnTo>
                  <a:lnTo>
                    <a:pt x="200808" y="3407"/>
                  </a:lnTo>
                  <a:lnTo>
                    <a:pt x="195597" y="2423"/>
                  </a:lnTo>
                  <a:lnTo>
                    <a:pt x="190359" y="1604"/>
                  </a:lnTo>
                  <a:lnTo>
                    <a:pt x="185097" y="951"/>
                  </a:lnTo>
                  <a:lnTo>
                    <a:pt x="179816" y="466"/>
                  </a:lnTo>
                  <a:lnTo>
                    <a:pt x="174524" y="149"/>
                  </a:lnTo>
                  <a:lnTo>
                    <a:pt x="169223" y="0"/>
                  </a:lnTo>
                  <a:lnTo>
                    <a:pt x="167164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2058" cy="167167"/>
            </a:xfrm>
            <a:custGeom>
              <a:avLst/>
              <a:pathLst>
                <a:path w="2058" h="167167">
                  <a:moveTo>
                    <a:pt x="2058" y="1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tx76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2025-06-05T23:59:10Z</dcterms:modified>
  <cp:category/>
</cp:coreProperties>
</file>