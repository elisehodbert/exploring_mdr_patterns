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070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55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6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5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77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116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70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043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32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202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8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5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44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82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758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2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033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27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98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97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660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04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2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21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43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2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760" y="3170392"/>
              <a:ext cx="2018" cy="167167"/>
            </a:xfrm>
            <a:custGeom>
              <a:avLst/>
              <a:pathLst>
                <a:path w="2018" h="167167">
                  <a:moveTo>
                    <a:pt x="2018" y="0"/>
                  </a:moveTo>
                  <a:lnTo>
                    <a:pt x="0" y="12"/>
                  </a:lnTo>
                  <a:lnTo>
                    <a:pt x="201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16614" y="3170404"/>
              <a:ext cx="334324" cy="334316"/>
            </a:xfrm>
            <a:custGeom>
              <a:avLst/>
              <a:pathLst>
                <a:path w="334324" h="334316">
                  <a:moveTo>
                    <a:pt x="165146" y="0"/>
                  </a:moveTo>
                  <a:lnTo>
                    <a:pt x="159850" y="147"/>
                  </a:lnTo>
                  <a:lnTo>
                    <a:pt x="154561" y="463"/>
                  </a:lnTo>
                  <a:lnTo>
                    <a:pt x="149285" y="946"/>
                  </a:lnTo>
                  <a:lnTo>
                    <a:pt x="144027" y="1596"/>
                  </a:lnTo>
                  <a:lnTo>
                    <a:pt x="138792" y="2413"/>
                  </a:lnTo>
                  <a:lnTo>
                    <a:pt x="133585" y="3395"/>
                  </a:lnTo>
                  <a:lnTo>
                    <a:pt x="128413" y="4541"/>
                  </a:lnTo>
                  <a:lnTo>
                    <a:pt x="123279" y="5851"/>
                  </a:lnTo>
                  <a:lnTo>
                    <a:pt x="118189" y="7322"/>
                  </a:lnTo>
                  <a:lnTo>
                    <a:pt x="113149" y="8955"/>
                  </a:lnTo>
                  <a:lnTo>
                    <a:pt x="108163" y="10746"/>
                  </a:lnTo>
                  <a:lnTo>
                    <a:pt x="103236" y="12694"/>
                  </a:lnTo>
                  <a:lnTo>
                    <a:pt x="98373" y="14798"/>
                  </a:lnTo>
                  <a:lnTo>
                    <a:pt x="93579" y="17054"/>
                  </a:lnTo>
                  <a:lnTo>
                    <a:pt x="88860" y="19461"/>
                  </a:lnTo>
                  <a:lnTo>
                    <a:pt x="84219" y="22017"/>
                  </a:lnTo>
                  <a:lnTo>
                    <a:pt x="79661" y="24718"/>
                  </a:lnTo>
                  <a:lnTo>
                    <a:pt x="75191" y="27563"/>
                  </a:lnTo>
                  <a:lnTo>
                    <a:pt x="70814" y="30548"/>
                  </a:lnTo>
                  <a:lnTo>
                    <a:pt x="66533" y="33670"/>
                  </a:lnTo>
                  <a:lnTo>
                    <a:pt x="62353" y="36926"/>
                  </a:lnTo>
                  <a:lnTo>
                    <a:pt x="58279" y="40312"/>
                  </a:lnTo>
                  <a:lnTo>
                    <a:pt x="54314" y="43827"/>
                  </a:lnTo>
                  <a:lnTo>
                    <a:pt x="50463" y="47465"/>
                  </a:lnTo>
                  <a:lnTo>
                    <a:pt x="46728" y="51223"/>
                  </a:lnTo>
                  <a:lnTo>
                    <a:pt x="43115" y="55098"/>
                  </a:lnTo>
                  <a:lnTo>
                    <a:pt x="39626" y="59085"/>
                  </a:lnTo>
                  <a:lnTo>
                    <a:pt x="36266" y="63181"/>
                  </a:lnTo>
                  <a:lnTo>
                    <a:pt x="33036" y="67382"/>
                  </a:lnTo>
                  <a:lnTo>
                    <a:pt x="29942" y="71682"/>
                  </a:lnTo>
                  <a:lnTo>
                    <a:pt x="26985" y="76079"/>
                  </a:lnTo>
                  <a:lnTo>
                    <a:pt x="24170" y="80567"/>
                  </a:lnTo>
                  <a:lnTo>
                    <a:pt x="21497" y="85142"/>
                  </a:lnTo>
                  <a:lnTo>
                    <a:pt x="18972" y="89799"/>
                  </a:lnTo>
                  <a:lnTo>
                    <a:pt x="16595" y="94534"/>
                  </a:lnTo>
                  <a:lnTo>
                    <a:pt x="14369" y="99342"/>
                  </a:lnTo>
                  <a:lnTo>
                    <a:pt x="12297" y="104218"/>
                  </a:lnTo>
                  <a:lnTo>
                    <a:pt x="10380" y="109158"/>
                  </a:lnTo>
                  <a:lnTo>
                    <a:pt x="8621" y="114155"/>
                  </a:lnTo>
                  <a:lnTo>
                    <a:pt x="7021" y="119206"/>
                  </a:lnTo>
                  <a:lnTo>
                    <a:pt x="5582" y="124305"/>
                  </a:lnTo>
                  <a:lnTo>
                    <a:pt x="4305" y="129447"/>
                  </a:lnTo>
                  <a:lnTo>
                    <a:pt x="3192" y="134627"/>
                  </a:lnTo>
                  <a:lnTo>
                    <a:pt x="2244" y="139839"/>
                  </a:lnTo>
                  <a:lnTo>
                    <a:pt x="1461" y="145079"/>
                  </a:lnTo>
                  <a:lnTo>
                    <a:pt x="844" y="150342"/>
                  </a:lnTo>
                  <a:lnTo>
                    <a:pt x="395" y="155621"/>
                  </a:lnTo>
                  <a:lnTo>
                    <a:pt x="113" y="160911"/>
                  </a:lnTo>
                  <a:lnTo>
                    <a:pt x="0" y="166208"/>
                  </a:lnTo>
                  <a:lnTo>
                    <a:pt x="53" y="171506"/>
                  </a:lnTo>
                  <a:lnTo>
                    <a:pt x="275" y="176800"/>
                  </a:lnTo>
                  <a:lnTo>
                    <a:pt x="665" y="182084"/>
                  </a:lnTo>
                  <a:lnTo>
                    <a:pt x="1221" y="187352"/>
                  </a:lnTo>
                  <a:lnTo>
                    <a:pt x="1945" y="192601"/>
                  </a:lnTo>
                  <a:lnTo>
                    <a:pt x="2834" y="197824"/>
                  </a:lnTo>
                  <a:lnTo>
                    <a:pt x="3889" y="203016"/>
                  </a:lnTo>
                  <a:lnTo>
                    <a:pt x="5107" y="208172"/>
                  </a:lnTo>
                  <a:lnTo>
                    <a:pt x="6488" y="213287"/>
                  </a:lnTo>
                  <a:lnTo>
                    <a:pt x="8031" y="218356"/>
                  </a:lnTo>
                  <a:lnTo>
                    <a:pt x="9733" y="223373"/>
                  </a:lnTo>
                  <a:lnTo>
                    <a:pt x="11594" y="228334"/>
                  </a:lnTo>
                  <a:lnTo>
                    <a:pt x="13611" y="233233"/>
                  </a:lnTo>
                  <a:lnTo>
                    <a:pt x="15782" y="238066"/>
                  </a:lnTo>
                  <a:lnTo>
                    <a:pt x="18105" y="242828"/>
                  </a:lnTo>
                  <a:lnTo>
                    <a:pt x="20578" y="247513"/>
                  </a:lnTo>
                  <a:lnTo>
                    <a:pt x="23198" y="252118"/>
                  </a:lnTo>
                  <a:lnTo>
                    <a:pt x="25963" y="256638"/>
                  </a:lnTo>
                  <a:lnTo>
                    <a:pt x="28870" y="261067"/>
                  </a:lnTo>
                  <a:lnTo>
                    <a:pt x="31915" y="265403"/>
                  </a:lnTo>
                  <a:lnTo>
                    <a:pt x="35097" y="269639"/>
                  </a:lnTo>
                  <a:lnTo>
                    <a:pt x="38411" y="273773"/>
                  </a:lnTo>
                  <a:lnTo>
                    <a:pt x="41854" y="277800"/>
                  </a:lnTo>
                  <a:lnTo>
                    <a:pt x="45423" y="281715"/>
                  </a:lnTo>
                  <a:lnTo>
                    <a:pt x="49115" y="285516"/>
                  </a:lnTo>
                  <a:lnTo>
                    <a:pt x="52925" y="289197"/>
                  </a:lnTo>
                  <a:lnTo>
                    <a:pt x="56850" y="292756"/>
                  </a:lnTo>
                  <a:lnTo>
                    <a:pt x="60886" y="296189"/>
                  </a:lnTo>
                  <a:lnTo>
                    <a:pt x="65028" y="299492"/>
                  </a:lnTo>
                  <a:lnTo>
                    <a:pt x="69273" y="302662"/>
                  </a:lnTo>
                  <a:lnTo>
                    <a:pt x="73616" y="305696"/>
                  </a:lnTo>
                  <a:lnTo>
                    <a:pt x="78054" y="308591"/>
                  </a:lnTo>
                  <a:lnTo>
                    <a:pt x="82581" y="311344"/>
                  </a:lnTo>
                  <a:lnTo>
                    <a:pt x="87192" y="313952"/>
                  </a:lnTo>
                  <a:lnTo>
                    <a:pt x="91885" y="316413"/>
                  </a:lnTo>
                  <a:lnTo>
                    <a:pt x="96652" y="318723"/>
                  </a:lnTo>
                  <a:lnTo>
                    <a:pt x="101491" y="320882"/>
                  </a:lnTo>
                  <a:lnTo>
                    <a:pt x="106395" y="322886"/>
                  </a:lnTo>
                  <a:lnTo>
                    <a:pt x="111361" y="324733"/>
                  </a:lnTo>
                  <a:lnTo>
                    <a:pt x="116383" y="326422"/>
                  </a:lnTo>
                  <a:lnTo>
                    <a:pt x="121455" y="327952"/>
                  </a:lnTo>
                  <a:lnTo>
                    <a:pt x="126574" y="329319"/>
                  </a:lnTo>
                  <a:lnTo>
                    <a:pt x="131733" y="330524"/>
                  </a:lnTo>
                  <a:lnTo>
                    <a:pt x="136928" y="331565"/>
                  </a:lnTo>
                  <a:lnTo>
                    <a:pt x="142154" y="332441"/>
                  </a:lnTo>
                  <a:lnTo>
                    <a:pt x="147404" y="333150"/>
                  </a:lnTo>
                  <a:lnTo>
                    <a:pt x="152674" y="333693"/>
                  </a:lnTo>
                  <a:lnTo>
                    <a:pt x="157959" y="334069"/>
                  </a:lnTo>
                  <a:lnTo>
                    <a:pt x="163253" y="334276"/>
                  </a:lnTo>
                  <a:lnTo>
                    <a:pt x="168551" y="334316"/>
                  </a:lnTo>
                  <a:lnTo>
                    <a:pt x="173848" y="334189"/>
                  </a:lnTo>
                  <a:lnTo>
                    <a:pt x="179138" y="333893"/>
                  </a:lnTo>
                  <a:lnTo>
                    <a:pt x="184416" y="333430"/>
                  </a:lnTo>
                  <a:lnTo>
                    <a:pt x="189676" y="332799"/>
                  </a:lnTo>
                  <a:lnTo>
                    <a:pt x="194914" y="332003"/>
                  </a:lnTo>
                  <a:lnTo>
                    <a:pt x="200124" y="331041"/>
                  </a:lnTo>
                  <a:lnTo>
                    <a:pt x="205301" y="329914"/>
                  </a:lnTo>
                  <a:lnTo>
                    <a:pt x="210440" y="328624"/>
                  </a:lnTo>
                  <a:lnTo>
                    <a:pt x="215535" y="327171"/>
                  </a:lnTo>
                  <a:lnTo>
                    <a:pt x="220582" y="325558"/>
                  </a:lnTo>
                  <a:lnTo>
                    <a:pt x="225574" y="323786"/>
                  </a:lnTo>
                  <a:lnTo>
                    <a:pt x="230509" y="321856"/>
                  </a:lnTo>
                  <a:lnTo>
                    <a:pt x="235379" y="319771"/>
                  </a:lnTo>
                  <a:lnTo>
                    <a:pt x="240181" y="317532"/>
                  </a:lnTo>
                  <a:lnTo>
                    <a:pt x="244910" y="315143"/>
                  </a:lnTo>
                  <a:lnTo>
                    <a:pt x="249561" y="312605"/>
                  </a:lnTo>
                  <a:lnTo>
                    <a:pt x="254129" y="309921"/>
                  </a:lnTo>
                  <a:lnTo>
                    <a:pt x="258609" y="307093"/>
                  </a:lnTo>
                  <a:lnTo>
                    <a:pt x="262998" y="304125"/>
                  </a:lnTo>
                  <a:lnTo>
                    <a:pt x="267290" y="301019"/>
                  </a:lnTo>
                  <a:lnTo>
                    <a:pt x="271482" y="297779"/>
                  </a:lnTo>
                  <a:lnTo>
                    <a:pt x="275569" y="294408"/>
                  </a:lnTo>
                  <a:lnTo>
                    <a:pt x="279548" y="290908"/>
                  </a:lnTo>
                  <a:lnTo>
                    <a:pt x="283413" y="287285"/>
                  </a:lnTo>
                  <a:lnTo>
                    <a:pt x="287161" y="283541"/>
                  </a:lnTo>
                  <a:lnTo>
                    <a:pt x="290789" y="279679"/>
                  </a:lnTo>
                  <a:lnTo>
                    <a:pt x="294293" y="275705"/>
                  </a:lnTo>
                  <a:lnTo>
                    <a:pt x="297669" y="271622"/>
                  </a:lnTo>
                  <a:lnTo>
                    <a:pt x="300914" y="267434"/>
                  </a:lnTo>
                  <a:lnTo>
                    <a:pt x="304025" y="263145"/>
                  </a:lnTo>
                  <a:lnTo>
                    <a:pt x="306998" y="258760"/>
                  </a:lnTo>
                  <a:lnTo>
                    <a:pt x="309831" y="254282"/>
                  </a:lnTo>
                  <a:lnTo>
                    <a:pt x="312520" y="249718"/>
                  </a:lnTo>
                  <a:lnTo>
                    <a:pt x="315064" y="245070"/>
                  </a:lnTo>
                  <a:lnTo>
                    <a:pt x="317458" y="240344"/>
                  </a:lnTo>
                  <a:lnTo>
                    <a:pt x="319702" y="235544"/>
                  </a:lnTo>
                  <a:lnTo>
                    <a:pt x="321793" y="230676"/>
                  </a:lnTo>
                  <a:lnTo>
                    <a:pt x="323728" y="225744"/>
                  </a:lnTo>
                  <a:lnTo>
                    <a:pt x="325506" y="220753"/>
                  </a:lnTo>
                  <a:lnTo>
                    <a:pt x="327125" y="215708"/>
                  </a:lnTo>
                  <a:lnTo>
                    <a:pt x="328584" y="210615"/>
                  </a:lnTo>
                  <a:lnTo>
                    <a:pt x="329880" y="205478"/>
                  </a:lnTo>
                  <a:lnTo>
                    <a:pt x="331012" y="200302"/>
                  </a:lnTo>
                  <a:lnTo>
                    <a:pt x="331981" y="195093"/>
                  </a:lnTo>
                  <a:lnTo>
                    <a:pt x="332783" y="189856"/>
                  </a:lnTo>
                  <a:lnTo>
                    <a:pt x="333419" y="184596"/>
                  </a:lnTo>
                  <a:lnTo>
                    <a:pt x="333889" y="179319"/>
                  </a:lnTo>
                  <a:lnTo>
                    <a:pt x="334190" y="174029"/>
                  </a:lnTo>
                  <a:lnTo>
                    <a:pt x="334324" y="168733"/>
                  </a:lnTo>
                  <a:lnTo>
                    <a:pt x="334290" y="163435"/>
                  </a:lnTo>
                  <a:lnTo>
                    <a:pt x="334088" y="158140"/>
                  </a:lnTo>
                  <a:lnTo>
                    <a:pt x="333719" y="152855"/>
                  </a:lnTo>
                  <a:lnTo>
                    <a:pt x="333182" y="147584"/>
                  </a:lnTo>
                  <a:lnTo>
                    <a:pt x="332479" y="142333"/>
                  </a:lnTo>
                  <a:lnTo>
                    <a:pt x="331609" y="137107"/>
                  </a:lnTo>
                  <a:lnTo>
                    <a:pt x="330574" y="131911"/>
                  </a:lnTo>
                  <a:lnTo>
                    <a:pt x="329375" y="126750"/>
                  </a:lnTo>
                  <a:lnTo>
                    <a:pt x="328013" y="121630"/>
                  </a:lnTo>
                  <a:lnTo>
                    <a:pt x="326490" y="116555"/>
                  </a:lnTo>
                  <a:lnTo>
                    <a:pt x="324806" y="111532"/>
                  </a:lnTo>
                  <a:lnTo>
                    <a:pt x="322965" y="106564"/>
                  </a:lnTo>
                  <a:lnTo>
                    <a:pt x="320966" y="101657"/>
                  </a:lnTo>
                  <a:lnTo>
                    <a:pt x="318813" y="96816"/>
                  </a:lnTo>
                  <a:lnTo>
                    <a:pt x="316508" y="92046"/>
                  </a:lnTo>
                  <a:lnTo>
                    <a:pt x="314053" y="87351"/>
                  </a:lnTo>
                  <a:lnTo>
                    <a:pt x="311450" y="82736"/>
                  </a:lnTo>
                  <a:lnTo>
                    <a:pt x="308702" y="78206"/>
                  </a:lnTo>
                  <a:lnTo>
                    <a:pt x="305813" y="73765"/>
                  </a:lnTo>
                  <a:lnTo>
                    <a:pt x="302784" y="69419"/>
                  </a:lnTo>
                  <a:lnTo>
                    <a:pt x="299618" y="65170"/>
                  </a:lnTo>
                  <a:lnTo>
                    <a:pt x="296320" y="61024"/>
                  </a:lnTo>
                  <a:lnTo>
                    <a:pt x="292892" y="56984"/>
                  </a:lnTo>
                  <a:lnTo>
                    <a:pt x="289337" y="53055"/>
                  </a:lnTo>
                  <a:lnTo>
                    <a:pt x="285660" y="49241"/>
                  </a:lnTo>
                  <a:lnTo>
                    <a:pt x="281864" y="45545"/>
                  </a:lnTo>
                  <a:lnTo>
                    <a:pt x="277952" y="41971"/>
                  </a:lnTo>
                  <a:lnTo>
                    <a:pt x="273930" y="38523"/>
                  </a:lnTo>
                  <a:lnTo>
                    <a:pt x="269800" y="35204"/>
                  </a:lnTo>
                  <a:lnTo>
                    <a:pt x="265567" y="32018"/>
                  </a:lnTo>
                  <a:lnTo>
                    <a:pt x="261235" y="28968"/>
                  </a:lnTo>
                  <a:lnTo>
                    <a:pt x="256809" y="26056"/>
                  </a:lnTo>
                  <a:lnTo>
                    <a:pt x="252292" y="23286"/>
                  </a:lnTo>
                  <a:lnTo>
                    <a:pt x="247690" y="20661"/>
                  </a:lnTo>
                  <a:lnTo>
                    <a:pt x="243007" y="18182"/>
                  </a:lnTo>
                  <a:lnTo>
                    <a:pt x="238248" y="15854"/>
                  </a:lnTo>
                  <a:lnTo>
                    <a:pt x="233418" y="13677"/>
                  </a:lnTo>
                  <a:lnTo>
                    <a:pt x="228521" y="11655"/>
                  </a:lnTo>
                  <a:lnTo>
                    <a:pt x="223563" y="9788"/>
                  </a:lnTo>
                  <a:lnTo>
                    <a:pt x="218547" y="8080"/>
                  </a:lnTo>
                  <a:lnTo>
                    <a:pt x="213480" y="6532"/>
                  </a:lnTo>
                  <a:lnTo>
                    <a:pt x="208367" y="5145"/>
                  </a:lnTo>
                  <a:lnTo>
                    <a:pt x="203212" y="3920"/>
                  </a:lnTo>
                  <a:lnTo>
                    <a:pt x="198021" y="2860"/>
                  </a:lnTo>
                  <a:lnTo>
                    <a:pt x="192799" y="1965"/>
                  </a:lnTo>
                  <a:lnTo>
                    <a:pt x="187552" y="1235"/>
                  </a:lnTo>
                  <a:lnTo>
                    <a:pt x="182283" y="672"/>
                  </a:lnTo>
                  <a:lnTo>
                    <a:pt x="167164" y="167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3779" y="3170392"/>
              <a:ext cx="15119" cy="167167"/>
            </a:xfrm>
            <a:custGeom>
              <a:avLst/>
              <a:pathLst>
                <a:path w="15119" h="167167">
                  <a:moveTo>
                    <a:pt x="15119" y="68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4026" y="2633064"/>
              <a:ext cx="34985" cy="167167"/>
            </a:xfrm>
            <a:custGeom>
              <a:avLst/>
              <a:pathLst>
                <a:path w="34985" h="167167">
                  <a:moveTo>
                    <a:pt x="34985" y="0"/>
                  </a:moveTo>
                  <a:lnTo>
                    <a:pt x="27938" y="148"/>
                  </a:lnTo>
                  <a:lnTo>
                    <a:pt x="20903" y="594"/>
                  </a:lnTo>
                  <a:lnTo>
                    <a:pt x="13894" y="1335"/>
                  </a:lnTo>
                  <a:lnTo>
                    <a:pt x="6922" y="2372"/>
                  </a:lnTo>
                  <a:lnTo>
                    <a:pt x="0" y="3701"/>
                  </a:lnTo>
                  <a:lnTo>
                    <a:pt x="3498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026" y="2636766"/>
              <a:ext cx="34985" cy="163465"/>
            </a:xfrm>
            <a:custGeom>
              <a:avLst/>
              <a:pathLst>
                <a:path w="34985" h="163465">
                  <a:moveTo>
                    <a:pt x="0" y="0"/>
                  </a:moveTo>
                  <a:lnTo>
                    <a:pt x="34985" y="1634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1846" y="2636766"/>
              <a:ext cx="334328" cy="330625"/>
            </a:xfrm>
            <a:custGeom>
              <a:avLst/>
              <a:pathLst>
                <a:path w="334328" h="330625">
                  <a:moveTo>
                    <a:pt x="132180" y="0"/>
                  </a:moveTo>
                  <a:lnTo>
                    <a:pt x="127008" y="1192"/>
                  </a:lnTo>
                  <a:lnTo>
                    <a:pt x="121877" y="2549"/>
                  </a:lnTo>
                  <a:lnTo>
                    <a:pt x="116791" y="4068"/>
                  </a:lnTo>
                  <a:lnTo>
                    <a:pt x="111757" y="5747"/>
                  </a:lnTo>
                  <a:lnTo>
                    <a:pt x="106778" y="7586"/>
                  </a:lnTo>
                  <a:lnTo>
                    <a:pt x="101860" y="9581"/>
                  </a:lnTo>
                  <a:lnTo>
                    <a:pt x="97008" y="11732"/>
                  </a:lnTo>
                  <a:lnTo>
                    <a:pt x="92226" y="14035"/>
                  </a:lnTo>
                  <a:lnTo>
                    <a:pt x="87521" y="16490"/>
                  </a:lnTo>
                  <a:lnTo>
                    <a:pt x="82895" y="19092"/>
                  </a:lnTo>
                  <a:lnTo>
                    <a:pt x="78354" y="21840"/>
                  </a:lnTo>
                  <a:lnTo>
                    <a:pt x="73903" y="24731"/>
                  </a:lnTo>
                  <a:lnTo>
                    <a:pt x="69546" y="27761"/>
                  </a:lnTo>
                  <a:lnTo>
                    <a:pt x="65287" y="30928"/>
                  </a:lnTo>
                  <a:lnTo>
                    <a:pt x="61131" y="34229"/>
                  </a:lnTo>
                  <a:lnTo>
                    <a:pt x="57082" y="37660"/>
                  </a:lnTo>
                  <a:lnTo>
                    <a:pt x="53144" y="41218"/>
                  </a:lnTo>
                  <a:lnTo>
                    <a:pt x="49321" y="44899"/>
                  </a:lnTo>
                  <a:lnTo>
                    <a:pt x="45616" y="48700"/>
                  </a:lnTo>
                  <a:lnTo>
                    <a:pt x="42034" y="52617"/>
                  </a:lnTo>
                  <a:lnTo>
                    <a:pt x="38579" y="56645"/>
                  </a:lnTo>
                  <a:lnTo>
                    <a:pt x="35252" y="60780"/>
                  </a:lnTo>
                  <a:lnTo>
                    <a:pt x="32059" y="65020"/>
                  </a:lnTo>
                  <a:lnTo>
                    <a:pt x="29002" y="69358"/>
                  </a:lnTo>
                  <a:lnTo>
                    <a:pt x="26084" y="73792"/>
                  </a:lnTo>
                  <a:lnTo>
                    <a:pt x="23309" y="78315"/>
                  </a:lnTo>
                  <a:lnTo>
                    <a:pt x="20678" y="82925"/>
                  </a:lnTo>
                  <a:lnTo>
                    <a:pt x="18195" y="87616"/>
                  </a:lnTo>
                  <a:lnTo>
                    <a:pt x="15863" y="92383"/>
                  </a:lnTo>
                  <a:lnTo>
                    <a:pt x="13682" y="97222"/>
                  </a:lnTo>
                  <a:lnTo>
                    <a:pt x="11657" y="102128"/>
                  </a:lnTo>
                  <a:lnTo>
                    <a:pt x="9788" y="107095"/>
                  </a:lnTo>
                  <a:lnTo>
                    <a:pt x="8078" y="112119"/>
                  </a:lnTo>
                  <a:lnTo>
                    <a:pt x="6528" y="117196"/>
                  </a:lnTo>
                  <a:lnTo>
                    <a:pt x="5140" y="122318"/>
                  </a:lnTo>
                  <a:lnTo>
                    <a:pt x="3916" y="127482"/>
                  </a:lnTo>
                  <a:lnTo>
                    <a:pt x="2856" y="132683"/>
                  </a:lnTo>
                  <a:lnTo>
                    <a:pt x="1961" y="137914"/>
                  </a:lnTo>
                  <a:lnTo>
                    <a:pt x="1233" y="143172"/>
                  </a:lnTo>
                  <a:lnTo>
                    <a:pt x="673" y="148449"/>
                  </a:lnTo>
                  <a:lnTo>
                    <a:pt x="280" y="153742"/>
                  </a:lnTo>
                  <a:lnTo>
                    <a:pt x="56" y="159045"/>
                  </a:lnTo>
                  <a:lnTo>
                    <a:pt x="0" y="164352"/>
                  </a:lnTo>
                  <a:lnTo>
                    <a:pt x="112" y="169658"/>
                  </a:lnTo>
                  <a:lnTo>
                    <a:pt x="393" y="174958"/>
                  </a:lnTo>
                  <a:lnTo>
                    <a:pt x="842" y="180246"/>
                  </a:lnTo>
                  <a:lnTo>
                    <a:pt x="1458" y="185518"/>
                  </a:lnTo>
                  <a:lnTo>
                    <a:pt x="2242" y="190767"/>
                  </a:lnTo>
                  <a:lnTo>
                    <a:pt x="3192" y="195989"/>
                  </a:lnTo>
                  <a:lnTo>
                    <a:pt x="4307" y="201178"/>
                  </a:lnTo>
                  <a:lnTo>
                    <a:pt x="5586" y="206329"/>
                  </a:lnTo>
                  <a:lnTo>
                    <a:pt x="7028" y="211436"/>
                  </a:lnTo>
                  <a:lnTo>
                    <a:pt x="8632" y="216496"/>
                  </a:lnTo>
                  <a:lnTo>
                    <a:pt x="10395" y="221501"/>
                  </a:lnTo>
                  <a:lnTo>
                    <a:pt x="12316" y="226449"/>
                  </a:lnTo>
                  <a:lnTo>
                    <a:pt x="14394" y="231333"/>
                  </a:lnTo>
                  <a:lnTo>
                    <a:pt x="16625" y="236148"/>
                  </a:lnTo>
                  <a:lnTo>
                    <a:pt x="19008" y="240891"/>
                  </a:lnTo>
                  <a:lnTo>
                    <a:pt x="21541" y="245555"/>
                  </a:lnTo>
                  <a:lnTo>
                    <a:pt x="24220" y="250136"/>
                  </a:lnTo>
                  <a:lnTo>
                    <a:pt x="27044" y="254630"/>
                  </a:lnTo>
                  <a:lnTo>
                    <a:pt x="30008" y="259032"/>
                  </a:lnTo>
                  <a:lnTo>
                    <a:pt x="33111" y="263338"/>
                  </a:lnTo>
                  <a:lnTo>
                    <a:pt x="36349" y="267543"/>
                  </a:lnTo>
                  <a:lnTo>
                    <a:pt x="39719" y="271644"/>
                  </a:lnTo>
                  <a:lnTo>
                    <a:pt x="43217" y="275635"/>
                  </a:lnTo>
                  <a:lnTo>
                    <a:pt x="46841" y="279513"/>
                  </a:lnTo>
                  <a:lnTo>
                    <a:pt x="50585" y="283274"/>
                  </a:lnTo>
                  <a:lnTo>
                    <a:pt x="54447" y="286915"/>
                  </a:lnTo>
                  <a:lnTo>
                    <a:pt x="58423" y="290431"/>
                  </a:lnTo>
                  <a:lnTo>
                    <a:pt x="62508" y="293819"/>
                  </a:lnTo>
                  <a:lnTo>
                    <a:pt x="66699" y="297075"/>
                  </a:lnTo>
                  <a:lnTo>
                    <a:pt x="70991" y="300197"/>
                  </a:lnTo>
                  <a:lnTo>
                    <a:pt x="75380" y="303181"/>
                  </a:lnTo>
                  <a:lnTo>
                    <a:pt x="79862" y="306025"/>
                  </a:lnTo>
                  <a:lnTo>
                    <a:pt x="84431" y="308724"/>
                  </a:lnTo>
                  <a:lnTo>
                    <a:pt x="89084" y="311277"/>
                  </a:lnTo>
                  <a:lnTo>
                    <a:pt x="93816" y="313681"/>
                  </a:lnTo>
                  <a:lnTo>
                    <a:pt x="98622" y="315934"/>
                  </a:lnTo>
                  <a:lnTo>
                    <a:pt x="103496" y="318033"/>
                  </a:lnTo>
                  <a:lnTo>
                    <a:pt x="108435" y="319976"/>
                  </a:lnTo>
                  <a:lnTo>
                    <a:pt x="113433" y="321762"/>
                  </a:lnTo>
                  <a:lnTo>
                    <a:pt x="118485" y="323388"/>
                  </a:lnTo>
                  <a:lnTo>
                    <a:pt x="123587" y="324853"/>
                  </a:lnTo>
                  <a:lnTo>
                    <a:pt x="128732" y="326155"/>
                  </a:lnTo>
                  <a:lnTo>
                    <a:pt x="133916" y="327293"/>
                  </a:lnTo>
                  <a:lnTo>
                    <a:pt x="139133" y="328266"/>
                  </a:lnTo>
                  <a:lnTo>
                    <a:pt x="144379" y="329072"/>
                  </a:lnTo>
                  <a:lnTo>
                    <a:pt x="149648" y="329712"/>
                  </a:lnTo>
                  <a:lnTo>
                    <a:pt x="154934" y="330184"/>
                  </a:lnTo>
                  <a:lnTo>
                    <a:pt x="160233" y="330489"/>
                  </a:lnTo>
                  <a:lnTo>
                    <a:pt x="165538" y="330625"/>
                  </a:lnTo>
                  <a:lnTo>
                    <a:pt x="170845" y="330592"/>
                  </a:lnTo>
                  <a:lnTo>
                    <a:pt x="176149" y="330391"/>
                  </a:lnTo>
                  <a:lnTo>
                    <a:pt x="181444" y="330022"/>
                  </a:lnTo>
                  <a:lnTo>
                    <a:pt x="186724" y="329484"/>
                  </a:lnTo>
                  <a:lnTo>
                    <a:pt x="191984" y="328780"/>
                  </a:lnTo>
                  <a:lnTo>
                    <a:pt x="197219" y="327909"/>
                  </a:lnTo>
                  <a:lnTo>
                    <a:pt x="202425" y="326872"/>
                  </a:lnTo>
                  <a:lnTo>
                    <a:pt x="207594" y="325670"/>
                  </a:lnTo>
                  <a:lnTo>
                    <a:pt x="212723" y="324305"/>
                  </a:lnTo>
                  <a:lnTo>
                    <a:pt x="217806" y="322777"/>
                  </a:lnTo>
                  <a:lnTo>
                    <a:pt x="222838" y="321090"/>
                  </a:lnTo>
                  <a:lnTo>
                    <a:pt x="227813" y="319243"/>
                  </a:lnTo>
                  <a:lnTo>
                    <a:pt x="232728" y="317239"/>
                  </a:lnTo>
                  <a:lnTo>
                    <a:pt x="237576" y="315080"/>
                  </a:lnTo>
                  <a:lnTo>
                    <a:pt x="242354" y="312769"/>
                  </a:lnTo>
                  <a:lnTo>
                    <a:pt x="247056" y="310306"/>
                  </a:lnTo>
                  <a:lnTo>
                    <a:pt x="251677" y="307696"/>
                  </a:lnTo>
                  <a:lnTo>
                    <a:pt x="256213" y="304941"/>
                  </a:lnTo>
                  <a:lnTo>
                    <a:pt x="260659" y="302043"/>
                  </a:lnTo>
                  <a:lnTo>
                    <a:pt x="265011" y="299005"/>
                  </a:lnTo>
                  <a:lnTo>
                    <a:pt x="269265" y="295830"/>
                  </a:lnTo>
                  <a:lnTo>
                    <a:pt x="273415" y="292522"/>
                  </a:lnTo>
                  <a:lnTo>
                    <a:pt x="277458" y="289085"/>
                  </a:lnTo>
                  <a:lnTo>
                    <a:pt x="281391" y="285520"/>
                  </a:lnTo>
                  <a:lnTo>
                    <a:pt x="285208" y="281832"/>
                  </a:lnTo>
                  <a:lnTo>
                    <a:pt x="288906" y="278025"/>
                  </a:lnTo>
                  <a:lnTo>
                    <a:pt x="292481" y="274103"/>
                  </a:lnTo>
                  <a:lnTo>
                    <a:pt x="295930" y="270069"/>
                  </a:lnTo>
                  <a:lnTo>
                    <a:pt x="299249" y="265928"/>
                  </a:lnTo>
                  <a:lnTo>
                    <a:pt x="302435" y="261683"/>
                  </a:lnTo>
                  <a:lnTo>
                    <a:pt x="305485" y="257339"/>
                  </a:lnTo>
                  <a:lnTo>
                    <a:pt x="308395" y="252901"/>
                  </a:lnTo>
                  <a:lnTo>
                    <a:pt x="311163" y="248373"/>
                  </a:lnTo>
                  <a:lnTo>
                    <a:pt x="313786" y="243759"/>
                  </a:lnTo>
                  <a:lnTo>
                    <a:pt x="316261" y="239064"/>
                  </a:lnTo>
                  <a:lnTo>
                    <a:pt x="318586" y="234293"/>
                  </a:lnTo>
                  <a:lnTo>
                    <a:pt x="320758" y="229450"/>
                  </a:lnTo>
                  <a:lnTo>
                    <a:pt x="322775" y="224541"/>
                  </a:lnTo>
                  <a:lnTo>
                    <a:pt x="324636" y="219570"/>
                  </a:lnTo>
                  <a:lnTo>
                    <a:pt x="326337" y="214543"/>
                  </a:lnTo>
                  <a:lnTo>
                    <a:pt x="327879" y="209464"/>
                  </a:lnTo>
                  <a:lnTo>
                    <a:pt x="329258" y="204339"/>
                  </a:lnTo>
                  <a:lnTo>
                    <a:pt x="330474" y="199173"/>
                  </a:lnTo>
                  <a:lnTo>
                    <a:pt x="331525" y="193971"/>
                  </a:lnTo>
                  <a:lnTo>
                    <a:pt x="332411" y="188738"/>
                  </a:lnTo>
                  <a:lnTo>
                    <a:pt x="333130" y="183479"/>
                  </a:lnTo>
                  <a:lnTo>
                    <a:pt x="333681" y="178201"/>
                  </a:lnTo>
                  <a:lnTo>
                    <a:pt x="334065" y="172907"/>
                  </a:lnTo>
                  <a:lnTo>
                    <a:pt x="334281" y="167604"/>
                  </a:lnTo>
                  <a:lnTo>
                    <a:pt x="334328" y="162297"/>
                  </a:lnTo>
                  <a:lnTo>
                    <a:pt x="334207" y="156991"/>
                  </a:lnTo>
                  <a:lnTo>
                    <a:pt x="333917" y="151692"/>
                  </a:lnTo>
                  <a:lnTo>
                    <a:pt x="333459" y="146404"/>
                  </a:lnTo>
                  <a:lnTo>
                    <a:pt x="332834" y="141134"/>
                  </a:lnTo>
                  <a:lnTo>
                    <a:pt x="332041" y="135886"/>
                  </a:lnTo>
                  <a:lnTo>
                    <a:pt x="331083" y="130666"/>
                  </a:lnTo>
                  <a:lnTo>
                    <a:pt x="329959" y="125479"/>
                  </a:lnTo>
                  <a:lnTo>
                    <a:pt x="328671" y="120330"/>
                  </a:lnTo>
                  <a:lnTo>
                    <a:pt x="327220" y="115225"/>
                  </a:lnTo>
                  <a:lnTo>
                    <a:pt x="325608" y="110168"/>
                  </a:lnTo>
                  <a:lnTo>
                    <a:pt x="323836" y="105165"/>
                  </a:lnTo>
                  <a:lnTo>
                    <a:pt x="321907" y="100221"/>
                  </a:lnTo>
                  <a:lnTo>
                    <a:pt x="319821" y="95341"/>
                  </a:lnTo>
                  <a:lnTo>
                    <a:pt x="317582" y="90529"/>
                  </a:lnTo>
                  <a:lnTo>
                    <a:pt x="315190" y="85791"/>
                  </a:lnTo>
                  <a:lnTo>
                    <a:pt x="312650" y="81131"/>
                  </a:lnTo>
                  <a:lnTo>
                    <a:pt x="309963" y="76554"/>
                  </a:lnTo>
                  <a:lnTo>
                    <a:pt x="307132" y="72064"/>
                  </a:lnTo>
                  <a:lnTo>
                    <a:pt x="304160" y="67667"/>
                  </a:lnTo>
                  <a:lnTo>
                    <a:pt x="301050" y="63367"/>
                  </a:lnTo>
                  <a:lnTo>
                    <a:pt x="297805" y="59167"/>
                  </a:lnTo>
                  <a:lnTo>
                    <a:pt x="294428" y="55072"/>
                  </a:lnTo>
                  <a:lnTo>
                    <a:pt x="290923" y="51087"/>
                  </a:lnTo>
                  <a:lnTo>
                    <a:pt x="287293" y="47215"/>
                  </a:lnTo>
                  <a:lnTo>
                    <a:pt x="283542" y="43460"/>
                  </a:lnTo>
                  <a:lnTo>
                    <a:pt x="279674" y="39826"/>
                  </a:lnTo>
                  <a:lnTo>
                    <a:pt x="167165" y="1634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9011" y="2633064"/>
              <a:ext cx="112509" cy="167167"/>
            </a:xfrm>
            <a:custGeom>
              <a:avLst/>
              <a:pathLst>
                <a:path w="112509" h="167167">
                  <a:moveTo>
                    <a:pt x="112509" y="43528"/>
                  </a:moveTo>
                  <a:lnTo>
                    <a:pt x="108297" y="39823"/>
                  </a:lnTo>
                  <a:lnTo>
                    <a:pt x="103963" y="36261"/>
                  </a:lnTo>
                  <a:lnTo>
                    <a:pt x="99512" y="32846"/>
                  </a:lnTo>
                  <a:lnTo>
                    <a:pt x="94950" y="29583"/>
                  </a:lnTo>
                  <a:lnTo>
                    <a:pt x="90280" y="26474"/>
                  </a:lnTo>
                  <a:lnTo>
                    <a:pt x="85508" y="23524"/>
                  </a:lnTo>
                  <a:lnTo>
                    <a:pt x="80640" y="20736"/>
                  </a:lnTo>
                  <a:lnTo>
                    <a:pt x="75682" y="18113"/>
                  </a:lnTo>
                  <a:lnTo>
                    <a:pt x="70638" y="15657"/>
                  </a:lnTo>
                  <a:lnTo>
                    <a:pt x="65515" y="13373"/>
                  </a:lnTo>
                  <a:lnTo>
                    <a:pt x="60318" y="11261"/>
                  </a:lnTo>
                  <a:lnTo>
                    <a:pt x="55053" y="9325"/>
                  </a:lnTo>
                  <a:lnTo>
                    <a:pt x="49725" y="7567"/>
                  </a:lnTo>
                  <a:lnTo>
                    <a:pt x="44342" y="5988"/>
                  </a:lnTo>
                  <a:lnTo>
                    <a:pt x="38909" y="4591"/>
                  </a:lnTo>
                  <a:lnTo>
                    <a:pt x="33433" y="3377"/>
                  </a:lnTo>
                  <a:lnTo>
                    <a:pt x="27918" y="2347"/>
                  </a:lnTo>
                  <a:lnTo>
                    <a:pt x="22372" y="1503"/>
                  </a:lnTo>
                  <a:lnTo>
                    <a:pt x="16801" y="846"/>
                  </a:lnTo>
                  <a:lnTo>
                    <a:pt x="11211" y="376"/>
                  </a:lnTo>
                  <a:lnTo>
                    <a:pt x="5608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0521" y="2126963"/>
              <a:ext cx="7950" cy="167167"/>
            </a:xfrm>
            <a:custGeom>
              <a:avLst/>
              <a:pathLst>
                <a:path w="7950" h="167167">
                  <a:moveTo>
                    <a:pt x="7950" y="0"/>
                  </a:moveTo>
                  <a:lnTo>
                    <a:pt x="0" y="189"/>
                  </a:lnTo>
                  <a:lnTo>
                    <a:pt x="79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561305" y="2127152"/>
              <a:ext cx="332045" cy="334135"/>
            </a:xfrm>
            <a:custGeom>
              <a:avLst/>
              <a:pathLst>
                <a:path w="332045" h="334135">
                  <a:moveTo>
                    <a:pt x="159216" y="0"/>
                  </a:moveTo>
                  <a:lnTo>
                    <a:pt x="153930" y="335"/>
                  </a:lnTo>
                  <a:lnTo>
                    <a:pt x="148658" y="838"/>
                  </a:lnTo>
                  <a:lnTo>
                    <a:pt x="143404" y="1508"/>
                  </a:lnTo>
                  <a:lnTo>
                    <a:pt x="138174" y="2344"/>
                  </a:lnTo>
                  <a:lnTo>
                    <a:pt x="132973" y="3345"/>
                  </a:lnTo>
                  <a:lnTo>
                    <a:pt x="127807" y="4510"/>
                  </a:lnTo>
                  <a:lnTo>
                    <a:pt x="122680" y="5838"/>
                  </a:lnTo>
                  <a:lnTo>
                    <a:pt x="117597" y="7329"/>
                  </a:lnTo>
                  <a:lnTo>
                    <a:pt x="112565" y="8979"/>
                  </a:lnTo>
                  <a:lnTo>
                    <a:pt x="107587" y="10788"/>
                  </a:lnTo>
                  <a:lnTo>
                    <a:pt x="102669" y="12754"/>
                  </a:lnTo>
                  <a:lnTo>
                    <a:pt x="97816" y="14874"/>
                  </a:lnTo>
                  <a:lnTo>
                    <a:pt x="93032" y="17148"/>
                  </a:lnTo>
                  <a:lnTo>
                    <a:pt x="88323" y="19571"/>
                  </a:lnTo>
                  <a:lnTo>
                    <a:pt x="83693" y="22143"/>
                  </a:lnTo>
                  <a:lnTo>
                    <a:pt x="79147" y="24860"/>
                  </a:lnTo>
                  <a:lnTo>
                    <a:pt x="74689" y="27720"/>
                  </a:lnTo>
                  <a:lnTo>
                    <a:pt x="70324" y="30719"/>
                  </a:lnTo>
                  <a:lnTo>
                    <a:pt x="66056" y="33855"/>
                  </a:lnTo>
                  <a:lnTo>
                    <a:pt x="61889" y="37125"/>
                  </a:lnTo>
                  <a:lnTo>
                    <a:pt x="57828" y="40526"/>
                  </a:lnTo>
                  <a:lnTo>
                    <a:pt x="53878" y="44053"/>
                  </a:lnTo>
                  <a:lnTo>
                    <a:pt x="50040" y="47703"/>
                  </a:lnTo>
                  <a:lnTo>
                    <a:pt x="46321" y="51474"/>
                  </a:lnTo>
                  <a:lnTo>
                    <a:pt x="42722" y="55360"/>
                  </a:lnTo>
                  <a:lnTo>
                    <a:pt x="39249" y="59358"/>
                  </a:lnTo>
                  <a:lnTo>
                    <a:pt x="35904" y="63464"/>
                  </a:lnTo>
                  <a:lnTo>
                    <a:pt x="32690" y="67674"/>
                  </a:lnTo>
                  <a:lnTo>
                    <a:pt x="29612" y="71984"/>
                  </a:lnTo>
                  <a:lnTo>
                    <a:pt x="26672" y="76390"/>
                  </a:lnTo>
                  <a:lnTo>
                    <a:pt x="23873" y="80886"/>
                  </a:lnTo>
                  <a:lnTo>
                    <a:pt x="21217" y="85468"/>
                  </a:lnTo>
                  <a:lnTo>
                    <a:pt x="18708" y="90133"/>
                  </a:lnTo>
                  <a:lnTo>
                    <a:pt x="16349" y="94874"/>
                  </a:lnTo>
                  <a:lnTo>
                    <a:pt x="14140" y="99688"/>
                  </a:lnTo>
                  <a:lnTo>
                    <a:pt x="12085" y="104570"/>
                  </a:lnTo>
                  <a:lnTo>
                    <a:pt x="10186" y="109514"/>
                  </a:lnTo>
                  <a:lnTo>
                    <a:pt x="8444" y="114515"/>
                  </a:lnTo>
                  <a:lnTo>
                    <a:pt x="6862" y="119570"/>
                  </a:lnTo>
                  <a:lnTo>
                    <a:pt x="5441" y="124672"/>
                  </a:lnTo>
                  <a:lnTo>
                    <a:pt x="4182" y="129816"/>
                  </a:lnTo>
                  <a:lnTo>
                    <a:pt x="3086" y="134998"/>
                  </a:lnTo>
                  <a:lnTo>
                    <a:pt x="2156" y="140212"/>
                  </a:lnTo>
                  <a:lnTo>
                    <a:pt x="1391" y="145453"/>
                  </a:lnTo>
                  <a:lnTo>
                    <a:pt x="792" y="150715"/>
                  </a:lnTo>
                  <a:lnTo>
                    <a:pt x="360" y="155994"/>
                  </a:lnTo>
                  <a:lnTo>
                    <a:pt x="96" y="161284"/>
                  </a:lnTo>
                  <a:lnTo>
                    <a:pt x="0" y="166579"/>
                  </a:lnTo>
                  <a:lnTo>
                    <a:pt x="71" y="171875"/>
                  </a:lnTo>
                  <a:lnTo>
                    <a:pt x="310" y="177166"/>
                  </a:lnTo>
                  <a:lnTo>
                    <a:pt x="716" y="182447"/>
                  </a:lnTo>
                  <a:lnTo>
                    <a:pt x="1290" y="187712"/>
                  </a:lnTo>
                  <a:lnTo>
                    <a:pt x="2030" y="192956"/>
                  </a:lnTo>
                  <a:lnTo>
                    <a:pt x="2936" y="198174"/>
                  </a:lnTo>
                  <a:lnTo>
                    <a:pt x="4006" y="203361"/>
                  </a:lnTo>
                  <a:lnTo>
                    <a:pt x="5241" y="208512"/>
                  </a:lnTo>
                  <a:lnTo>
                    <a:pt x="6638" y="213621"/>
                  </a:lnTo>
                  <a:lnTo>
                    <a:pt x="8196" y="218683"/>
                  </a:lnTo>
                  <a:lnTo>
                    <a:pt x="9914" y="223693"/>
                  </a:lnTo>
                  <a:lnTo>
                    <a:pt x="11789" y="228646"/>
                  </a:lnTo>
                  <a:lnTo>
                    <a:pt x="13821" y="233537"/>
                  </a:lnTo>
                  <a:lnTo>
                    <a:pt x="16006" y="238361"/>
                  </a:lnTo>
                  <a:lnTo>
                    <a:pt x="18344" y="243114"/>
                  </a:lnTo>
                  <a:lnTo>
                    <a:pt x="20830" y="247790"/>
                  </a:lnTo>
                  <a:lnTo>
                    <a:pt x="23464" y="252385"/>
                  </a:lnTo>
                  <a:lnTo>
                    <a:pt x="26241" y="256895"/>
                  </a:lnTo>
                  <a:lnTo>
                    <a:pt x="29161" y="261314"/>
                  </a:lnTo>
                  <a:lnTo>
                    <a:pt x="32218" y="265639"/>
                  </a:lnTo>
                  <a:lnTo>
                    <a:pt x="35412" y="269864"/>
                  </a:lnTo>
                  <a:lnTo>
                    <a:pt x="38737" y="273986"/>
                  </a:lnTo>
                  <a:lnTo>
                    <a:pt x="42191" y="278001"/>
                  </a:lnTo>
                  <a:lnTo>
                    <a:pt x="45771" y="281904"/>
                  </a:lnTo>
                  <a:lnTo>
                    <a:pt x="49473" y="285692"/>
                  </a:lnTo>
                  <a:lnTo>
                    <a:pt x="53293" y="289361"/>
                  </a:lnTo>
                  <a:lnTo>
                    <a:pt x="57227" y="292907"/>
                  </a:lnTo>
                  <a:lnTo>
                    <a:pt x="61271" y="296327"/>
                  </a:lnTo>
                  <a:lnTo>
                    <a:pt x="65422" y="299616"/>
                  </a:lnTo>
                  <a:lnTo>
                    <a:pt x="69675" y="302773"/>
                  </a:lnTo>
                  <a:lnTo>
                    <a:pt x="74026" y="305793"/>
                  </a:lnTo>
                  <a:lnTo>
                    <a:pt x="78470" y="308674"/>
                  </a:lnTo>
                  <a:lnTo>
                    <a:pt x="83003" y="311413"/>
                  </a:lnTo>
                  <a:lnTo>
                    <a:pt x="87621" y="314006"/>
                  </a:lnTo>
                  <a:lnTo>
                    <a:pt x="92318" y="316453"/>
                  </a:lnTo>
                  <a:lnTo>
                    <a:pt x="97091" y="318749"/>
                  </a:lnTo>
                  <a:lnTo>
                    <a:pt x="101934" y="320892"/>
                  </a:lnTo>
                  <a:lnTo>
                    <a:pt x="106843" y="322882"/>
                  </a:lnTo>
                  <a:lnTo>
                    <a:pt x="111812" y="324714"/>
                  </a:lnTo>
                  <a:lnTo>
                    <a:pt x="116837" y="326389"/>
                  </a:lnTo>
                  <a:lnTo>
                    <a:pt x="121912" y="327903"/>
                  </a:lnTo>
                  <a:lnTo>
                    <a:pt x="127032" y="329256"/>
                  </a:lnTo>
                  <a:lnTo>
                    <a:pt x="132193" y="330446"/>
                  </a:lnTo>
                  <a:lnTo>
                    <a:pt x="137389" y="331472"/>
                  </a:lnTo>
                  <a:lnTo>
                    <a:pt x="142615" y="332333"/>
                  </a:lnTo>
                  <a:lnTo>
                    <a:pt x="147866" y="333027"/>
                  </a:lnTo>
                  <a:lnTo>
                    <a:pt x="153136" y="333555"/>
                  </a:lnTo>
                  <a:lnTo>
                    <a:pt x="158420" y="333916"/>
                  </a:lnTo>
                  <a:lnTo>
                    <a:pt x="163713" y="334110"/>
                  </a:lnTo>
                  <a:lnTo>
                    <a:pt x="169009" y="334135"/>
                  </a:lnTo>
                  <a:lnTo>
                    <a:pt x="174303" y="333993"/>
                  </a:lnTo>
                  <a:lnTo>
                    <a:pt x="179590" y="333683"/>
                  </a:lnTo>
                  <a:lnTo>
                    <a:pt x="184865" y="333206"/>
                  </a:lnTo>
                  <a:lnTo>
                    <a:pt x="190122" y="332562"/>
                  </a:lnTo>
                  <a:lnTo>
                    <a:pt x="195356" y="331751"/>
                  </a:lnTo>
                  <a:lnTo>
                    <a:pt x="200562" y="330776"/>
                  </a:lnTo>
                  <a:lnTo>
                    <a:pt x="205734" y="329635"/>
                  </a:lnTo>
                  <a:lnTo>
                    <a:pt x="210867" y="328332"/>
                  </a:lnTo>
                  <a:lnTo>
                    <a:pt x="215957" y="326867"/>
                  </a:lnTo>
                  <a:lnTo>
                    <a:pt x="220998" y="325241"/>
                  </a:lnTo>
                  <a:lnTo>
                    <a:pt x="225984" y="323456"/>
                  </a:lnTo>
                  <a:lnTo>
                    <a:pt x="230912" y="321514"/>
                  </a:lnTo>
                  <a:lnTo>
                    <a:pt x="235775" y="319417"/>
                  </a:lnTo>
                  <a:lnTo>
                    <a:pt x="240570" y="317167"/>
                  </a:lnTo>
                  <a:lnTo>
                    <a:pt x="245291" y="314767"/>
                  </a:lnTo>
                  <a:lnTo>
                    <a:pt x="249933" y="312218"/>
                  </a:lnTo>
                  <a:lnTo>
                    <a:pt x="254493" y="309523"/>
                  </a:lnTo>
                  <a:lnTo>
                    <a:pt x="258965" y="306685"/>
                  </a:lnTo>
                  <a:lnTo>
                    <a:pt x="263344" y="303707"/>
                  </a:lnTo>
                  <a:lnTo>
                    <a:pt x="267627" y="300591"/>
                  </a:lnTo>
                  <a:lnTo>
                    <a:pt x="271810" y="297342"/>
                  </a:lnTo>
                  <a:lnTo>
                    <a:pt x="275887" y="293961"/>
                  </a:lnTo>
                  <a:lnTo>
                    <a:pt x="279855" y="290453"/>
                  </a:lnTo>
                  <a:lnTo>
                    <a:pt x="283710" y="286822"/>
                  </a:lnTo>
                  <a:lnTo>
                    <a:pt x="287448" y="283069"/>
                  </a:lnTo>
                  <a:lnTo>
                    <a:pt x="291065" y="279201"/>
                  </a:lnTo>
                  <a:lnTo>
                    <a:pt x="294558" y="275220"/>
                  </a:lnTo>
                  <a:lnTo>
                    <a:pt x="297923" y="271130"/>
                  </a:lnTo>
                  <a:lnTo>
                    <a:pt x="301157" y="266935"/>
                  </a:lnTo>
                  <a:lnTo>
                    <a:pt x="304256" y="262640"/>
                  </a:lnTo>
                  <a:lnTo>
                    <a:pt x="307218" y="258249"/>
                  </a:lnTo>
                  <a:lnTo>
                    <a:pt x="310039" y="253767"/>
                  </a:lnTo>
                  <a:lnTo>
                    <a:pt x="312717" y="249197"/>
                  </a:lnTo>
                  <a:lnTo>
                    <a:pt x="315248" y="244545"/>
                  </a:lnTo>
                  <a:lnTo>
                    <a:pt x="317631" y="239815"/>
                  </a:lnTo>
                  <a:lnTo>
                    <a:pt x="319863" y="235012"/>
                  </a:lnTo>
                  <a:lnTo>
                    <a:pt x="321942" y="230141"/>
                  </a:lnTo>
                  <a:lnTo>
                    <a:pt x="323865" y="225206"/>
                  </a:lnTo>
                  <a:lnTo>
                    <a:pt x="325631" y="220213"/>
                  </a:lnTo>
                  <a:lnTo>
                    <a:pt x="327238" y="215166"/>
                  </a:lnTo>
                  <a:lnTo>
                    <a:pt x="328684" y="210071"/>
                  </a:lnTo>
                  <a:lnTo>
                    <a:pt x="329968" y="204933"/>
                  </a:lnTo>
                  <a:lnTo>
                    <a:pt x="331089" y="199756"/>
                  </a:lnTo>
                  <a:lnTo>
                    <a:pt x="332045" y="194547"/>
                  </a:lnTo>
                  <a:lnTo>
                    <a:pt x="167166" y="1669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8472" y="2126963"/>
              <a:ext cx="167165" cy="194736"/>
            </a:xfrm>
            <a:custGeom>
              <a:avLst/>
              <a:pathLst>
                <a:path w="167165" h="194736">
                  <a:moveTo>
                    <a:pt x="164878" y="194736"/>
                  </a:moveTo>
                  <a:lnTo>
                    <a:pt x="165679" y="189421"/>
                  </a:lnTo>
                  <a:lnTo>
                    <a:pt x="166309" y="184083"/>
                  </a:lnTo>
                  <a:lnTo>
                    <a:pt x="166767" y="178727"/>
                  </a:lnTo>
                  <a:lnTo>
                    <a:pt x="167052" y="173359"/>
                  </a:lnTo>
                  <a:lnTo>
                    <a:pt x="167165" y="167985"/>
                  </a:lnTo>
                  <a:lnTo>
                    <a:pt x="167105" y="162610"/>
                  </a:lnTo>
                  <a:lnTo>
                    <a:pt x="166872" y="157240"/>
                  </a:lnTo>
                  <a:lnTo>
                    <a:pt x="166466" y="151879"/>
                  </a:lnTo>
                  <a:lnTo>
                    <a:pt x="165889" y="146535"/>
                  </a:lnTo>
                  <a:lnTo>
                    <a:pt x="165140" y="141212"/>
                  </a:lnTo>
                  <a:lnTo>
                    <a:pt x="164220" y="135916"/>
                  </a:lnTo>
                  <a:lnTo>
                    <a:pt x="163130" y="130653"/>
                  </a:lnTo>
                  <a:lnTo>
                    <a:pt x="161872" y="125427"/>
                  </a:lnTo>
                  <a:lnTo>
                    <a:pt x="160446" y="120244"/>
                  </a:lnTo>
                  <a:lnTo>
                    <a:pt x="158855" y="115109"/>
                  </a:lnTo>
                  <a:lnTo>
                    <a:pt x="157099" y="110029"/>
                  </a:lnTo>
                  <a:lnTo>
                    <a:pt x="155181" y="105007"/>
                  </a:lnTo>
                  <a:lnTo>
                    <a:pt x="153102" y="100050"/>
                  </a:lnTo>
                  <a:lnTo>
                    <a:pt x="150865" y="95163"/>
                  </a:lnTo>
                  <a:lnTo>
                    <a:pt x="148472" y="90349"/>
                  </a:lnTo>
                  <a:lnTo>
                    <a:pt x="145925" y="85615"/>
                  </a:lnTo>
                  <a:lnTo>
                    <a:pt x="143228" y="80966"/>
                  </a:lnTo>
                  <a:lnTo>
                    <a:pt x="140382" y="76405"/>
                  </a:lnTo>
                  <a:lnTo>
                    <a:pt x="137391" y="71939"/>
                  </a:lnTo>
                  <a:lnTo>
                    <a:pt x="134259" y="67571"/>
                  </a:lnTo>
                  <a:lnTo>
                    <a:pt x="130987" y="63306"/>
                  </a:lnTo>
                  <a:lnTo>
                    <a:pt x="127580" y="59148"/>
                  </a:lnTo>
                  <a:lnTo>
                    <a:pt x="124041" y="55102"/>
                  </a:lnTo>
                  <a:lnTo>
                    <a:pt x="120374" y="51172"/>
                  </a:lnTo>
                  <a:lnTo>
                    <a:pt x="116582" y="47361"/>
                  </a:lnTo>
                  <a:lnTo>
                    <a:pt x="112670" y="43675"/>
                  </a:lnTo>
                  <a:lnTo>
                    <a:pt x="108642" y="40116"/>
                  </a:lnTo>
                  <a:lnTo>
                    <a:pt x="104501" y="36689"/>
                  </a:lnTo>
                  <a:lnTo>
                    <a:pt x="100251" y="33397"/>
                  </a:lnTo>
                  <a:lnTo>
                    <a:pt x="95899" y="30243"/>
                  </a:lnTo>
                  <a:lnTo>
                    <a:pt x="91447" y="27230"/>
                  </a:lnTo>
                  <a:lnTo>
                    <a:pt x="86900" y="24362"/>
                  </a:lnTo>
                  <a:lnTo>
                    <a:pt x="82264" y="21642"/>
                  </a:lnTo>
                  <a:lnTo>
                    <a:pt x="77543" y="19072"/>
                  </a:lnTo>
                  <a:lnTo>
                    <a:pt x="72741" y="16656"/>
                  </a:lnTo>
                  <a:lnTo>
                    <a:pt x="67864" y="14395"/>
                  </a:lnTo>
                  <a:lnTo>
                    <a:pt x="62918" y="12292"/>
                  </a:lnTo>
                  <a:lnTo>
                    <a:pt x="57906" y="10349"/>
                  </a:lnTo>
                  <a:lnTo>
                    <a:pt x="52834" y="8568"/>
                  </a:lnTo>
                  <a:lnTo>
                    <a:pt x="47707" y="6952"/>
                  </a:lnTo>
                  <a:lnTo>
                    <a:pt x="42531" y="5501"/>
                  </a:lnTo>
                  <a:lnTo>
                    <a:pt x="37312" y="4217"/>
                  </a:lnTo>
                  <a:lnTo>
                    <a:pt x="32053" y="3101"/>
                  </a:lnTo>
                  <a:lnTo>
                    <a:pt x="26762" y="2156"/>
                  </a:lnTo>
                  <a:lnTo>
                    <a:pt x="21443" y="1380"/>
                  </a:lnTo>
                  <a:lnTo>
                    <a:pt x="16101" y="777"/>
                  </a:lnTo>
                  <a:lnTo>
                    <a:pt x="10743" y="345"/>
                  </a:lnTo>
                  <a:lnTo>
                    <a:pt x="537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932" y="1681503"/>
              <a:ext cx="12302" cy="167167"/>
            </a:xfrm>
            <a:custGeom>
              <a:avLst/>
              <a:pathLst>
                <a:path w="12302" h="167167">
                  <a:moveTo>
                    <a:pt x="12302" y="0"/>
                  </a:moveTo>
                  <a:lnTo>
                    <a:pt x="0" y="453"/>
                  </a:lnTo>
                  <a:lnTo>
                    <a:pt x="1230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256071" y="1681956"/>
              <a:ext cx="334321" cy="333877"/>
            </a:xfrm>
            <a:custGeom>
              <a:avLst/>
              <a:pathLst>
                <a:path w="334321" h="333877">
                  <a:moveTo>
                    <a:pt x="154860" y="0"/>
                  </a:moveTo>
                  <a:lnTo>
                    <a:pt x="149582" y="473"/>
                  </a:lnTo>
                  <a:lnTo>
                    <a:pt x="144322" y="1114"/>
                  </a:lnTo>
                  <a:lnTo>
                    <a:pt x="139085" y="1921"/>
                  </a:lnTo>
                  <a:lnTo>
                    <a:pt x="133876" y="2894"/>
                  </a:lnTo>
                  <a:lnTo>
                    <a:pt x="128700" y="4031"/>
                  </a:lnTo>
                  <a:lnTo>
                    <a:pt x="123563" y="5332"/>
                  </a:lnTo>
                  <a:lnTo>
                    <a:pt x="118470" y="6795"/>
                  </a:lnTo>
                  <a:lnTo>
                    <a:pt x="113426" y="8419"/>
                  </a:lnTo>
                  <a:lnTo>
                    <a:pt x="108435" y="10201"/>
                  </a:lnTo>
                  <a:lnTo>
                    <a:pt x="103504" y="12141"/>
                  </a:lnTo>
                  <a:lnTo>
                    <a:pt x="98637" y="14237"/>
                  </a:lnTo>
                  <a:lnTo>
                    <a:pt x="93838" y="16485"/>
                  </a:lnTo>
                  <a:lnTo>
                    <a:pt x="89114" y="18885"/>
                  </a:lnTo>
                  <a:lnTo>
                    <a:pt x="84468" y="21433"/>
                  </a:lnTo>
                  <a:lnTo>
                    <a:pt x="79904" y="24127"/>
                  </a:lnTo>
                  <a:lnTo>
                    <a:pt x="75429" y="26964"/>
                  </a:lnTo>
                  <a:lnTo>
                    <a:pt x="71045" y="29942"/>
                  </a:lnTo>
                  <a:lnTo>
                    <a:pt x="66759" y="33057"/>
                  </a:lnTo>
                  <a:lnTo>
                    <a:pt x="62573" y="36307"/>
                  </a:lnTo>
                  <a:lnTo>
                    <a:pt x="58492" y="39687"/>
                  </a:lnTo>
                  <a:lnTo>
                    <a:pt x="54521" y="43195"/>
                  </a:lnTo>
                  <a:lnTo>
                    <a:pt x="50662" y="46828"/>
                  </a:lnTo>
                  <a:lnTo>
                    <a:pt x="46921" y="50581"/>
                  </a:lnTo>
                  <a:lnTo>
                    <a:pt x="43300" y="54450"/>
                  </a:lnTo>
                  <a:lnTo>
                    <a:pt x="39804" y="58432"/>
                  </a:lnTo>
                  <a:lnTo>
                    <a:pt x="36436" y="62523"/>
                  </a:lnTo>
                  <a:lnTo>
                    <a:pt x="33200" y="66719"/>
                  </a:lnTo>
                  <a:lnTo>
                    <a:pt x="30098" y="71015"/>
                  </a:lnTo>
                  <a:lnTo>
                    <a:pt x="27133" y="75408"/>
                  </a:lnTo>
                  <a:lnTo>
                    <a:pt x="24310" y="79892"/>
                  </a:lnTo>
                  <a:lnTo>
                    <a:pt x="21630" y="84463"/>
                  </a:lnTo>
                  <a:lnTo>
                    <a:pt x="19096" y="89117"/>
                  </a:lnTo>
                  <a:lnTo>
                    <a:pt x="16711" y="93849"/>
                  </a:lnTo>
                  <a:lnTo>
                    <a:pt x="14477" y="98655"/>
                  </a:lnTo>
                  <a:lnTo>
                    <a:pt x="12396" y="103528"/>
                  </a:lnTo>
                  <a:lnTo>
                    <a:pt x="10472" y="108465"/>
                  </a:lnTo>
                  <a:lnTo>
                    <a:pt x="8704" y="113461"/>
                  </a:lnTo>
                  <a:lnTo>
                    <a:pt x="7096" y="118510"/>
                  </a:lnTo>
                  <a:lnTo>
                    <a:pt x="5648" y="123608"/>
                  </a:lnTo>
                  <a:lnTo>
                    <a:pt x="4363" y="128749"/>
                  </a:lnTo>
                  <a:lnTo>
                    <a:pt x="3242" y="133928"/>
                  </a:lnTo>
                  <a:lnTo>
                    <a:pt x="2285" y="139140"/>
                  </a:lnTo>
                  <a:lnTo>
                    <a:pt x="1494" y="144380"/>
                  </a:lnTo>
                  <a:lnTo>
                    <a:pt x="869" y="149642"/>
                  </a:lnTo>
                  <a:lnTo>
                    <a:pt x="412" y="154921"/>
                  </a:lnTo>
                  <a:lnTo>
                    <a:pt x="122" y="160212"/>
                  </a:lnTo>
                  <a:lnTo>
                    <a:pt x="0" y="165510"/>
                  </a:lnTo>
                  <a:lnTo>
                    <a:pt x="45" y="170809"/>
                  </a:lnTo>
                  <a:lnTo>
                    <a:pt x="259" y="176104"/>
                  </a:lnTo>
                  <a:lnTo>
                    <a:pt x="641" y="181389"/>
                  </a:lnTo>
                  <a:lnTo>
                    <a:pt x="1189" y="186660"/>
                  </a:lnTo>
                  <a:lnTo>
                    <a:pt x="1905" y="191910"/>
                  </a:lnTo>
                  <a:lnTo>
                    <a:pt x="2787" y="197135"/>
                  </a:lnTo>
                  <a:lnTo>
                    <a:pt x="3833" y="202330"/>
                  </a:lnTo>
                  <a:lnTo>
                    <a:pt x="5044" y="207489"/>
                  </a:lnTo>
                  <a:lnTo>
                    <a:pt x="6418" y="212607"/>
                  </a:lnTo>
                  <a:lnTo>
                    <a:pt x="7954" y="217679"/>
                  </a:lnTo>
                  <a:lnTo>
                    <a:pt x="9649" y="222699"/>
                  </a:lnTo>
                  <a:lnTo>
                    <a:pt x="11503" y="227664"/>
                  </a:lnTo>
                  <a:lnTo>
                    <a:pt x="13513" y="232567"/>
                  </a:lnTo>
                  <a:lnTo>
                    <a:pt x="15677" y="237404"/>
                  </a:lnTo>
                  <a:lnTo>
                    <a:pt x="17994" y="242170"/>
                  </a:lnTo>
                  <a:lnTo>
                    <a:pt x="20460" y="246860"/>
                  </a:lnTo>
                  <a:lnTo>
                    <a:pt x="23074" y="251469"/>
                  </a:lnTo>
                  <a:lnTo>
                    <a:pt x="25833" y="255993"/>
                  </a:lnTo>
                  <a:lnTo>
                    <a:pt x="28734" y="260428"/>
                  </a:lnTo>
                  <a:lnTo>
                    <a:pt x="31774" y="264769"/>
                  </a:lnTo>
                  <a:lnTo>
                    <a:pt x="34950" y="269011"/>
                  </a:lnTo>
                  <a:lnTo>
                    <a:pt x="38258" y="273150"/>
                  </a:lnTo>
                  <a:lnTo>
                    <a:pt x="41697" y="277182"/>
                  </a:lnTo>
                  <a:lnTo>
                    <a:pt x="45261" y="281103"/>
                  </a:lnTo>
                  <a:lnTo>
                    <a:pt x="48948" y="284909"/>
                  </a:lnTo>
                  <a:lnTo>
                    <a:pt x="52754" y="288597"/>
                  </a:lnTo>
                  <a:lnTo>
                    <a:pt x="56674" y="292162"/>
                  </a:lnTo>
                  <a:lnTo>
                    <a:pt x="60706" y="295601"/>
                  </a:lnTo>
                  <a:lnTo>
                    <a:pt x="64844" y="298910"/>
                  </a:lnTo>
                  <a:lnTo>
                    <a:pt x="69086" y="302087"/>
                  </a:lnTo>
                  <a:lnTo>
                    <a:pt x="73426" y="305127"/>
                  </a:lnTo>
                  <a:lnTo>
                    <a:pt x="77860" y="308029"/>
                  </a:lnTo>
                  <a:lnTo>
                    <a:pt x="82384" y="310788"/>
                  </a:lnTo>
                  <a:lnTo>
                    <a:pt x="86993" y="313403"/>
                  </a:lnTo>
                  <a:lnTo>
                    <a:pt x="91683" y="315870"/>
                  </a:lnTo>
                  <a:lnTo>
                    <a:pt x="96448" y="318188"/>
                  </a:lnTo>
                  <a:lnTo>
                    <a:pt x="101285" y="320353"/>
                  </a:lnTo>
                  <a:lnTo>
                    <a:pt x="106188" y="322364"/>
                  </a:lnTo>
                  <a:lnTo>
                    <a:pt x="111152" y="324218"/>
                  </a:lnTo>
                  <a:lnTo>
                    <a:pt x="116172" y="325914"/>
                  </a:lnTo>
                  <a:lnTo>
                    <a:pt x="121243" y="327451"/>
                  </a:lnTo>
                  <a:lnTo>
                    <a:pt x="126361" y="328825"/>
                  </a:lnTo>
                  <a:lnTo>
                    <a:pt x="131520" y="330037"/>
                  </a:lnTo>
                  <a:lnTo>
                    <a:pt x="136714" y="331085"/>
                  </a:lnTo>
                  <a:lnTo>
                    <a:pt x="141939" y="331967"/>
                  </a:lnTo>
                  <a:lnTo>
                    <a:pt x="147190" y="332684"/>
                  </a:lnTo>
                  <a:lnTo>
                    <a:pt x="152460" y="333233"/>
                  </a:lnTo>
                  <a:lnTo>
                    <a:pt x="157746" y="333616"/>
                  </a:lnTo>
                  <a:lnTo>
                    <a:pt x="163040" y="333830"/>
                  </a:lnTo>
                  <a:lnTo>
                    <a:pt x="168339" y="333877"/>
                  </a:lnTo>
                  <a:lnTo>
                    <a:pt x="173637" y="333756"/>
                  </a:lnTo>
                  <a:lnTo>
                    <a:pt x="178928" y="333466"/>
                  </a:lnTo>
                  <a:lnTo>
                    <a:pt x="184208" y="333010"/>
                  </a:lnTo>
                  <a:lnTo>
                    <a:pt x="189470" y="332386"/>
                  </a:lnTo>
                  <a:lnTo>
                    <a:pt x="194710" y="331596"/>
                  </a:lnTo>
                  <a:lnTo>
                    <a:pt x="199922" y="330640"/>
                  </a:lnTo>
                  <a:lnTo>
                    <a:pt x="205101" y="329519"/>
                  </a:lnTo>
                  <a:lnTo>
                    <a:pt x="210242" y="328235"/>
                  </a:lnTo>
                  <a:lnTo>
                    <a:pt x="215340" y="326788"/>
                  </a:lnTo>
                  <a:lnTo>
                    <a:pt x="220390" y="325181"/>
                  </a:lnTo>
                  <a:lnTo>
                    <a:pt x="225386" y="323414"/>
                  </a:lnTo>
                  <a:lnTo>
                    <a:pt x="230323" y="321490"/>
                  </a:lnTo>
                  <a:lnTo>
                    <a:pt x="235197" y="319410"/>
                  </a:lnTo>
                  <a:lnTo>
                    <a:pt x="240003" y="317177"/>
                  </a:lnTo>
                  <a:lnTo>
                    <a:pt x="244735" y="314793"/>
                  </a:lnTo>
                  <a:lnTo>
                    <a:pt x="249389" y="312260"/>
                  </a:lnTo>
                  <a:lnTo>
                    <a:pt x="253961" y="309580"/>
                  </a:lnTo>
                  <a:lnTo>
                    <a:pt x="258446" y="306758"/>
                  </a:lnTo>
                  <a:lnTo>
                    <a:pt x="262839" y="303794"/>
                  </a:lnTo>
                  <a:lnTo>
                    <a:pt x="267136" y="300693"/>
                  </a:lnTo>
                  <a:lnTo>
                    <a:pt x="271332" y="297457"/>
                  </a:lnTo>
                  <a:lnTo>
                    <a:pt x="275423" y="294089"/>
                  </a:lnTo>
                  <a:lnTo>
                    <a:pt x="279406" y="290594"/>
                  </a:lnTo>
                  <a:lnTo>
                    <a:pt x="283276" y="286974"/>
                  </a:lnTo>
                  <a:lnTo>
                    <a:pt x="287030" y="283233"/>
                  </a:lnTo>
                  <a:lnTo>
                    <a:pt x="290663" y="279376"/>
                  </a:lnTo>
                  <a:lnTo>
                    <a:pt x="294171" y="275405"/>
                  </a:lnTo>
                  <a:lnTo>
                    <a:pt x="297553" y="271324"/>
                  </a:lnTo>
                  <a:lnTo>
                    <a:pt x="300803" y="267139"/>
                  </a:lnTo>
                  <a:lnTo>
                    <a:pt x="303919" y="262853"/>
                  </a:lnTo>
                  <a:lnTo>
                    <a:pt x="306897" y="258470"/>
                  </a:lnTo>
                  <a:lnTo>
                    <a:pt x="309735" y="253995"/>
                  </a:lnTo>
                  <a:lnTo>
                    <a:pt x="312430" y="249432"/>
                  </a:lnTo>
                  <a:lnTo>
                    <a:pt x="314979" y="244786"/>
                  </a:lnTo>
                  <a:lnTo>
                    <a:pt x="317379" y="240062"/>
                  </a:lnTo>
                  <a:lnTo>
                    <a:pt x="319628" y="235264"/>
                  </a:lnTo>
                  <a:lnTo>
                    <a:pt x="321725" y="230397"/>
                  </a:lnTo>
                  <a:lnTo>
                    <a:pt x="323665" y="225466"/>
                  </a:lnTo>
                  <a:lnTo>
                    <a:pt x="325449" y="220476"/>
                  </a:lnTo>
                  <a:lnTo>
                    <a:pt x="327073" y="215432"/>
                  </a:lnTo>
                  <a:lnTo>
                    <a:pt x="328537" y="210339"/>
                  </a:lnTo>
                  <a:lnTo>
                    <a:pt x="329839" y="205203"/>
                  </a:lnTo>
                  <a:lnTo>
                    <a:pt x="330977" y="200027"/>
                  </a:lnTo>
                  <a:lnTo>
                    <a:pt x="331951" y="194818"/>
                  </a:lnTo>
                  <a:lnTo>
                    <a:pt x="332759" y="189581"/>
                  </a:lnTo>
                  <a:lnTo>
                    <a:pt x="333400" y="184321"/>
                  </a:lnTo>
                  <a:lnTo>
                    <a:pt x="333875" y="179043"/>
                  </a:lnTo>
                  <a:lnTo>
                    <a:pt x="334182" y="173753"/>
                  </a:lnTo>
                  <a:lnTo>
                    <a:pt x="334321" y="168456"/>
                  </a:lnTo>
                  <a:lnTo>
                    <a:pt x="334292" y="163157"/>
                  </a:lnTo>
                  <a:lnTo>
                    <a:pt x="334095" y="157861"/>
                  </a:lnTo>
                  <a:lnTo>
                    <a:pt x="333731" y="152575"/>
                  </a:lnTo>
                  <a:lnTo>
                    <a:pt x="333199" y="147302"/>
                  </a:lnTo>
                  <a:lnTo>
                    <a:pt x="332501" y="142049"/>
                  </a:lnTo>
                  <a:lnTo>
                    <a:pt x="331636" y="136821"/>
                  </a:lnTo>
                  <a:lnTo>
                    <a:pt x="330606" y="131623"/>
                  </a:lnTo>
                  <a:lnTo>
                    <a:pt x="329411" y="126461"/>
                  </a:lnTo>
                  <a:lnTo>
                    <a:pt x="328054" y="121338"/>
                  </a:lnTo>
                  <a:lnTo>
                    <a:pt x="326535" y="116261"/>
                  </a:lnTo>
                  <a:lnTo>
                    <a:pt x="324856" y="111235"/>
                  </a:lnTo>
                  <a:lnTo>
                    <a:pt x="323018" y="106265"/>
                  </a:lnTo>
                  <a:lnTo>
                    <a:pt x="321024" y="101356"/>
                  </a:lnTo>
                  <a:lnTo>
                    <a:pt x="318875" y="96512"/>
                  </a:lnTo>
                  <a:lnTo>
                    <a:pt x="316574" y="91738"/>
                  </a:lnTo>
                  <a:lnTo>
                    <a:pt x="314122" y="87040"/>
                  </a:lnTo>
                  <a:lnTo>
                    <a:pt x="311523" y="82423"/>
                  </a:lnTo>
                  <a:lnTo>
                    <a:pt x="308779" y="77889"/>
                  </a:lnTo>
                  <a:lnTo>
                    <a:pt x="305893" y="73445"/>
                  </a:lnTo>
                  <a:lnTo>
                    <a:pt x="302867" y="69095"/>
                  </a:lnTo>
                  <a:lnTo>
                    <a:pt x="299704" y="64843"/>
                  </a:lnTo>
                  <a:lnTo>
                    <a:pt x="296409" y="60693"/>
                  </a:lnTo>
                  <a:lnTo>
                    <a:pt x="292984" y="56650"/>
                  </a:lnTo>
                  <a:lnTo>
                    <a:pt x="289432" y="52717"/>
                  </a:lnTo>
                  <a:lnTo>
                    <a:pt x="285757" y="48899"/>
                  </a:lnTo>
                  <a:lnTo>
                    <a:pt x="281964" y="45199"/>
                  </a:lnTo>
                  <a:lnTo>
                    <a:pt x="278054" y="41622"/>
                  </a:lnTo>
                  <a:lnTo>
                    <a:pt x="274034" y="38170"/>
                  </a:lnTo>
                  <a:lnTo>
                    <a:pt x="269906" y="34847"/>
                  </a:lnTo>
                  <a:lnTo>
                    <a:pt x="265675" y="31657"/>
                  </a:lnTo>
                  <a:lnTo>
                    <a:pt x="261345" y="28602"/>
                  </a:lnTo>
                  <a:lnTo>
                    <a:pt x="256920" y="25687"/>
                  </a:lnTo>
                  <a:lnTo>
                    <a:pt x="252405" y="22913"/>
                  </a:lnTo>
                  <a:lnTo>
                    <a:pt x="247804" y="20283"/>
                  </a:lnTo>
                  <a:lnTo>
                    <a:pt x="243122" y="17801"/>
                  </a:lnTo>
                  <a:lnTo>
                    <a:pt x="238364" y="15468"/>
                  </a:lnTo>
                  <a:lnTo>
                    <a:pt x="233535" y="13287"/>
                  </a:lnTo>
                  <a:lnTo>
                    <a:pt x="228639" y="11261"/>
                  </a:lnTo>
                  <a:lnTo>
                    <a:pt x="223681" y="9390"/>
                  </a:lnTo>
                  <a:lnTo>
                    <a:pt x="218666" y="7678"/>
                  </a:lnTo>
                  <a:lnTo>
                    <a:pt x="213599" y="6125"/>
                  </a:lnTo>
                  <a:lnTo>
                    <a:pt x="208486" y="4734"/>
                  </a:lnTo>
                  <a:lnTo>
                    <a:pt x="203331" y="3506"/>
                  </a:lnTo>
                  <a:lnTo>
                    <a:pt x="167163" y="1667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23235" y="1681503"/>
              <a:ext cx="36168" cy="167167"/>
            </a:xfrm>
            <a:custGeom>
              <a:avLst/>
              <a:pathLst>
                <a:path w="36168" h="167167">
                  <a:moveTo>
                    <a:pt x="36168" y="3959"/>
                  </a:moveTo>
                  <a:lnTo>
                    <a:pt x="29017" y="2537"/>
                  </a:lnTo>
                  <a:lnTo>
                    <a:pt x="21811" y="1429"/>
                  </a:lnTo>
                  <a:lnTo>
                    <a:pt x="14564" y="635"/>
                  </a:lnTo>
                  <a:lnTo>
                    <a:pt x="7289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853871" y="1322571"/>
              <a:ext cx="167167" cy="319954"/>
            </a:xfrm>
            <a:custGeom>
              <a:avLst/>
              <a:pathLst>
                <a:path w="167167" h="319954">
                  <a:moveTo>
                    <a:pt x="167167" y="0"/>
                  </a:moveTo>
                  <a:lnTo>
                    <a:pt x="161811" y="85"/>
                  </a:lnTo>
                  <a:lnTo>
                    <a:pt x="156461" y="343"/>
                  </a:lnTo>
                  <a:lnTo>
                    <a:pt x="151121" y="771"/>
                  </a:lnTo>
                  <a:lnTo>
                    <a:pt x="145798" y="1371"/>
                  </a:lnTo>
                  <a:lnTo>
                    <a:pt x="140497" y="2141"/>
                  </a:lnTo>
                  <a:lnTo>
                    <a:pt x="135224" y="3080"/>
                  </a:lnTo>
                  <a:lnTo>
                    <a:pt x="129983" y="4187"/>
                  </a:lnTo>
                  <a:lnTo>
                    <a:pt x="124780" y="5462"/>
                  </a:lnTo>
                  <a:lnTo>
                    <a:pt x="119621" y="6903"/>
                  </a:lnTo>
                  <a:lnTo>
                    <a:pt x="114511" y="8509"/>
                  </a:lnTo>
                  <a:lnTo>
                    <a:pt x="109455" y="10278"/>
                  </a:lnTo>
                  <a:lnTo>
                    <a:pt x="104458" y="12207"/>
                  </a:lnTo>
                  <a:lnTo>
                    <a:pt x="99525" y="14296"/>
                  </a:lnTo>
                  <a:lnTo>
                    <a:pt x="94662" y="16541"/>
                  </a:lnTo>
                  <a:lnTo>
                    <a:pt x="89874" y="18942"/>
                  </a:lnTo>
                  <a:lnTo>
                    <a:pt x="85164" y="21494"/>
                  </a:lnTo>
                  <a:lnTo>
                    <a:pt x="80539" y="24196"/>
                  </a:lnTo>
                  <a:lnTo>
                    <a:pt x="76003" y="27045"/>
                  </a:lnTo>
                  <a:lnTo>
                    <a:pt x="71561" y="30038"/>
                  </a:lnTo>
                  <a:lnTo>
                    <a:pt x="67216" y="33171"/>
                  </a:lnTo>
                  <a:lnTo>
                    <a:pt x="62974" y="36443"/>
                  </a:lnTo>
                  <a:lnTo>
                    <a:pt x="58840" y="39848"/>
                  </a:lnTo>
                  <a:lnTo>
                    <a:pt x="54816" y="43384"/>
                  </a:lnTo>
                  <a:lnTo>
                    <a:pt x="50908" y="47047"/>
                  </a:lnTo>
                  <a:lnTo>
                    <a:pt x="47119" y="50834"/>
                  </a:lnTo>
                  <a:lnTo>
                    <a:pt x="43453" y="54739"/>
                  </a:lnTo>
                  <a:lnTo>
                    <a:pt x="39915" y="58761"/>
                  </a:lnTo>
                  <a:lnTo>
                    <a:pt x="36507" y="62893"/>
                  </a:lnTo>
                  <a:lnTo>
                    <a:pt x="33233" y="67133"/>
                  </a:lnTo>
                  <a:lnTo>
                    <a:pt x="30097" y="71476"/>
                  </a:lnTo>
                  <a:lnTo>
                    <a:pt x="27102" y="75916"/>
                  </a:lnTo>
                  <a:lnTo>
                    <a:pt x="24250" y="80451"/>
                  </a:lnTo>
                  <a:lnTo>
                    <a:pt x="21545" y="85074"/>
                  </a:lnTo>
                  <a:lnTo>
                    <a:pt x="18990" y="89782"/>
                  </a:lnTo>
                  <a:lnTo>
                    <a:pt x="16586" y="94569"/>
                  </a:lnTo>
                  <a:lnTo>
                    <a:pt x="14338" y="99431"/>
                  </a:lnTo>
                  <a:lnTo>
                    <a:pt x="12246" y="104362"/>
                  </a:lnTo>
                  <a:lnTo>
                    <a:pt x="10313" y="109358"/>
                  </a:lnTo>
                  <a:lnTo>
                    <a:pt x="8542" y="114413"/>
                  </a:lnTo>
                  <a:lnTo>
                    <a:pt x="6933" y="119522"/>
                  </a:lnTo>
                  <a:lnTo>
                    <a:pt x="5489" y="124680"/>
                  </a:lnTo>
                  <a:lnTo>
                    <a:pt x="4210" y="129882"/>
                  </a:lnTo>
                  <a:lnTo>
                    <a:pt x="3100" y="135122"/>
                  </a:lnTo>
                  <a:lnTo>
                    <a:pt x="2157" y="140395"/>
                  </a:lnTo>
                  <a:lnTo>
                    <a:pt x="1384" y="145696"/>
                  </a:lnTo>
                  <a:lnTo>
                    <a:pt x="781" y="151018"/>
                  </a:lnTo>
                  <a:lnTo>
                    <a:pt x="349" y="156357"/>
                  </a:lnTo>
                  <a:lnTo>
                    <a:pt x="89" y="161708"/>
                  </a:lnTo>
                  <a:lnTo>
                    <a:pt x="0" y="167063"/>
                  </a:lnTo>
                  <a:lnTo>
                    <a:pt x="82" y="172419"/>
                  </a:lnTo>
                  <a:lnTo>
                    <a:pt x="336" y="177770"/>
                  </a:lnTo>
                  <a:lnTo>
                    <a:pt x="761" y="183109"/>
                  </a:lnTo>
                  <a:lnTo>
                    <a:pt x="1358" y="188433"/>
                  </a:lnTo>
                  <a:lnTo>
                    <a:pt x="2124" y="193734"/>
                  </a:lnTo>
                  <a:lnTo>
                    <a:pt x="3060" y="199008"/>
                  </a:lnTo>
                  <a:lnTo>
                    <a:pt x="4164" y="204250"/>
                  </a:lnTo>
                  <a:lnTo>
                    <a:pt x="5436" y="209453"/>
                  </a:lnTo>
                  <a:lnTo>
                    <a:pt x="6874" y="214613"/>
                  </a:lnTo>
                  <a:lnTo>
                    <a:pt x="8476" y="219724"/>
                  </a:lnTo>
                  <a:lnTo>
                    <a:pt x="10242" y="224782"/>
                  </a:lnTo>
                  <a:lnTo>
                    <a:pt x="12168" y="229780"/>
                  </a:lnTo>
                  <a:lnTo>
                    <a:pt x="14254" y="234714"/>
                  </a:lnTo>
                  <a:lnTo>
                    <a:pt x="16497" y="239578"/>
                  </a:lnTo>
                  <a:lnTo>
                    <a:pt x="18894" y="244368"/>
                  </a:lnTo>
                  <a:lnTo>
                    <a:pt x="21443" y="249079"/>
                  </a:lnTo>
                  <a:lnTo>
                    <a:pt x="24143" y="253706"/>
                  </a:lnTo>
                  <a:lnTo>
                    <a:pt x="26989" y="258244"/>
                  </a:lnTo>
                  <a:lnTo>
                    <a:pt x="29979" y="262688"/>
                  </a:lnTo>
                  <a:lnTo>
                    <a:pt x="33109" y="267035"/>
                  </a:lnTo>
                  <a:lnTo>
                    <a:pt x="36378" y="271278"/>
                  </a:lnTo>
                  <a:lnTo>
                    <a:pt x="39781" y="275415"/>
                  </a:lnTo>
                  <a:lnTo>
                    <a:pt x="43314" y="279441"/>
                  </a:lnTo>
                  <a:lnTo>
                    <a:pt x="46975" y="283352"/>
                  </a:lnTo>
                  <a:lnTo>
                    <a:pt x="50759" y="287143"/>
                  </a:lnTo>
                  <a:lnTo>
                    <a:pt x="54663" y="290811"/>
                  </a:lnTo>
                  <a:lnTo>
                    <a:pt x="58682" y="294352"/>
                  </a:lnTo>
                  <a:lnTo>
                    <a:pt x="62813" y="297762"/>
                  </a:lnTo>
                  <a:lnTo>
                    <a:pt x="67050" y="301039"/>
                  </a:lnTo>
                  <a:lnTo>
                    <a:pt x="71391" y="304177"/>
                  </a:lnTo>
                  <a:lnTo>
                    <a:pt x="75830" y="307176"/>
                  </a:lnTo>
                  <a:lnTo>
                    <a:pt x="80362" y="310030"/>
                  </a:lnTo>
                  <a:lnTo>
                    <a:pt x="84984" y="312738"/>
                  </a:lnTo>
                  <a:lnTo>
                    <a:pt x="89690" y="315296"/>
                  </a:lnTo>
                  <a:lnTo>
                    <a:pt x="94476" y="317703"/>
                  </a:lnTo>
                  <a:lnTo>
                    <a:pt x="99336" y="31995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3208" y="1489739"/>
              <a:ext cx="67830" cy="152787"/>
            </a:xfrm>
            <a:custGeom>
              <a:avLst/>
              <a:pathLst>
                <a:path w="67830" h="152787">
                  <a:moveTo>
                    <a:pt x="0" y="152787"/>
                  </a:moveTo>
                  <a:lnTo>
                    <a:pt x="6783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3208" y="1350991"/>
              <a:ext cx="234989" cy="305914"/>
            </a:xfrm>
            <a:custGeom>
              <a:avLst/>
              <a:pathLst>
                <a:path w="234989" h="305914">
                  <a:moveTo>
                    <a:pt x="0" y="291534"/>
                  </a:moveTo>
                  <a:lnTo>
                    <a:pt x="4909" y="293621"/>
                  </a:lnTo>
                  <a:lnTo>
                    <a:pt x="9882" y="295549"/>
                  </a:lnTo>
                  <a:lnTo>
                    <a:pt x="14914" y="297318"/>
                  </a:lnTo>
                  <a:lnTo>
                    <a:pt x="20001" y="298926"/>
                  </a:lnTo>
                  <a:lnTo>
                    <a:pt x="25136" y="300370"/>
                  </a:lnTo>
                  <a:lnTo>
                    <a:pt x="30314" y="301650"/>
                  </a:lnTo>
                  <a:lnTo>
                    <a:pt x="35531" y="302764"/>
                  </a:lnTo>
                  <a:lnTo>
                    <a:pt x="40780" y="303711"/>
                  </a:lnTo>
                  <a:lnTo>
                    <a:pt x="46057" y="304490"/>
                  </a:lnTo>
                  <a:lnTo>
                    <a:pt x="51356" y="305101"/>
                  </a:lnTo>
                  <a:lnTo>
                    <a:pt x="56672" y="305542"/>
                  </a:lnTo>
                  <a:lnTo>
                    <a:pt x="62000" y="305813"/>
                  </a:lnTo>
                  <a:lnTo>
                    <a:pt x="67333" y="305914"/>
                  </a:lnTo>
                  <a:lnTo>
                    <a:pt x="72667" y="305844"/>
                  </a:lnTo>
                  <a:lnTo>
                    <a:pt x="77995" y="305605"/>
                  </a:lnTo>
                  <a:lnTo>
                    <a:pt x="83314" y="305196"/>
                  </a:lnTo>
                  <a:lnTo>
                    <a:pt x="88617" y="304617"/>
                  </a:lnTo>
                  <a:lnTo>
                    <a:pt x="93898" y="303869"/>
                  </a:lnTo>
                  <a:lnTo>
                    <a:pt x="99153" y="302954"/>
                  </a:lnTo>
                  <a:lnTo>
                    <a:pt x="104376" y="301871"/>
                  </a:lnTo>
                  <a:lnTo>
                    <a:pt x="109562" y="300622"/>
                  </a:lnTo>
                  <a:lnTo>
                    <a:pt x="114706" y="299208"/>
                  </a:lnTo>
                  <a:lnTo>
                    <a:pt x="119801" y="297630"/>
                  </a:lnTo>
                  <a:lnTo>
                    <a:pt x="124844" y="295891"/>
                  </a:lnTo>
                  <a:lnTo>
                    <a:pt x="129829" y="293992"/>
                  </a:lnTo>
                  <a:lnTo>
                    <a:pt x="134751" y="291935"/>
                  </a:lnTo>
                  <a:lnTo>
                    <a:pt x="139604" y="289722"/>
                  </a:lnTo>
                  <a:lnTo>
                    <a:pt x="144384" y="287355"/>
                  </a:lnTo>
                  <a:lnTo>
                    <a:pt x="149087" y="284837"/>
                  </a:lnTo>
                  <a:lnTo>
                    <a:pt x="153706" y="282170"/>
                  </a:lnTo>
                  <a:lnTo>
                    <a:pt x="158239" y="279357"/>
                  </a:lnTo>
                  <a:lnTo>
                    <a:pt x="162679" y="276401"/>
                  </a:lnTo>
                  <a:lnTo>
                    <a:pt x="167023" y="273305"/>
                  </a:lnTo>
                  <a:lnTo>
                    <a:pt x="171265" y="270072"/>
                  </a:lnTo>
                  <a:lnTo>
                    <a:pt x="175402" y="266705"/>
                  </a:lnTo>
                  <a:lnTo>
                    <a:pt x="179430" y="263207"/>
                  </a:lnTo>
                  <a:lnTo>
                    <a:pt x="183344" y="259583"/>
                  </a:lnTo>
                  <a:lnTo>
                    <a:pt x="187141" y="255836"/>
                  </a:lnTo>
                  <a:lnTo>
                    <a:pt x="190816" y="251970"/>
                  </a:lnTo>
                  <a:lnTo>
                    <a:pt x="194366" y="247989"/>
                  </a:lnTo>
                  <a:lnTo>
                    <a:pt x="197787" y="243896"/>
                  </a:lnTo>
                  <a:lnTo>
                    <a:pt x="201075" y="239696"/>
                  </a:lnTo>
                  <a:lnTo>
                    <a:pt x="204228" y="235393"/>
                  </a:lnTo>
                  <a:lnTo>
                    <a:pt x="207242" y="230992"/>
                  </a:lnTo>
                  <a:lnTo>
                    <a:pt x="210115" y="226497"/>
                  </a:lnTo>
                  <a:lnTo>
                    <a:pt x="212842" y="221913"/>
                  </a:lnTo>
                  <a:lnTo>
                    <a:pt x="215422" y="217244"/>
                  </a:lnTo>
                  <a:lnTo>
                    <a:pt x="217851" y="212495"/>
                  </a:lnTo>
                  <a:lnTo>
                    <a:pt x="220127" y="207671"/>
                  </a:lnTo>
                  <a:lnTo>
                    <a:pt x="222249" y="202777"/>
                  </a:lnTo>
                  <a:lnTo>
                    <a:pt x="224213" y="197818"/>
                  </a:lnTo>
                  <a:lnTo>
                    <a:pt x="226018" y="192798"/>
                  </a:lnTo>
                  <a:lnTo>
                    <a:pt x="227662" y="187723"/>
                  </a:lnTo>
                  <a:lnTo>
                    <a:pt x="229144" y="182599"/>
                  </a:lnTo>
                  <a:lnTo>
                    <a:pt x="230461" y="177430"/>
                  </a:lnTo>
                  <a:lnTo>
                    <a:pt x="231612" y="172221"/>
                  </a:lnTo>
                  <a:lnTo>
                    <a:pt x="232597" y="166979"/>
                  </a:lnTo>
                  <a:lnTo>
                    <a:pt x="233413" y="161708"/>
                  </a:lnTo>
                  <a:lnTo>
                    <a:pt x="234062" y="156413"/>
                  </a:lnTo>
                  <a:lnTo>
                    <a:pt x="234541" y="151100"/>
                  </a:lnTo>
                  <a:lnTo>
                    <a:pt x="234850" y="145775"/>
                  </a:lnTo>
                  <a:lnTo>
                    <a:pt x="234989" y="140443"/>
                  </a:lnTo>
                  <a:lnTo>
                    <a:pt x="234958" y="135108"/>
                  </a:lnTo>
                  <a:lnTo>
                    <a:pt x="234757" y="129778"/>
                  </a:lnTo>
                  <a:lnTo>
                    <a:pt x="234386" y="124457"/>
                  </a:lnTo>
                  <a:lnTo>
                    <a:pt x="233845" y="119150"/>
                  </a:lnTo>
                  <a:lnTo>
                    <a:pt x="233135" y="113863"/>
                  </a:lnTo>
                  <a:lnTo>
                    <a:pt x="232257" y="108602"/>
                  </a:lnTo>
                  <a:lnTo>
                    <a:pt x="231212" y="103371"/>
                  </a:lnTo>
                  <a:lnTo>
                    <a:pt x="230000" y="98176"/>
                  </a:lnTo>
                  <a:lnTo>
                    <a:pt x="228623" y="93023"/>
                  </a:lnTo>
                  <a:lnTo>
                    <a:pt x="227082" y="87916"/>
                  </a:lnTo>
                  <a:lnTo>
                    <a:pt x="225379" y="82861"/>
                  </a:lnTo>
                  <a:lnTo>
                    <a:pt x="223516" y="77863"/>
                  </a:lnTo>
                  <a:lnTo>
                    <a:pt x="221494" y="72926"/>
                  </a:lnTo>
                  <a:lnTo>
                    <a:pt x="219316" y="68057"/>
                  </a:lnTo>
                  <a:lnTo>
                    <a:pt x="216983" y="63260"/>
                  </a:lnTo>
                  <a:lnTo>
                    <a:pt x="214499" y="58540"/>
                  </a:lnTo>
                  <a:lnTo>
                    <a:pt x="211865" y="53901"/>
                  </a:lnTo>
                  <a:lnTo>
                    <a:pt x="209085" y="49349"/>
                  </a:lnTo>
                  <a:lnTo>
                    <a:pt x="206161" y="44887"/>
                  </a:lnTo>
                  <a:lnTo>
                    <a:pt x="203096" y="40522"/>
                  </a:lnTo>
                  <a:lnTo>
                    <a:pt x="199893" y="36256"/>
                  </a:lnTo>
                  <a:lnTo>
                    <a:pt x="196556" y="32095"/>
                  </a:lnTo>
                  <a:lnTo>
                    <a:pt x="193087" y="28042"/>
                  </a:lnTo>
                  <a:lnTo>
                    <a:pt x="189492" y="24102"/>
                  </a:lnTo>
                  <a:lnTo>
                    <a:pt x="185772" y="20279"/>
                  </a:lnTo>
                  <a:lnTo>
                    <a:pt x="181932" y="16576"/>
                  </a:lnTo>
                  <a:lnTo>
                    <a:pt x="177976" y="12998"/>
                  </a:lnTo>
                  <a:lnTo>
                    <a:pt x="173908" y="9547"/>
                  </a:lnTo>
                  <a:lnTo>
                    <a:pt x="169732" y="6229"/>
                  </a:lnTo>
                  <a:lnTo>
                    <a:pt x="165452" y="3045"/>
                  </a:lnTo>
                  <a:lnTo>
                    <a:pt x="161072" y="0"/>
                  </a:lnTo>
                  <a:lnTo>
                    <a:pt x="67830" y="1387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021039" y="1322571"/>
              <a:ext cx="93242" cy="167167"/>
            </a:xfrm>
            <a:custGeom>
              <a:avLst/>
              <a:pathLst>
                <a:path w="93242" h="167167">
                  <a:moveTo>
                    <a:pt x="93242" y="28420"/>
                  </a:moveTo>
                  <a:lnTo>
                    <a:pt x="88357" y="25259"/>
                  </a:lnTo>
                  <a:lnTo>
                    <a:pt x="83365" y="22270"/>
                  </a:lnTo>
                  <a:lnTo>
                    <a:pt x="78272" y="19457"/>
                  </a:lnTo>
                  <a:lnTo>
                    <a:pt x="73085" y="16822"/>
                  </a:lnTo>
                  <a:lnTo>
                    <a:pt x="67809" y="14370"/>
                  </a:lnTo>
                  <a:lnTo>
                    <a:pt x="62450" y="12103"/>
                  </a:lnTo>
                  <a:lnTo>
                    <a:pt x="57016" y="10024"/>
                  </a:lnTo>
                  <a:lnTo>
                    <a:pt x="51513" y="8135"/>
                  </a:lnTo>
                  <a:lnTo>
                    <a:pt x="45948" y="6438"/>
                  </a:lnTo>
                  <a:lnTo>
                    <a:pt x="40327" y="4937"/>
                  </a:lnTo>
                  <a:lnTo>
                    <a:pt x="34657" y="3632"/>
                  </a:lnTo>
                  <a:lnTo>
                    <a:pt x="28945" y="2525"/>
                  </a:lnTo>
                  <a:lnTo>
                    <a:pt x="23198" y="1617"/>
                  </a:lnTo>
                  <a:lnTo>
                    <a:pt x="17423" y="910"/>
                  </a:lnTo>
                  <a:lnTo>
                    <a:pt x="11627" y="404"/>
                  </a:lnTo>
                  <a:lnTo>
                    <a:pt x="5817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378091" y="1071028"/>
              <a:ext cx="167167" cy="291077"/>
            </a:xfrm>
            <a:custGeom>
              <a:avLst/>
              <a:pathLst>
                <a:path w="167167" h="291077">
                  <a:moveTo>
                    <a:pt x="167167" y="0"/>
                  </a:moveTo>
                  <a:lnTo>
                    <a:pt x="161806" y="85"/>
                  </a:lnTo>
                  <a:lnTo>
                    <a:pt x="156450" y="343"/>
                  </a:lnTo>
                  <a:lnTo>
                    <a:pt x="151105" y="773"/>
                  </a:lnTo>
                  <a:lnTo>
                    <a:pt x="145777" y="1374"/>
                  </a:lnTo>
                  <a:lnTo>
                    <a:pt x="140471" y="2145"/>
                  </a:lnTo>
                  <a:lnTo>
                    <a:pt x="135193" y="3086"/>
                  </a:lnTo>
                  <a:lnTo>
                    <a:pt x="129947" y="4196"/>
                  </a:lnTo>
                  <a:lnTo>
                    <a:pt x="124740" y="5473"/>
                  </a:lnTo>
                  <a:lnTo>
                    <a:pt x="119576" y="6917"/>
                  </a:lnTo>
                  <a:lnTo>
                    <a:pt x="114461" y="8526"/>
                  </a:lnTo>
                  <a:lnTo>
                    <a:pt x="109400" y="10298"/>
                  </a:lnTo>
                  <a:lnTo>
                    <a:pt x="104399" y="12231"/>
                  </a:lnTo>
                  <a:lnTo>
                    <a:pt x="99463" y="14324"/>
                  </a:lnTo>
                  <a:lnTo>
                    <a:pt x="94596" y="16574"/>
                  </a:lnTo>
                  <a:lnTo>
                    <a:pt x="89803" y="18978"/>
                  </a:lnTo>
                  <a:lnTo>
                    <a:pt x="85091" y="21536"/>
                  </a:lnTo>
                  <a:lnTo>
                    <a:pt x="80462" y="24243"/>
                  </a:lnTo>
                  <a:lnTo>
                    <a:pt x="75923" y="27097"/>
                  </a:lnTo>
                  <a:lnTo>
                    <a:pt x="71478" y="30095"/>
                  </a:lnTo>
                  <a:lnTo>
                    <a:pt x="67131" y="33235"/>
                  </a:lnTo>
                  <a:lnTo>
                    <a:pt x="62888" y="36512"/>
                  </a:lnTo>
                  <a:lnTo>
                    <a:pt x="58751" y="39923"/>
                  </a:lnTo>
                  <a:lnTo>
                    <a:pt x="54726" y="43466"/>
                  </a:lnTo>
                  <a:lnTo>
                    <a:pt x="50817" y="47135"/>
                  </a:lnTo>
                  <a:lnTo>
                    <a:pt x="47027" y="50929"/>
                  </a:lnTo>
                  <a:lnTo>
                    <a:pt x="43361" y="54841"/>
                  </a:lnTo>
                  <a:lnTo>
                    <a:pt x="39822" y="58870"/>
                  </a:lnTo>
                  <a:lnTo>
                    <a:pt x="36415" y="63009"/>
                  </a:lnTo>
                  <a:lnTo>
                    <a:pt x="33142" y="67256"/>
                  </a:lnTo>
                  <a:lnTo>
                    <a:pt x="30006" y="71606"/>
                  </a:lnTo>
                  <a:lnTo>
                    <a:pt x="27012" y="76054"/>
                  </a:lnTo>
                  <a:lnTo>
                    <a:pt x="24162" y="80595"/>
                  </a:lnTo>
                  <a:lnTo>
                    <a:pt x="21459" y="85226"/>
                  </a:lnTo>
                  <a:lnTo>
                    <a:pt x="18906" y="89941"/>
                  </a:lnTo>
                  <a:lnTo>
                    <a:pt x="16506" y="94736"/>
                  </a:lnTo>
                  <a:lnTo>
                    <a:pt x="14261" y="99605"/>
                  </a:lnTo>
                  <a:lnTo>
                    <a:pt x="12173" y="104543"/>
                  </a:lnTo>
                  <a:lnTo>
                    <a:pt x="10244" y="109546"/>
                  </a:lnTo>
                  <a:lnTo>
                    <a:pt x="8477" y="114609"/>
                  </a:lnTo>
                  <a:lnTo>
                    <a:pt x="6873" y="119725"/>
                  </a:lnTo>
                  <a:lnTo>
                    <a:pt x="5434" y="124890"/>
                  </a:lnTo>
                  <a:lnTo>
                    <a:pt x="4161" y="130099"/>
                  </a:lnTo>
                  <a:lnTo>
                    <a:pt x="3056" y="135345"/>
                  </a:lnTo>
                  <a:lnTo>
                    <a:pt x="2120" y="140625"/>
                  </a:lnTo>
                  <a:lnTo>
                    <a:pt x="1354" y="145932"/>
                  </a:lnTo>
                  <a:lnTo>
                    <a:pt x="758" y="151260"/>
                  </a:lnTo>
                  <a:lnTo>
                    <a:pt x="333" y="156605"/>
                  </a:lnTo>
                  <a:lnTo>
                    <a:pt x="81" y="161961"/>
                  </a:lnTo>
                  <a:lnTo>
                    <a:pt x="0" y="167323"/>
                  </a:lnTo>
                  <a:lnTo>
                    <a:pt x="90" y="172684"/>
                  </a:lnTo>
                  <a:lnTo>
                    <a:pt x="353" y="178039"/>
                  </a:lnTo>
                  <a:lnTo>
                    <a:pt x="788" y="183383"/>
                  </a:lnTo>
                  <a:lnTo>
                    <a:pt x="1393" y="188711"/>
                  </a:lnTo>
                  <a:lnTo>
                    <a:pt x="2170" y="194016"/>
                  </a:lnTo>
                  <a:lnTo>
                    <a:pt x="3116" y="199294"/>
                  </a:lnTo>
                  <a:lnTo>
                    <a:pt x="4230" y="204539"/>
                  </a:lnTo>
                  <a:lnTo>
                    <a:pt x="5513" y="209745"/>
                  </a:lnTo>
                  <a:lnTo>
                    <a:pt x="6961" y="214907"/>
                  </a:lnTo>
                  <a:lnTo>
                    <a:pt x="8575" y="220021"/>
                  </a:lnTo>
                  <a:lnTo>
                    <a:pt x="10351" y="225079"/>
                  </a:lnTo>
                  <a:lnTo>
                    <a:pt x="12289" y="230079"/>
                  </a:lnTo>
                  <a:lnTo>
                    <a:pt x="14387" y="235013"/>
                  </a:lnTo>
                  <a:lnTo>
                    <a:pt x="16641" y="239878"/>
                  </a:lnTo>
                  <a:lnTo>
                    <a:pt x="19050" y="244668"/>
                  </a:lnTo>
                  <a:lnTo>
                    <a:pt x="21612" y="249379"/>
                  </a:lnTo>
                  <a:lnTo>
                    <a:pt x="24324" y="254004"/>
                  </a:lnTo>
                  <a:lnTo>
                    <a:pt x="27182" y="258541"/>
                  </a:lnTo>
                  <a:lnTo>
                    <a:pt x="30184" y="262983"/>
                  </a:lnTo>
                  <a:lnTo>
                    <a:pt x="33328" y="267327"/>
                  </a:lnTo>
                  <a:lnTo>
                    <a:pt x="36609" y="271568"/>
                  </a:lnTo>
                  <a:lnTo>
                    <a:pt x="40024" y="275701"/>
                  </a:lnTo>
                  <a:lnTo>
                    <a:pt x="43570" y="279723"/>
                  </a:lnTo>
                  <a:lnTo>
                    <a:pt x="47244" y="283629"/>
                  </a:lnTo>
                  <a:lnTo>
                    <a:pt x="51040" y="287415"/>
                  </a:lnTo>
                  <a:lnTo>
                    <a:pt x="54956" y="29107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3048" y="1238196"/>
              <a:ext cx="112210" cy="123910"/>
            </a:xfrm>
            <a:custGeom>
              <a:avLst/>
              <a:pathLst>
                <a:path w="112210" h="123910">
                  <a:moveTo>
                    <a:pt x="0" y="123910"/>
                  </a:moveTo>
                  <a:lnTo>
                    <a:pt x="11221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3048" y="1174821"/>
              <a:ext cx="279376" cy="230541"/>
            </a:xfrm>
            <a:custGeom>
              <a:avLst/>
              <a:pathLst>
                <a:path w="279376" h="230541">
                  <a:moveTo>
                    <a:pt x="0" y="187285"/>
                  </a:moveTo>
                  <a:lnTo>
                    <a:pt x="4033" y="190821"/>
                  </a:lnTo>
                  <a:lnTo>
                    <a:pt x="8178" y="194226"/>
                  </a:lnTo>
                  <a:lnTo>
                    <a:pt x="12429" y="197497"/>
                  </a:lnTo>
                  <a:lnTo>
                    <a:pt x="16784" y="200629"/>
                  </a:lnTo>
                  <a:lnTo>
                    <a:pt x="21237" y="203620"/>
                  </a:lnTo>
                  <a:lnTo>
                    <a:pt x="25783" y="206467"/>
                  </a:lnTo>
                  <a:lnTo>
                    <a:pt x="30419" y="209166"/>
                  </a:lnTo>
                  <a:lnTo>
                    <a:pt x="35138" y="211715"/>
                  </a:lnTo>
                  <a:lnTo>
                    <a:pt x="39937" y="214111"/>
                  </a:lnTo>
                  <a:lnTo>
                    <a:pt x="44811" y="216353"/>
                  </a:lnTo>
                  <a:lnTo>
                    <a:pt x="49754" y="218436"/>
                  </a:lnTo>
                  <a:lnTo>
                    <a:pt x="54761" y="220360"/>
                  </a:lnTo>
                  <a:lnTo>
                    <a:pt x="59827" y="222123"/>
                  </a:lnTo>
                  <a:lnTo>
                    <a:pt x="64947" y="223722"/>
                  </a:lnTo>
                  <a:lnTo>
                    <a:pt x="70116" y="225155"/>
                  </a:lnTo>
                  <a:lnTo>
                    <a:pt x="75329" y="226423"/>
                  </a:lnTo>
                  <a:lnTo>
                    <a:pt x="80579" y="227522"/>
                  </a:lnTo>
                  <a:lnTo>
                    <a:pt x="85862" y="228452"/>
                  </a:lnTo>
                  <a:lnTo>
                    <a:pt x="91171" y="229213"/>
                  </a:lnTo>
                  <a:lnTo>
                    <a:pt x="96503" y="229802"/>
                  </a:lnTo>
                  <a:lnTo>
                    <a:pt x="101851" y="230221"/>
                  </a:lnTo>
                  <a:lnTo>
                    <a:pt x="107209" y="230467"/>
                  </a:lnTo>
                  <a:lnTo>
                    <a:pt x="112573" y="230541"/>
                  </a:lnTo>
                  <a:lnTo>
                    <a:pt x="117936" y="230444"/>
                  </a:lnTo>
                  <a:lnTo>
                    <a:pt x="123293" y="230174"/>
                  </a:lnTo>
                  <a:lnTo>
                    <a:pt x="128639" y="229733"/>
                  </a:lnTo>
                  <a:lnTo>
                    <a:pt x="133968" y="229120"/>
                  </a:lnTo>
                  <a:lnTo>
                    <a:pt x="139275" y="228336"/>
                  </a:lnTo>
                  <a:lnTo>
                    <a:pt x="144553" y="227383"/>
                  </a:lnTo>
                  <a:lnTo>
                    <a:pt x="149799" y="226261"/>
                  </a:lnTo>
                  <a:lnTo>
                    <a:pt x="155006" y="224971"/>
                  </a:lnTo>
                  <a:lnTo>
                    <a:pt x="160168" y="223515"/>
                  </a:lnTo>
                  <a:lnTo>
                    <a:pt x="165281" y="221894"/>
                  </a:lnTo>
                  <a:lnTo>
                    <a:pt x="170340" y="220109"/>
                  </a:lnTo>
                  <a:lnTo>
                    <a:pt x="175339" y="218164"/>
                  </a:lnTo>
                  <a:lnTo>
                    <a:pt x="180273" y="216059"/>
                  </a:lnTo>
                  <a:lnTo>
                    <a:pt x="185136" y="213796"/>
                  </a:lnTo>
                  <a:lnTo>
                    <a:pt x="189925" y="211379"/>
                  </a:lnTo>
                  <a:lnTo>
                    <a:pt x="194633" y="208809"/>
                  </a:lnTo>
                  <a:lnTo>
                    <a:pt x="199257" y="206090"/>
                  </a:lnTo>
                  <a:lnTo>
                    <a:pt x="203791" y="203224"/>
                  </a:lnTo>
                  <a:lnTo>
                    <a:pt x="208231" y="200213"/>
                  </a:lnTo>
                  <a:lnTo>
                    <a:pt x="212572" y="197062"/>
                  </a:lnTo>
                  <a:lnTo>
                    <a:pt x="216809" y="193773"/>
                  </a:lnTo>
                  <a:lnTo>
                    <a:pt x="220939" y="190350"/>
                  </a:lnTo>
                  <a:lnTo>
                    <a:pt x="224957" y="186796"/>
                  </a:lnTo>
                  <a:lnTo>
                    <a:pt x="228859" y="183116"/>
                  </a:lnTo>
                  <a:lnTo>
                    <a:pt x="232641" y="179311"/>
                  </a:lnTo>
                  <a:lnTo>
                    <a:pt x="236299" y="175388"/>
                  </a:lnTo>
                  <a:lnTo>
                    <a:pt x="239828" y="171349"/>
                  </a:lnTo>
                  <a:lnTo>
                    <a:pt x="243227" y="167199"/>
                  </a:lnTo>
                  <a:lnTo>
                    <a:pt x="246491" y="162942"/>
                  </a:lnTo>
                  <a:lnTo>
                    <a:pt x="249616" y="158582"/>
                  </a:lnTo>
                  <a:lnTo>
                    <a:pt x="252600" y="154125"/>
                  </a:lnTo>
                  <a:lnTo>
                    <a:pt x="255439" y="149574"/>
                  </a:lnTo>
                  <a:lnTo>
                    <a:pt x="258131" y="144934"/>
                  </a:lnTo>
                  <a:lnTo>
                    <a:pt x="260673" y="140210"/>
                  </a:lnTo>
                  <a:lnTo>
                    <a:pt x="263062" y="135407"/>
                  </a:lnTo>
                  <a:lnTo>
                    <a:pt x="265295" y="130530"/>
                  </a:lnTo>
                  <a:lnTo>
                    <a:pt x="267371" y="125584"/>
                  </a:lnTo>
                  <a:lnTo>
                    <a:pt x="269287" y="120574"/>
                  </a:lnTo>
                  <a:lnTo>
                    <a:pt x="271041" y="115505"/>
                  </a:lnTo>
                  <a:lnTo>
                    <a:pt x="272632" y="110382"/>
                  </a:lnTo>
                  <a:lnTo>
                    <a:pt x="274058" y="105211"/>
                  </a:lnTo>
                  <a:lnTo>
                    <a:pt x="275317" y="99997"/>
                  </a:lnTo>
                  <a:lnTo>
                    <a:pt x="276408" y="94745"/>
                  </a:lnTo>
                  <a:lnTo>
                    <a:pt x="277330" y="89460"/>
                  </a:lnTo>
                  <a:lnTo>
                    <a:pt x="278081" y="84149"/>
                  </a:lnTo>
                  <a:lnTo>
                    <a:pt x="278663" y="78817"/>
                  </a:lnTo>
                  <a:lnTo>
                    <a:pt x="279072" y="73468"/>
                  </a:lnTo>
                  <a:lnTo>
                    <a:pt x="279310" y="68109"/>
                  </a:lnTo>
                  <a:lnTo>
                    <a:pt x="279376" y="62746"/>
                  </a:lnTo>
                  <a:lnTo>
                    <a:pt x="279270" y="57383"/>
                  </a:lnTo>
                  <a:lnTo>
                    <a:pt x="278992" y="52026"/>
                  </a:lnTo>
                  <a:lnTo>
                    <a:pt x="278542" y="46681"/>
                  </a:lnTo>
                  <a:lnTo>
                    <a:pt x="277921" y="41353"/>
                  </a:lnTo>
                  <a:lnTo>
                    <a:pt x="277129" y="36047"/>
                  </a:lnTo>
                  <a:lnTo>
                    <a:pt x="276167" y="30770"/>
                  </a:lnTo>
                  <a:lnTo>
                    <a:pt x="275037" y="25527"/>
                  </a:lnTo>
                  <a:lnTo>
                    <a:pt x="273738" y="20322"/>
                  </a:lnTo>
                  <a:lnTo>
                    <a:pt x="272274" y="15162"/>
                  </a:lnTo>
                  <a:lnTo>
                    <a:pt x="270645" y="10051"/>
                  </a:lnTo>
                  <a:lnTo>
                    <a:pt x="268852" y="4995"/>
                  </a:lnTo>
                  <a:lnTo>
                    <a:pt x="266899" y="0"/>
                  </a:lnTo>
                  <a:lnTo>
                    <a:pt x="112210" y="633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5258" y="1071028"/>
              <a:ext cx="154688" cy="167167"/>
            </a:xfrm>
            <a:custGeom>
              <a:avLst/>
              <a:pathLst>
                <a:path w="154688" h="167167">
                  <a:moveTo>
                    <a:pt x="154688" y="103792"/>
                  </a:moveTo>
                  <a:lnTo>
                    <a:pt x="152524" y="98748"/>
                  </a:lnTo>
                  <a:lnTo>
                    <a:pt x="150196" y="93778"/>
                  </a:lnTo>
                  <a:lnTo>
                    <a:pt x="147706" y="88887"/>
                  </a:lnTo>
                  <a:lnTo>
                    <a:pt x="145057" y="84081"/>
                  </a:lnTo>
                  <a:lnTo>
                    <a:pt x="142251" y="79364"/>
                  </a:lnTo>
                  <a:lnTo>
                    <a:pt x="139292" y="74742"/>
                  </a:lnTo>
                  <a:lnTo>
                    <a:pt x="136183" y="70219"/>
                  </a:lnTo>
                  <a:lnTo>
                    <a:pt x="132928" y="65801"/>
                  </a:lnTo>
                  <a:lnTo>
                    <a:pt x="129528" y="61492"/>
                  </a:lnTo>
                  <a:lnTo>
                    <a:pt x="125990" y="57297"/>
                  </a:lnTo>
                  <a:lnTo>
                    <a:pt x="122315" y="53220"/>
                  </a:lnTo>
                  <a:lnTo>
                    <a:pt x="118509" y="49267"/>
                  </a:lnTo>
                  <a:lnTo>
                    <a:pt x="114575" y="45440"/>
                  </a:lnTo>
                  <a:lnTo>
                    <a:pt x="110517" y="41744"/>
                  </a:lnTo>
                  <a:lnTo>
                    <a:pt x="106340" y="38184"/>
                  </a:lnTo>
                  <a:lnTo>
                    <a:pt x="102049" y="34763"/>
                  </a:lnTo>
                  <a:lnTo>
                    <a:pt x="97648" y="31484"/>
                  </a:lnTo>
                  <a:lnTo>
                    <a:pt x="93141" y="28352"/>
                  </a:lnTo>
                  <a:lnTo>
                    <a:pt x="88534" y="25369"/>
                  </a:lnTo>
                  <a:lnTo>
                    <a:pt x="83832" y="22539"/>
                  </a:lnTo>
                  <a:lnTo>
                    <a:pt x="79039" y="19865"/>
                  </a:lnTo>
                  <a:lnTo>
                    <a:pt x="74161" y="17350"/>
                  </a:lnTo>
                  <a:lnTo>
                    <a:pt x="69203" y="14997"/>
                  </a:lnTo>
                  <a:lnTo>
                    <a:pt x="64171" y="12807"/>
                  </a:lnTo>
                  <a:lnTo>
                    <a:pt x="59069" y="10784"/>
                  </a:lnTo>
                  <a:lnTo>
                    <a:pt x="53904" y="8929"/>
                  </a:lnTo>
                  <a:lnTo>
                    <a:pt x="48680" y="7245"/>
                  </a:lnTo>
                  <a:lnTo>
                    <a:pt x="43404" y="5733"/>
                  </a:lnTo>
                  <a:lnTo>
                    <a:pt x="38082" y="4395"/>
                  </a:lnTo>
                  <a:lnTo>
                    <a:pt x="32718" y="3233"/>
                  </a:lnTo>
                  <a:lnTo>
                    <a:pt x="27319" y="2247"/>
                  </a:lnTo>
                  <a:lnTo>
                    <a:pt x="21890" y="1439"/>
                  </a:lnTo>
                  <a:lnTo>
                    <a:pt x="16438" y="810"/>
                  </a:lnTo>
                  <a:lnTo>
                    <a:pt x="10969" y="360"/>
                  </a:lnTo>
                  <a:lnTo>
                    <a:pt x="548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3480" y="941493"/>
              <a:ext cx="80063" cy="167167"/>
            </a:xfrm>
            <a:custGeom>
              <a:avLst/>
              <a:pathLst>
                <a:path w="80063" h="167167">
                  <a:moveTo>
                    <a:pt x="80063" y="0"/>
                  </a:moveTo>
                  <a:lnTo>
                    <a:pt x="74100" y="106"/>
                  </a:lnTo>
                  <a:lnTo>
                    <a:pt x="68146" y="425"/>
                  </a:lnTo>
                  <a:lnTo>
                    <a:pt x="62206" y="956"/>
                  </a:lnTo>
                  <a:lnTo>
                    <a:pt x="56289" y="1699"/>
                  </a:lnTo>
                  <a:lnTo>
                    <a:pt x="50402" y="2652"/>
                  </a:lnTo>
                  <a:lnTo>
                    <a:pt x="44553" y="3814"/>
                  </a:lnTo>
                  <a:lnTo>
                    <a:pt x="38750" y="5185"/>
                  </a:lnTo>
                  <a:lnTo>
                    <a:pt x="32998" y="6762"/>
                  </a:lnTo>
                  <a:lnTo>
                    <a:pt x="27307" y="8542"/>
                  </a:lnTo>
                  <a:lnTo>
                    <a:pt x="21683" y="10525"/>
                  </a:lnTo>
                  <a:lnTo>
                    <a:pt x="16133" y="12707"/>
                  </a:lnTo>
                  <a:lnTo>
                    <a:pt x="10665" y="15085"/>
                  </a:lnTo>
                  <a:lnTo>
                    <a:pt x="5285" y="17657"/>
                  </a:lnTo>
                  <a:lnTo>
                    <a:pt x="0" y="20419"/>
                  </a:lnTo>
                  <a:lnTo>
                    <a:pt x="800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3480" y="961913"/>
              <a:ext cx="80063" cy="146747"/>
            </a:xfrm>
            <a:custGeom>
              <a:avLst/>
              <a:pathLst>
                <a:path w="80063" h="146747">
                  <a:moveTo>
                    <a:pt x="0" y="0"/>
                  </a:moveTo>
                  <a:lnTo>
                    <a:pt x="80063" y="146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856381" y="961913"/>
              <a:ext cx="334324" cy="313909"/>
            </a:xfrm>
            <a:custGeom>
              <a:avLst/>
              <a:pathLst>
                <a:path w="334324" h="313909">
                  <a:moveTo>
                    <a:pt x="87099" y="0"/>
                  </a:moveTo>
                  <a:lnTo>
                    <a:pt x="82483" y="2614"/>
                  </a:lnTo>
                  <a:lnTo>
                    <a:pt x="77952" y="5373"/>
                  </a:lnTo>
                  <a:lnTo>
                    <a:pt x="73511" y="8275"/>
                  </a:lnTo>
                  <a:lnTo>
                    <a:pt x="69165" y="11316"/>
                  </a:lnTo>
                  <a:lnTo>
                    <a:pt x="64917" y="14494"/>
                  </a:lnTo>
                  <a:lnTo>
                    <a:pt x="60772" y="17805"/>
                  </a:lnTo>
                  <a:lnTo>
                    <a:pt x="56734" y="21245"/>
                  </a:lnTo>
                  <a:lnTo>
                    <a:pt x="52808" y="24813"/>
                  </a:lnTo>
                  <a:lnTo>
                    <a:pt x="48996" y="28502"/>
                  </a:lnTo>
                  <a:lnTo>
                    <a:pt x="45304" y="32311"/>
                  </a:lnTo>
                  <a:lnTo>
                    <a:pt x="41734" y="36236"/>
                  </a:lnTo>
                  <a:lnTo>
                    <a:pt x="38291" y="40271"/>
                  </a:lnTo>
                  <a:lnTo>
                    <a:pt x="34977" y="44414"/>
                  </a:lnTo>
                  <a:lnTo>
                    <a:pt x="31797" y="48659"/>
                  </a:lnTo>
                  <a:lnTo>
                    <a:pt x="28752" y="53004"/>
                  </a:lnTo>
                  <a:lnTo>
                    <a:pt x="25848" y="57443"/>
                  </a:lnTo>
                  <a:lnTo>
                    <a:pt x="23085" y="61972"/>
                  </a:lnTo>
                  <a:lnTo>
                    <a:pt x="20468" y="66586"/>
                  </a:lnTo>
                  <a:lnTo>
                    <a:pt x="17998" y="71281"/>
                  </a:lnTo>
                  <a:lnTo>
                    <a:pt x="15679" y="76052"/>
                  </a:lnTo>
                  <a:lnTo>
                    <a:pt x="13512" y="80894"/>
                  </a:lnTo>
                  <a:lnTo>
                    <a:pt x="11500" y="85803"/>
                  </a:lnTo>
                  <a:lnTo>
                    <a:pt x="9644" y="90772"/>
                  </a:lnTo>
                  <a:lnTo>
                    <a:pt x="7948" y="95799"/>
                  </a:lnTo>
                  <a:lnTo>
                    <a:pt x="6411" y="100876"/>
                  </a:lnTo>
                  <a:lnTo>
                    <a:pt x="5037" y="106000"/>
                  </a:lnTo>
                  <a:lnTo>
                    <a:pt x="3825" y="111165"/>
                  </a:lnTo>
                  <a:lnTo>
                    <a:pt x="2779" y="116365"/>
                  </a:lnTo>
                  <a:lnTo>
                    <a:pt x="1897" y="121596"/>
                  </a:lnTo>
                  <a:lnTo>
                    <a:pt x="1183" y="126853"/>
                  </a:lnTo>
                  <a:lnTo>
                    <a:pt x="635" y="132129"/>
                  </a:lnTo>
                  <a:lnTo>
                    <a:pt x="255" y="137421"/>
                  </a:lnTo>
                  <a:lnTo>
                    <a:pt x="43" y="142721"/>
                  </a:lnTo>
                  <a:lnTo>
                    <a:pt x="0" y="148026"/>
                  </a:lnTo>
                  <a:lnTo>
                    <a:pt x="124" y="153330"/>
                  </a:lnTo>
                  <a:lnTo>
                    <a:pt x="417" y="158626"/>
                  </a:lnTo>
                  <a:lnTo>
                    <a:pt x="878" y="163911"/>
                  </a:lnTo>
                  <a:lnTo>
                    <a:pt x="1506" y="169179"/>
                  </a:lnTo>
                  <a:lnTo>
                    <a:pt x="2302" y="174424"/>
                  </a:lnTo>
                  <a:lnTo>
                    <a:pt x="3263" y="179641"/>
                  </a:lnTo>
                  <a:lnTo>
                    <a:pt x="4389" y="184825"/>
                  </a:lnTo>
                  <a:lnTo>
                    <a:pt x="5679" y="189970"/>
                  </a:lnTo>
                  <a:lnTo>
                    <a:pt x="7132" y="195072"/>
                  </a:lnTo>
                  <a:lnTo>
                    <a:pt x="8746" y="200126"/>
                  </a:lnTo>
                  <a:lnTo>
                    <a:pt x="10519" y="205125"/>
                  </a:lnTo>
                  <a:lnTo>
                    <a:pt x="12451" y="210066"/>
                  </a:lnTo>
                  <a:lnTo>
                    <a:pt x="14538" y="214943"/>
                  </a:lnTo>
                  <a:lnTo>
                    <a:pt x="16778" y="219752"/>
                  </a:lnTo>
                  <a:lnTo>
                    <a:pt x="19171" y="224487"/>
                  </a:lnTo>
                  <a:lnTo>
                    <a:pt x="21712" y="229143"/>
                  </a:lnTo>
                  <a:lnTo>
                    <a:pt x="24399" y="233717"/>
                  </a:lnTo>
                  <a:lnTo>
                    <a:pt x="27231" y="238203"/>
                  </a:lnTo>
                  <a:lnTo>
                    <a:pt x="30203" y="242597"/>
                  </a:lnTo>
                  <a:lnTo>
                    <a:pt x="33314" y="246895"/>
                  </a:lnTo>
                  <a:lnTo>
                    <a:pt x="36559" y="251091"/>
                  </a:lnTo>
                  <a:lnTo>
                    <a:pt x="39935" y="255183"/>
                  </a:lnTo>
                  <a:lnTo>
                    <a:pt x="43440" y="259165"/>
                  </a:lnTo>
                  <a:lnTo>
                    <a:pt x="47069" y="263034"/>
                  </a:lnTo>
                  <a:lnTo>
                    <a:pt x="50820" y="266786"/>
                  </a:lnTo>
                  <a:lnTo>
                    <a:pt x="54687" y="270417"/>
                  </a:lnTo>
                  <a:lnTo>
                    <a:pt x="58668" y="273924"/>
                  </a:lnTo>
                  <a:lnTo>
                    <a:pt x="62758" y="277302"/>
                  </a:lnTo>
                  <a:lnTo>
                    <a:pt x="66953" y="280549"/>
                  </a:lnTo>
                  <a:lnTo>
                    <a:pt x="71249" y="283661"/>
                  </a:lnTo>
                  <a:lnTo>
                    <a:pt x="75641" y="286636"/>
                  </a:lnTo>
                  <a:lnTo>
                    <a:pt x="80126" y="289469"/>
                  </a:lnTo>
                  <a:lnTo>
                    <a:pt x="84698" y="292159"/>
                  </a:lnTo>
                  <a:lnTo>
                    <a:pt x="89354" y="294702"/>
                  </a:lnTo>
                  <a:lnTo>
                    <a:pt x="94088" y="297097"/>
                  </a:lnTo>
                  <a:lnTo>
                    <a:pt x="98895" y="299340"/>
                  </a:lnTo>
                  <a:lnTo>
                    <a:pt x="103771" y="301429"/>
                  </a:lnTo>
                  <a:lnTo>
                    <a:pt x="108711" y="303363"/>
                  </a:lnTo>
                  <a:lnTo>
                    <a:pt x="113710" y="305138"/>
                  </a:lnTo>
                  <a:lnTo>
                    <a:pt x="118763" y="306755"/>
                  </a:lnTo>
                  <a:lnTo>
                    <a:pt x="123864" y="308210"/>
                  </a:lnTo>
                  <a:lnTo>
                    <a:pt x="129009" y="309502"/>
                  </a:lnTo>
                  <a:lnTo>
                    <a:pt x="134193" y="310631"/>
                  </a:lnTo>
                  <a:lnTo>
                    <a:pt x="139409" y="311595"/>
                  </a:lnTo>
                  <a:lnTo>
                    <a:pt x="144654" y="312392"/>
                  </a:lnTo>
                  <a:lnTo>
                    <a:pt x="149921" y="313023"/>
                  </a:lnTo>
                  <a:lnTo>
                    <a:pt x="155206" y="313486"/>
                  </a:lnTo>
                  <a:lnTo>
                    <a:pt x="160502" y="313782"/>
                  </a:lnTo>
                  <a:lnTo>
                    <a:pt x="165806" y="313909"/>
                  </a:lnTo>
                  <a:lnTo>
                    <a:pt x="171110" y="313868"/>
                  </a:lnTo>
                  <a:lnTo>
                    <a:pt x="176411" y="313658"/>
                  </a:lnTo>
                  <a:lnTo>
                    <a:pt x="181703" y="313281"/>
                  </a:lnTo>
                  <a:lnTo>
                    <a:pt x="186979" y="312736"/>
                  </a:lnTo>
                  <a:lnTo>
                    <a:pt x="192236" y="312023"/>
                  </a:lnTo>
                  <a:lnTo>
                    <a:pt x="197468" y="311144"/>
                  </a:lnTo>
                  <a:lnTo>
                    <a:pt x="202669" y="310100"/>
                  </a:lnTo>
                  <a:lnTo>
                    <a:pt x="207834" y="308891"/>
                  </a:lnTo>
                  <a:lnTo>
                    <a:pt x="212959" y="307519"/>
                  </a:lnTo>
                  <a:lnTo>
                    <a:pt x="218037" y="305985"/>
                  </a:lnTo>
                  <a:lnTo>
                    <a:pt x="223064" y="304290"/>
                  </a:lnTo>
                  <a:lnTo>
                    <a:pt x="228034" y="302437"/>
                  </a:lnTo>
                  <a:lnTo>
                    <a:pt x="232944" y="300428"/>
                  </a:lnTo>
                  <a:lnTo>
                    <a:pt x="237787" y="298263"/>
                  </a:lnTo>
                  <a:lnTo>
                    <a:pt x="242559" y="295946"/>
                  </a:lnTo>
                  <a:lnTo>
                    <a:pt x="247255" y="293478"/>
                  </a:lnTo>
                  <a:lnTo>
                    <a:pt x="251871" y="290863"/>
                  </a:lnTo>
                  <a:lnTo>
                    <a:pt x="256401" y="288103"/>
                  </a:lnTo>
                  <a:lnTo>
                    <a:pt x="260841" y="285200"/>
                  </a:lnTo>
                  <a:lnTo>
                    <a:pt x="265187" y="282158"/>
                  </a:lnTo>
                  <a:lnTo>
                    <a:pt x="269434" y="278979"/>
                  </a:lnTo>
                  <a:lnTo>
                    <a:pt x="273578" y="275668"/>
                  </a:lnTo>
                  <a:lnTo>
                    <a:pt x="277615" y="272226"/>
                  </a:lnTo>
                  <a:lnTo>
                    <a:pt x="281541" y="268658"/>
                  </a:lnTo>
                  <a:lnTo>
                    <a:pt x="285352" y="264968"/>
                  </a:lnTo>
                  <a:lnTo>
                    <a:pt x="289044" y="261158"/>
                  </a:lnTo>
                  <a:lnTo>
                    <a:pt x="292612" y="257233"/>
                  </a:lnTo>
                  <a:lnTo>
                    <a:pt x="296055" y="253197"/>
                  </a:lnTo>
                  <a:lnTo>
                    <a:pt x="299368" y="249053"/>
                  </a:lnTo>
                  <a:lnTo>
                    <a:pt x="302547" y="244807"/>
                  </a:lnTo>
                  <a:lnTo>
                    <a:pt x="305591" y="240462"/>
                  </a:lnTo>
                  <a:lnTo>
                    <a:pt x="308495" y="236022"/>
                  </a:lnTo>
                  <a:lnTo>
                    <a:pt x="311256" y="231493"/>
                  </a:lnTo>
                  <a:lnTo>
                    <a:pt x="313872" y="226878"/>
                  </a:lnTo>
                  <a:lnTo>
                    <a:pt x="316341" y="222183"/>
                  </a:lnTo>
                  <a:lnTo>
                    <a:pt x="318660" y="217411"/>
                  </a:lnTo>
                  <a:lnTo>
                    <a:pt x="320826" y="212569"/>
                  </a:lnTo>
                  <a:lnTo>
                    <a:pt x="322837" y="207660"/>
                  </a:lnTo>
                  <a:lnTo>
                    <a:pt x="324691" y="202690"/>
                  </a:lnTo>
                  <a:lnTo>
                    <a:pt x="326387" y="197663"/>
                  </a:lnTo>
                  <a:lnTo>
                    <a:pt x="327922" y="192585"/>
                  </a:lnTo>
                  <a:lnTo>
                    <a:pt x="329296" y="187461"/>
                  </a:lnTo>
                  <a:lnTo>
                    <a:pt x="330506" y="182296"/>
                  </a:lnTo>
                  <a:lnTo>
                    <a:pt x="331552" y="177095"/>
                  </a:lnTo>
                  <a:lnTo>
                    <a:pt x="332432" y="171864"/>
                  </a:lnTo>
                  <a:lnTo>
                    <a:pt x="333146" y="166607"/>
                  </a:lnTo>
                  <a:lnTo>
                    <a:pt x="333692" y="161331"/>
                  </a:lnTo>
                  <a:lnTo>
                    <a:pt x="334071" y="156039"/>
                  </a:lnTo>
                  <a:lnTo>
                    <a:pt x="334282" y="150739"/>
                  </a:lnTo>
                  <a:lnTo>
                    <a:pt x="334324" y="145434"/>
                  </a:lnTo>
                  <a:lnTo>
                    <a:pt x="334198" y="140130"/>
                  </a:lnTo>
                  <a:lnTo>
                    <a:pt x="333904" y="134834"/>
                  </a:lnTo>
                  <a:lnTo>
                    <a:pt x="333442" y="129549"/>
                  </a:lnTo>
                  <a:lnTo>
                    <a:pt x="332813" y="124282"/>
                  </a:lnTo>
                  <a:lnTo>
                    <a:pt x="332017" y="119037"/>
                  </a:lnTo>
                  <a:lnTo>
                    <a:pt x="331055" y="113820"/>
                  </a:lnTo>
                  <a:lnTo>
                    <a:pt x="329927" y="108636"/>
                  </a:lnTo>
                  <a:lnTo>
                    <a:pt x="328636" y="103491"/>
                  </a:lnTo>
                  <a:lnTo>
                    <a:pt x="327182" y="98389"/>
                  </a:lnTo>
                  <a:lnTo>
                    <a:pt x="325567" y="93336"/>
                  </a:lnTo>
                  <a:lnTo>
                    <a:pt x="323793" y="88337"/>
                  </a:lnTo>
                  <a:lnTo>
                    <a:pt x="321861" y="83396"/>
                  </a:lnTo>
                  <a:lnTo>
                    <a:pt x="319773" y="78520"/>
                  </a:lnTo>
                  <a:lnTo>
                    <a:pt x="317531" y="73712"/>
                  </a:lnTo>
                  <a:lnTo>
                    <a:pt x="315138" y="68977"/>
                  </a:lnTo>
                  <a:lnTo>
                    <a:pt x="312596" y="64321"/>
                  </a:lnTo>
                  <a:lnTo>
                    <a:pt x="309907" y="59748"/>
                  </a:lnTo>
                  <a:lnTo>
                    <a:pt x="307075" y="55262"/>
                  </a:lnTo>
                  <a:lnTo>
                    <a:pt x="304101" y="50869"/>
                  </a:lnTo>
                  <a:lnTo>
                    <a:pt x="300990" y="46572"/>
                  </a:lnTo>
                  <a:lnTo>
                    <a:pt x="297744" y="42376"/>
                  </a:lnTo>
                  <a:lnTo>
                    <a:pt x="294367" y="38286"/>
                  </a:lnTo>
                  <a:lnTo>
                    <a:pt x="290861" y="34304"/>
                  </a:lnTo>
                  <a:lnTo>
                    <a:pt x="287231" y="30436"/>
                  </a:lnTo>
                  <a:lnTo>
                    <a:pt x="283480" y="26684"/>
                  </a:lnTo>
                  <a:lnTo>
                    <a:pt x="279612" y="23054"/>
                  </a:lnTo>
                  <a:lnTo>
                    <a:pt x="275631" y="19548"/>
                  </a:lnTo>
                  <a:lnTo>
                    <a:pt x="271540" y="16171"/>
                  </a:lnTo>
                  <a:lnTo>
                    <a:pt x="267344" y="12924"/>
                  </a:lnTo>
                  <a:lnTo>
                    <a:pt x="263048" y="9813"/>
                  </a:lnTo>
                  <a:lnTo>
                    <a:pt x="258654" y="6840"/>
                  </a:lnTo>
                  <a:lnTo>
                    <a:pt x="167162" y="1467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23544" y="941493"/>
              <a:ext cx="91492" cy="167167"/>
            </a:xfrm>
            <a:custGeom>
              <a:avLst/>
              <a:pathLst>
                <a:path w="91492" h="167167">
                  <a:moveTo>
                    <a:pt x="91492" y="27259"/>
                  </a:moveTo>
                  <a:lnTo>
                    <a:pt x="86673" y="24224"/>
                  </a:lnTo>
                  <a:lnTo>
                    <a:pt x="81754" y="21355"/>
                  </a:lnTo>
                  <a:lnTo>
                    <a:pt x="76740" y="18655"/>
                  </a:lnTo>
                  <a:lnTo>
                    <a:pt x="71638" y="16127"/>
                  </a:lnTo>
                  <a:lnTo>
                    <a:pt x="66451" y="13775"/>
                  </a:lnTo>
                  <a:lnTo>
                    <a:pt x="61188" y="11601"/>
                  </a:lnTo>
                  <a:lnTo>
                    <a:pt x="55854" y="9607"/>
                  </a:lnTo>
                  <a:lnTo>
                    <a:pt x="50455" y="7796"/>
                  </a:lnTo>
                  <a:lnTo>
                    <a:pt x="44997" y="6170"/>
                  </a:lnTo>
                  <a:lnTo>
                    <a:pt x="39488" y="4730"/>
                  </a:lnTo>
                  <a:lnTo>
                    <a:pt x="33932" y="3480"/>
                  </a:lnTo>
                  <a:lnTo>
                    <a:pt x="28337" y="2419"/>
                  </a:lnTo>
                  <a:lnTo>
                    <a:pt x="22709" y="1549"/>
                  </a:lnTo>
                  <a:lnTo>
                    <a:pt x="17055" y="872"/>
                  </a:lnTo>
                  <a:lnTo>
                    <a:pt x="11381" y="387"/>
                  </a:lnTo>
                  <a:lnTo>
                    <a:pt x="569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9217" y="941493"/>
              <a:ext cx="46997" cy="167167"/>
            </a:xfrm>
            <a:custGeom>
              <a:avLst/>
              <a:pathLst>
                <a:path w="46997" h="167167">
                  <a:moveTo>
                    <a:pt x="46997" y="0"/>
                  </a:moveTo>
                  <a:lnTo>
                    <a:pt x="41044" y="106"/>
                  </a:lnTo>
                  <a:lnTo>
                    <a:pt x="35097" y="424"/>
                  </a:lnTo>
                  <a:lnTo>
                    <a:pt x="29166" y="953"/>
                  </a:lnTo>
                  <a:lnTo>
                    <a:pt x="23258" y="1694"/>
                  </a:lnTo>
                  <a:lnTo>
                    <a:pt x="17379" y="2644"/>
                  </a:lnTo>
                  <a:lnTo>
                    <a:pt x="11539" y="3803"/>
                  </a:lnTo>
                  <a:lnTo>
                    <a:pt x="5743" y="5170"/>
                  </a:lnTo>
                  <a:lnTo>
                    <a:pt x="0" y="6742"/>
                  </a:lnTo>
                  <a:lnTo>
                    <a:pt x="4699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9217" y="948235"/>
              <a:ext cx="46997" cy="160424"/>
            </a:xfrm>
            <a:custGeom>
              <a:avLst/>
              <a:pathLst>
                <a:path w="46997" h="160424">
                  <a:moveTo>
                    <a:pt x="0" y="0"/>
                  </a:moveTo>
                  <a:lnTo>
                    <a:pt x="46997" y="1604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051" y="948235"/>
              <a:ext cx="167164" cy="301729"/>
            </a:xfrm>
            <a:custGeom>
              <a:avLst/>
              <a:pathLst>
                <a:path w="167164" h="301729">
                  <a:moveTo>
                    <a:pt x="120166" y="0"/>
                  </a:moveTo>
                  <a:lnTo>
                    <a:pt x="115011" y="1601"/>
                  </a:lnTo>
                  <a:lnTo>
                    <a:pt x="109910" y="3367"/>
                  </a:lnTo>
                  <a:lnTo>
                    <a:pt x="104868" y="5298"/>
                  </a:lnTo>
                  <a:lnTo>
                    <a:pt x="99892" y="7390"/>
                  </a:lnTo>
                  <a:lnTo>
                    <a:pt x="94986" y="9642"/>
                  </a:lnTo>
                  <a:lnTo>
                    <a:pt x="90155" y="12052"/>
                  </a:lnTo>
                  <a:lnTo>
                    <a:pt x="85404" y="14615"/>
                  </a:lnTo>
                  <a:lnTo>
                    <a:pt x="80739" y="17331"/>
                  </a:lnTo>
                  <a:lnTo>
                    <a:pt x="76163" y="20197"/>
                  </a:lnTo>
                  <a:lnTo>
                    <a:pt x="71683" y="23208"/>
                  </a:lnTo>
                  <a:lnTo>
                    <a:pt x="67302" y="26363"/>
                  </a:lnTo>
                  <a:lnTo>
                    <a:pt x="63025" y="29657"/>
                  </a:lnTo>
                  <a:lnTo>
                    <a:pt x="58857" y="33088"/>
                  </a:lnTo>
                  <a:lnTo>
                    <a:pt x="54802" y="36651"/>
                  </a:lnTo>
                  <a:lnTo>
                    <a:pt x="50864" y="40344"/>
                  </a:lnTo>
                  <a:lnTo>
                    <a:pt x="47048" y="44162"/>
                  </a:lnTo>
                  <a:lnTo>
                    <a:pt x="43356" y="48101"/>
                  </a:lnTo>
                  <a:lnTo>
                    <a:pt x="39794" y="52157"/>
                  </a:lnTo>
                  <a:lnTo>
                    <a:pt x="36365" y="56326"/>
                  </a:lnTo>
                  <a:lnTo>
                    <a:pt x="33072" y="60604"/>
                  </a:lnTo>
                  <a:lnTo>
                    <a:pt x="29918" y="64985"/>
                  </a:lnTo>
                  <a:lnTo>
                    <a:pt x="26908" y="69467"/>
                  </a:lnTo>
                  <a:lnTo>
                    <a:pt x="24045" y="74043"/>
                  </a:lnTo>
                  <a:lnTo>
                    <a:pt x="21330" y="78709"/>
                  </a:lnTo>
                  <a:lnTo>
                    <a:pt x="18768" y="83460"/>
                  </a:lnTo>
                  <a:lnTo>
                    <a:pt x="16360" y="88292"/>
                  </a:lnTo>
                  <a:lnTo>
                    <a:pt x="14109" y="93199"/>
                  </a:lnTo>
                  <a:lnTo>
                    <a:pt x="12019" y="98176"/>
                  </a:lnTo>
                  <a:lnTo>
                    <a:pt x="10089" y="103218"/>
                  </a:lnTo>
                  <a:lnTo>
                    <a:pt x="8324" y="108320"/>
                  </a:lnTo>
                  <a:lnTo>
                    <a:pt x="6725" y="113476"/>
                  </a:lnTo>
                  <a:lnTo>
                    <a:pt x="5292" y="118681"/>
                  </a:lnTo>
                  <a:lnTo>
                    <a:pt x="4029" y="123929"/>
                  </a:lnTo>
                  <a:lnTo>
                    <a:pt x="2936" y="129215"/>
                  </a:lnTo>
                  <a:lnTo>
                    <a:pt x="2014" y="134535"/>
                  </a:lnTo>
                  <a:lnTo>
                    <a:pt x="1264" y="139881"/>
                  </a:lnTo>
                  <a:lnTo>
                    <a:pt x="687" y="145248"/>
                  </a:lnTo>
                  <a:lnTo>
                    <a:pt x="284" y="150631"/>
                  </a:lnTo>
                  <a:lnTo>
                    <a:pt x="54" y="156025"/>
                  </a:lnTo>
                  <a:lnTo>
                    <a:pt x="0" y="161423"/>
                  </a:lnTo>
                  <a:lnTo>
                    <a:pt x="119" y="166820"/>
                  </a:lnTo>
                  <a:lnTo>
                    <a:pt x="413" y="172210"/>
                  </a:lnTo>
                  <a:lnTo>
                    <a:pt x="880" y="177588"/>
                  </a:lnTo>
                  <a:lnTo>
                    <a:pt x="1521" y="182949"/>
                  </a:lnTo>
                  <a:lnTo>
                    <a:pt x="2335" y="188285"/>
                  </a:lnTo>
                  <a:lnTo>
                    <a:pt x="3320" y="193593"/>
                  </a:lnTo>
                  <a:lnTo>
                    <a:pt x="4477" y="198866"/>
                  </a:lnTo>
                  <a:lnTo>
                    <a:pt x="5803" y="204099"/>
                  </a:lnTo>
                  <a:lnTo>
                    <a:pt x="7297" y="209286"/>
                  </a:lnTo>
                  <a:lnTo>
                    <a:pt x="8958" y="214423"/>
                  </a:lnTo>
                  <a:lnTo>
                    <a:pt x="10784" y="219503"/>
                  </a:lnTo>
                  <a:lnTo>
                    <a:pt x="12773" y="224522"/>
                  </a:lnTo>
                  <a:lnTo>
                    <a:pt x="14923" y="229473"/>
                  </a:lnTo>
                  <a:lnTo>
                    <a:pt x="17232" y="234353"/>
                  </a:lnTo>
                  <a:lnTo>
                    <a:pt x="19698" y="239156"/>
                  </a:lnTo>
                  <a:lnTo>
                    <a:pt x="22317" y="243876"/>
                  </a:lnTo>
                  <a:lnTo>
                    <a:pt x="25087" y="248510"/>
                  </a:lnTo>
                  <a:lnTo>
                    <a:pt x="28005" y="253051"/>
                  </a:lnTo>
                  <a:lnTo>
                    <a:pt x="31068" y="257496"/>
                  </a:lnTo>
                  <a:lnTo>
                    <a:pt x="34274" y="261840"/>
                  </a:lnTo>
                  <a:lnTo>
                    <a:pt x="37618" y="266078"/>
                  </a:lnTo>
                  <a:lnTo>
                    <a:pt x="41097" y="270206"/>
                  </a:lnTo>
                  <a:lnTo>
                    <a:pt x="44707" y="274219"/>
                  </a:lnTo>
                  <a:lnTo>
                    <a:pt x="48445" y="278114"/>
                  </a:lnTo>
                  <a:lnTo>
                    <a:pt x="52307" y="281886"/>
                  </a:lnTo>
                  <a:lnTo>
                    <a:pt x="56289" y="285531"/>
                  </a:lnTo>
                  <a:lnTo>
                    <a:pt x="60386" y="289046"/>
                  </a:lnTo>
                  <a:lnTo>
                    <a:pt x="64595" y="292427"/>
                  </a:lnTo>
                  <a:lnTo>
                    <a:pt x="68911" y="295670"/>
                  </a:lnTo>
                  <a:lnTo>
                    <a:pt x="73329" y="298772"/>
                  </a:lnTo>
                  <a:lnTo>
                    <a:pt x="77845" y="301729"/>
                  </a:lnTo>
                  <a:lnTo>
                    <a:pt x="167164" y="1604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96896" y="941493"/>
              <a:ext cx="256483" cy="334324"/>
            </a:xfrm>
            <a:custGeom>
              <a:avLst/>
              <a:pathLst>
                <a:path w="256483" h="334324">
                  <a:moveTo>
                    <a:pt x="0" y="308472"/>
                  </a:moveTo>
                  <a:lnTo>
                    <a:pt x="4558" y="311252"/>
                  </a:lnTo>
                  <a:lnTo>
                    <a:pt x="9203" y="313886"/>
                  </a:lnTo>
                  <a:lnTo>
                    <a:pt x="13929" y="316370"/>
                  </a:lnTo>
                  <a:lnTo>
                    <a:pt x="18733" y="318701"/>
                  </a:lnTo>
                  <a:lnTo>
                    <a:pt x="23608" y="320878"/>
                  </a:lnTo>
                  <a:lnTo>
                    <a:pt x="28551" y="322898"/>
                  </a:lnTo>
                  <a:lnTo>
                    <a:pt x="33555" y="324760"/>
                  </a:lnTo>
                  <a:lnTo>
                    <a:pt x="38617" y="326460"/>
                  </a:lnTo>
                  <a:lnTo>
                    <a:pt x="43730" y="327998"/>
                  </a:lnTo>
                  <a:lnTo>
                    <a:pt x="48890" y="329372"/>
                  </a:lnTo>
                  <a:lnTo>
                    <a:pt x="54090" y="330580"/>
                  </a:lnTo>
                  <a:lnTo>
                    <a:pt x="59327" y="331622"/>
                  </a:lnTo>
                  <a:lnTo>
                    <a:pt x="64595" y="332496"/>
                  </a:lnTo>
                  <a:lnTo>
                    <a:pt x="69887" y="333201"/>
                  </a:lnTo>
                  <a:lnTo>
                    <a:pt x="75200" y="333737"/>
                  </a:lnTo>
                  <a:lnTo>
                    <a:pt x="80527" y="334103"/>
                  </a:lnTo>
                  <a:lnTo>
                    <a:pt x="85863" y="334299"/>
                  </a:lnTo>
                  <a:lnTo>
                    <a:pt x="91202" y="334324"/>
                  </a:lnTo>
                  <a:lnTo>
                    <a:pt x="96540" y="334178"/>
                  </a:lnTo>
                  <a:lnTo>
                    <a:pt x="101870" y="333863"/>
                  </a:lnTo>
                  <a:lnTo>
                    <a:pt x="107187" y="333377"/>
                  </a:lnTo>
                  <a:lnTo>
                    <a:pt x="112486" y="332721"/>
                  </a:lnTo>
                  <a:lnTo>
                    <a:pt x="117761" y="331897"/>
                  </a:lnTo>
                  <a:lnTo>
                    <a:pt x="123008" y="330904"/>
                  </a:lnTo>
                  <a:lnTo>
                    <a:pt x="128220" y="329745"/>
                  </a:lnTo>
                  <a:lnTo>
                    <a:pt x="133392" y="328420"/>
                  </a:lnTo>
                  <a:lnTo>
                    <a:pt x="138520" y="326930"/>
                  </a:lnTo>
                  <a:lnTo>
                    <a:pt x="143597" y="325277"/>
                  </a:lnTo>
                  <a:lnTo>
                    <a:pt x="148619" y="323463"/>
                  </a:lnTo>
                  <a:lnTo>
                    <a:pt x="153580" y="321489"/>
                  </a:lnTo>
                  <a:lnTo>
                    <a:pt x="158476" y="319358"/>
                  </a:lnTo>
                  <a:lnTo>
                    <a:pt x="163301" y="317072"/>
                  </a:lnTo>
                  <a:lnTo>
                    <a:pt x="168051" y="314633"/>
                  </a:lnTo>
                  <a:lnTo>
                    <a:pt x="172720" y="312043"/>
                  </a:lnTo>
                  <a:lnTo>
                    <a:pt x="177304" y="309306"/>
                  </a:lnTo>
                  <a:lnTo>
                    <a:pt x="181799" y="306423"/>
                  </a:lnTo>
                  <a:lnTo>
                    <a:pt x="186199" y="303399"/>
                  </a:lnTo>
                  <a:lnTo>
                    <a:pt x="190501" y="300235"/>
                  </a:lnTo>
                  <a:lnTo>
                    <a:pt x="194699" y="296936"/>
                  </a:lnTo>
                  <a:lnTo>
                    <a:pt x="198789" y="293504"/>
                  </a:lnTo>
                  <a:lnTo>
                    <a:pt x="202768" y="289944"/>
                  </a:lnTo>
                  <a:lnTo>
                    <a:pt x="206632" y="286258"/>
                  </a:lnTo>
                  <a:lnTo>
                    <a:pt x="210375" y="282450"/>
                  </a:lnTo>
                  <a:lnTo>
                    <a:pt x="213995" y="278525"/>
                  </a:lnTo>
                  <a:lnTo>
                    <a:pt x="217488" y="274487"/>
                  </a:lnTo>
                  <a:lnTo>
                    <a:pt x="220850" y="270339"/>
                  </a:lnTo>
                  <a:lnTo>
                    <a:pt x="224078" y="266086"/>
                  </a:lnTo>
                  <a:lnTo>
                    <a:pt x="227168" y="261731"/>
                  </a:lnTo>
                  <a:lnTo>
                    <a:pt x="230118" y="257281"/>
                  </a:lnTo>
                  <a:lnTo>
                    <a:pt x="232924" y="252738"/>
                  </a:lnTo>
                  <a:lnTo>
                    <a:pt x="235584" y="248108"/>
                  </a:lnTo>
                  <a:lnTo>
                    <a:pt x="238094" y="243396"/>
                  </a:lnTo>
                  <a:lnTo>
                    <a:pt x="240453" y="238605"/>
                  </a:lnTo>
                  <a:lnTo>
                    <a:pt x="242657" y="233742"/>
                  </a:lnTo>
                  <a:lnTo>
                    <a:pt x="244705" y="228811"/>
                  </a:lnTo>
                  <a:lnTo>
                    <a:pt x="246594" y="223817"/>
                  </a:lnTo>
                  <a:lnTo>
                    <a:pt x="248323" y="218765"/>
                  </a:lnTo>
                  <a:lnTo>
                    <a:pt x="249890" y="213661"/>
                  </a:lnTo>
                  <a:lnTo>
                    <a:pt x="251293" y="208509"/>
                  </a:lnTo>
                  <a:lnTo>
                    <a:pt x="252531" y="203315"/>
                  </a:lnTo>
                  <a:lnTo>
                    <a:pt x="253602" y="198084"/>
                  </a:lnTo>
                  <a:lnTo>
                    <a:pt x="254506" y="192822"/>
                  </a:lnTo>
                  <a:lnTo>
                    <a:pt x="255241" y="187533"/>
                  </a:lnTo>
                  <a:lnTo>
                    <a:pt x="255807" y="182224"/>
                  </a:lnTo>
                  <a:lnTo>
                    <a:pt x="256202" y="176899"/>
                  </a:lnTo>
                  <a:lnTo>
                    <a:pt x="256428" y="171564"/>
                  </a:lnTo>
                  <a:lnTo>
                    <a:pt x="256483" y="166225"/>
                  </a:lnTo>
                  <a:lnTo>
                    <a:pt x="256368" y="160887"/>
                  </a:lnTo>
                  <a:lnTo>
                    <a:pt x="256082" y="155555"/>
                  </a:lnTo>
                  <a:lnTo>
                    <a:pt x="255626" y="150235"/>
                  </a:lnTo>
                  <a:lnTo>
                    <a:pt x="255001" y="144933"/>
                  </a:lnTo>
                  <a:lnTo>
                    <a:pt x="254206" y="139653"/>
                  </a:lnTo>
                  <a:lnTo>
                    <a:pt x="253243" y="134401"/>
                  </a:lnTo>
                  <a:lnTo>
                    <a:pt x="252113" y="129182"/>
                  </a:lnTo>
                  <a:lnTo>
                    <a:pt x="250817" y="124002"/>
                  </a:lnTo>
                  <a:lnTo>
                    <a:pt x="249356" y="118867"/>
                  </a:lnTo>
                  <a:lnTo>
                    <a:pt x="247732" y="113780"/>
                  </a:lnTo>
                  <a:lnTo>
                    <a:pt x="245946" y="108748"/>
                  </a:lnTo>
                  <a:lnTo>
                    <a:pt x="244001" y="103776"/>
                  </a:lnTo>
                  <a:lnTo>
                    <a:pt x="241897" y="98868"/>
                  </a:lnTo>
                  <a:lnTo>
                    <a:pt x="239638" y="94030"/>
                  </a:lnTo>
                  <a:lnTo>
                    <a:pt x="237226" y="89267"/>
                  </a:lnTo>
                  <a:lnTo>
                    <a:pt x="234662" y="84583"/>
                  </a:lnTo>
                  <a:lnTo>
                    <a:pt x="231951" y="79983"/>
                  </a:lnTo>
                  <a:lnTo>
                    <a:pt x="229094" y="75472"/>
                  </a:lnTo>
                  <a:lnTo>
                    <a:pt x="226094" y="71055"/>
                  </a:lnTo>
                  <a:lnTo>
                    <a:pt x="222955" y="66736"/>
                  </a:lnTo>
                  <a:lnTo>
                    <a:pt x="219679" y="62520"/>
                  </a:lnTo>
                  <a:lnTo>
                    <a:pt x="216270" y="58410"/>
                  </a:lnTo>
                  <a:lnTo>
                    <a:pt x="212732" y="54411"/>
                  </a:lnTo>
                  <a:lnTo>
                    <a:pt x="209068" y="50527"/>
                  </a:lnTo>
                  <a:lnTo>
                    <a:pt x="205282" y="46762"/>
                  </a:lnTo>
                  <a:lnTo>
                    <a:pt x="201378" y="43120"/>
                  </a:lnTo>
                  <a:lnTo>
                    <a:pt x="197359" y="39604"/>
                  </a:lnTo>
                  <a:lnTo>
                    <a:pt x="193230" y="36219"/>
                  </a:lnTo>
                  <a:lnTo>
                    <a:pt x="188995" y="32967"/>
                  </a:lnTo>
                  <a:lnTo>
                    <a:pt x="184658" y="29852"/>
                  </a:lnTo>
                  <a:lnTo>
                    <a:pt x="180224" y="26877"/>
                  </a:lnTo>
                  <a:lnTo>
                    <a:pt x="175697" y="24046"/>
                  </a:lnTo>
                  <a:lnTo>
                    <a:pt x="171082" y="21360"/>
                  </a:lnTo>
                  <a:lnTo>
                    <a:pt x="166384" y="18823"/>
                  </a:lnTo>
                  <a:lnTo>
                    <a:pt x="161607" y="16438"/>
                  </a:lnTo>
                  <a:lnTo>
                    <a:pt x="156757" y="14206"/>
                  </a:lnTo>
                  <a:lnTo>
                    <a:pt x="151837" y="12130"/>
                  </a:lnTo>
                  <a:lnTo>
                    <a:pt x="146854" y="10213"/>
                  </a:lnTo>
                  <a:lnTo>
                    <a:pt x="141812" y="8455"/>
                  </a:lnTo>
                  <a:lnTo>
                    <a:pt x="136716" y="6860"/>
                  </a:lnTo>
                  <a:lnTo>
                    <a:pt x="131573" y="5428"/>
                  </a:lnTo>
                  <a:lnTo>
                    <a:pt x="126386" y="4161"/>
                  </a:lnTo>
                  <a:lnTo>
                    <a:pt x="121161" y="3060"/>
                  </a:lnTo>
                  <a:lnTo>
                    <a:pt x="115904" y="2127"/>
                  </a:lnTo>
                  <a:lnTo>
                    <a:pt x="110619" y="1362"/>
                  </a:lnTo>
                  <a:lnTo>
                    <a:pt x="105313" y="766"/>
                  </a:lnTo>
                  <a:lnTo>
                    <a:pt x="99991" y="341"/>
                  </a:lnTo>
                  <a:lnTo>
                    <a:pt x="94657" y="85"/>
                  </a:lnTo>
                  <a:lnTo>
                    <a:pt x="89319" y="0"/>
                  </a:lnTo>
                  <a:lnTo>
                    <a:pt x="8931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334" y="1071028"/>
              <a:ext cx="167166" cy="177657"/>
            </a:xfrm>
            <a:custGeom>
              <a:avLst/>
              <a:pathLst>
                <a:path w="167166" h="177657">
                  <a:moveTo>
                    <a:pt x="167166" y="0"/>
                  </a:moveTo>
                  <a:lnTo>
                    <a:pt x="161706" y="89"/>
                  </a:lnTo>
                  <a:lnTo>
                    <a:pt x="156251" y="356"/>
                  </a:lnTo>
                  <a:lnTo>
                    <a:pt x="150808" y="802"/>
                  </a:lnTo>
                  <a:lnTo>
                    <a:pt x="145382" y="1425"/>
                  </a:lnTo>
                  <a:lnTo>
                    <a:pt x="139979" y="2225"/>
                  </a:lnTo>
                  <a:lnTo>
                    <a:pt x="134606" y="3201"/>
                  </a:lnTo>
                  <a:lnTo>
                    <a:pt x="129267" y="4352"/>
                  </a:lnTo>
                  <a:lnTo>
                    <a:pt x="123969" y="5677"/>
                  </a:lnTo>
                  <a:lnTo>
                    <a:pt x="118717" y="7174"/>
                  </a:lnTo>
                  <a:lnTo>
                    <a:pt x="113516" y="8843"/>
                  </a:lnTo>
                  <a:lnTo>
                    <a:pt x="108373" y="10680"/>
                  </a:lnTo>
                  <a:lnTo>
                    <a:pt x="103293" y="12684"/>
                  </a:lnTo>
                  <a:lnTo>
                    <a:pt x="98280" y="14853"/>
                  </a:lnTo>
                  <a:lnTo>
                    <a:pt x="93342" y="17184"/>
                  </a:lnTo>
                  <a:lnTo>
                    <a:pt x="88482" y="19676"/>
                  </a:lnTo>
                  <a:lnTo>
                    <a:pt x="83706" y="22325"/>
                  </a:lnTo>
                  <a:lnTo>
                    <a:pt x="79019" y="25128"/>
                  </a:lnTo>
                  <a:lnTo>
                    <a:pt x="74426" y="28084"/>
                  </a:lnTo>
                  <a:lnTo>
                    <a:pt x="69932" y="31187"/>
                  </a:lnTo>
                  <a:lnTo>
                    <a:pt x="65542" y="34436"/>
                  </a:lnTo>
                  <a:lnTo>
                    <a:pt x="61261" y="37827"/>
                  </a:lnTo>
                  <a:lnTo>
                    <a:pt x="57092" y="41355"/>
                  </a:lnTo>
                  <a:lnTo>
                    <a:pt x="53041" y="45018"/>
                  </a:lnTo>
                  <a:lnTo>
                    <a:pt x="49112" y="48811"/>
                  </a:lnTo>
                  <a:lnTo>
                    <a:pt x="45309" y="52731"/>
                  </a:lnTo>
                  <a:lnTo>
                    <a:pt x="41636" y="56772"/>
                  </a:lnTo>
                  <a:lnTo>
                    <a:pt x="38096" y="60932"/>
                  </a:lnTo>
                  <a:lnTo>
                    <a:pt x="34695" y="65205"/>
                  </a:lnTo>
                  <a:lnTo>
                    <a:pt x="31435" y="69586"/>
                  </a:lnTo>
                  <a:lnTo>
                    <a:pt x="28320" y="74072"/>
                  </a:lnTo>
                  <a:lnTo>
                    <a:pt x="25353" y="78657"/>
                  </a:lnTo>
                  <a:lnTo>
                    <a:pt x="22537" y="83337"/>
                  </a:lnTo>
                  <a:lnTo>
                    <a:pt x="19876" y="88106"/>
                  </a:lnTo>
                  <a:lnTo>
                    <a:pt x="17372" y="92960"/>
                  </a:lnTo>
                  <a:lnTo>
                    <a:pt x="15028" y="97893"/>
                  </a:lnTo>
                  <a:lnTo>
                    <a:pt x="12846" y="102899"/>
                  </a:lnTo>
                  <a:lnTo>
                    <a:pt x="10829" y="107975"/>
                  </a:lnTo>
                  <a:lnTo>
                    <a:pt x="8979" y="113113"/>
                  </a:lnTo>
                  <a:lnTo>
                    <a:pt x="7298" y="118309"/>
                  </a:lnTo>
                  <a:lnTo>
                    <a:pt x="5787" y="123558"/>
                  </a:lnTo>
                  <a:lnTo>
                    <a:pt x="4449" y="128853"/>
                  </a:lnTo>
                  <a:lnTo>
                    <a:pt x="3284" y="134188"/>
                  </a:lnTo>
                  <a:lnTo>
                    <a:pt x="2294" y="139559"/>
                  </a:lnTo>
                  <a:lnTo>
                    <a:pt x="1481" y="144960"/>
                  </a:lnTo>
                  <a:lnTo>
                    <a:pt x="844" y="150384"/>
                  </a:lnTo>
                  <a:lnTo>
                    <a:pt x="384" y="155826"/>
                  </a:lnTo>
                  <a:lnTo>
                    <a:pt x="103" y="161280"/>
                  </a:lnTo>
                  <a:lnTo>
                    <a:pt x="0" y="166741"/>
                  </a:lnTo>
                  <a:lnTo>
                    <a:pt x="75" y="172202"/>
                  </a:lnTo>
                  <a:lnTo>
                    <a:pt x="328" y="17765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663" y="1238196"/>
              <a:ext cx="166837" cy="10490"/>
            </a:xfrm>
            <a:custGeom>
              <a:avLst/>
              <a:pathLst>
                <a:path w="166837" h="10490">
                  <a:moveTo>
                    <a:pt x="0" y="10490"/>
                  </a:moveTo>
                  <a:lnTo>
                    <a:pt x="1668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663" y="1072677"/>
              <a:ext cx="334005" cy="332665"/>
            </a:xfrm>
            <a:custGeom>
              <a:avLst/>
              <a:pathLst>
                <a:path w="334005" h="332665">
                  <a:moveTo>
                    <a:pt x="0" y="176008"/>
                  </a:moveTo>
                  <a:lnTo>
                    <a:pt x="417" y="181300"/>
                  </a:lnTo>
                  <a:lnTo>
                    <a:pt x="1002" y="186576"/>
                  </a:lnTo>
                  <a:lnTo>
                    <a:pt x="1754" y="191830"/>
                  </a:lnTo>
                  <a:lnTo>
                    <a:pt x="2672" y="197058"/>
                  </a:lnTo>
                  <a:lnTo>
                    <a:pt x="3756" y="202254"/>
                  </a:lnTo>
                  <a:lnTo>
                    <a:pt x="5005" y="207413"/>
                  </a:lnTo>
                  <a:lnTo>
                    <a:pt x="6417" y="212530"/>
                  </a:lnTo>
                  <a:lnTo>
                    <a:pt x="7990" y="217599"/>
                  </a:lnTo>
                  <a:lnTo>
                    <a:pt x="9724" y="222616"/>
                  </a:lnTo>
                  <a:lnTo>
                    <a:pt x="11616" y="227575"/>
                  </a:lnTo>
                  <a:lnTo>
                    <a:pt x="13664" y="232472"/>
                  </a:lnTo>
                  <a:lnTo>
                    <a:pt x="15867" y="237302"/>
                  </a:lnTo>
                  <a:lnTo>
                    <a:pt x="18222" y="242058"/>
                  </a:lnTo>
                  <a:lnTo>
                    <a:pt x="20727" y="246738"/>
                  </a:lnTo>
                  <a:lnTo>
                    <a:pt x="23379" y="251336"/>
                  </a:lnTo>
                  <a:lnTo>
                    <a:pt x="26176" y="255847"/>
                  </a:lnTo>
                  <a:lnTo>
                    <a:pt x="29115" y="260268"/>
                  </a:lnTo>
                  <a:lnTo>
                    <a:pt x="32192" y="264592"/>
                  </a:lnTo>
                  <a:lnTo>
                    <a:pt x="35406" y="268817"/>
                  </a:lnTo>
                  <a:lnTo>
                    <a:pt x="38752" y="272938"/>
                  </a:lnTo>
                  <a:lnTo>
                    <a:pt x="42226" y="276950"/>
                  </a:lnTo>
                  <a:lnTo>
                    <a:pt x="45827" y="280850"/>
                  </a:lnTo>
                  <a:lnTo>
                    <a:pt x="49550" y="284634"/>
                  </a:lnTo>
                  <a:lnTo>
                    <a:pt x="53391" y="288298"/>
                  </a:lnTo>
                  <a:lnTo>
                    <a:pt x="57346" y="291837"/>
                  </a:lnTo>
                  <a:lnTo>
                    <a:pt x="61411" y="295250"/>
                  </a:lnTo>
                  <a:lnTo>
                    <a:pt x="65583" y="298532"/>
                  </a:lnTo>
                  <a:lnTo>
                    <a:pt x="69857" y="301679"/>
                  </a:lnTo>
                  <a:lnTo>
                    <a:pt x="74229" y="304690"/>
                  </a:lnTo>
                  <a:lnTo>
                    <a:pt x="78694" y="307560"/>
                  </a:lnTo>
                  <a:lnTo>
                    <a:pt x="83248" y="310286"/>
                  </a:lnTo>
                  <a:lnTo>
                    <a:pt x="87887" y="312867"/>
                  </a:lnTo>
                  <a:lnTo>
                    <a:pt x="92605" y="315300"/>
                  </a:lnTo>
                  <a:lnTo>
                    <a:pt x="97397" y="317581"/>
                  </a:lnTo>
                  <a:lnTo>
                    <a:pt x="102260" y="319709"/>
                  </a:lnTo>
                  <a:lnTo>
                    <a:pt x="107188" y="321681"/>
                  </a:lnTo>
                  <a:lnTo>
                    <a:pt x="112176" y="323496"/>
                  </a:lnTo>
                  <a:lnTo>
                    <a:pt x="117219" y="325152"/>
                  </a:lnTo>
                  <a:lnTo>
                    <a:pt x="122312" y="326647"/>
                  </a:lnTo>
                  <a:lnTo>
                    <a:pt x="127450" y="327979"/>
                  </a:lnTo>
                  <a:lnTo>
                    <a:pt x="132628" y="329148"/>
                  </a:lnTo>
                  <a:lnTo>
                    <a:pt x="137840" y="330152"/>
                  </a:lnTo>
                  <a:lnTo>
                    <a:pt x="143082" y="330989"/>
                  </a:lnTo>
                  <a:lnTo>
                    <a:pt x="148347" y="331660"/>
                  </a:lnTo>
                  <a:lnTo>
                    <a:pt x="153631" y="332163"/>
                  </a:lnTo>
                  <a:lnTo>
                    <a:pt x="158928" y="332499"/>
                  </a:lnTo>
                  <a:lnTo>
                    <a:pt x="164234" y="332665"/>
                  </a:lnTo>
                  <a:lnTo>
                    <a:pt x="169542" y="332664"/>
                  </a:lnTo>
                  <a:lnTo>
                    <a:pt x="174847" y="332494"/>
                  </a:lnTo>
                  <a:lnTo>
                    <a:pt x="180144" y="332155"/>
                  </a:lnTo>
                  <a:lnTo>
                    <a:pt x="185428" y="331649"/>
                  </a:lnTo>
                  <a:lnTo>
                    <a:pt x="190693" y="330975"/>
                  </a:lnTo>
                  <a:lnTo>
                    <a:pt x="195934" y="330134"/>
                  </a:lnTo>
                  <a:lnTo>
                    <a:pt x="201146" y="329127"/>
                  </a:lnTo>
                  <a:lnTo>
                    <a:pt x="206323" y="327956"/>
                  </a:lnTo>
                  <a:lnTo>
                    <a:pt x="211460" y="326620"/>
                  </a:lnTo>
                  <a:lnTo>
                    <a:pt x="216552" y="325122"/>
                  </a:lnTo>
                  <a:lnTo>
                    <a:pt x="221594" y="323463"/>
                  </a:lnTo>
                  <a:lnTo>
                    <a:pt x="226581" y="321645"/>
                  </a:lnTo>
                  <a:lnTo>
                    <a:pt x="231508" y="319670"/>
                  </a:lnTo>
                  <a:lnTo>
                    <a:pt x="236369" y="317539"/>
                  </a:lnTo>
                  <a:lnTo>
                    <a:pt x="241161" y="315255"/>
                  </a:lnTo>
                  <a:lnTo>
                    <a:pt x="245877" y="312820"/>
                  </a:lnTo>
                  <a:lnTo>
                    <a:pt x="250514" y="310236"/>
                  </a:lnTo>
                  <a:lnTo>
                    <a:pt x="255066" y="307507"/>
                  </a:lnTo>
                  <a:lnTo>
                    <a:pt x="259530" y="304634"/>
                  </a:lnTo>
                  <a:lnTo>
                    <a:pt x="263900" y="301621"/>
                  </a:lnTo>
                  <a:lnTo>
                    <a:pt x="268172" y="298471"/>
                  </a:lnTo>
                  <a:lnTo>
                    <a:pt x="272342" y="295186"/>
                  </a:lnTo>
                  <a:lnTo>
                    <a:pt x="276405" y="291771"/>
                  </a:lnTo>
                  <a:lnTo>
                    <a:pt x="280358" y="288229"/>
                  </a:lnTo>
                  <a:lnTo>
                    <a:pt x="284197" y="284563"/>
                  </a:lnTo>
                  <a:lnTo>
                    <a:pt x="287917" y="280777"/>
                  </a:lnTo>
                  <a:lnTo>
                    <a:pt x="291516" y="276875"/>
                  </a:lnTo>
                  <a:lnTo>
                    <a:pt x="294988" y="272861"/>
                  </a:lnTo>
                  <a:lnTo>
                    <a:pt x="298331" y="268738"/>
                  </a:lnTo>
                  <a:lnTo>
                    <a:pt x="301542" y="264511"/>
                  </a:lnTo>
                  <a:lnTo>
                    <a:pt x="304617" y="260185"/>
                  </a:lnTo>
                  <a:lnTo>
                    <a:pt x="307553" y="255763"/>
                  </a:lnTo>
                  <a:lnTo>
                    <a:pt x="310347" y="251250"/>
                  </a:lnTo>
                  <a:lnTo>
                    <a:pt x="312997" y="246650"/>
                  </a:lnTo>
                  <a:lnTo>
                    <a:pt x="315499" y="241969"/>
                  </a:lnTo>
                  <a:lnTo>
                    <a:pt x="317851" y="237211"/>
                  </a:lnTo>
                  <a:lnTo>
                    <a:pt x="320051" y="232380"/>
                  </a:lnTo>
                  <a:lnTo>
                    <a:pt x="322097" y="227482"/>
                  </a:lnTo>
                  <a:lnTo>
                    <a:pt x="323986" y="222522"/>
                  </a:lnTo>
                  <a:lnTo>
                    <a:pt x="325716" y="217504"/>
                  </a:lnTo>
                  <a:lnTo>
                    <a:pt x="327287" y="212433"/>
                  </a:lnTo>
                  <a:lnTo>
                    <a:pt x="328695" y="207316"/>
                  </a:lnTo>
                  <a:lnTo>
                    <a:pt x="329941" y="202156"/>
                  </a:lnTo>
                  <a:lnTo>
                    <a:pt x="331022" y="196959"/>
                  </a:lnTo>
                  <a:lnTo>
                    <a:pt x="331937" y="191731"/>
                  </a:lnTo>
                  <a:lnTo>
                    <a:pt x="332686" y="186476"/>
                  </a:lnTo>
                  <a:lnTo>
                    <a:pt x="333268" y="181200"/>
                  </a:lnTo>
                  <a:lnTo>
                    <a:pt x="333682" y="175908"/>
                  </a:lnTo>
                  <a:lnTo>
                    <a:pt x="333927" y="170606"/>
                  </a:lnTo>
                  <a:lnTo>
                    <a:pt x="334005" y="165298"/>
                  </a:lnTo>
                  <a:lnTo>
                    <a:pt x="333914" y="159991"/>
                  </a:lnTo>
                  <a:lnTo>
                    <a:pt x="333654" y="154689"/>
                  </a:lnTo>
                  <a:lnTo>
                    <a:pt x="333226" y="149399"/>
                  </a:lnTo>
                  <a:lnTo>
                    <a:pt x="332630" y="144124"/>
                  </a:lnTo>
                  <a:lnTo>
                    <a:pt x="331867" y="138871"/>
                  </a:lnTo>
                  <a:lnTo>
                    <a:pt x="330938" y="133645"/>
                  </a:lnTo>
                  <a:lnTo>
                    <a:pt x="329844" y="128452"/>
                  </a:lnTo>
                  <a:lnTo>
                    <a:pt x="328585" y="123295"/>
                  </a:lnTo>
                  <a:lnTo>
                    <a:pt x="327163" y="118181"/>
                  </a:lnTo>
                  <a:lnTo>
                    <a:pt x="325579" y="113115"/>
                  </a:lnTo>
                  <a:lnTo>
                    <a:pt x="323835" y="108101"/>
                  </a:lnTo>
                  <a:lnTo>
                    <a:pt x="321933" y="103146"/>
                  </a:lnTo>
                  <a:lnTo>
                    <a:pt x="319875" y="98253"/>
                  </a:lnTo>
                  <a:lnTo>
                    <a:pt x="317662" y="93429"/>
                  </a:lnTo>
                  <a:lnTo>
                    <a:pt x="315297" y="88677"/>
                  </a:lnTo>
                  <a:lnTo>
                    <a:pt x="312783" y="84002"/>
                  </a:lnTo>
                  <a:lnTo>
                    <a:pt x="310121" y="79409"/>
                  </a:lnTo>
                  <a:lnTo>
                    <a:pt x="307315" y="74904"/>
                  </a:lnTo>
                  <a:lnTo>
                    <a:pt x="304367" y="70490"/>
                  </a:lnTo>
                  <a:lnTo>
                    <a:pt x="301281" y="66171"/>
                  </a:lnTo>
                  <a:lnTo>
                    <a:pt x="298059" y="61953"/>
                  </a:lnTo>
                  <a:lnTo>
                    <a:pt x="294705" y="57839"/>
                  </a:lnTo>
                  <a:lnTo>
                    <a:pt x="291222" y="53834"/>
                  </a:lnTo>
                  <a:lnTo>
                    <a:pt x="287613" y="49941"/>
                  </a:lnTo>
                  <a:lnTo>
                    <a:pt x="283883" y="46165"/>
                  </a:lnTo>
                  <a:lnTo>
                    <a:pt x="280035" y="42509"/>
                  </a:lnTo>
                  <a:lnTo>
                    <a:pt x="276072" y="38977"/>
                  </a:lnTo>
                  <a:lnTo>
                    <a:pt x="272000" y="35573"/>
                  </a:lnTo>
                  <a:lnTo>
                    <a:pt x="267821" y="32300"/>
                  </a:lnTo>
                  <a:lnTo>
                    <a:pt x="263541" y="29161"/>
                  </a:lnTo>
                  <a:lnTo>
                    <a:pt x="259163" y="26159"/>
                  </a:lnTo>
                  <a:lnTo>
                    <a:pt x="254692" y="23298"/>
                  </a:lnTo>
                  <a:lnTo>
                    <a:pt x="250132" y="20581"/>
                  </a:lnTo>
                  <a:lnTo>
                    <a:pt x="245489" y="18009"/>
                  </a:lnTo>
                  <a:lnTo>
                    <a:pt x="240766" y="15587"/>
                  </a:lnTo>
                  <a:lnTo>
                    <a:pt x="235969" y="13315"/>
                  </a:lnTo>
                  <a:lnTo>
                    <a:pt x="231102" y="11197"/>
                  </a:lnTo>
                  <a:lnTo>
                    <a:pt x="226170" y="9234"/>
                  </a:lnTo>
                  <a:lnTo>
                    <a:pt x="221178" y="7430"/>
                  </a:lnTo>
                  <a:lnTo>
                    <a:pt x="216132" y="5784"/>
                  </a:lnTo>
                  <a:lnTo>
                    <a:pt x="211036" y="4300"/>
                  </a:lnTo>
                  <a:lnTo>
                    <a:pt x="205895" y="2978"/>
                  </a:lnTo>
                  <a:lnTo>
                    <a:pt x="200715" y="1820"/>
                  </a:lnTo>
                  <a:lnTo>
                    <a:pt x="195500" y="826"/>
                  </a:lnTo>
                  <a:lnTo>
                    <a:pt x="190257" y="0"/>
                  </a:lnTo>
                  <a:lnTo>
                    <a:pt x="166837" y="1655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64501" y="1071028"/>
              <a:ext cx="23419" cy="167167"/>
            </a:xfrm>
            <a:custGeom>
              <a:avLst/>
              <a:pathLst>
                <a:path w="23419" h="167167">
                  <a:moveTo>
                    <a:pt x="23419" y="1648"/>
                  </a:moveTo>
                  <a:lnTo>
                    <a:pt x="15641" y="733"/>
                  </a:lnTo>
                  <a:lnTo>
                    <a:pt x="7829" y="18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21296" y="1322571"/>
              <a:ext cx="67424" cy="167167"/>
            </a:xfrm>
            <a:custGeom>
              <a:avLst/>
              <a:pathLst>
                <a:path w="67424" h="167167">
                  <a:moveTo>
                    <a:pt x="67424" y="0"/>
                  </a:moveTo>
                  <a:lnTo>
                    <a:pt x="61642" y="100"/>
                  </a:lnTo>
                  <a:lnTo>
                    <a:pt x="55867" y="400"/>
                  </a:lnTo>
                  <a:lnTo>
                    <a:pt x="50105" y="899"/>
                  </a:lnTo>
                  <a:lnTo>
                    <a:pt x="44364" y="1598"/>
                  </a:lnTo>
                  <a:lnTo>
                    <a:pt x="38651" y="2494"/>
                  </a:lnTo>
                  <a:lnTo>
                    <a:pt x="32972" y="3588"/>
                  </a:lnTo>
                  <a:lnTo>
                    <a:pt x="27335" y="4878"/>
                  </a:lnTo>
                  <a:lnTo>
                    <a:pt x="21745" y="6362"/>
                  </a:lnTo>
                  <a:lnTo>
                    <a:pt x="16210" y="8038"/>
                  </a:lnTo>
                  <a:lnTo>
                    <a:pt x="10737" y="9904"/>
                  </a:lnTo>
                  <a:lnTo>
                    <a:pt x="5331" y="11959"/>
                  </a:lnTo>
                  <a:lnTo>
                    <a:pt x="0" y="14200"/>
                  </a:lnTo>
                  <a:lnTo>
                    <a:pt x="6742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1296" y="1336772"/>
              <a:ext cx="67424" cy="152966"/>
            </a:xfrm>
            <a:custGeom>
              <a:avLst/>
              <a:pathLst>
                <a:path w="67424" h="152966">
                  <a:moveTo>
                    <a:pt x="0" y="0"/>
                  </a:moveTo>
                  <a:lnTo>
                    <a:pt x="67424" y="1529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321573" y="1336772"/>
              <a:ext cx="334311" cy="320132"/>
            </a:xfrm>
            <a:custGeom>
              <a:avLst/>
              <a:pathLst>
                <a:path w="334311" h="320132">
                  <a:moveTo>
                    <a:pt x="99723" y="0"/>
                  </a:moveTo>
                  <a:lnTo>
                    <a:pt x="94916" y="2210"/>
                  </a:lnTo>
                  <a:lnTo>
                    <a:pt x="90182" y="4571"/>
                  </a:lnTo>
                  <a:lnTo>
                    <a:pt x="85525" y="7080"/>
                  </a:lnTo>
                  <a:lnTo>
                    <a:pt x="80950" y="9736"/>
                  </a:lnTo>
                  <a:lnTo>
                    <a:pt x="76461" y="12535"/>
                  </a:lnTo>
                  <a:lnTo>
                    <a:pt x="72063" y="15475"/>
                  </a:lnTo>
                  <a:lnTo>
                    <a:pt x="67760" y="18552"/>
                  </a:lnTo>
                  <a:lnTo>
                    <a:pt x="63557" y="21764"/>
                  </a:lnTo>
                  <a:lnTo>
                    <a:pt x="59457" y="25108"/>
                  </a:lnTo>
                  <a:lnTo>
                    <a:pt x="55466" y="28579"/>
                  </a:lnTo>
                  <a:lnTo>
                    <a:pt x="51586" y="32175"/>
                  </a:lnTo>
                  <a:lnTo>
                    <a:pt x="47822" y="35892"/>
                  </a:lnTo>
                  <a:lnTo>
                    <a:pt x="44177" y="39727"/>
                  </a:lnTo>
                  <a:lnTo>
                    <a:pt x="40655" y="43674"/>
                  </a:lnTo>
                  <a:lnTo>
                    <a:pt x="37260" y="47732"/>
                  </a:lnTo>
                  <a:lnTo>
                    <a:pt x="33996" y="51894"/>
                  </a:lnTo>
                  <a:lnTo>
                    <a:pt x="30864" y="56158"/>
                  </a:lnTo>
                  <a:lnTo>
                    <a:pt x="27869" y="60519"/>
                  </a:lnTo>
                  <a:lnTo>
                    <a:pt x="25014" y="64972"/>
                  </a:lnTo>
                  <a:lnTo>
                    <a:pt x="22301" y="69513"/>
                  </a:lnTo>
                  <a:lnTo>
                    <a:pt x="19733" y="74138"/>
                  </a:lnTo>
                  <a:lnTo>
                    <a:pt x="17312" y="78842"/>
                  </a:lnTo>
                  <a:lnTo>
                    <a:pt x="15042" y="83620"/>
                  </a:lnTo>
                  <a:lnTo>
                    <a:pt x="12924" y="88468"/>
                  </a:lnTo>
                  <a:lnTo>
                    <a:pt x="10960" y="93380"/>
                  </a:lnTo>
                  <a:lnTo>
                    <a:pt x="9153" y="98352"/>
                  </a:lnTo>
                  <a:lnTo>
                    <a:pt x="7504" y="103379"/>
                  </a:lnTo>
                  <a:lnTo>
                    <a:pt x="6015" y="108455"/>
                  </a:lnTo>
                  <a:lnTo>
                    <a:pt x="4687" y="113576"/>
                  </a:lnTo>
                  <a:lnTo>
                    <a:pt x="3522" y="118736"/>
                  </a:lnTo>
                  <a:lnTo>
                    <a:pt x="2521" y="123930"/>
                  </a:lnTo>
                  <a:lnTo>
                    <a:pt x="1685" y="129154"/>
                  </a:lnTo>
                  <a:lnTo>
                    <a:pt x="1014" y="134401"/>
                  </a:lnTo>
                  <a:lnTo>
                    <a:pt x="510" y="139668"/>
                  </a:lnTo>
                  <a:lnTo>
                    <a:pt x="172" y="144947"/>
                  </a:lnTo>
                  <a:lnTo>
                    <a:pt x="2" y="150234"/>
                  </a:lnTo>
                  <a:lnTo>
                    <a:pt x="0" y="155524"/>
                  </a:lnTo>
                  <a:lnTo>
                    <a:pt x="164" y="160812"/>
                  </a:lnTo>
                  <a:lnTo>
                    <a:pt x="496" y="166092"/>
                  </a:lnTo>
                  <a:lnTo>
                    <a:pt x="995" y="171358"/>
                  </a:lnTo>
                  <a:lnTo>
                    <a:pt x="1660" y="176606"/>
                  </a:lnTo>
                  <a:lnTo>
                    <a:pt x="2491" y="181831"/>
                  </a:lnTo>
                  <a:lnTo>
                    <a:pt x="3487" y="187026"/>
                  </a:lnTo>
                  <a:lnTo>
                    <a:pt x="4646" y="192188"/>
                  </a:lnTo>
                  <a:lnTo>
                    <a:pt x="5969" y="197310"/>
                  </a:lnTo>
                  <a:lnTo>
                    <a:pt x="7452" y="202388"/>
                  </a:lnTo>
                  <a:lnTo>
                    <a:pt x="9096" y="207416"/>
                  </a:lnTo>
                  <a:lnTo>
                    <a:pt x="10898" y="212390"/>
                  </a:lnTo>
                  <a:lnTo>
                    <a:pt x="12857" y="217304"/>
                  </a:lnTo>
                  <a:lnTo>
                    <a:pt x="14970" y="222154"/>
                  </a:lnTo>
                  <a:lnTo>
                    <a:pt x="17235" y="226934"/>
                  </a:lnTo>
                  <a:lnTo>
                    <a:pt x="19651" y="231641"/>
                  </a:lnTo>
                  <a:lnTo>
                    <a:pt x="22214" y="236269"/>
                  </a:lnTo>
                  <a:lnTo>
                    <a:pt x="24922" y="240813"/>
                  </a:lnTo>
                  <a:lnTo>
                    <a:pt x="27773" y="245269"/>
                  </a:lnTo>
                  <a:lnTo>
                    <a:pt x="30764" y="249633"/>
                  </a:lnTo>
                  <a:lnTo>
                    <a:pt x="33891" y="253900"/>
                  </a:lnTo>
                  <a:lnTo>
                    <a:pt x="37151" y="258066"/>
                  </a:lnTo>
                  <a:lnTo>
                    <a:pt x="40542" y="262126"/>
                  </a:lnTo>
                  <a:lnTo>
                    <a:pt x="44059" y="266078"/>
                  </a:lnTo>
                  <a:lnTo>
                    <a:pt x="47700" y="269916"/>
                  </a:lnTo>
                  <a:lnTo>
                    <a:pt x="51460" y="273637"/>
                  </a:lnTo>
                  <a:lnTo>
                    <a:pt x="55336" y="277237"/>
                  </a:lnTo>
                  <a:lnTo>
                    <a:pt x="59324" y="280713"/>
                  </a:lnTo>
                  <a:lnTo>
                    <a:pt x="63420" y="284060"/>
                  </a:lnTo>
                  <a:lnTo>
                    <a:pt x="67620" y="287277"/>
                  </a:lnTo>
                  <a:lnTo>
                    <a:pt x="71920" y="290359"/>
                  </a:lnTo>
                  <a:lnTo>
                    <a:pt x="76315" y="293303"/>
                  </a:lnTo>
                  <a:lnTo>
                    <a:pt x="80801" y="296107"/>
                  </a:lnTo>
                  <a:lnTo>
                    <a:pt x="85373" y="298768"/>
                  </a:lnTo>
                  <a:lnTo>
                    <a:pt x="90028" y="301282"/>
                  </a:lnTo>
                  <a:lnTo>
                    <a:pt x="94759" y="303648"/>
                  </a:lnTo>
                  <a:lnTo>
                    <a:pt x="99563" y="305863"/>
                  </a:lnTo>
                  <a:lnTo>
                    <a:pt x="104435" y="307925"/>
                  </a:lnTo>
                  <a:lnTo>
                    <a:pt x="109370" y="309832"/>
                  </a:lnTo>
                  <a:lnTo>
                    <a:pt x="114362" y="311581"/>
                  </a:lnTo>
                  <a:lnTo>
                    <a:pt x="119407" y="313172"/>
                  </a:lnTo>
                  <a:lnTo>
                    <a:pt x="124501" y="314602"/>
                  </a:lnTo>
                  <a:lnTo>
                    <a:pt x="129636" y="315871"/>
                  </a:lnTo>
                  <a:lnTo>
                    <a:pt x="134810" y="316976"/>
                  </a:lnTo>
                  <a:lnTo>
                    <a:pt x="140015" y="317917"/>
                  </a:lnTo>
                  <a:lnTo>
                    <a:pt x="145248" y="318693"/>
                  </a:lnTo>
                  <a:lnTo>
                    <a:pt x="150503" y="319303"/>
                  </a:lnTo>
                  <a:lnTo>
                    <a:pt x="155775" y="319747"/>
                  </a:lnTo>
                  <a:lnTo>
                    <a:pt x="161058" y="320023"/>
                  </a:lnTo>
                  <a:lnTo>
                    <a:pt x="166347" y="320132"/>
                  </a:lnTo>
                  <a:lnTo>
                    <a:pt x="171636" y="320074"/>
                  </a:lnTo>
                  <a:lnTo>
                    <a:pt x="176922" y="319848"/>
                  </a:lnTo>
                  <a:lnTo>
                    <a:pt x="182197" y="319455"/>
                  </a:lnTo>
                  <a:lnTo>
                    <a:pt x="187458" y="318895"/>
                  </a:lnTo>
                  <a:lnTo>
                    <a:pt x="192698" y="318170"/>
                  </a:lnTo>
                  <a:lnTo>
                    <a:pt x="197912" y="317279"/>
                  </a:lnTo>
                  <a:lnTo>
                    <a:pt x="203096" y="316223"/>
                  </a:lnTo>
                  <a:lnTo>
                    <a:pt x="208244" y="315004"/>
                  </a:lnTo>
                  <a:lnTo>
                    <a:pt x="213350" y="313622"/>
                  </a:lnTo>
                  <a:lnTo>
                    <a:pt x="218411" y="312080"/>
                  </a:lnTo>
                  <a:lnTo>
                    <a:pt x="223420" y="310378"/>
                  </a:lnTo>
                  <a:lnTo>
                    <a:pt x="228372" y="308519"/>
                  </a:lnTo>
                  <a:lnTo>
                    <a:pt x="233263" y="306503"/>
                  </a:lnTo>
                  <a:lnTo>
                    <a:pt x="238088" y="304335"/>
                  </a:lnTo>
                  <a:lnTo>
                    <a:pt x="242843" y="302014"/>
                  </a:lnTo>
                  <a:lnTo>
                    <a:pt x="247521" y="299544"/>
                  </a:lnTo>
                  <a:lnTo>
                    <a:pt x="252118" y="296928"/>
                  </a:lnTo>
                  <a:lnTo>
                    <a:pt x="256631" y="294167"/>
                  </a:lnTo>
                  <a:lnTo>
                    <a:pt x="261054" y="291265"/>
                  </a:lnTo>
                  <a:lnTo>
                    <a:pt x="265383" y="288224"/>
                  </a:lnTo>
                  <a:lnTo>
                    <a:pt x="269614" y="285048"/>
                  </a:lnTo>
                  <a:lnTo>
                    <a:pt x="273742" y="281740"/>
                  </a:lnTo>
                  <a:lnTo>
                    <a:pt x="277763" y="278303"/>
                  </a:lnTo>
                  <a:lnTo>
                    <a:pt x="281673" y="274740"/>
                  </a:lnTo>
                  <a:lnTo>
                    <a:pt x="285469" y="271055"/>
                  </a:lnTo>
                  <a:lnTo>
                    <a:pt x="289146" y="267252"/>
                  </a:lnTo>
                  <a:lnTo>
                    <a:pt x="292702" y="263334"/>
                  </a:lnTo>
                  <a:lnTo>
                    <a:pt x="296131" y="259306"/>
                  </a:lnTo>
                  <a:lnTo>
                    <a:pt x="299431" y="255172"/>
                  </a:lnTo>
                  <a:lnTo>
                    <a:pt x="302599" y="250935"/>
                  </a:lnTo>
                  <a:lnTo>
                    <a:pt x="305631" y="246600"/>
                  </a:lnTo>
                  <a:lnTo>
                    <a:pt x="308524" y="242171"/>
                  </a:lnTo>
                  <a:lnTo>
                    <a:pt x="311276" y="237653"/>
                  </a:lnTo>
                  <a:lnTo>
                    <a:pt x="313884" y="233050"/>
                  </a:lnTo>
                  <a:lnTo>
                    <a:pt x="316344" y="228367"/>
                  </a:lnTo>
                  <a:lnTo>
                    <a:pt x="318655" y="223609"/>
                  </a:lnTo>
                  <a:lnTo>
                    <a:pt x="320815" y="218779"/>
                  </a:lnTo>
                  <a:lnTo>
                    <a:pt x="322820" y="213884"/>
                  </a:lnTo>
                  <a:lnTo>
                    <a:pt x="324670" y="208928"/>
                  </a:lnTo>
                  <a:lnTo>
                    <a:pt x="326362" y="203915"/>
                  </a:lnTo>
                  <a:lnTo>
                    <a:pt x="327894" y="198852"/>
                  </a:lnTo>
                  <a:lnTo>
                    <a:pt x="329265" y="193743"/>
                  </a:lnTo>
                  <a:lnTo>
                    <a:pt x="330474" y="188593"/>
                  </a:lnTo>
                  <a:lnTo>
                    <a:pt x="331520" y="183407"/>
                  </a:lnTo>
                  <a:lnTo>
                    <a:pt x="332401" y="178191"/>
                  </a:lnTo>
                  <a:lnTo>
                    <a:pt x="333116" y="172949"/>
                  </a:lnTo>
                  <a:lnTo>
                    <a:pt x="333665" y="167688"/>
                  </a:lnTo>
                  <a:lnTo>
                    <a:pt x="334048" y="162411"/>
                  </a:lnTo>
                  <a:lnTo>
                    <a:pt x="334263" y="157126"/>
                  </a:lnTo>
                  <a:lnTo>
                    <a:pt x="334311" y="151836"/>
                  </a:lnTo>
                  <a:lnTo>
                    <a:pt x="334192" y="146547"/>
                  </a:lnTo>
                  <a:lnTo>
                    <a:pt x="333905" y="141265"/>
                  </a:lnTo>
                  <a:lnTo>
                    <a:pt x="333451" y="135994"/>
                  </a:lnTo>
                  <a:lnTo>
                    <a:pt x="332831" y="130740"/>
                  </a:lnTo>
                  <a:lnTo>
                    <a:pt x="332044" y="125509"/>
                  </a:lnTo>
                  <a:lnTo>
                    <a:pt x="331093" y="120305"/>
                  </a:lnTo>
                  <a:lnTo>
                    <a:pt x="329978" y="115134"/>
                  </a:lnTo>
                  <a:lnTo>
                    <a:pt x="328699" y="110001"/>
                  </a:lnTo>
                  <a:lnTo>
                    <a:pt x="327258" y="104910"/>
                  </a:lnTo>
                  <a:lnTo>
                    <a:pt x="325658" y="99868"/>
                  </a:lnTo>
                  <a:lnTo>
                    <a:pt x="323898" y="94879"/>
                  </a:lnTo>
                  <a:lnTo>
                    <a:pt x="321982" y="89948"/>
                  </a:lnTo>
                  <a:lnTo>
                    <a:pt x="319910" y="85081"/>
                  </a:lnTo>
                  <a:lnTo>
                    <a:pt x="317686" y="80281"/>
                  </a:lnTo>
                  <a:lnTo>
                    <a:pt x="315310" y="75554"/>
                  </a:lnTo>
                  <a:lnTo>
                    <a:pt x="312787" y="70905"/>
                  </a:lnTo>
                  <a:lnTo>
                    <a:pt x="310117" y="66338"/>
                  </a:lnTo>
                  <a:lnTo>
                    <a:pt x="307305" y="61857"/>
                  </a:lnTo>
                  <a:lnTo>
                    <a:pt x="304352" y="57468"/>
                  </a:lnTo>
                  <a:lnTo>
                    <a:pt x="301261" y="53174"/>
                  </a:lnTo>
                  <a:lnTo>
                    <a:pt x="298036" y="48981"/>
                  </a:lnTo>
                  <a:lnTo>
                    <a:pt x="294681" y="44891"/>
                  </a:lnTo>
                  <a:lnTo>
                    <a:pt x="291197" y="40910"/>
                  </a:lnTo>
                  <a:lnTo>
                    <a:pt x="287589" y="37041"/>
                  </a:lnTo>
                  <a:lnTo>
                    <a:pt x="283861" y="33288"/>
                  </a:lnTo>
                  <a:lnTo>
                    <a:pt x="280016" y="29655"/>
                  </a:lnTo>
                  <a:lnTo>
                    <a:pt x="276057" y="26145"/>
                  </a:lnTo>
                  <a:lnTo>
                    <a:pt x="167147" y="1529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88720" y="1322571"/>
              <a:ext cx="108910" cy="167167"/>
            </a:xfrm>
            <a:custGeom>
              <a:avLst/>
              <a:pathLst>
                <a:path w="108910" h="167167">
                  <a:moveTo>
                    <a:pt x="108910" y="40346"/>
                  </a:moveTo>
                  <a:lnTo>
                    <a:pt x="104563" y="36739"/>
                  </a:lnTo>
                  <a:lnTo>
                    <a:pt x="100097" y="33281"/>
                  </a:lnTo>
                  <a:lnTo>
                    <a:pt x="95517" y="29976"/>
                  </a:lnTo>
                  <a:lnTo>
                    <a:pt x="90828" y="26828"/>
                  </a:lnTo>
                  <a:lnTo>
                    <a:pt x="86035" y="23839"/>
                  </a:lnTo>
                  <a:lnTo>
                    <a:pt x="81144" y="21015"/>
                  </a:lnTo>
                  <a:lnTo>
                    <a:pt x="76160" y="18357"/>
                  </a:lnTo>
                  <a:lnTo>
                    <a:pt x="71090" y="15869"/>
                  </a:lnTo>
                  <a:lnTo>
                    <a:pt x="65938" y="13554"/>
                  </a:lnTo>
                  <a:lnTo>
                    <a:pt x="60711" y="11414"/>
                  </a:lnTo>
                  <a:lnTo>
                    <a:pt x="55415" y="9452"/>
                  </a:lnTo>
                  <a:lnTo>
                    <a:pt x="50055" y="7670"/>
                  </a:lnTo>
                  <a:lnTo>
                    <a:pt x="44638" y="6070"/>
                  </a:lnTo>
                  <a:lnTo>
                    <a:pt x="39171" y="4654"/>
                  </a:lnTo>
                  <a:lnTo>
                    <a:pt x="33658" y="3423"/>
                  </a:lnTo>
                  <a:lnTo>
                    <a:pt x="28107" y="2379"/>
                  </a:lnTo>
                  <a:lnTo>
                    <a:pt x="22524" y="1524"/>
                  </a:lnTo>
                  <a:lnTo>
                    <a:pt x="16916" y="858"/>
                  </a:lnTo>
                  <a:lnTo>
                    <a:pt x="11288" y="381"/>
                  </a:lnTo>
                  <a:lnTo>
                    <a:pt x="564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012" y="1681503"/>
              <a:ext cx="3512" cy="167167"/>
            </a:xfrm>
            <a:custGeom>
              <a:avLst/>
              <a:pathLst>
                <a:path w="3512" h="167167">
                  <a:moveTo>
                    <a:pt x="3512" y="0"/>
                  </a:moveTo>
                  <a:lnTo>
                    <a:pt x="0" y="36"/>
                  </a:lnTo>
                  <a:lnTo>
                    <a:pt x="351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964198" y="1681540"/>
              <a:ext cx="122326" cy="167130"/>
            </a:xfrm>
            <a:custGeom>
              <a:avLst/>
              <a:pathLst>
                <a:path w="122326" h="167130">
                  <a:moveTo>
                    <a:pt x="118814" y="0"/>
                  </a:moveTo>
                  <a:lnTo>
                    <a:pt x="113246" y="209"/>
                  </a:lnTo>
                  <a:lnTo>
                    <a:pt x="107689" y="605"/>
                  </a:lnTo>
                  <a:lnTo>
                    <a:pt x="102148" y="1185"/>
                  </a:lnTo>
                  <a:lnTo>
                    <a:pt x="96630" y="1949"/>
                  </a:lnTo>
                  <a:lnTo>
                    <a:pt x="91140" y="2897"/>
                  </a:lnTo>
                  <a:lnTo>
                    <a:pt x="85685" y="4028"/>
                  </a:lnTo>
                  <a:lnTo>
                    <a:pt x="80270" y="5339"/>
                  </a:lnTo>
                  <a:lnTo>
                    <a:pt x="74902" y="6831"/>
                  </a:lnTo>
                  <a:lnTo>
                    <a:pt x="69587" y="8500"/>
                  </a:lnTo>
                  <a:lnTo>
                    <a:pt x="64330" y="10345"/>
                  </a:lnTo>
                  <a:lnTo>
                    <a:pt x="59138" y="12365"/>
                  </a:lnTo>
                  <a:lnTo>
                    <a:pt x="54016" y="14557"/>
                  </a:lnTo>
                  <a:lnTo>
                    <a:pt x="48970" y="16918"/>
                  </a:lnTo>
                  <a:lnTo>
                    <a:pt x="44005" y="19445"/>
                  </a:lnTo>
                  <a:lnTo>
                    <a:pt x="39127" y="22137"/>
                  </a:lnTo>
                  <a:lnTo>
                    <a:pt x="34342" y="24990"/>
                  </a:lnTo>
                  <a:lnTo>
                    <a:pt x="29654" y="28001"/>
                  </a:lnTo>
                  <a:lnTo>
                    <a:pt x="25070" y="31166"/>
                  </a:lnTo>
                  <a:lnTo>
                    <a:pt x="20593" y="34483"/>
                  </a:lnTo>
                  <a:lnTo>
                    <a:pt x="16229" y="37946"/>
                  </a:lnTo>
                  <a:lnTo>
                    <a:pt x="11983" y="41553"/>
                  </a:lnTo>
                  <a:lnTo>
                    <a:pt x="7860" y="45300"/>
                  </a:lnTo>
                  <a:lnTo>
                    <a:pt x="3864" y="49182"/>
                  </a:lnTo>
                  <a:lnTo>
                    <a:pt x="0" y="53195"/>
                  </a:lnTo>
                  <a:lnTo>
                    <a:pt x="122326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19370" y="1681503"/>
              <a:ext cx="334304" cy="334334"/>
            </a:xfrm>
            <a:custGeom>
              <a:avLst/>
              <a:pathLst>
                <a:path w="334304" h="334334">
                  <a:moveTo>
                    <a:pt x="44828" y="53232"/>
                  </a:moveTo>
                  <a:lnTo>
                    <a:pt x="41272" y="57173"/>
                  </a:lnTo>
                  <a:lnTo>
                    <a:pt x="37843" y="61226"/>
                  </a:lnTo>
                  <a:lnTo>
                    <a:pt x="34544" y="65385"/>
                  </a:lnTo>
                  <a:lnTo>
                    <a:pt x="31379" y="69647"/>
                  </a:lnTo>
                  <a:lnTo>
                    <a:pt x="28351" y="74008"/>
                  </a:lnTo>
                  <a:lnTo>
                    <a:pt x="25463" y="78462"/>
                  </a:lnTo>
                  <a:lnTo>
                    <a:pt x="22718" y="83006"/>
                  </a:lnTo>
                  <a:lnTo>
                    <a:pt x="20119" y="87634"/>
                  </a:lnTo>
                  <a:lnTo>
                    <a:pt x="17667" y="92343"/>
                  </a:lnTo>
                  <a:lnTo>
                    <a:pt x="15367" y="97127"/>
                  </a:lnTo>
                  <a:lnTo>
                    <a:pt x="13220" y="101982"/>
                  </a:lnTo>
                  <a:lnTo>
                    <a:pt x="11227" y="106903"/>
                  </a:lnTo>
                  <a:lnTo>
                    <a:pt x="9393" y="111884"/>
                  </a:lnTo>
                  <a:lnTo>
                    <a:pt x="7717" y="116921"/>
                  </a:lnTo>
                  <a:lnTo>
                    <a:pt x="6202" y="122009"/>
                  </a:lnTo>
                  <a:lnTo>
                    <a:pt x="4849" y="127142"/>
                  </a:lnTo>
                  <a:lnTo>
                    <a:pt x="3660" y="132316"/>
                  </a:lnTo>
                  <a:lnTo>
                    <a:pt x="2636" y="137525"/>
                  </a:lnTo>
                  <a:lnTo>
                    <a:pt x="1778" y="142764"/>
                  </a:lnTo>
                  <a:lnTo>
                    <a:pt x="1086" y="148027"/>
                  </a:lnTo>
                  <a:lnTo>
                    <a:pt x="562" y="153310"/>
                  </a:lnTo>
                  <a:lnTo>
                    <a:pt x="206" y="158606"/>
                  </a:lnTo>
                  <a:lnTo>
                    <a:pt x="19" y="163912"/>
                  </a:lnTo>
                  <a:lnTo>
                    <a:pt x="0" y="169220"/>
                  </a:lnTo>
                  <a:lnTo>
                    <a:pt x="149" y="174527"/>
                  </a:lnTo>
                  <a:lnTo>
                    <a:pt x="467" y="179826"/>
                  </a:lnTo>
                  <a:lnTo>
                    <a:pt x="953" y="185112"/>
                  </a:lnTo>
                  <a:lnTo>
                    <a:pt x="1606" y="190380"/>
                  </a:lnTo>
                  <a:lnTo>
                    <a:pt x="2427" y="195625"/>
                  </a:lnTo>
                  <a:lnTo>
                    <a:pt x="3414" y="200841"/>
                  </a:lnTo>
                  <a:lnTo>
                    <a:pt x="4565" y="206023"/>
                  </a:lnTo>
                  <a:lnTo>
                    <a:pt x="5881" y="211166"/>
                  </a:lnTo>
                  <a:lnTo>
                    <a:pt x="7360" y="216265"/>
                  </a:lnTo>
                  <a:lnTo>
                    <a:pt x="8999" y="221314"/>
                  </a:lnTo>
                  <a:lnTo>
                    <a:pt x="10798" y="226308"/>
                  </a:lnTo>
                  <a:lnTo>
                    <a:pt x="12755" y="231243"/>
                  </a:lnTo>
                  <a:lnTo>
                    <a:pt x="14867" y="236113"/>
                  </a:lnTo>
                  <a:lnTo>
                    <a:pt x="17133" y="240914"/>
                  </a:lnTo>
                  <a:lnTo>
                    <a:pt x="19551" y="245640"/>
                  </a:lnTo>
                  <a:lnTo>
                    <a:pt x="22117" y="250288"/>
                  </a:lnTo>
                  <a:lnTo>
                    <a:pt x="24829" y="254851"/>
                  </a:lnTo>
                  <a:lnTo>
                    <a:pt x="27685" y="259326"/>
                  </a:lnTo>
                  <a:lnTo>
                    <a:pt x="30682" y="263708"/>
                  </a:lnTo>
                  <a:lnTo>
                    <a:pt x="33816" y="267992"/>
                  </a:lnTo>
                  <a:lnTo>
                    <a:pt x="37084" y="272175"/>
                  </a:lnTo>
                  <a:lnTo>
                    <a:pt x="40484" y="276252"/>
                  </a:lnTo>
                  <a:lnTo>
                    <a:pt x="44012" y="280219"/>
                  </a:lnTo>
                  <a:lnTo>
                    <a:pt x="47664" y="284073"/>
                  </a:lnTo>
                  <a:lnTo>
                    <a:pt x="51436" y="287808"/>
                  </a:lnTo>
                  <a:lnTo>
                    <a:pt x="55325" y="291421"/>
                  </a:lnTo>
                  <a:lnTo>
                    <a:pt x="59326" y="294909"/>
                  </a:lnTo>
                  <a:lnTo>
                    <a:pt x="63437" y="298269"/>
                  </a:lnTo>
                  <a:lnTo>
                    <a:pt x="67652" y="301496"/>
                  </a:lnTo>
                  <a:lnTo>
                    <a:pt x="71967" y="304587"/>
                  </a:lnTo>
                  <a:lnTo>
                    <a:pt x="76379" y="307541"/>
                  </a:lnTo>
                  <a:lnTo>
                    <a:pt x="80882" y="310352"/>
                  </a:lnTo>
                  <a:lnTo>
                    <a:pt x="85472" y="313019"/>
                  </a:lnTo>
                  <a:lnTo>
                    <a:pt x="90144" y="315539"/>
                  </a:lnTo>
                  <a:lnTo>
                    <a:pt x="94894" y="317910"/>
                  </a:lnTo>
                  <a:lnTo>
                    <a:pt x="99717" y="320128"/>
                  </a:lnTo>
                  <a:lnTo>
                    <a:pt x="104608" y="322192"/>
                  </a:lnTo>
                  <a:lnTo>
                    <a:pt x="109562" y="324100"/>
                  </a:lnTo>
                  <a:lnTo>
                    <a:pt x="114574" y="325850"/>
                  </a:lnTo>
                  <a:lnTo>
                    <a:pt x="119639" y="327439"/>
                  </a:lnTo>
                  <a:lnTo>
                    <a:pt x="124752" y="328867"/>
                  </a:lnTo>
                  <a:lnTo>
                    <a:pt x="129907" y="330132"/>
                  </a:lnTo>
                  <a:lnTo>
                    <a:pt x="135101" y="331232"/>
                  </a:lnTo>
                  <a:lnTo>
                    <a:pt x="140326" y="332168"/>
                  </a:lnTo>
                  <a:lnTo>
                    <a:pt x="145579" y="332936"/>
                  </a:lnTo>
                  <a:lnTo>
                    <a:pt x="150853" y="333538"/>
                  </a:lnTo>
                  <a:lnTo>
                    <a:pt x="156144" y="333971"/>
                  </a:lnTo>
                  <a:lnTo>
                    <a:pt x="161446" y="334237"/>
                  </a:lnTo>
                  <a:lnTo>
                    <a:pt x="166754" y="334334"/>
                  </a:lnTo>
                  <a:lnTo>
                    <a:pt x="172062" y="334262"/>
                  </a:lnTo>
                  <a:lnTo>
                    <a:pt x="177365" y="334022"/>
                  </a:lnTo>
                  <a:lnTo>
                    <a:pt x="182658" y="333614"/>
                  </a:lnTo>
                  <a:lnTo>
                    <a:pt x="187935" y="333038"/>
                  </a:lnTo>
                  <a:lnTo>
                    <a:pt x="193191" y="332294"/>
                  </a:lnTo>
                  <a:lnTo>
                    <a:pt x="198421" y="331384"/>
                  </a:lnTo>
                  <a:lnTo>
                    <a:pt x="203620" y="330309"/>
                  </a:lnTo>
                  <a:lnTo>
                    <a:pt x="208781" y="329069"/>
                  </a:lnTo>
                  <a:lnTo>
                    <a:pt x="213901" y="327665"/>
                  </a:lnTo>
                  <a:lnTo>
                    <a:pt x="218974" y="326100"/>
                  </a:lnTo>
                  <a:lnTo>
                    <a:pt x="223994" y="324374"/>
                  </a:lnTo>
                  <a:lnTo>
                    <a:pt x="228957" y="322490"/>
                  </a:lnTo>
                  <a:lnTo>
                    <a:pt x="233858" y="320450"/>
                  </a:lnTo>
                  <a:lnTo>
                    <a:pt x="238691" y="318254"/>
                  </a:lnTo>
                  <a:lnTo>
                    <a:pt x="243453" y="315907"/>
                  </a:lnTo>
                  <a:lnTo>
                    <a:pt x="248137" y="313409"/>
                  </a:lnTo>
                  <a:lnTo>
                    <a:pt x="252740" y="310764"/>
                  </a:lnTo>
                  <a:lnTo>
                    <a:pt x="257256" y="307974"/>
                  </a:lnTo>
                  <a:lnTo>
                    <a:pt x="261681" y="305042"/>
                  </a:lnTo>
                  <a:lnTo>
                    <a:pt x="266012" y="301971"/>
                  </a:lnTo>
                  <a:lnTo>
                    <a:pt x="270242" y="298764"/>
                  </a:lnTo>
                  <a:lnTo>
                    <a:pt x="274369" y="295425"/>
                  </a:lnTo>
                  <a:lnTo>
                    <a:pt x="278387" y="291956"/>
                  </a:lnTo>
                  <a:lnTo>
                    <a:pt x="282293" y="288361"/>
                  </a:lnTo>
                  <a:lnTo>
                    <a:pt x="286083" y="284644"/>
                  </a:lnTo>
                  <a:lnTo>
                    <a:pt x="289753" y="280808"/>
                  </a:lnTo>
                  <a:lnTo>
                    <a:pt x="293300" y="276858"/>
                  </a:lnTo>
                  <a:lnTo>
                    <a:pt x="296719" y="272798"/>
                  </a:lnTo>
                  <a:lnTo>
                    <a:pt x="300008" y="268630"/>
                  </a:lnTo>
                  <a:lnTo>
                    <a:pt x="303163" y="264361"/>
                  </a:lnTo>
                  <a:lnTo>
                    <a:pt x="306180" y="259993"/>
                  </a:lnTo>
                  <a:lnTo>
                    <a:pt x="309058" y="255532"/>
                  </a:lnTo>
                  <a:lnTo>
                    <a:pt x="311792" y="250982"/>
                  </a:lnTo>
                  <a:lnTo>
                    <a:pt x="314380" y="246347"/>
                  </a:lnTo>
                  <a:lnTo>
                    <a:pt x="316820" y="241632"/>
                  </a:lnTo>
                  <a:lnTo>
                    <a:pt x="319109" y="236843"/>
                  </a:lnTo>
                  <a:lnTo>
                    <a:pt x="321245" y="231983"/>
                  </a:lnTo>
                  <a:lnTo>
                    <a:pt x="323225" y="227057"/>
                  </a:lnTo>
                  <a:lnTo>
                    <a:pt x="325048" y="222071"/>
                  </a:lnTo>
                  <a:lnTo>
                    <a:pt x="326712" y="217030"/>
                  </a:lnTo>
                  <a:lnTo>
                    <a:pt x="328215" y="211939"/>
                  </a:lnTo>
                  <a:lnTo>
                    <a:pt x="329555" y="206802"/>
                  </a:lnTo>
                  <a:lnTo>
                    <a:pt x="330732" y="201626"/>
                  </a:lnTo>
                  <a:lnTo>
                    <a:pt x="331743" y="196414"/>
                  </a:lnTo>
                  <a:lnTo>
                    <a:pt x="332589" y="191174"/>
                  </a:lnTo>
                  <a:lnTo>
                    <a:pt x="333268" y="185909"/>
                  </a:lnTo>
                  <a:lnTo>
                    <a:pt x="333779" y="180625"/>
                  </a:lnTo>
                  <a:lnTo>
                    <a:pt x="334122" y="175327"/>
                  </a:lnTo>
                  <a:lnTo>
                    <a:pt x="334297" y="170022"/>
                  </a:lnTo>
                  <a:lnTo>
                    <a:pt x="334304" y="164713"/>
                  </a:lnTo>
                  <a:lnTo>
                    <a:pt x="334142" y="159407"/>
                  </a:lnTo>
                  <a:lnTo>
                    <a:pt x="333811" y="154109"/>
                  </a:lnTo>
                  <a:lnTo>
                    <a:pt x="333312" y="148823"/>
                  </a:lnTo>
                  <a:lnTo>
                    <a:pt x="332646" y="143557"/>
                  </a:lnTo>
                  <a:lnTo>
                    <a:pt x="331813" y="138314"/>
                  </a:lnTo>
                  <a:lnTo>
                    <a:pt x="330814" y="133100"/>
                  </a:lnTo>
                  <a:lnTo>
                    <a:pt x="329650" y="127921"/>
                  </a:lnTo>
                  <a:lnTo>
                    <a:pt x="328321" y="122781"/>
                  </a:lnTo>
                  <a:lnTo>
                    <a:pt x="326831" y="117686"/>
                  </a:lnTo>
                  <a:lnTo>
                    <a:pt x="325179" y="112641"/>
                  </a:lnTo>
                  <a:lnTo>
                    <a:pt x="323368" y="107651"/>
                  </a:lnTo>
                  <a:lnTo>
                    <a:pt x="321400" y="102721"/>
                  </a:lnTo>
                  <a:lnTo>
                    <a:pt x="319276" y="97856"/>
                  </a:lnTo>
                  <a:lnTo>
                    <a:pt x="316998" y="93060"/>
                  </a:lnTo>
                  <a:lnTo>
                    <a:pt x="314570" y="88340"/>
                  </a:lnTo>
                  <a:lnTo>
                    <a:pt x="311992" y="83699"/>
                  </a:lnTo>
                  <a:lnTo>
                    <a:pt x="309269" y="79142"/>
                  </a:lnTo>
                  <a:lnTo>
                    <a:pt x="306402" y="74674"/>
                  </a:lnTo>
                  <a:lnTo>
                    <a:pt x="303395" y="70299"/>
                  </a:lnTo>
                  <a:lnTo>
                    <a:pt x="300251" y="66022"/>
                  </a:lnTo>
                  <a:lnTo>
                    <a:pt x="296972" y="61847"/>
                  </a:lnTo>
                  <a:lnTo>
                    <a:pt x="293563" y="57778"/>
                  </a:lnTo>
                  <a:lnTo>
                    <a:pt x="290026" y="53820"/>
                  </a:lnTo>
                  <a:lnTo>
                    <a:pt x="286365" y="49975"/>
                  </a:lnTo>
                  <a:lnTo>
                    <a:pt x="282583" y="46249"/>
                  </a:lnTo>
                  <a:lnTo>
                    <a:pt x="278686" y="42645"/>
                  </a:lnTo>
                  <a:lnTo>
                    <a:pt x="274676" y="39167"/>
                  </a:lnTo>
                  <a:lnTo>
                    <a:pt x="270557" y="35817"/>
                  </a:lnTo>
                  <a:lnTo>
                    <a:pt x="266334" y="32600"/>
                  </a:lnTo>
                  <a:lnTo>
                    <a:pt x="262012" y="29519"/>
                  </a:lnTo>
                  <a:lnTo>
                    <a:pt x="257593" y="26576"/>
                  </a:lnTo>
                  <a:lnTo>
                    <a:pt x="253083" y="23775"/>
                  </a:lnTo>
                  <a:lnTo>
                    <a:pt x="248487" y="21119"/>
                  </a:lnTo>
                  <a:lnTo>
                    <a:pt x="243809" y="18610"/>
                  </a:lnTo>
                  <a:lnTo>
                    <a:pt x="239053" y="16251"/>
                  </a:lnTo>
                  <a:lnTo>
                    <a:pt x="234225" y="14045"/>
                  </a:lnTo>
                  <a:lnTo>
                    <a:pt x="229329" y="11992"/>
                  </a:lnTo>
                  <a:lnTo>
                    <a:pt x="224371" y="10096"/>
                  </a:lnTo>
                  <a:lnTo>
                    <a:pt x="219355" y="8359"/>
                  </a:lnTo>
                  <a:lnTo>
                    <a:pt x="214286" y="6781"/>
                  </a:lnTo>
                  <a:lnTo>
                    <a:pt x="209169" y="5366"/>
                  </a:lnTo>
                  <a:lnTo>
                    <a:pt x="204011" y="4113"/>
                  </a:lnTo>
                  <a:lnTo>
                    <a:pt x="198815" y="3025"/>
                  </a:lnTo>
                  <a:lnTo>
                    <a:pt x="193587" y="2103"/>
                  </a:lnTo>
                  <a:lnTo>
                    <a:pt x="188333" y="1346"/>
                  </a:lnTo>
                  <a:lnTo>
                    <a:pt x="183057" y="758"/>
                  </a:lnTo>
                  <a:lnTo>
                    <a:pt x="177765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48041" y="2126963"/>
              <a:ext cx="33246" cy="167167"/>
            </a:xfrm>
            <a:custGeom>
              <a:avLst/>
              <a:pathLst>
                <a:path w="33246" h="167167">
                  <a:moveTo>
                    <a:pt x="33246" y="0"/>
                  </a:moveTo>
                  <a:lnTo>
                    <a:pt x="26554" y="134"/>
                  </a:lnTo>
                  <a:lnTo>
                    <a:pt x="19872" y="535"/>
                  </a:lnTo>
                  <a:lnTo>
                    <a:pt x="13212" y="1204"/>
                  </a:lnTo>
                  <a:lnTo>
                    <a:pt x="6585" y="2139"/>
                  </a:lnTo>
                  <a:lnTo>
                    <a:pt x="0" y="3339"/>
                  </a:lnTo>
                  <a:lnTo>
                    <a:pt x="3324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041" y="2130302"/>
              <a:ext cx="33246" cy="163828"/>
            </a:xfrm>
            <a:custGeom>
              <a:avLst/>
              <a:pathLst>
                <a:path w="33246" h="163828">
                  <a:moveTo>
                    <a:pt x="0" y="0"/>
                  </a:moveTo>
                  <a:lnTo>
                    <a:pt x="33246" y="16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614131" y="2130302"/>
              <a:ext cx="334319" cy="330995"/>
            </a:xfrm>
            <a:custGeom>
              <a:avLst/>
              <a:pathLst>
                <a:path w="334319" h="330995">
                  <a:moveTo>
                    <a:pt x="133909" y="0"/>
                  </a:moveTo>
                  <a:lnTo>
                    <a:pt x="128750" y="1132"/>
                  </a:lnTo>
                  <a:lnTo>
                    <a:pt x="123628" y="2426"/>
                  </a:lnTo>
                  <a:lnTo>
                    <a:pt x="118550" y="3882"/>
                  </a:lnTo>
                  <a:lnTo>
                    <a:pt x="113521" y="5498"/>
                  </a:lnTo>
                  <a:lnTo>
                    <a:pt x="108545" y="7272"/>
                  </a:lnTo>
                  <a:lnTo>
                    <a:pt x="103628" y="9202"/>
                  </a:lnTo>
                  <a:lnTo>
                    <a:pt x="98774" y="11286"/>
                  </a:lnTo>
                  <a:lnTo>
                    <a:pt x="93988" y="13523"/>
                  </a:lnTo>
                  <a:lnTo>
                    <a:pt x="89275" y="15910"/>
                  </a:lnTo>
                  <a:lnTo>
                    <a:pt x="84641" y="18445"/>
                  </a:lnTo>
                  <a:lnTo>
                    <a:pt x="80088" y="21124"/>
                  </a:lnTo>
                  <a:lnTo>
                    <a:pt x="75623" y="23947"/>
                  </a:lnTo>
                  <a:lnTo>
                    <a:pt x="71249" y="26909"/>
                  </a:lnTo>
                  <a:lnTo>
                    <a:pt x="66970" y="30007"/>
                  </a:lnTo>
                  <a:lnTo>
                    <a:pt x="62792" y="33239"/>
                  </a:lnTo>
                  <a:lnTo>
                    <a:pt x="58718" y="36602"/>
                  </a:lnTo>
                  <a:lnTo>
                    <a:pt x="54752" y="40092"/>
                  </a:lnTo>
                  <a:lnTo>
                    <a:pt x="50899" y="43705"/>
                  </a:lnTo>
                  <a:lnTo>
                    <a:pt x="47162" y="47439"/>
                  </a:lnTo>
                  <a:lnTo>
                    <a:pt x="43544" y="51288"/>
                  </a:lnTo>
                  <a:lnTo>
                    <a:pt x="40050" y="55250"/>
                  </a:lnTo>
                  <a:lnTo>
                    <a:pt x="36683" y="59320"/>
                  </a:lnTo>
                  <a:lnTo>
                    <a:pt x="33446" y="63495"/>
                  </a:lnTo>
                  <a:lnTo>
                    <a:pt x="30342" y="67770"/>
                  </a:lnTo>
                  <a:lnTo>
                    <a:pt x="27376" y="72141"/>
                  </a:lnTo>
                  <a:lnTo>
                    <a:pt x="24548" y="76603"/>
                  </a:lnTo>
                  <a:lnTo>
                    <a:pt x="21864" y="81152"/>
                  </a:lnTo>
                  <a:lnTo>
                    <a:pt x="19324" y="85784"/>
                  </a:lnTo>
                  <a:lnTo>
                    <a:pt x="16932" y="90494"/>
                  </a:lnTo>
                  <a:lnTo>
                    <a:pt x="14690" y="95277"/>
                  </a:lnTo>
                  <a:lnTo>
                    <a:pt x="12600" y="100129"/>
                  </a:lnTo>
                  <a:lnTo>
                    <a:pt x="10664" y="105044"/>
                  </a:lnTo>
                  <a:lnTo>
                    <a:pt x="8885" y="110018"/>
                  </a:lnTo>
                  <a:lnTo>
                    <a:pt x="7264" y="115046"/>
                  </a:lnTo>
                  <a:lnTo>
                    <a:pt x="5802" y="120122"/>
                  </a:lnTo>
                  <a:lnTo>
                    <a:pt x="4502" y="125242"/>
                  </a:lnTo>
                  <a:lnTo>
                    <a:pt x="3364" y="130401"/>
                  </a:lnTo>
                  <a:lnTo>
                    <a:pt x="2390" y="135593"/>
                  </a:lnTo>
                  <a:lnTo>
                    <a:pt x="1580" y="140813"/>
                  </a:lnTo>
                  <a:lnTo>
                    <a:pt x="935" y="146056"/>
                  </a:lnTo>
                  <a:lnTo>
                    <a:pt x="457" y="151317"/>
                  </a:lnTo>
                  <a:lnTo>
                    <a:pt x="145" y="156590"/>
                  </a:lnTo>
                  <a:lnTo>
                    <a:pt x="0" y="161871"/>
                  </a:lnTo>
                  <a:lnTo>
                    <a:pt x="21" y="167153"/>
                  </a:lnTo>
                  <a:lnTo>
                    <a:pt x="210" y="172432"/>
                  </a:lnTo>
                  <a:lnTo>
                    <a:pt x="565" y="177703"/>
                  </a:lnTo>
                  <a:lnTo>
                    <a:pt x="1086" y="182960"/>
                  </a:lnTo>
                  <a:lnTo>
                    <a:pt x="1774" y="188197"/>
                  </a:lnTo>
                  <a:lnTo>
                    <a:pt x="2626" y="193411"/>
                  </a:lnTo>
                  <a:lnTo>
                    <a:pt x="3643" y="198594"/>
                  </a:lnTo>
                  <a:lnTo>
                    <a:pt x="4823" y="203744"/>
                  </a:lnTo>
                  <a:lnTo>
                    <a:pt x="6166" y="208853"/>
                  </a:lnTo>
                  <a:lnTo>
                    <a:pt x="7669" y="213917"/>
                  </a:lnTo>
                  <a:lnTo>
                    <a:pt x="9331" y="218931"/>
                  </a:lnTo>
                  <a:lnTo>
                    <a:pt x="11151" y="223890"/>
                  </a:lnTo>
                  <a:lnTo>
                    <a:pt x="13127" y="228790"/>
                  </a:lnTo>
                  <a:lnTo>
                    <a:pt x="15256" y="233624"/>
                  </a:lnTo>
                  <a:lnTo>
                    <a:pt x="17537" y="238389"/>
                  </a:lnTo>
                  <a:lnTo>
                    <a:pt x="19968" y="243079"/>
                  </a:lnTo>
                  <a:lnTo>
                    <a:pt x="22545" y="247690"/>
                  </a:lnTo>
                  <a:lnTo>
                    <a:pt x="25267" y="252217"/>
                  </a:lnTo>
                  <a:lnTo>
                    <a:pt x="28131" y="256656"/>
                  </a:lnTo>
                  <a:lnTo>
                    <a:pt x="31133" y="261002"/>
                  </a:lnTo>
                  <a:lnTo>
                    <a:pt x="34272" y="265252"/>
                  </a:lnTo>
                  <a:lnTo>
                    <a:pt x="37543" y="269400"/>
                  </a:lnTo>
                  <a:lnTo>
                    <a:pt x="40943" y="273442"/>
                  </a:lnTo>
                  <a:lnTo>
                    <a:pt x="44470" y="277376"/>
                  </a:lnTo>
                  <a:lnTo>
                    <a:pt x="48119" y="281195"/>
                  </a:lnTo>
                  <a:lnTo>
                    <a:pt x="51886" y="284898"/>
                  </a:lnTo>
                  <a:lnTo>
                    <a:pt x="55769" y="288479"/>
                  </a:lnTo>
                  <a:lnTo>
                    <a:pt x="59764" y="291937"/>
                  </a:lnTo>
                  <a:lnTo>
                    <a:pt x="63865" y="295266"/>
                  </a:lnTo>
                  <a:lnTo>
                    <a:pt x="68070" y="298464"/>
                  </a:lnTo>
                  <a:lnTo>
                    <a:pt x="72373" y="301527"/>
                  </a:lnTo>
                  <a:lnTo>
                    <a:pt x="76771" y="304453"/>
                  </a:lnTo>
                  <a:lnTo>
                    <a:pt x="81260" y="307239"/>
                  </a:lnTo>
                  <a:lnTo>
                    <a:pt x="85834" y="309881"/>
                  </a:lnTo>
                  <a:lnTo>
                    <a:pt x="90489" y="312378"/>
                  </a:lnTo>
                  <a:lnTo>
                    <a:pt x="95221" y="314726"/>
                  </a:lnTo>
                  <a:lnTo>
                    <a:pt x="100025" y="316924"/>
                  </a:lnTo>
                  <a:lnTo>
                    <a:pt x="104896" y="318968"/>
                  </a:lnTo>
                  <a:lnTo>
                    <a:pt x="109829" y="320858"/>
                  </a:lnTo>
                  <a:lnTo>
                    <a:pt x="114819" y="322591"/>
                  </a:lnTo>
                  <a:lnTo>
                    <a:pt x="119861" y="324165"/>
                  </a:lnTo>
                  <a:lnTo>
                    <a:pt x="124951" y="325580"/>
                  </a:lnTo>
                  <a:lnTo>
                    <a:pt x="130083" y="326832"/>
                  </a:lnTo>
                  <a:lnTo>
                    <a:pt x="135252" y="327922"/>
                  </a:lnTo>
                  <a:lnTo>
                    <a:pt x="140453" y="328849"/>
                  </a:lnTo>
                  <a:lnTo>
                    <a:pt x="145680" y="329610"/>
                  </a:lnTo>
                  <a:lnTo>
                    <a:pt x="150929" y="330206"/>
                  </a:lnTo>
                  <a:lnTo>
                    <a:pt x="156194" y="330635"/>
                  </a:lnTo>
                  <a:lnTo>
                    <a:pt x="161470" y="330898"/>
                  </a:lnTo>
                  <a:lnTo>
                    <a:pt x="166752" y="330995"/>
                  </a:lnTo>
                  <a:lnTo>
                    <a:pt x="172034" y="330924"/>
                  </a:lnTo>
                  <a:lnTo>
                    <a:pt x="177311" y="330686"/>
                  </a:lnTo>
                  <a:lnTo>
                    <a:pt x="182578" y="330282"/>
                  </a:lnTo>
                  <a:lnTo>
                    <a:pt x="187830" y="329712"/>
                  </a:lnTo>
                  <a:lnTo>
                    <a:pt x="193061" y="328976"/>
                  </a:lnTo>
                  <a:lnTo>
                    <a:pt x="198266" y="328075"/>
                  </a:lnTo>
                  <a:lnTo>
                    <a:pt x="203440" y="327010"/>
                  </a:lnTo>
                  <a:lnTo>
                    <a:pt x="208578" y="325782"/>
                  </a:lnTo>
                  <a:lnTo>
                    <a:pt x="213674" y="324392"/>
                  </a:lnTo>
                  <a:lnTo>
                    <a:pt x="218725" y="322842"/>
                  </a:lnTo>
                  <a:lnTo>
                    <a:pt x="223723" y="321133"/>
                  </a:lnTo>
                  <a:lnTo>
                    <a:pt x="228665" y="319267"/>
                  </a:lnTo>
                  <a:lnTo>
                    <a:pt x="233546" y="317246"/>
                  </a:lnTo>
                  <a:lnTo>
                    <a:pt x="238360" y="315072"/>
                  </a:lnTo>
                  <a:lnTo>
                    <a:pt x="243103" y="312747"/>
                  </a:lnTo>
                  <a:lnTo>
                    <a:pt x="247771" y="310273"/>
                  </a:lnTo>
                  <a:lnTo>
                    <a:pt x="252358" y="307652"/>
                  </a:lnTo>
                  <a:lnTo>
                    <a:pt x="256859" y="304888"/>
                  </a:lnTo>
                  <a:lnTo>
                    <a:pt x="261272" y="301984"/>
                  </a:lnTo>
                  <a:lnTo>
                    <a:pt x="265590" y="298941"/>
                  </a:lnTo>
                  <a:lnTo>
                    <a:pt x="269810" y="295763"/>
                  </a:lnTo>
                  <a:lnTo>
                    <a:pt x="273927" y="292454"/>
                  </a:lnTo>
                  <a:lnTo>
                    <a:pt x="277938" y="289016"/>
                  </a:lnTo>
                  <a:lnTo>
                    <a:pt x="281838" y="285453"/>
                  </a:lnTo>
                  <a:lnTo>
                    <a:pt x="285624" y="281769"/>
                  </a:lnTo>
                  <a:lnTo>
                    <a:pt x="289291" y="277967"/>
                  </a:lnTo>
                  <a:lnTo>
                    <a:pt x="292837" y="274051"/>
                  </a:lnTo>
                  <a:lnTo>
                    <a:pt x="296257" y="270025"/>
                  </a:lnTo>
                  <a:lnTo>
                    <a:pt x="299548" y="265892"/>
                  </a:lnTo>
                  <a:lnTo>
                    <a:pt x="302707" y="261658"/>
                  </a:lnTo>
                  <a:lnTo>
                    <a:pt x="305730" y="257327"/>
                  </a:lnTo>
                  <a:lnTo>
                    <a:pt x="308615" y="252901"/>
                  </a:lnTo>
                  <a:lnTo>
                    <a:pt x="311359" y="248387"/>
                  </a:lnTo>
                  <a:lnTo>
                    <a:pt x="313959" y="243789"/>
                  </a:lnTo>
                  <a:lnTo>
                    <a:pt x="316412" y="239110"/>
                  </a:lnTo>
                  <a:lnTo>
                    <a:pt x="318716" y="234357"/>
                  </a:lnTo>
                  <a:lnTo>
                    <a:pt x="320869" y="229533"/>
                  </a:lnTo>
                  <a:lnTo>
                    <a:pt x="322868" y="224643"/>
                  </a:lnTo>
                  <a:lnTo>
                    <a:pt x="324712" y="219693"/>
                  </a:lnTo>
                  <a:lnTo>
                    <a:pt x="326398" y="214687"/>
                  </a:lnTo>
                  <a:lnTo>
                    <a:pt x="327926" y="209630"/>
                  </a:lnTo>
                  <a:lnTo>
                    <a:pt x="329293" y="204527"/>
                  </a:lnTo>
                  <a:lnTo>
                    <a:pt x="330498" y="199384"/>
                  </a:lnTo>
                  <a:lnTo>
                    <a:pt x="331540" y="194205"/>
                  </a:lnTo>
                  <a:lnTo>
                    <a:pt x="332417" y="188996"/>
                  </a:lnTo>
                  <a:lnTo>
                    <a:pt x="333130" y="183762"/>
                  </a:lnTo>
                  <a:lnTo>
                    <a:pt x="333677" y="178507"/>
                  </a:lnTo>
                  <a:lnTo>
                    <a:pt x="334058" y="173239"/>
                  </a:lnTo>
                  <a:lnTo>
                    <a:pt x="334272" y="167960"/>
                  </a:lnTo>
                  <a:lnTo>
                    <a:pt x="334319" y="162678"/>
                  </a:lnTo>
                  <a:lnTo>
                    <a:pt x="334199" y="157397"/>
                  </a:lnTo>
                  <a:lnTo>
                    <a:pt x="333913" y="152122"/>
                  </a:lnTo>
                  <a:lnTo>
                    <a:pt x="333459" y="146859"/>
                  </a:lnTo>
                  <a:lnTo>
                    <a:pt x="332840" y="141613"/>
                  </a:lnTo>
                  <a:lnTo>
                    <a:pt x="332056" y="136389"/>
                  </a:lnTo>
                  <a:lnTo>
                    <a:pt x="331106" y="131192"/>
                  </a:lnTo>
                  <a:lnTo>
                    <a:pt x="329993" y="126028"/>
                  </a:lnTo>
                  <a:lnTo>
                    <a:pt x="328718" y="120902"/>
                  </a:lnTo>
                  <a:lnTo>
                    <a:pt x="327281" y="115819"/>
                  </a:lnTo>
                  <a:lnTo>
                    <a:pt x="325684" y="110783"/>
                  </a:lnTo>
                  <a:lnTo>
                    <a:pt x="323929" y="105801"/>
                  </a:lnTo>
                  <a:lnTo>
                    <a:pt x="322017" y="100876"/>
                  </a:lnTo>
                  <a:lnTo>
                    <a:pt x="319951" y="96015"/>
                  </a:lnTo>
                  <a:lnTo>
                    <a:pt x="317732" y="91221"/>
                  </a:lnTo>
                  <a:lnTo>
                    <a:pt x="315362" y="86499"/>
                  </a:lnTo>
                  <a:lnTo>
                    <a:pt x="312845" y="81855"/>
                  </a:lnTo>
                  <a:lnTo>
                    <a:pt x="310182" y="77293"/>
                  </a:lnTo>
                  <a:lnTo>
                    <a:pt x="307377" y="72817"/>
                  </a:lnTo>
                  <a:lnTo>
                    <a:pt x="304431" y="68432"/>
                  </a:lnTo>
                  <a:lnTo>
                    <a:pt x="301348" y="64142"/>
                  </a:lnTo>
                  <a:lnTo>
                    <a:pt x="298132" y="59952"/>
                  </a:lnTo>
                  <a:lnTo>
                    <a:pt x="294784" y="55865"/>
                  </a:lnTo>
                  <a:lnTo>
                    <a:pt x="291309" y="51886"/>
                  </a:lnTo>
                  <a:lnTo>
                    <a:pt x="287710" y="48020"/>
                  </a:lnTo>
                  <a:lnTo>
                    <a:pt x="283991" y="44268"/>
                  </a:lnTo>
                  <a:lnTo>
                    <a:pt x="280155" y="40636"/>
                  </a:lnTo>
                  <a:lnTo>
                    <a:pt x="276206" y="37127"/>
                  </a:lnTo>
                  <a:lnTo>
                    <a:pt x="272148" y="33745"/>
                  </a:lnTo>
                  <a:lnTo>
                    <a:pt x="267986" y="30493"/>
                  </a:lnTo>
                  <a:lnTo>
                    <a:pt x="263722" y="27373"/>
                  </a:lnTo>
                  <a:lnTo>
                    <a:pt x="259363" y="24390"/>
                  </a:lnTo>
                  <a:lnTo>
                    <a:pt x="254911" y="21546"/>
                  </a:lnTo>
                  <a:lnTo>
                    <a:pt x="250372" y="18845"/>
                  </a:lnTo>
                  <a:lnTo>
                    <a:pt x="245749" y="16288"/>
                  </a:lnTo>
                  <a:lnTo>
                    <a:pt x="241048" y="13878"/>
                  </a:lnTo>
                  <a:lnTo>
                    <a:pt x="236273" y="11618"/>
                  </a:lnTo>
                  <a:lnTo>
                    <a:pt x="231430" y="9510"/>
                  </a:lnTo>
                  <a:lnTo>
                    <a:pt x="226522" y="7557"/>
                  </a:lnTo>
                  <a:lnTo>
                    <a:pt x="221554" y="5759"/>
                  </a:lnTo>
                  <a:lnTo>
                    <a:pt x="216533" y="4119"/>
                  </a:lnTo>
                  <a:lnTo>
                    <a:pt x="211462" y="2639"/>
                  </a:lnTo>
                  <a:lnTo>
                    <a:pt x="206347" y="1319"/>
                  </a:lnTo>
                  <a:lnTo>
                    <a:pt x="201192" y="162"/>
                  </a:lnTo>
                  <a:lnTo>
                    <a:pt x="167155" y="16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81287" y="2126963"/>
              <a:ext cx="34037" cy="167167"/>
            </a:xfrm>
            <a:custGeom>
              <a:avLst/>
              <a:pathLst>
                <a:path w="34037" h="167167">
                  <a:moveTo>
                    <a:pt x="34037" y="3501"/>
                  </a:moveTo>
                  <a:lnTo>
                    <a:pt x="27298" y="2243"/>
                  </a:lnTo>
                  <a:lnTo>
                    <a:pt x="20514" y="1263"/>
                  </a:lnTo>
                  <a:lnTo>
                    <a:pt x="13695" y="561"/>
                  </a:lnTo>
                  <a:lnTo>
                    <a:pt x="6853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4169" y="2633064"/>
              <a:ext cx="6579" cy="167167"/>
            </a:xfrm>
            <a:custGeom>
              <a:avLst/>
              <a:pathLst>
                <a:path w="6579" h="167167">
                  <a:moveTo>
                    <a:pt x="6579" y="0"/>
                  </a:moveTo>
                  <a:lnTo>
                    <a:pt x="0" y="129"/>
                  </a:lnTo>
                  <a:lnTo>
                    <a:pt x="657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169" y="26331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423596" y="2633193"/>
              <a:ext cx="334315" cy="334204"/>
            </a:xfrm>
            <a:custGeom>
              <a:avLst/>
              <a:pathLst>
                <a:path w="334315" h="334204">
                  <a:moveTo>
                    <a:pt x="160572" y="0"/>
                  </a:moveTo>
                  <a:lnTo>
                    <a:pt x="155295" y="291"/>
                  </a:lnTo>
                  <a:lnTo>
                    <a:pt x="150029" y="749"/>
                  </a:lnTo>
                  <a:lnTo>
                    <a:pt x="144780" y="1374"/>
                  </a:lnTo>
                  <a:lnTo>
                    <a:pt x="139554" y="2164"/>
                  </a:lnTo>
                  <a:lnTo>
                    <a:pt x="134355" y="3119"/>
                  </a:lnTo>
                  <a:lnTo>
                    <a:pt x="129189" y="4238"/>
                  </a:lnTo>
                  <a:lnTo>
                    <a:pt x="124061" y="5519"/>
                  </a:lnTo>
                  <a:lnTo>
                    <a:pt x="118976" y="6962"/>
                  </a:lnTo>
                  <a:lnTo>
                    <a:pt x="113939" y="8565"/>
                  </a:lnTo>
                  <a:lnTo>
                    <a:pt x="108955" y="10327"/>
                  </a:lnTo>
                  <a:lnTo>
                    <a:pt x="104030" y="12245"/>
                  </a:lnTo>
                  <a:lnTo>
                    <a:pt x="99168" y="14318"/>
                  </a:lnTo>
                  <a:lnTo>
                    <a:pt x="94373" y="16544"/>
                  </a:lnTo>
                  <a:lnTo>
                    <a:pt x="89652" y="18920"/>
                  </a:lnTo>
                  <a:lnTo>
                    <a:pt x="85008" y="21444"/>
                  </a:lnTo>
                  <a:lnTo>
                    <a:pt x="80446" y="24114"/>
                  </a:lnTo>
                  <a:lnTo>
                    <a:pt x="75970" y="26927"/>
                  </a:lnTo>
                  <a:lnTo>
                    <a:pt x="71586" y="29880"/>
                  </a:lnTo>
                  <a:lnTo>
                    <a:pt x="67298" y="32970"/>
                  </a:lnTo>
                  <a:lnTo>
                    <a:pt x="63109" y="36194"/>
                  </a:lnTo>
                  <a:lnTo>
                    <a:pt x="59024" y="39548"/>
                  </a:lnTo>
                  <a:lnTo>
                    <a:pt x="55048" y="43031"/>
                  </a:lnTo>
                  <a:lnTo>
                    <a:pt x="51183" y="46637"/>
                  </a:lnTo>
                  <a:lnTo>
                    <a:pt x="47435" y="50363"/>
                  </a:lnTo>
                  <a:lnTo>
                    <a:pt x="43806" y="54207"/>
                  </a:lnTo>
                  <a:lnTo>
                    <a:pt x="40300" y="58163"/>
                  </a:lnTo>
                  <a:lnTo>
                    <a:pt x="36921" y="62228"/>
                  </a:lnTo>
                  <a:lnTo>
                    <a:pt x="33673" y="66397"/>
                  </a:lnTo>
                  <a:lnTo>
                    <a:pt x="30558" y="70668"/>
                  </a:lnTo>
                  <a:lnTo>
                    <a:pt x="27579" y="75034"/>
                  </a:lnTo>
                  <a:lnTo>
                    <a:pt x="24740" y="79493"/>
                  </a:lnTo>
                  <a:lnTo>
                    <a:pt x="22044" y="84039"/>
                  </a:lnTo>
                  <a:lnTo>
                    <a:pt x="19492" y="88668"/>
                  </a:lnTo>
                  <a:lnTo>
                    <a:pt x="17088" y="93376"/>
                  </a:lnTo>
                  <a:lnTo>
                    <a:pt x="14834" y="98157"/>
                  </a:lnTo>
                  <a:lnTo>
                    <a:pt x="12733" y="103007"/>
                  </a:lnTo>
                  <a:lnTo>
                    <a:pt x="10786" y="107921"/>
                  </a:lnTo>
                  <a:lnTo>
                    <a:pt x="8995" y="112894"/>
                  </a:lnTo>
                  <a:lnTo>
                    <a:pt x="7362" y="117922"/>
                  </a:lnTo>
                  <a:lnTo>
                    <a:pt x="5889" y="122998"/>
                  </a:lnTo>
                  <a:lnTo>
                    <a:pt x="4578" y="128118"/>
                  </a:lnTo>
                  <a:lnTo>
                    <a:pt x="3428" y="133278"/>
                  </a:lnTo>
                  <a:lnTo>
                    <a:pt x="2443" y="138471"/>
                  </a:lnTo>
                  <a:lnTo>
                    <a:pt x="1622" y="143693"/>
                  </a:lnTo>
                  <a:lnTo>
                    <a:pt x="967" y="148938"/>
                  </a:lnTo>
                  <a:lnTo>
                    <a:pt x="478" y="154201"/>
                  </a:lnTo>
                  <a:lnTo>
                    <a:pt x="155" y="159477"/>
                  </a:lnTo>
                  <a:lnTo>
                    <a:pt x="0" y="164760"/>
                  </a:lnTo>
                  <a:lnTo>
                    <a:pt x="11" y="170046"/>
                  </a:lnTo>
                  <a:lnTo>
                    <a:pt x="190" y="175329"/>
                  </a:lnTo>
                  <a:lnTo>
                    <a:pt x="535" y="180603"/>
                  </a:lnTo>
                  <a:lnTo>
                    <a:pt x="1047" y="185864"/>
                  </a:lnTo>
                  <a:lnTo>
                    <a:pt x="1726" y="191106"/>
                  </a:lnTo>
                  <a:lnTo>
                    <a:pt x="2569" y="196324"/>
                  </a:lnTo>
                  <a:lnTo>
                    <a:pt x="3578" y="201513"/>
                  </a:lnTo>
                  <a:lnTo>
                    <a:pt x="4749" y="206667"/>
                  </a:lnTo>
                  <a:lnTo>
                    <a:pt x="6083" y="211782"/>
                  </a:lnTo>
                  <a:lnTo>
                    <a:pt x="7579" y="216852"/>
                  </a:lnTo>
                  <a:lnTo>
                    <a:pt x="9233" y="221872"/>
                  </a:lnTo>
                  <a:lnTo>
                    <a:pt x="11046" y="226837"/>
                  </a:lnTo>
                  <a:lnTo>
                    <a:pt x="13014" y="231742"/>
                  </a:lnTo>
                  <a:lnTo>
                    <a:pt x="15137" y="236583"/>
                  </a:lnTo>
                  <a:lnTo>
                    <a:pt x="17412" y="241355"/>
                  </a:lnTo>
                  <a:lnTo>
                    <a:pt x="19836" y="246052"/>
                  </a:lnTo>
                  <a:lnTo>
                    <a:pt x="22408" y="250669"/>
                  </a:lnTo>
                  <a:lnTo>
                    <a:pt x="25125" y="255204"/>
                  </a:lnTo>
                  <a:lnTo>
                    <a:pt x="27983" y="259650"/>
                  </a:lnTo>
                  <a:lnTo>
                    <a:pt x="30981" y="264004"/>
                  </a:lnTo>
                  <a:lnTo>
                    <a:pt x="34114" y="268260"/>
                  </a:lnTo>
                  <a:lnTo>
                    <a:pt x="37381" y="272416"/>
                  </a:lnTo>
                  <a:lnTo>
                    <a:pt x="40778" y="276466"/>
                  </a:lnTo>
                  <a:lnTo>
                    <a:pt x="44300" y="280407"/>
                  </a:lnTo>
                  <a:lnTo>
                    <a:pt x="47946" y="284234"/>
                  </a:lnTo>
                  <a:lnTo>
                    <a:pt x="51711" y="287944"/>
                  </a:lnTo>
                  <a:lnTo>
                    <a:pt x="55591" y="291533"/>
                  </a:lnTo>
                  <a:lnTo>
                    <a:pt x="59583" y="294998"/>
                  </a:lnTo>
                  <a:lnTo>
                    <a:pt x="63682" y="298335"/>
                  </a:lnTo>
                  <a:lnTo>
                    <a:pt x="67885" y="301541"/>
                  </a:lnTo>
                  <a:lnTo>
                    <a:pt x="72187" y="304612"/>
                  </a:lnTo>
                  <a:lnTo>
                    <a:pt x="76584" y="307545"/>
                  </a:lnTo>
                  <a:lnTo>
                    <a:pt x="81072" y="310339"/>
                  </a:lnTo>
                  <a:lnTo>
                    <a:pt x="85645" y="312988"/>
                  </a:lnTo>
                  <a:lnTo>
                    <a:pt x="90300" y="315492"/>
                  </a:lnTo>
                  <a:lnTo>
                    <a:pt x="95032" y="317848"/>
                  </a:lnTo>
                  <a:lnTo>
                    <a:pt x="99836" y="320053"/>
                  </a:lnTo>
                  <a:lnTo>
                    <a:pt x="104708" y="322104"/>
                  </a:lnTo>
                  <a:lnTo>
                    <a:pt x="109641" y="324001"/>
                  </a:lnTo>
                  <a:lnTo>
                    <a:pt x="114633" y="325741"/>
                  </a:lnTo>
                  <a:lnTo>
                    <a:pt x="119676" y="327322"/>
                  </a:lnTo>
                  <a:lnTo>
                    <a:pt x="124768" y="328743"/>
                  </a:lnTo>
                  <a:lnTo>
                    <a:pt x="129901" y="330002"/>
                  </a:lnTo>
                  <a:lnTo>
                    <a:pt x="135072" y="331098"/>
                  </a:lnTo>
                  <a:lnTo>
                    <a:pt x="140275" y="332030"/>
                  </a:lnTo>
                  <a:lnTo>
                    <a:pt x="145505" y="332797"/>
                  </a:lnTo>
                  <a:lnTo>
                    <a:pt x="150756" y="333399"/>
                  </a:lnTo>
                  <a:lnTo>
                    <a:pt x="156024" y="333834"/>
                  </a:lnTo>
                  <a:lnTo>
                    <a:pt x="161303" y="334103"/>
                  </a:lnTo>
                  <a:lnTo>
                    <a:pt x="166588" y="334204"/>
                  </a:lnTo>
                  <a:lnTo>
                    <a:pt x="171873" y="334138"/>
                  </a:lnTo>
                  <a:lnTo>
                    <a:pt x="177154" y="333905"/>
                  </a:lnTo>
                  <a:lnTo>
                    <a:pt x="182424" y="333506"/>
                  </a:lnTo>
                  <a:lnTo>
                    <a:pt x="187680" y="332940"/>
                  </a:lnTo>
                  <a:lnTo>
                    <a:pt x="192915" y="332208"/>
                  </a:lnTo>
                  <a:lnTo>
                    <a:pt x="198124" y="331311"/>
                  </a:lnTo>
                  <a:lnTo>
                    <a:pt x="203302" y="330249"/>
                  </a:lnTo>
                  <a:lnTo>
                    <a:pt x="208444" y="329025"/>
                  </a:lnTo>
                  <a:lnTo>
                    <a:pt x="213545" y="327638"/>
                  </a:lnTo>
                  <a:lnTo>
                    <a:pt x="218599" y="326091"/>
                  </a:lnTo>
                  <a:lnTo>
                    <a:pt x="223602" y="324385"/>
                  </a:lnTo>
                  <a:lnTo>
                    <a:pt x="228548" y="322522"/>
                  </a:lnTo>
                  <a:lnTo>
                    <a:pt x="233433" y="320503"/>
                  </a:lnTo>
                  <a:lnTo>
                    <a:pt x="238252" y="318331"/>
                  </a:lnTo>
                  <a:lnTo>
                    <a:pt x="243000" y="316007"/>
                  </a:lnTo>
                  <a:lnTo>
                    <a:pt x="247672" y="313535"/>
                  </a:lnTo>
                  <a:lnTo>
                    <a:pt x="252263" y="310916"/>
                  </a:lnTo>
                  <a:lnTo>
                    <a:pt x="256769" y="308153"/>
                  </a:lnTo>
                  <a:lnTo>
                    <a:pt x="261186" y="305249"/>
                  </a:lnTo>
                  <a:lnTo>
                    <a:pt x="265509" y="302207"/>
                  </a:lnTo>
                  <a:lnTo>
                    <a:pt x="269733" y="299030"/>
                  </a:lnTo>
                  <a:lnTo>
                    <a:pt x="273855" y="295721"/>
                  </a:lnTo>
                  <a:lnTo>
                    <a:pt x="277870" y="292283"/>
                  </a:lnTo>
                  <a:lnTo>
                    <a:pt x="281774" y="288720"/>
                  </a:lnTo>
                  <a:lnTo>
                    <a:pt x="285564" y="285035"/>
                  </a:lnTo>
                  <a:lnTo>
                    <a:pt x="289235" y="281232"/>
                  </a:lnTo>
                  <a:lnTo>
                    <a:pt x="292785" y="277316"/>
                  </a:lnTo>
                  <a:lnTo>
                    <a:pt x="296208" y="273289"/>
                  </a:lnTo>
                  <a:lnTo>
                    <a:pt x="299503" y="269155"/>
                  </a:lnTo>
                  <a:lnTo>
                    <a:pt x="302665" y="264920"/>
                  </a:lnTo>
                  <a:lnTo>
                    <a:pt x="305692" y="260586"/>
                  </a:lnTo>
                  <a:lnTo>
                    <a:pt x="308581" y="256160"/>
                  </a:lnTo>
                  <a:lnTo>
                    <a:pt x="311327" y="251644"/>
                  </a:lnTo>
                  <a:lnTo>
                    <a:pt x="313930" y="247043"/>
                  </a:lnTo>
                  <a:lnTo>
                    <a:pt x="316386" y="242363"/>
                  </a:lnTo>
                  <a:lnTo>
                    <a:pt x="318693" y="237607"/>
                  </a:lnTo>
                  <a:lnTo>
                    <a:pt x="320849" y="232780"/>
                  </a:lnTo>
                  <a:lnTo>
                    <a:pt x="322850" y="227888"/>
                  </a:lnTo>
                  <a:lnTo>
                    <a:pt x="324696" y="222935"/>
                  </a:lnTo>
                  <a:lnTo>
                    <a:pt x="326385" y="217927"/>
                  </a:lnTo>
                  <a:lnTo>
                    <a:pt x="327914" y="212867"/>
                  </a:lnTo>
                  <a:lnTo>
                    <a:pt x="329283" y="207761"/>
                  </a:lnTo>
                  <a:lnTo>
                    <a:pt x="330489" y="202615"/>
                  </a:lnTo>
                  <a:lnTo>
                    <a:pt x="331532" y="197433"/>
                  </a:lnTo>
                  <a:lnTo>
                    <a:pt x="332411" y="192221"/>
                  </a:lnTo>
                  <a:lnTo>
                    <a:pt x="333125" y="186984"/>
                  </a:lnTo>
                  <a:lnTo>
                    <a:pt x="333672" y="181726"/>
                  </a:lnTo>
                  <a:lnTo>
                    <a:pt x="334053" y="176454"/>
                  </a:lnTo>
                  <a:lnTo>
                    <a:pt x="334268" y="171173"/>
                  </a:lnTo>
                  <a:lnTo>
                    <a:pt x="334315" y="165887"/>
                  </a:lnTo>
                  <a:lnTo>
                    <a:pt x="334195" y="160603"/>
                  </a:lnTo>
                  <a:lnTo>
                    <a:pt x="333908" y="155325"/>
                  </a:lnTo>
                  <a:lnTo>
                    <a:pt x="333454" y="150059"/>
                  </a:lnTo>
                  <a:lnTo>
                    <a:pt x="332834" y="144809"/>
                  </a:lnTo>
                  <a:lnTo>
                    <a:pt x="332049" y="139582"/>
                  </a:lnTo>
                  <a:lnTo>
                    <a:pt x="331098" y="134383"/>
                  </a:lnTo>
                  <a:lnTo>
                    <a:pt x="329984" y="129216"/>
                  </a:lnTo>
                  <a:lnTo>
                    <a:pt x="328707" y="124087"/>
                  </a:lnTo>
                  <a:lnTo>
                    <a:pt x="327268" y="119000"/>
                  </a:lnTo>
                  <a:lnTo>
                    <a:pt x="325669" y="113962"/>
                  </a:lnTo>
                  <a:lnTo>
                    <a:pt x="323912" y="108977"/>
                  </a:lnTo>
                  <a:lnTo>
                    <a:pt x="321998" y="104050"/>
                  </a:lnTo>
                  <a:lnTo>
                    <a:pt x="319929" y="99186"/>
                  </a:lnTo>
                  <a:lnTo>
                    <a:pt x="317708" y="94390"/>
                  </a:lnTo>
                  <a:lnTo>
                    <a:pt x="315336" y="89666"/>
                  </a:lnTo>
                  <a:lnTo>
                    <a:pt x="312816" y="85020"/>
                  </a:lnTo>
                  <a:lnTo>
                    <a:pt x="310150" y="80455"/>
                  </a:lnTo>
                  <a:lnTo>
                    <a:pt x="307341" y="75978"/>
                  </a:lnTo>
                  <a:lnTo>
                    <a:pt x="304392" y="71591"/>
                  </a:lnTo>
                  <a:lnTo>
                    <a:pt x="301306" y="67300"/>
                  </a:lnTo>
                  <a:lnTo>
                    <a:pt x="298085" y="63108"/>
                  </a:lnTo>
                  <a:lnTo>
                    <a:pt x="294734" y="59021"/>
                  </a:lnTo>
                  <a:lnTo>
                    <a:pt x="291255" y="55041"/>
                  </a:lnTo>
                  <a:lnTo>
                    <a:pt x="287652" y="51173"/>
                  </a:lnTo>
                  <a:lnTo>
                    <a:pt x="283929" y="47422"/>
                  </a:lnTo>
                  <a:lnTo>
                    <a:pt x="280089" y="43789"/>
                  </a:lnTo>
                  <a:lnTo>
                    <a:pt x="276136" y="40280"/>
                  </a:lnTo>
                  <a:lnTo>
                    <a:pt x="272074" y="36898"/>
                  </a:lnTo>
                  <a:lnTo>
                    <a:pt x="267907" y="33646"/>
                  </a:lnTo>
                  <a:lnTo>
                    <a:pt x="263639" y="30527"/>
                  </a:lnTo>
                  <a:lnTo>
                    <a:pt x="259275" y="27545"/>
                  </a:lnTo>
                  <a:lnTo>
                    <a:pt x="254819" y="24702"/>
                  </a:lnTo>
                  <a:lnTo>
                    <a:pt x="250275" y="22002"/>
                  </a:lnTo>
                  <a:lnTo>
                    <a:pt x="245648" y="19446"/>
                  </a:lnTo>
                  <a:lnTo>
                    <a:pt x="240943" y="17038"/>
                  </a:lnTo>
                  <a:lnTo>
                    <a:pt x="167151" y="1670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90748" y="2633064"/>
              <a:ext cx="73791" cy="167167"/>
            </a:xfrm>
            <a:custGeom>
              <a:avLst/>
              <a:pathLst>
                <a:path w="73791" h="167167">
                  <a:moveTo>
                    <a:pt x="73791" y="17168"/>
                  </a:moveTo>
                  <a:lnTo>
                    <a:pt x="68471" y="14666"/>
                  </a:lnTo>
                  <a:lnTo>
                    <a:pt x="63067" y="12353"/>
                  </a:lnTo>
                  <a:lnTo>
                    <a:pt x="57584" y="10231"/>
                  </a:lnTo>
                  <a:lnTo>
                    <a:pt x="52031" y="8303"/>
                  </a:lnTo>
                  <a:lnTo>
                    <a:pt x="46413" y="6572"/>
                  </a:lnTo>
                  <a:lnTo>
                    <a:pt x="40738" y="5039"/>
                  </a:lnTo>
                  <a:lnTo>
                    <a:pt x="35012" y="3707"/>
                  </a:lnTo>
                  <a:lnTo>
                    <a:pt x="29243" y="2577"/>
                  </a:lnTo>
                  <a:lnTo>
                    <a:pt x="23438" y="1651"/>
                  </a:lnTo>
                  <a:lnTo>
                    <a:pt x="17604" y="929"/>
                  </a:lnTo>
                  <a:lnTo>
                    <a:pt x="11748" y="413"/>
                  </a:lnTo>
                  <a:lnTo>
                    <a:pt x="5877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499527" y="3170392"/>
              <a:ext cx="26453" cy="167167"/>
            </a:xfrm>
            <a:custGeom>
              <a:avLst/>
              <a:pathLst>
                <a:path w="26453" h="167167">
                  <a:moveTo>
                    <a:pt x="26453" y="0"/>
                  </a:moveTo>
                  <a:lnTo>
                    <a:pt x="19814" y="131"/>
                  </a:lnTo>
                  <a:lnTo>
                    <a:pt x="13185" y="527"/>
                  </a:lnTo>
                  <a:lnTo>
                    <a:pt x="6576" y="1185"/>
                  </a:lnTo>
                  <a:lnTo>
                    <a:pt x="0" y="2106"/>
                  </a:lnTo>
                  <a:lnTo>
                    <a:pt x="264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527" y="3172498"/>
              <a:ext cx="26453" cy="165061"/>
            </a:xfrm>
            <a:custGeom>
              <a:avLst/>
              <a:pathLst>
                <a:path w="26453" h="165061">
                  <a:moveTo>
                    <a:pt x="0" y="0"/>
                  </a:moveTo>
                  <a:lnTo>
                    <a:pt x="26453" y="1650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358826" y="3172498"/>
              <a:ext cx="334319" cy="332224"/>
            </a:xfrm>
            <a:custGeom>
              <a:avLst/>
              <a:pathLst>
                <a:path w="334319" h="332224">
                  <a:moveTo>
                    <a:pt x="140700" y="0"/>
                  </a:moveTo>
                  <a:lnTo>
                    <a:pt x="135489" y="919"/>
                  </a:lnTo>
                  <a:lnTo>
                    <a:pt x="130310" y="2004"/>
                  </a:lnTo>
                  <a:lnTo>
                    <a:pt x="125168" y="3252"/>
                  </a:lnTo>
                  <a:lnTo>
                    <a:pt x="120068" y="4661"/>
                  </a:lnTo>
                  <a:lnTo>
                    <a:pt x="115015" y="6232"/>
                  </a:lnTo>
                  <a:lnTo>
                    <a:pt x="110015" y="7962"/>
                  </a:lnTo>
                  <a:lnTo>
                    <a:pt x="105071" y="9849"/>
                  </a:lnTo>
                  <a:lnTo>
                    <a:pt x="100190" y="11891"/>
                  </a:lnTo>
                  <a:lnTo>
                    <a:pt x="95376" y="14087"/>
                  </a:lnTo>
                  <a:lnTo>
                    <a:pt x="90634" y="16435"/>
                  </a:lnTo>
                  <a:lnTo>
                    <a:pt x="85969" y="18931"/>
                  </a:lnTo>
                  <a:lnTo>
                    <a:pt x="81385" y="21573"/>
                  </a:lnTo>
                  <a:lnTo>
                    <a:pt x="76886" y="24360"/>
                  </a:lnTo>
                  <a:lnTo>
                    <a:pt x="72479" y="27287"/>
                  </a:lnTo>
                  <a:lnTo>
                    <a:pt x="68166" y="30352"/>
                  </a:lnTo>
                  <a:lnTo>
                    <a:pt x="63952" y="33553"/>
                  </a:lnTo>
                  <a:lnTo>
                    <a:pt x="59842" y="36885"/>
                  </a:lnTo>
                  <a:lnTo>
                    <a:pt x="55839" y="40345"/>
                  </a:lnTo>
                  <a:lnTo>
                    <a:pt x="51947" y="43931"/>
                  </a:lnTo>
                  <a:lnTo>
                    <a:pt x="48171" y="47638"/>
                  </a:lnTo>
                  <a:lnTo>
                    <a:pt x="44515" y="51462"/>
                  </a:lnTo>
                  <a:lnTo>
                    <a:pt x="40981" y="55400"/>
                  </a:lnTo>
                  <a:lnTo>
                    <a:pt x="37574" y="59448"/>
                  </a:lnTo>
                  <a:lnTo>
                    <a:pt x="34296" y="63602"/>
                  </a:lnTo>
                  <a:lnTo>
                    <a:pt x="31152" y="67858"/>
                  </a:lnTo>
                  <a:lnTo>
                    <a:pt x="28143" y="72211"/>
                  </a:lnTo>
                  <a:lnTo>
                    <a:pt x="25274" y="76657"/>
                  </a:lnTo>
                  <a:lnTo>
                    <a:pt x="22548" y="81191"/>
                  </a:lnTo>
                  <a:lnTo>
                    <a:pt x="19966" y="85810"/>
                  </a:lnTo>
                  <a:lnTo>
                    <a:pt x="17531" y="90508"/>
                  </a:lnTo>
                  <a:lnTo>
                    <a:pt x="15247" y="95281"/>
                  </a:lnTo>
                  <a:lnTo>
                    <a:pt x="13114" y="100123"/>
                  </a:lnTo>
                  <a:lnTo>
                    <a:pt x="11136" y="105031"/>
                  </a:lnTo>
                  <a:lnTo>
                    <a:pt x="9315" y="109999"/>
                  </a:lnTo>
                  <a:lnTo>
                    <a:pt x="7651" y="115022"/>
                  </a:lnTo>
                  <a:lnTo>
                    <a:pt x="6147" y="120095"/>
                  </a:lnTo>
                  <a:lnTo>
                    <a:pt x="4805" y="125213"/>
                  </a:lnTo>
                  <a:lnTo>
                    <a:pt x="3625" y="130371"/>
                  </a:lnTo>
                  <a:lnTo>
                    <a:pt x="2609" y="135564"/>
                  </a:lnTo>
                  <a:lnTo>
                    <a:pt x="1758" y="140786"/>
                  </a:lnTo>
                  <a:lnTo>
                    <a:pt x="1073" y="146033"/>
                  </a:lnTo>
                  <a:lnTo>
                    <a:pt x="554" y="151299"/>
                  </a:lnTo>
                  <a:lnTo>
                    <a:pt x="202" y="156578"/>
                  </a:lnTo>
                  <a:lnTo>
                    <a:pt x="17" y="161866"/>
                  </a:lnTo>
                  <a:lnTo>
                    <a:pt x="0" y="167158"/>
                  </a:lnTo>
                  <a:lnTo>
                    <a:pt x="150" y="172447"/>
                  </a:lnTo>
                  <a:lnTo>
                    <a:pt x="467" y="177729"/>
                  </a:lnTo>
                  <a:lnTo>
                    <a:pt x="951" y="182998"/>
                  </a:lnTo>
                  <a:lnTo>
                    <a:pt x="1602" y="188249"/>
                  </a:lnTo>
                  <a:lnTo>
                    <a:pt x="2419" y="193477"/>
                  </a:lnTo>
                  <a:lnTo>
                    <a:pt x="3401" y="198676"/>
                  </a:lnTo>
                  <a:lnTo>
                    <a:pt x="4547" y="203842"/>
                  </a:lnTo>
                  <a:lnTo>
                    <a:pt x="5856" y="208969"/>
                  </a:lnTo>
                  <a:lnTo>
                    <a:pt x="7326" y="214051"/>
                  </a:lnTo>
                  <a:lnTo>
                    <a:pt x="8957" y="219085"/>
                  </a:lnTo>
                  <a:lnTo>
                    <a:pt x="10746" y="224065"/>
                  </a:lnTo>
                  <a:lnTo>
                    <a:pt x="12692" y="228985"/>
                  </a:lnTo>
                  <a:lnTo>
                    <a:pt x="14792" y="233842"/>
                  </a:lnTo>
                  <a:lnTo>
                    <a:pt x="17045" y="238630"/>
                  </a:lnTo>
                  <a:lnTo>
                    <a:pt x="19449" y="243343"/>
                  </a:lnTo>
                  <a:lnTo>
                    <a:pt x="22000" y="247979"/>
                  </a:lnTo>
                  <a:lnTo>
                    <a:pt x="24697" y="252531"/>
                  </a:lnTo>
                  <a:lnTo>
                    <a:pt x="27537" y="256996"/>
                  </a:lnTo>
                  <a:lnTo>
                    <a:pt x="30517" y="261369"/>
                  </a:lnTo>
                  <a:lnTo>
                    <a:pt x="33633" y="265645"/>
                  </a:lnTo>
                  <a:lnTo>
                    <a:pt x="36883" y="269820"/>
                  </a:lnTo>
                  <a:lnTo>
                    <a:pt x="40264" y="273891"/>
                  </a:lnTo>
                  <a:lnTo>
                    <a:pt x="43772" y="277852"/>
                  </a:lnTo>
                  <a:lnTo>
                    <a:pt x="47403" y="281700"/>
                  </a:lnTo>
                  <a:lnTo>
                    <a:pt x="51155" y="285432"/>
                  </a:lnTo>
                  <a:lnTo>
                    <a:pt x="55023" y="289043"/>
                  </a:lnTo>
                  <a:lnTo>
                    <a:pt x="59003" y="292529"/>
                  </a:lnTo>
                  <a:lnTo>
                    <a:pt x="63091" y="295888"/>
                  </a:lnTo>
                  <a:lnTo>
                    <a:pt x="67284" y="299116"/>
                  </a:lnTo>
                  <a:lnTo>
                    <a:pt x="71576" y="302210"/>
                  </a:lnTo>
                  <a:lnTo>
                    <a:pt x="75965" y="305166"/>
                  </a:lnTo>
                  <a:lnTo>
                    <a:pt x="80445" y="307982"/>
                  </a:lnTo>
                  <a:lnTo>
                    <a:pt x="85011" y="310654"/>
                  </a:lnTo>
                  <a:lnTo>
                    <a:pt x="89660" y="313181"/>
                  </a:lnTo>
                  <a:lnTo>
                    <a:pt x="94387" y="315560"/>
                  </a:lnTo>
                  <a:lnTo>
                    <a:pt x="99187" y="317787"/>
                  </a:lnTo>
                  <a:lnTo>
                    <a:pt x="104054" y="319862"/>
                  </a:lnTo>
                  <a:lnTo>
                    <a:pt x="108985" y="321781"/>
                  </a:lnTo>
                  <a:lnTo>
                    <a:pt x="113974" y="323544"/>
                  </a:lnTo>
                  <a:lnTo>
                    <a:pt x="119017" y="325147"/>
                  </a:lnTo>
                  <a:lnTo>
                    <a:pt x="124107" y="326591"/>
                  </a:lnTo>
                  <a:lnTo>
                    <a:pt x="129241" y="327872"/>
                  </a:lnTo>
                  <a:lnTo>
                    <a:pt x="134413" y="328990"/>
                  </a:lnTo>
                  <a:lnTo>
                    <a:pt x="139617" y="329944"/>
                  </a:lnTo>
                  <a:lnTo>
                    <a:pt x="144850" y="330733"/>
                  </a:lnTo>
                  <a:lnTo>
                    <a:pt x="150104" y="331356"/>
                  </a:lnTo>
                  <a:lnTo>
                    <a:pt x="155376" y="331813"/>
                  </a:lnTo>
                  <a:lnTo>
                    <a:pt x="160659" y="332102"/>
                  </a:lnTo>
                  <a:lnTo>
                    <a:pt x="165949" y="332224"/>
                  </a:lnTo>
                  <a:lnTo>
                    <a:pt x="171240" y="332178"/>
                  </a:lnTo>
                  <a:lnTo>
                    <a:pt x="176527" y="331965"/>
                  </a:lnTo>
                  <a:lnTo>
                    <a:pt x="181805" y="331585"/>
                  </a:lnTo>
                  <a:lnTo>
                    <a:pt x="187067" y="331038"/>
                  </a:lnTo>
                  <a:lnTo>
                    <a:pt x="192310" y="330324"/>
                  </a:lnTo>
                  <a:lnTo>
                    <a:pt x="197528" y="329445"/>
                  </a:lnTo>
                  <a:lnTo>
                    <a:pt x="202716" y="328402"/>
                  </a:lnTo>
                  <a:lnTo>
                    <a:pt x="207867" y="327194"/>
                  </a:lnTo>
                  <a:lnTo>
                    <a:pt x="212978" y="325825"/>
                  </a:lnTo>
                  <a:lnTo>
                    <a:pt x="218043" y="324294"/>
                  </a:lnTo>
                  <a:lnTo>
                    <a:pt x="223057" y="322603"/>
                  </a:lnTo>
                  <a:lnTo>
                    <a:pt x="228015" y="320755"/>
                  </a:lnTo>
                  <a:lnTo>
                    <a:pt x="232912" y="318751"/>
                  </a:lnTo>
                  <a:lnTo>
                    <a:pt x="237743" y="316593"/>
                  </a:lnTo>
                  <a:lnTo>
                    <a:pt x="242504" y="314283"/>
                  </a:lnTo>
                  <a:lnTo>
                    <a:pt x="247189" y="311823"/>
                  </a:lnTo>
                  <a:lnTo>
                    <a:pt x="251794" y="309217"/>
                  </a:lnTo>
                  <a:lnTo>
                    <a:pt x="256314" y="306466"/>
                  </a:lnTo>
                  <a:lnTo>
                    <a:pt x="260744" y="303573"/>
                  </a:lnTo>
                  <a:lnTo>
                    <a:pt x="265081" y="300542"/>
                  </a:lnTo>
                  <a:lnTo>
                    <a:pt x="269320" y="297375"/>
                  </a:lnTo>
                  <a:lnTo>
                    <a:pt x="273456" y="294075"/>
                  </a:lnTo>
                  <a:lnTo>
                    <a:pt x="277486" y="290646"/>
                  </a:lnTo>
                  <a:lnTo>
                    <a:pt x="281405" y="287091"/>
                  </a:lnTo>
                  <a:lnTo>
                    <a:pt x="285210" y="283414"/>
                  </a:lnTo>
                  <a:lnTo>
                    <a:pt x="288897" y="279619"/>
                  </a:lnTo>
                  <a:lnTo>
                    <a:pt x="292461" y="275708"/>
                  </a:lnTo>
                  <a:lnTo>
                    <a:pt x="295901" y="271687"/>
                  </a:lnTo>
                  <a:lnTo>
                    <a:pt x="299211" y="267559"/>
                  </a:lnTo>
                  <a:lnTo>
                    <a:pt x="302388" y="263328"/>
                  </a:lnTo>
                  <a:lnTo>
                    <a:pt x="305431" y="258999"/>
                  </a:lnTo>
                  <a:lnTo>
                    <a:pt x="308334" y="254576"/>
                  </a:lnTo>
                  <a:lnTo>
                    <a:pt x="311097" y="250063"/>
                  </a:lnTo>
                  <a:lnTo>
                    <a:pt x="313715" y="245465"/>
                  </a:lnTo>
                  <a:lnTo>
                    <a:pt x="316186" y="240786"/>
                  </a:lnTo>
                  <a:lnTo>
                    <a:pt x="318508" y="236031"/>
                  </a:lnTo>
                  <a:lnTo>
                    <a:pt x="320678" y="231205"/>
                  </a:lnTo>
                  <a:lnTo>
                    <a:pt x="322695" y="226313"/>
                  </a:lnTo>
                  <a:lnTo>
                    <a:pt x="324556" y="221360"/>
                  </a:lnTo>
                  <a:lnTo>
                    <a:pt x="326258" y="216350"/>
                  </a:lnTo>
                  <a:lnTo>
                    <a:pt x="327802" y="211289"/>
                  </a:lnTo>
                  <a:lnTo>
                    <a:pt x="329185" y="206182"/>
                  </a:lnTo>
                  <a:lnTo>
                    <a:pt x="330405" y="201033"/>
                  </a:lnTo>
                  <a:lnTo>
                    <a:pt x="331462" y="195848"/>
                  </a:lnTo>
                  <a:lnTo>
                    <a:pt x="332354" y="190633"/>
                  </a:lnTo>
                  <a:lnTo>
                    <a:pt x="333080" y="185392"/>
                  </a:lnTo>
                  <a:lnTo>
                    <a:pt x="333641" y="180130"/>
                  </a:lnTo>
                  <a:lnTo>
                    <a:pt x="334034" y="174854"/>
                  </a:lnTo>
                  <a:lnTo>
                    <a:pt x="334260" y="169567"/>
                  </a:lnTo>
                  <a:lnTo>
                    <a:pt x="334319" y="164276"/>
                  </a:lnTo>
                  <a:lnTo>
                    <a:pt x="334211" y="158986"/>
                  </a:lnTo>
                  <a:lnTo>
                    <a:pt x="333935" y="153702"/>
                  </a:lnTo>
                  <a:lnTo>
                    <a:pt x="333492" y="148429"/>
                  </a:lnTo>
                  <a:lnTo>
                    <a:pt x="332882" y="143173"/>
                  </a:lnTo>
                  <a:lnTo>
                    <a:pt x="332106" y="137939"/>
                  </a:lnTo>
                  <a:lnTo>
                    <a:pt x="331165" y="132732"/>
                  </a:lnTo>
                  <a:lnTo>
                    <a:pt x="330060" y="127558"/>
                  </a:lnTo>
                  <a:lnTo>
                    <a:pt x="328792" y="122421"/>
                  </a:lnTo>
                  <a:lnTo>
                    <a:pt x="327361" y="117326"/>
                  </a:lnTo>
                  <a:lnTo>
                    <a:pt x="325770" y="112280"/>
                  </a:lnTo>
                  <a:lnTo>
                    <a:pt x="324020" y="107286"/>
                  </a:lnTo>
                  <a:lnTo>
                    <a:pt x="322113" y="102351"/>
                  </a:lnTo>
                  <a:lnTo>
                    <a:pt x="320051" y="97478"/>
                  </a:lnTo>
                  <a:lnTo>
                    <a:pt x="317835" y="92673"/>
                  </a:lnTo>
                  <a:lnTo>
                    <a:pt x="315469" y="87940"/>
                  </a:lnTo>
                  <a:lnTo>
                    <a:pt x="312954" y="83285"/>
                  </a:lnTo>
                  <a:lnTo>
                    <a:pt x="310293" y="78711"/>
                  </a:lnTo>
                  <a:lnTo>
                    <a:pt x="307488" y="74224"/>
                  </a:lnTo>
                  <a:lnTo>
                    <a:pt x="304543" y="69829"/>
                  </a:lnTo>
                  <a:lnTo>
                    <a:pt x="301460" y="65528"/>
                  </a:lnTo>
                  <a:lnTo>
                    <a:pt x="298243" y="61327"/>
                  </a:lnTo>
                  <a:lnTo>
                    <a:pt x="294894" y="57230"/>
                  </a:lnTo>
                  <a:lnTo>
                    <a:pt x="291418" y="53242"/>
                  </a:lnTo>
                  <a:lnTo>
                    <a:pt x="287816" y="49365"/>
                  </a:lnTo>
                  <a:lnTo>
                    <a:pt x="167154" y="1650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3170392"/>
              <a:ext cx="120662" cy="167167"/>
            </a:xfrm>
            <a:custGeom>
              <a:avLst/>
              <a:pathLst>
                <a:path w="120662" h="167167">
                  <a:moveTo>
                    <a:pt x="120662" y="51471"/>
                  </a:moveTo>
                  <a:lnTo>
                    <a:pt x="116707" y="47483"/>
                  </a:lnTo>
                  <a:lnTo>
                    <a:pt x="112621" y="43630"/>
                  </a:lnTo>
                  <a:lnTo>
                    <a:pt x="108407" y="39916"/>
                  </a:lnTo>
                  <a:lnTo>
                    <a:pt x="104071" y="36346"/>
                  </a:lnTo>
                  <a:lnTo>
                    <a:pt x="99618" y="32924"/>
                  </a:lnTo>
                  <a:lnTo>
                    <a:pt x="95052" y="29653"/>
                  </a:lnTo>
                  <a:lnTo>
                    <a:pt x="90378" y="26537"/>
                  </a:lnTo>
                  <a:lnTo>
                    <a:pt x="85603" y="23581"/>
                  </a:lnTo>
                  <a:lnTo>
                    <a:pt x="80731" y="20786"/>
                  </a:lnTo>
                  <a:lnTo>
                    <a:pt x="75768" y="18156"/>
                  </a:lnTo>
                  <a:lnTo>
                    <a:pt x="70719" y="15695"/>
                  </a:lnTo>
                  <a:lnTo>
                    <a:pt x="65591" y="13405"/>
                  </a:lnTo>
                  <a:lnTo>
                    <a:pt x="60388" y="11288"/>
                  </a:lnTo>
                  <a:lnTo>
                    <a:pt x="55117" y="9348"/>
                  </a:lnTo>
                  <a:lnTo>
                    <a:pt x="49785" y="7585"/>
                  </a:lnTo>
                  <a:lnTo>
                    <a:pt x="44395" y="6003"/>
                  </a:lnTo>
                  <a:lnTo>
                    <a:pt x="38956" y="4602"/>
                  </a:lnTo>
                  <a:lnTo>
                    <a:pt x="33473" y="3385"/>
                  </a:lnTo>
                  <a:lnTo>
                    <a:pt x="27952" y="2353"/>
                  </a:lnTo>
                  <a:lnTo>
                    <a:pt x="22399" y="1507"/>
                  </a:lnTo>
                  <a:lnTo>
                    <a:pt x="16822" y="848"/>
                  </a:lnTo>
                  <a:lnTo>
                    <a:pt x="11225" y="377"/>
                  </a:lnTo>
                  <a:lnTo>
                    <a:pt x="561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3887" y="3707720"/>
              <a:ext cx="6861" cy="167167"/>
            </a:xfrm>
            <a:custGeom>
              <a:avLst/>
              <a:pathLst>
                <a:path w="6861" h="167167">
                  <a:moveTo>
                    <a:pt x="6861" y="0"/>
                  </a:moveTo>
                  <a:lnTo>
                    <a:pt x="0" y="140"/>
                  </a:lnTo>
                  <a:lnTo>
                    <a:pt x="68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423589" y="3707861"/>
              <a:ext cx="334309" cy="334193"/>
            </a:xfrm>
            <a:custGeom>
              <a:avLst/>
              <a:pathLst>
                <a:path w="334309" h="334193">
                  <a:moveTo>
                    <a:pt x="160297" y="0"/>
                  </a:moveTo>
                  <a:lnTo>
                    <a:pt x="155013" y="300"/>
                  </a:lnTo>
                  <a:lnTo>
                    <a:pt x="149742" y="768"/>
                  </a:lnTo>
                  <a:lnTo>
                    <a:pt x="144488" y="1403"/>
                  </a:lnTo>
                  <a:lnTo>
                    <a:pt x="139257" y="2204"/>
                  </a:lnTo>
                  <a:lnTo>
                    <a:pt x="134054" y="3169"/>
                  </a:lnTo>
                  <a:lnTo>
                    <a:pt x="128884" y="4299"/>
                  </a:lnTo>
                  <a:lnTo>
                    <a:pt x="123752" y="5592"/>
                  </a:lnTo>
                  <a:lnTo>
                    <a:pt x="118664" y="7047"/>
                  </a:lnTo>
                  <a:lnTo>
                    <a:pt x="113624" y="8662"/>
                  </a:lnTo>
                  <a:lnTo>
                    <a:pt x="108638" y="10436"/>
                  </a:lnTo>
                  <a:lnTo>
                    <a:pt x="103711" y="12367"/>
                  </a:lnTo>
                  <a:lnTo>
                    <a:pt x="98847" y="14453"/>
                  </a:lnTo>
                  <a:lnTo>
                    <a:pt x="94052" y="16692"/>
                  </a:lnTo>
                  <a:lnTo>
                    <a:pt x="89330" y="19081"/>
                  </a:lnTo>
                  <a:lnTo>
                    <a:pt x="84686" y="21619"/>
                  </a:lnTo>
                  <a:lnTo>
                    <a:pt x="80124" y="24302"/>
                  </a:lnTo>
                  <a:lnTo>
                    <a:pt x="75650" y="27129"/>
                  </a:lnTo>
                  <a:lnTo>
                    <a:pt x="71268" y="30095"/>
                  </a:lnTo>
                  <a:lnTo>
                    <a:pt x="66982" y="33199"/>
                  </a:lnTo>
                  <a:lnTo>
                    <a:pt x="62796" y="36437"/>
                  </a:lnTo>
                  <a:lnTo>
                    <a:pt x="58714" y="39806"/>
                  </a:lnTo>
                  <a:lnTo>
                    <a:pt x="54742" y="43303"/>
                  </a:lnTo>
                  <a:lnTo>
                    <a:pt x="50882" y="46923"/>
                  </a:lnTo>
                  <a:lnTo>
                    <a:pt x="47138" y="50664"/>
                  </a:lnTo>
                  <a:lnTo>
                    <a:pt x="43515" y="54521"/>
                  </a:lnTo>
                  <a:lnTo>
                    <a:pt x="40016" y="58491"/>
                  </a:lnTo>
                  <a:lnTo>
                    <a:pt x="36644" y="62570"/>
                  </a:lnTo>
                  <a:lnTo>
                    <a:pt x="33403" y="66754"/>
                  </a:lnTo>
                  <a:lnTo>
                    <a:pt x="30296" y="71038"/>
                  </a:lnTo>
                  <a:lnTo>
                    <a:pt x="27327" y="75418"/>
                  </a:lnTo>
                  <a:lnTo>
                    <a:pt x="24497" y="79890"/>
                  </a:lnTo>
                  <a:lnTo>
                    <a:pt x="21810" y="84450"/>
                  </a:lnTo>
                  <a:lnTo>
                    <a:pt x="19269" y="89092"/>
                  </a:lnTo>
                  <a:lnTo>
                    <a:pt x="16876" y="93812"/>
                  </a:lnTo>
                  <a:lnTo>
                    <a:pt x="14634" y="98606"/>
                  </a:lnTo>
                  <a:lnTo>
                    <a:pt x="12545" y="103468"/>
                  </a:lnTo>
                  <a:lnTo>
                    <a:pt x="10611" y="108394"/>
                  </a:lnTo>
                  <a:lnTo>
                    <a:pt x="8833" y="113379"/>
                  </a:lnTo>
                  <a:lnTo>
                    <a:pt x="7214" y="118417"/>
                  </a:lnTo>
                  <a:lnTo>
                    <a:pt x="5756" y="123504"/>
                  </a:lnTo>
                  <a:lnTo>
                    <a:pt x="4459" y="128635"/>
                  </a:lnTo>
                  <a:lnTo>
                    <a:pt x="3325" y="133804"/>
                  </a:lnTo>
                  <a:lnTo>
                    <a:pt x="2356" y="139007"/>
                  </a:lnTo>
                  <a:lnTo>
                    <a:pt x="1552" y="144237"/>
                  </a:lnTo>
                  <a:lnTo>
                    <a:pt x="913" y="149491"/>
                  </a:lnTo>
                  <a:lnTo>
                    <a:pt x="441" y="154762"/>
                  </a:lnTo>
                  <a:lnTo>
                    <a:pt x="137" y="160045"/>
                  </a:lnTo>
                  <a:lnTo>
                    <a:pt x="0" y="165336"/>
                  </a:lnTo>
                  <a:lnTo>
                    <a:pt x="30" y="170628"/>
                  </a:lnTo>
                  <a:lnTo>
                    <a:pt x="228" y="175916"/>
                  </a:lnTo>
                  <a:lnTo>
                    <a:pt x="593" y="181196"/>
                  </a:lnTo>
                  <a:lnTo>
                    <a:pt x="1125" y="186461"/>
                  </a:lnTo>
                  <a:lnTo>
                    <a:pt x="1823" y="191707"/>
                  </a:lnTo>
                  <a:lnTo>
                    <a:pt x="2687" y="196928"/>
                  </a:lnTo>
                  <a:lnTo>
                    <a:pt x="3716" y="202119"/>
                  </a:lnTo>
                  <a:lnTo>
                    <a:pt x="4909" y="207275"/>
                  </a:lnTo>
                  <a:lnTo>
                    <a:pt x="6264" y="212391"/>
                  </a:lnTo>
                  <a:lnTo>
                    <a:pt x="7781" y="217461"/>
                  </a:lnTo>
                  <a:lnTo>
                    <a:pt x="9457" y="222480"/>
                  </a:lnTo>
                  <a:lnTo>
                    <a:pt x="11291" y="227444"/>
                  </a:lnTo>
                  <a:lnTo>
                    <a:pt x="13282" y="232348"/>
                  </a:lnTo>
                  <a:lnTo>
                    <a:pt x="15427" y="237186"/>
                  </a:lnTo>
                  <a:lnTo>
                    <a:pt x="17723" y="241954"/>
                  </a:lnTo>
                  <a:lnTo>
                    <a:pt x="20170" y="246646"/>
                  </a:lnTo>
                  <a:lnTo>
                    <a:pt x="22764" y="251259"/>
                  </a:lnTo>
                  <a:lnTo>
                    <a:pt x="25503" y="255787"/>
                  </a:lnTo>
                  <a:lnTo>
                    <a:pt x="28383" y="260227"/>
                  </a:lnTo>
                  <a:lnTo>
                    <a:pt x="31403" y="264573"/>
                  </a:lnTo>
                  <a:lnTo>
                    <a:pt x="34559" y="268821"/>
                  </a:lnTo>
                  <a:lnTo>
                    <a:pt x="37847" y="272967"/>
                  </a:lnTo>
                  <a:lnTo>
                    <a:pt x="41265" y="277007"/>
                  </a:lnTo>
                  <a:lnTo>
                    <a:pt x="44810" y="280937"/>
                  </a:lnTo>
                  <a:lnTo>
                    <a:pt x="48477" y="284753"/>
                  </a:lnTo>
                  <a:lnTo>
                    <a:pt x="52263" y="288451"/>
                  </a:lnTo>
                  <a:lnTo>
                    <a:pt x="56164" y="292027"/>
                  </a:lnTo>
                  <a:lnTo>
                    <a:pt x="60176" y="295477"/>
                  </a:lnTo>
                  <a:lnTo>
                    <a:pt x="64296" y="298799"/>
                  </a:lnTo>
                  <a:lnTo>
                    <a:pt x="68518" y="301989"/>
                  </a:lnTo>
                  <a:lnTo>
                    <a:pt x="72840" y="305044"/>
                  </a:lnTo>
                  <a:lnTo>
                    <a:pt x="77256" y="307960"/>
                  </a:lnTo>
                  <a:lnTo>
                    <a:pt x="81762" y="310736"/>
                  </a:lnTo>
                  <a:lnTo>
                    <a:pt x="86354" y="313367"/>
                  </a:lnTo>
                  <a:lnTo>
                    <a:pt x="91026" y="315851"/>
                  </a:lnTo>
                  <a:lnTo>
                    <a:pt x="95775" y="318186"/>
                  </a:lnTo>
                  <a:lnTo>
                    <a:pt x="100596" y="320370"/>
                  </a:lnTo>
                  <a:lnTo>
                    <a:pt x="105483" y="322400"/>
                  </a:lnTo>
                  <a:lnTo>
                    <a:pt x="110432" y="324275"/>
                  </a:lnTo>
                  <a:lnTo>
                    <a:pt x="115438" y="325991"/>
                  </a:lnTo>
                  <a:lnTo>
                    <a:pt x="120496" y="327549"/>
                  </a:lnTo>
                  <a:lnTo>
                    <a:pt x="125600" y="328945"/>
                  </a:lnTo>
                  <a:lnTo>
                    <a:pt x="130747" y="330180"/>
                  </a:lnTo>
                  <a:lnTo>
                    <a:pt x="135929" y="331251"/>
                  </a:lnTo>
                  <a:lnTo>
                    <a:pt x="141143" y="332157"/>
                  </a:lnTo>
                  <a:lnTo>
                    <a:pt x="146383" y="332898"/>
                  </a:lnTo>
                  <a:lnTo>
                    <a:pt x="151644" y="333472"/>
                  </a:lnTo>
                  <a:lnTo>
                    <a:pt x="156920" y="333880"/>
                  </a:lnTo>
                  <a:lnTo>
                    <a:pt x="162207" y="334120"/>
                  </a:lnTo>
                  <a:lnTo>
                    <a:pt x="167499" y="334193"/>
                  </a:lnTo>
                  <a:lnTo>
                    <a:pt x="172790" y="334099"/>
                  </a:lnTo>
                  <a:lnTo>
                    <a:pt x="178076" y="333837"/>
                  </a:lnTo>
                  <a:lnTo>
                    <a:pt x="183350" y="333407"/>
                  </a:lnTo>
                  <a:lnTo>
                    <a:pt x="188609" y="332812"/>
                  </a:lnTo>
                  <a:lnTo>
                    <a:pt x="193846" y="332050"/>
                  </a:lnTo>
                  <a:lnTo>
                    <a:pt x="199056" y="331122"/>
                  </a:lnTo>
                  <a:lnTo>
                    <a:pt x="204234" y="330030"/>
                  </a:lnTo>
                  <a:lnTo>
                    <a:pt x="209375" y="328775"/>
                  </a:lnTo>
                  <a:lnTo>
                    <a:pt x="214474" y="327358"/>
                  </a:lnTo>
                  <a:lnTo>
                    <a:pt x="219525" y="325779"/>
                  </a:lnTo>
                  <a:lnTo>
                    <a:pt x="224524" y="324042"/>
                  </a:lnTo>
                  <a:lnTo>
                    <a:pt x="229466" y="322148"/>
                  </a:lnTo>
                  <a:lnTo>
                    <a:pt x="234345" y="320098"/>
                  </a:lnTo>
                  <a:lnTo>
                    <a:pt x="239156" y="317894"/>
                  </a:lnTo>
                  <a:lnTo>
                    <a:pt x="243896" y="315540"/>
                  </a:lnTo>
                  <a:lnTo>
                    <a:pt x="248558" y="313036"/>
                  </a:lnTo>
                  <a:lnTo>
                    <a:pt x="253139" y="310387"/>
                  </a:lnTo>
                  <a:lnTo>
                    <a:pt x="257634" y="307593"/>
                  </a:lnTo>
                  <a:lnTo>
                    <a:pt x="262038" y="304659"/>
                  </a:lnTo>
                  <a:lnTo>
                    <a:pt x="266347" y="301587"/>
                  </a:lnTo>
                  <a:lnTo>
                    <a:pt x="270557" y="298380"/>
                  </a:lnTo>
                  <a:lnTo>
                    <a:pt x="274663" y="295041"/>
                  </a:lnTo>
                  <a:lnTo>
                    <a:pt x="278661" y="291574"/>
                  </a:lnTo>
                  <a:lnTo>
                    <a:pt x="282548" y="287982"/>
                  </a:lnTo>
                  <a:lnTo>
                    <a:pt x="286318" y="284269"/>
                  </a:lnTo>
                  <a:lnTo>
                    <a:pt x="289970" y="280438"/>
                  </a:lnTo>
                  <a:lnTo>
                    <a:pt x="293498" y="276494"/>
                  </a:lnTo>
                  <a:lnTo>
                    <a:pt x="296900" y="272440"/>
                  </a:lnTo>
                  <a:lnTo>
                    <a:pt x="300172" y="268280"/>
                  </a:lnTo>
                  <a:lnTo>
                    <a:pt x="303310" y="264019"/>
                  </a:lnTo>
                  <a:lnTo>
                    <a:pt x="306312" y="259661"/>
                  </a:lnTo>
                  <a:lnTo>
                    <a:pt x="309175" y="255210"/>
                  </a:lnTo>
                  <a:lnTo>
                    <a:pt x="311895" y="250670"/>
                  </a:lnTo>
                  <a:lnTo>
                    <a:pt x="314470" y="246047"/>
                  </a:lnTo>
                  <a:lnTo>
                    <a:pt x="316897" y="241344"/>
                  </a:lnTo>
                  <a:lnTo>
                    <a:pt x="319175" y="236567"/>
                  </a:lnTo>
                  <a:lnTo>
                    <a:pt x="321300" y="231721"/>
                  </a:lnTo>
                  <a:lnTo>
                    <a:pt x="323270" y="226809"/>
                  </a:lnTo>
                  <a:lnTo>
                    <a:pt x="325084" y="221838"/>
                  </a:lnTo>
                  <a:lnTo>
                    <a:pt x="326740" y="216811"/>
                  </a:lnTo>
                  <a:lnTo>
                    <a:pt x="328236" y="211735"/>
                  </a:lnTo>
                  <a:lnTo>
                    <a:pt x="329571" y="206614"/>
                  </a:lnTo>
                  <a:lnTo>
                    <a:pt x="330742" y="201453"/>
                  </a:lnTo>
                  <a:lnTo>
                    <a:pt x="331750" y="196258"/>
                  </a:lnTo>
                  <a:lnTo>
                    <a:pt x="332593" y="191033"/>
                  </a:lnTo>
                  <a:lnTo>
                    <a:pt x="333270" y="185785"/>
                  </a:lnTo>
                  <a:lnTo>
                    <a:pt x="333781" y="180517"/>
                  </a:lnTo>
                  <a:lnTo>
                    <a:pt x="334124" y="175236"/>
                  </a:lnTo>
                  <a:lnTo>
                    <a:pt x="334300" y="169947"/>
                  </a:lnTo>
                  <a:lnTo>
                    <a:pt x="334309" y="164655"/>
                  </a:lnTo>
                  <a:lnTo>
                    <a:pt x="334150" y="159365"/>
                  </a:lnTo>
                  <a:lnTo>
                    <a:pt x="333824" y="154083"/>
                  </a:lnTo>
                  <a:lnTo>
                    <a:pt x="333331" y="148814"/>
                  </a:lnTo>
                  <a:lnTo>
                    <a:pt x="332671" y="143563"/>
                  </a:lnTo>
                  <a:lnTo>
                    <a:pt x="331845" y="138336"/>
                  </a:lnTo>
                  <a:lnTo>
                    <a:pt x="330855" y="133137"/>
                  </a:lnTo>
                  <a:lnTo>
                    <a:pt x="329700" y="127973"/>
                  </a:lnTo>
                  <a:lnTo>
                    <a:pt x="328382" y="122847"/>
                  </a:lnTo>
                  <a:lnTo>
                    <a:pt x="326903" y="117766"/>
                  </a:lnTo>
                  <a:lnTo>
                    <a:pt x="325264" y="112734"/>
                  </a:lnTo>
                  <a:lnTo>
                    <a:pt x="323466" y="107757"/>
                  </a:lnTo>
                  <a:lnTo>
                    <a:pt x="321512" y="102839"/>
                  </a:lnTo>
                  <a:lnTo>
                    <a:pt x="319403" y="97985"/>
                  </a:lnTo>
                  <a:lnTo>
                    <a:pt x="317141" y="93201"/>
                  </a:lnTo>
                  <a:lnTo>
                    <a:pt x="314729" y="88490"/>
                  </a:lnTo>
                  <a:lnTo>
                    <a:pt x="312169" y="83858"/>
                  </a:lnTo>
                  <a:lnTo>
                    <a:pt x="309464" y="79310"/>
                  </a:lnTo>
                  <a:lnTo>
                    <a:pt x="306616" y="74850"/>
                  </a:lnTo>
                  <a:lnTo>
                    <a:pt x="303628" y="70481"/>
                  </a:lnTo>
                  <a:lnTo>
                    <a:pt x="300504" y="66210"/>
                  </a:lnTo>
                  <a:lnTo>
                    <a:pt x="297246" y="62040"/>
                  </a:lnTo>
                  <a:lnTo>
                    <a:pt x="293858" y="57975"/>
                  </a:lnTo>
                  <a:lnTo>
                    <a:pt x="290342" y="54019"/>
                  </a:lnTo>
                  <a:lnTo>
                    <a:pt x="286704" y="50176"/>
                  </a:lnTo>
                  <a:lnTo>
                    <a:pt x="282945" y="46451"/>
                  </a:lnTo>
                  <a:lnTo>
                    <a:pt x="279070" y="42846"/>
                  </a:lnTo>
                  <a:lnTo>
                    <a:pt x="275083" y="39366"/>
                  </a:lnTo>
                  <a:lnTo>
                    <a:pt x="270988" y="36014"/>
                  </a:lnTo>
                  <a:lnTo>
                    <a:pt x="266789" y="32793"/>
                  </a:lnTo>
                  <a:lnTo>
                    <a:pt x="262490" y="29706"/>
                  </a:lnTo>
                  <a:lnTo>
                    <a:pt x="258096" y="26757"/>
                  </a:lnTo>
                  <a:lnTo>
                    <a:pt x="253610" y="23949"/>
                  </a:lnTo>
                  <a:lnTo>
                    <a:pt x="249038" y="21284"/>
                  </a:lnTo>
                  <a:lnTo>
                    <a:pt x="244384" y="18766"/>
                  </a:lnTo>
                  <a:lnTo>
                    <a:pt x="239652" y="16395"/>
                  </a:lnTo>
                  <a:lnTo>
                    <a:pt x="234848" y="14176"/>
                  </a:lnTo>
                  <a:lnTo>
                    <a:pt x="229976" y="12110"/>
                  </a:lnTo>
                  <a:lnTo>
                    <a:pt x="225041" y="10199"/>
                  </a:lnTo>
                  <a:lnTo>
                    <a:pt x="167158" y="167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3707720"/>
              <a:ext cx="57882" cy="167167"/>
            </a:xfrm>
            <a:custGeom>
              <a:avLst/>
              <a:pathLst>
                <a:path w="57882" h="167167">
                  <a:moveTo>
                    <a:pt x="57882" y="10340"/>
                  </a:moveTo>
                  <a:lnTo>
                    <a:pt x="52302" y="8392"/>
                  </a:lnTo>
                  <a:lnTo>
                    <a:pt x="46656" y="6643"/>
                  </a:lnTo>
                  <a:lnTo>
                    <a:pt x="40953" y="5094"/>
                  </a:lnTo>
                  <a:lnTo>
                    <a:pt x="35198" y="3747"/>
                  </a:lnTo>
                  <a:lnTo>
                    <a:pt x="29399" y="2605"/>
                  </a:lnTo>
                  <a:lnTo>
                    <a:pt x="23563" y="1669"/>
                  </a:lnTo>
                  <a:lnTo>
                    <a:pt x="17698" y="939"/>
                  </a:lnTo>
                  <a:lnTo>
                    <a:pt x="11811" y="417"/>
                  </a:lnTo>
                  <a:lnTo>
                    <a:pt x="5909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4426" y="4213821"/>
              <a:ext cx="6861" cy="167167"/>
            </a:xfrm>
            <a:custGeom>
              <a:avLst/>
              <a:pathLst>
                <a:path w="6861" h="167167">
                  <a:moveTo>
                    <a:pt x="6861" y="0"/>
                  </a:moveTo>
                  <a:lnTo>
                    <a:pt x="0" y="140"/>
                  </a:lnTo>
                  <a:lnTo>
                    <a:pt x="68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14128" y="4213962"/>
              <a:ext cx="334309" cy="334193"/>
            </a:xfrm>
            <a:custGeom>
              <a:avLst/>
              <a:pathLst>
                <a:path w="334309" h="334193">
                  <a:moveTo>
                    <a:pt x="160297" y="0"/>
                  </a:moveTo>
                  <a:lnTo>
                    <a:pt x="155013" y="300"/>
                  </a:lnTo>
                  <a:lnTo>
                    <a:pt x="149742" y="768"/>
                  </a:lnTo>
                  <a:lnTo>
                    <a:pt x="144488" y="1403"/>
                  </a:lnTo>
                  <a:lnTo>
                    <a:pt x="139257" y="2204"/>
                  </a:lnTo>
                  <a:lnTo>
                    <a:pt x="134054" y="3169"/>
                  </a:lnTo>
                  <a:lnTo>
                    <a:pt x="128884" y="4299"/>
                  </a:lnTo>
                  <a:lnTo>
                    <a:pt x="123752" y="5592"/>
                  </a:lnTo>
                  <a:lnTo>
                    <a:pt x="118664" y="7047"/>
                  </a:lnTo>
                  <a:lnTo>
                    <a:pt x="113624" y="8662"/>
                  </a:lnTo>
                  <a:lnTo>
                    <a:pt x="108638" y="10436"/>
                  </a:lnTo>
                  <a:lnTo>
                    <a:pt x="103711" y="12367"/>
                  </a:lnTo>
                  <a:lnTo>
                    <a:pt x="98847" y="14453"/>
                  </a:lnTo>
                  <a:lnTo>
                    <a:pt x="94052" y="16692"/>
                  </a:lnTo>
                  <a:lnTo>
                    <a:pt x="89330" y="19081"/>
                  </a:lnTo>
                  <a:lnTo>
                    <a:pt x="84686" y="21619"/>
                  </a:lnTo>
                  <a:lnTo>
                    <a:pt x="80124" y="24302"/>
                  </a:lnTo>
                  <a:lnTo>
                    <a:pt x="75650" y="27129"/>
                  </a:lnTo>
                  <a:lnTo>
                    <a:pt x="71268" y="30095"/>
                  </a:lnTo>
                  <a:lnTo>
                    <a:pt x="66982" y="33199"/>
                  </a:lnTo>
                  <a:lnTo>
                    <a:pt x="62796" y="36437"/>
                  </a:lnTo>
                  <a:lnTo>
                    <a:pt x="58714" y="39806"/>
                  </a:lnTo>
                  <a:lnTo>
                    <a:pt x="54742" y="43303"/>
                  </a:lnTo>
                  <a:lnTo>
                    <a:pt x="50882" y="46923"/>
                  </a:lnTo>
                  <a:lnTo>
                    <a:pt x="47138" y="50664"/>
                  </a:lnTo>
                  <a:lnTo>
                    <a:pt x="43515" y="54521"/>
                  </a:lnTo>
                  <a:lnTo>
                    <a:pt x="40016" y="58491"/>
                  </a:lnTo>
                  <a:lnTo>
                    <a:pt x="36644" y="62570"/>
                  </a:lnTo>
                  <a:lnTo>
                    <a:pt x="33403" y="66754"/>
                  </a:lnTo>
                  <a:lnTo>
                    <a:pt x="30296" y="71038"/>
                  </a:lnTo>
                  <a:lnTo>
                    <a:pt x="27327" y="75418"/>
                  </a:lnTo>
                  <a:lnTo>
                    <a:pt x="24497" y="79890"/>
                  </a:lnTo>
                  <a:lnTo>
                    <a:pt x="21810" y="84450"/>
                  </a:lnTo>
                  <a:lnTo>
                    <a:pt x="19269" y="89092"/>
                  </a:lnTo>
                  <a:lnTo>
                    <a:pt x="16876" y="93812"/>
                  </a:lnTo>
                  <a:lnTo>
                    <a:pt x="14634" y="98606"/>
                  </a:lnTo>
                  <a:lnTo>
                    <a:pt x="12545" y="103468"/>
                  </a:lnTo>
                  <a:lnTo>
                    <a:pt x="10611" y="108394"/>
                  </a:lnTo>
                  <a:lnTo>
                    <a:pt x="8833" y="113379"/>
                  </a:lnTo>
                  <a:lnTo>
                    <a:pt x="7214" y="118417"/>
                  </a:lnTo>
                  <a:lnTo>
                    <a:pt x="5756" y="123504"/>
                  </a:lnTo>
                  <a:lnTo>
                    <a:pt x="4459" y="128635"/>
                  </a:lnTo>
                  <a:lnTo>
                    <a:pt x="3325" y="133804"/>
                  </a:lnTo>
                  <a:lnTo>
                    <a:pt x="2356" y="139007"/>
                  </a:lnTo>
                  <a:lnTo>
                    <a:pt x="1552" y="144237"/>
                  </a:lnTo>
                  <a:lnTo>
                    <a:pt x="913" y="149491"/>
                  </a:lnTo>
                  <a:lnTo>
                    <a:pt x="441" y="154762"/>
                  </a:lnTo>
                  <a:lnTo>
                    <a:pt x="137" y="160045"/>
                  </a:lnTo>
                  <a:lnTo>
                    <a:pt x="0" y="165336"/>
                  </a:lnTo>
                  <a:lnTo>
                    <a:pt x="30" y="170628"/>
                  </a:lnTo>
                  <a:lnTo>
                    <a:pt x="228" y="175916"/>
                  </a:lnTo>
                  <a:lnTo>
                    <a:pt x="593" y="181196"/>
                  </a:lnTo>
                  <a:lnTo>
                    <a:pt x="1125" y="186461"/>
                  </a:lnTo>
                  <a:lnTo>
                    <a:pt x="1823" y="191707"/>
                  </a:lnTo>
                  <a:lnTo>
                    <a:pt x="2687" y="196928"/>
                  </a:lnTo>
                  <a:lnTo>
                    <a:pt x="3716" y="202119"/>
                  </a:lnTo>
                  <a:lnTo>
                    <a:pt x="4909" y="207275"/>
                  </a:lnTo>
                  <a:lnTo>
                    <a:pt x="6264" y="212391"/>
                  </a:lnTo>
                  <a:lnTo>
                    <a:pt x="7781" y="217461"/>
                  </a:lnTo>
                  <a:lnTo>
                    <a:pt x="9457" y="222480"/>
                  </a:lnTo>
                  <a:lnTo>
                    <a:pt x="11291" y="227444"/>
                  </a:lnTo>
                  <a:lnTo>
                    <a:pt x="13282" y="232348"/>
                  </a:lnTo>
                  <a:lnTo>
                    <a:pt x="15427" y="237186"/>
                  </a:lnTo>
                  <a:lnTo>
                    <a:pt x="17723" y="241954"/>
                  </a:lnTo>
                  <a:lnTo>
                    <a:pt x="20170" y="246646"/>
                  </a:lnTo>
                  <a:lnTo>
                    <a:pt x="22764" y="251259"/>
                  </a:lnTo>
                  <a:lnTo>
                    <a:pt x="25503" y="255787"/>
                  </a:lnTo>
                  <a:lnTo>
                    <a:pt x="28383" y="260227"/>
                  </a:lnTo>
                  <a:lnTo>
                    <a:pt x="31403" y="264573"/>
                  </a:lnTo>
                  <a:lnTo>
                    <a:pt x="34559" y="268821"/>
                  </a:lnTo>
                  <a:lnTo>
                    <a:pt x="37847" y="272967"/>
                  </a:lnTo>
                  <a:lnTo>
                    <a:pt x="41265" y="277007"/>
                  </a:lnTo>
                  <a:lnTo>
                    <a:pt x="44810" y="280937"/>
                  </a:lnTo>
                  <a:lnTo>
                    <a:pt x="48477" y="284753"/>
                  </a:lnTo>
                  <a:lnTo>
                    <a:pt x="52263" y="288451"/>
                  </a:lnTo>
                  <a:lnTo>
                    <a:pt x="56164" y="292027"/>
                  </a:lnTo>
                  <a:lnTo>
                    <a:pt x="60176" y="295477"/>
                  </a:lnTo>
                  <a:lnTo>
                    <a:pt x="64296" y="298799"/>
                  </a:lnTo>
                  <a:lnTo>
                    <a:pt x="68518" y="301989"/>
                  </a:lnTo>
                  <a:lnTo>
                    <a:pt x="72840" y="305044"/>
                  </a:lnTo>
                  <a:lnTo>
                    <a:pt x="77256" y="307960"/>
                  </a:lnTo>
                  <a:lnTo>
                    <a:pt x="81762" y="310736"/>
                  </a:lnTo>
                  <a:lnTo>
                    <a:pt x="86354" y="313367"/>
                  </a:lnTo>
                  <a:lnTo>
                    <a:pt x="91026" y="315851"/>
                  </a:lnTo>
                  <a:lnTo>
                    <a:pt x="95775" y="318186"/>
                  </a:lnTo>
                  <a:lnTo>
                    <a:pt x="100596" y="320370"/>
                  </a:lnTo>
                  <a:lnTo>
                    <a:pt x="105483" y="322400"/>
                  </a:lnTo>
                  <a:lnTo>
                    <a:pt x="110432" y="324275"/>
                  </a:lnTo>
                  <a:lnTo>
                    <a:pt x="115438" y="325991"/>
                  </a:lnTo>
                  <a:lnTo>
                    <a:pt x="120496" y="327549"/>
                  </a:lnTo>
                  <a:lnTo>
                    <a:pt x="125600" y="328945"/>
                  </a:lnTo>
                  <a:lnTo>
                    <a:pt x="130747" y="330180"/>
                  </a:lnTo>
                  <a:lnTo>
                    <a:pt x="135929" y="331251"/>
                  </a:lnTo>
                  <a:lnTo>
                    <a:pt x="141143" y="332157"/>
                  </a:lnTo>
                  <a:lnTo>
                    <a:pt x="146383" y="332898"/>
                  </a:lnTo>
                  <a:lnTo>
                    <a:pt x="151644" y="333472"/>
                  </a:lnTo>
                  <a:lnTo>
                    <a:pt x="156920" y="333880"/>
                  </a:lnTo>
                  <a:lnTo>
                    <a:pt x="162207" y="334120"/>
                  </a:lnTo>
                  <a:lnTo>
                    <a:pt x="167499" y="334193"/>
                  </a:lnTo>
                  <a:lnTo>
                    <a:pt x="172790" y="334099"/>
                  </a:lnTo>
                  <a:lnTo>
                    <a:pt x="178076" y="333837"/>
                  </a:lnTo>
                  <a:lnTo>
                    <a:pt x="183350" y="333407"/>
                  </a:lnTo>
                  <a:lnTo>
                    <a:pt x="188609" y="332812"/>
                  </a:lnTo>
                  <a:lnTo>
                    <a:pt x="193846" y="332050"/>
                  </a:lnTo>
                  <a:lnTo>
                    <a:pt x="199056" y="331122"/>
                  </a:lnTo>
                  <a:lnTo>
                    <a:pt x="204234" y="330030"/>
                  </a:lnTo>
                  <a:lnTo>
                    <a:pt x="209375" y="328775"/>
                  </a:lnTo>
                  <a:lnTo>
                    <a:pt x="214474" y="327358"/>
                  </a:lnTo>
                  <a:lnTo>
                    <a:pt x="219525" y="325779"/>
                  </a:lnTo>
                  <a:lnTo>
                    <a:pt x="224524" y="324042"/>
                  </a:lnTo>
                  <a:lnTo>
                    <a:pt x="229466" y="322148"/>
                  </a:lnTo>
                  <a:lnTo>
                    <a:pt x="234345" y="320098"/>
                  </a:lnTo>
                  <a:lnTo>
                    <a:pt x="239156" y="317894"/>
                  </a:lnTo>
                  <a:lnTo>
                    <a:pt x="243896" y="315540"/>
                  </a:lnTo>
                  <a:lnTo>
                    <a:pt x="248558" y="313036"/>
                  </a:lnTo>
                  <a:lnTo>
                    <a:pt x="253139" y="310387"/>
                  </a:lnTo>
                  <a:lnTo>
                    <a:pt x="257634" y="307593"/>
                  </a:lnTo>
                  <a:lnTo>
                    <a:pt x="262038" y="304659"/>
                  </a:lnTo>
                  <a:lnTo>
                    <a:pt x="266347" y="301587"/>
                  </a:lnTo>
                  <a:lnTo>
                    <a:pt x="270557" y="298380"/>
                  </a:lnTo>
                  <a:lnTo>
                    <a:pt x="274663" y="295041"/>
                  </a:lnTo>
                  <a:lnTo>
                    <a:pt x="278661" y="291574"/>
                  </a:lnTo>
                  <a:lnTo>
                    <a:pt x="282548" y="287982"/>
                  </a:lnTo>
                  <a:lnTo>
                    <a:pt x="286318" y="284269"/>
                  </a:lnTo>
                  <a:lnTo>
                    <a:pt x="289970" y="280438"/>
                  </a:lnTo>
                  <a:lnTo>
                    <a:pt x="293498" y="276494"/>
                  </a:lnTo>
                  <a:lnTo>
                    <a:pt x="296900" y="272440"/>
                  </a:lnTo>
                  <a:lnTo>
                    <a:pt x="300172" y="268280"/>
                  </a:lnTo>
                  <a:lnTo>
                    <a:pt x="303310" y="264019"/>
                  </a:lnTo>
                  <a:lnTo>
                    <a:pt x="306312" y="259661"/>
                  </a:lnTo>
                  <a:lnTo>
                    <a:pt x="309175" y="255210"/>
                  </a:lnTo>
                  <a:lnTo>
                    <a:pt x="311895" y="250670"/>
                  </a:lnTo>
                  <a:lnTo>
                    <a:pt x="314470" y="246047"/>
                  </a:lnTo>
                  <a:lnTo>
                    <a:pt x="316897" y="241344"/>
                  </a:lnTo>
                  <a:lnTo>
                    <a:pt x="319175" y="236567"/>
                  </a:lnTo>
                  <a:lnTo>
                    <a:pt x="321300" y="231721"/>
                  </a:lnTo>
                  <a:lnTo>
                    <a:pt x="323270" y="226809"/>
                  </a:lnTo>
                  <a:lnTo>
                    <a:pt x="325084" y="221838"/>
                  </a:lnTo>
                  <a:lnTo>
                    <a:pt x="326740" y="216811"/>
                  </a:lnTo>
                  <a:lnTo>
                    <a:pt x="328236" y="211735"/>
                  </a:lnTo>
                  <a:lnTo>
                    <a:pt x="329571" y="206614"/>
                  </a:lnTo>
                  <a:lnTo>
                    <a:pt x="330742" y="201453"/>
                  </a:lnTo>
                  <a:lnTo>
                    <a:pt x="331750" y="196258"/>
                  </a:lnTo>
                  <a:lnTo>
                    <a:pt x="332593" y="191033"/>
                  </a:lnTo>
                  <a:lnTo>
                    <a:pt x="333270" y="185785"/>
                  </a:lnTo>
                  <a:lnTo>
                    <a:pt x="333781" y="180517"/>
                  </a:lnTo>
                  <a:lnTo>
                    <a:pt x="334124" y="175236"/>
                  </a:lnTo>
                  <a:lnTo>
                    <a:pt x="334300" y="169947"/>
                  </a:lnTo>
                  <a:lnTo>
                    <a:pt x="334309" y="164655"/>
                  </a:lnTo>
                  <a:lnTo>
                    <a:pt x="334150" y="159365"/>
                  </a:lnTo>
                  <a:lnTo>
                    <a:pt x="333824" y="154083"/>
                  </a:lnTo>
                  <a:lnTo>
                    <a:pt x="333331" y="148814"/>
                  </a:lnTo>
                  <a:lnTo>
                    <a:pt x="332671" y="143563"/>
                  </a:lnTo>
                  <a:lnTo>
                    <a:pt x="331845" y="138336"/>
                  </a:lnTo>
                  <a:lnTo>
                    <a:pt x="330855" y="133137"/>
                  </a:lnTo>
                  <a:lnTo>
                    <a:pt x="329700" y="127973"/>
                  </a:lnTo>
                  <a:lnTo>
                    <a:pt x="328382" y="122847"/>
                  </a:lnTo>
                  <a:lnTo>
                    <a:pt x="326903" y="117766"/>
                  </a:lnTo>
                  <a:lnTo>
                    <a:pt x="325264" y="112734"/>
                  </a:lnTo>
                  <a:lnTo>
                    <a:pt x="323466" y="107757"/>
                  </a:lnTo>
                  <a:lnTo>
                    <a:pt x="321512" y="102839"/>
                  </a:lnTo>
                  <a:lnTo>
                    <a:pt x="319403" y="97985"/>
                  </a:lnTo>
                  <a:lnTo>
                    <a:pt x="317141" y="93201"/>
                  </a:lnTo>
                  <a:lnTo>
                    <a:pt x="314729" y="88490"/>
                  </a:lnTo>
                  <a:lnTo>
                    <a:pt x="312169" y="83858"/>
                  </a:lnTo>
                  <a:lnTo>
                    <a:pt x="309464" y="79310"/>
                  </a:lnTo>
                  <a:lnTo>
                    <a:pt x="306616" y="74850"/>
                  </a:lnTo>
                  <a:lnTo>
                    <a:pt x="303628" y="70481"/>
                  </a:lnTo>
                  <a:lnTo>
                    <a:pt x="300504" y="66210"/>
                  </a:lnTo>
                  <a:lnTo>
                    <a:pt x="297246" y="62040"/>
                  </a:lnTo>
                  <a:lnTo>
                    <a:pt x="293858" y="57975"/>
                  </a:lnTo>
                  <a:lnTo>
                    <a:pt x="290342" y="54019"/>
                  </a:lnTo>
                  <a:lnTo>
                    <a:pt x="286704" y="50176"/>
                  </a:lnTo>
                  <a:lnTo>
                    <a:pt x="282945" y="46451"/>
                  </a:lnTo>
                  <a:lnTo>
                    <a:pt x="279070" y="42846"/>
                  </a:lnTo>
                  <a:lnTo>
                    <a:pt x="275083" y="39366"/>
                  </a:lnTo>
                  <a:lnTo>
                    <a:pt x="270988" y="36014"/>
                  </a:lnTo>
                  <a:lnTo>
                    <a:pt x="266789" y="32793"/>
                  </a:lnTo>
                  <a:lnTo>
                    <a:pt x="262490" y="29706"/>
                  </a:lnTo>
                  <a:lnTo>
                    <a:pt x="258096" y="26757"/>
                  </a:lnTo>
                  <a:lnTo>
                    <a:pt x="253610" y="23949"/>
                  </a:lnTo>
                  <a:lnTo>
                    <a:pt x="249038" y="21284"/>
                  </a:lnTo>
                  <a:lnTo>
                    <a:pt x="244384" y="18766"/>
                  </a:lnTo>
                  <a:lnTo>
                    <a:pt x="239652" y="16395"/>
                  </a:lnTo>
                  <a:lnTo>
                    <a:pt x="234848" y="14176"/>
                  </a:lnTo>
                  <a:lnTo>
                    <a:pt x="229976" y="12110"/>
                  </a:lnTo>
                  <a:lnTo>
                    <a:pt x="225041" y="10199"/>
                  </a:lnTo>
                  <a:lnTo>
                    <a:pt x="167158" y="167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4213821"/>
              <a:ext cx="57882" cy="167167"/>
            </a:xfrm>
            <a:custGeom>
              <a:avLst/>
              <a:pathLst>
                <a:path w="57882" h="167167">
                  <a:moveTo>
                    <a:pt x="57882" y="10340"/>
                  </a:moveTo>
                  <a:lnTo>
                    <a:pt x="52302" y="8392"/>
                  </a:lnTo>
                  <a:lnTo>
                    <a:pt x="46656" y="6643"/>
                  </a:lnTo>
                  <a:lnTo>
                    <a:pt x="40953" y="5094"/>
                  </a:lnTo>
                  <a:lnTo>
                    <a:pt x="35198" y="3747"/>
                  </a:lnTo>
                  <a:lnTo>
                    <a:pt x="29399" y="2605"/>
                  </a:lnTo>
                  <a:lnTo>
                    <a:pt x="23563" y="1669"/>
                  </a:lnTo>
                  <a:lnTo>
                    <a:pt x="17698" y="939"/>
                  </a:lnTo>
                  <a:lnTo>
                    <a:pt x="11811" y="417"/>
                  </a:lnTo>
                  <a:lnTo>
                    <a:pt x="5909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667" y="4659281"/>
              <a:ext cx="1857" cy="167167"/>
            </a:xfrm>
            <a:custGeom>
              <a:avLst/>
              <a:pathLst>
                <a:path w="1857" h="167167">
                  <a:moveTo>
                    <a:pt x="1857" y="0"/>
                  </a:moveTo>
                  <a:lnTo>
                    <a:pt x="0" y="10"/>
                  </a:lnTo>
                  <a:lnTo>
                    <a:pt x="185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921097" y="4659292"/>
              <a:ext cx="165427" cy="167157"/>
            </a:xfrm>
            <a:custGeom>
              <a:avLst/>
              <a:pathLst>
                <a:path w="165427" h="167157">
                  <a:moveTo>
                    <a:pt x="163569" y="0"/>
                  </a:moveTo>
                  <a:lnTo>
                    <a:pt x="158195" y="146"/>
                  </a:lnTo>
                  <a:lnTo>
                    <a:pt x="152827" y="465"/>
                  </a:lnTo>
                  <a:lnTo>
                    <a:pt x="147473" y="956"/>
                  </a:lnTo>
                  <a:lnTo>
                    <a:pt x="142138" y="1619"/>
                  </a:lnTo>
                  <a:lnTo>
                    <a:pt x="136826" y="2454"/>
                  </a:lnTo>
                  <a:lnTo>
                    <a:pt x="131544" y="3459"/>
                  </a:lnTo>
                  <a:lnTo>
                    <a:pt x="126297" y="4633"/>
                  </a:lnTo>
                  <a:lnTo>
                    <a:pt x="121091" y="5976"/>
                  </a:lnTo>
                  <a:lnTo>
                    <a:pt x="115930" y="7485"/>
                  </a:lnTo>
                  <a:lnTo>
                    <a:pt x="110821" y="9159"/>
                  </a:lnTo>
                  <a:lnTo>
                    <a:pt x="105768" y="10997"/>
                  </a:lnTo>
                  <a:lnTo>
                    <a:pt x="100777" y="12996"/>
                  </a:lnTo>
                  <a:lnTo>
                    <a:pt x="95853" y="15155"/>
                  </a:lnTo>
                  <a:lnTo>
                    <a:pt x="91000" y="17471"/>
                  </a:lnTo>
                  <a:lnTo>
                    <a:pt x="86225" y="19942"/>
                  </a:lnTo>
                  <a:lnTo>
                    <a:pt x="81532" y="22566"/>
                  </a:lnTo>
                  <a:lnTo>
                    <a:pt x="76925" y="25338"/>
                  </a:lnTo>
                  <a:lnTo>
                    <a:pt x="72410" y="28258"/>
                  </a:lnTo>
                  <a:lnTo>
                    <a:pt x="67991" y="31321"/>
                  </a:lnTo>
                  <a:lnTo>
                    <a:pt x="63673" y="34525"/>
                  </a:lnTo>
                  <a:lnTo>
                    <a:pt x="59460" y="37866"/>
                  </a:lnTo>
                  <a:lnTo>
                    <a:pt x="55357" y="41340"/>
                  </a:lnTo>
                  <a:lnTo>
                    <a:pt x="51368" y="44945"/>
                  </a:lnTo>
                  <a:lnTo>
                    <a:pt x="47497" y="48677"/>
                  </a:lnTo>
                  <a:lnTo>
                    <a:pt x="43747" y="52530"/>
                  </a:lnTo>
                  <a:lnTo>
                    <a:pt x="40124" y="56503"/>
                  </a:lnTo>
                  <a:lnTo>
                    <a:pt x="36630" y="60590"/>
                  </a:lnTo>
                  <a:lnTo>
                    <a:pt x="33270" y="64787"/>
                  </a:lnTo>
                  <a:lnTo>
                    <a:pt x="30046" y="69090"/>
                  </a:lnTo>
                  <a:lnTo>
                    <a:pt x="26962" y="73494"/>
                  </a:lnTo>
                  <a:lnTo>
                    <a:pt x="24022" y="77996"/>
                  </a:lnTo>
                  <a:lnTo>
                    <a:pt x="21228" y="82589"/>
                  </a:lnTo>
                  <a:lnTo>
                    <a:pt x="18582" y="87271"/>
                  </a:lnTo>
                  <a:lnTo>
                    <a:pt x="16089" y="92034"/>
                  </a:lnTo>
                  <a:lnTo>
                    <a:pt x="13751" y="96876"/>
                  </a:lnTo>
                  <a:lnTo>
                    <a:pt x="11569" y="101790"/>
                  </a:lnTo>
                  <a:lnTo>
                    <a:pt x="9546" y="106772"/>
                  </a:lnTo>
                  <a:lnTo>
                    <a:pt x="7685" y="111816"/>
                  </a:lnTo>
                  <a:lnTo>
                    <a:pt x="5987" y="116918"/>
                  </a:lnTo>
                  <a:lnTo>
                    <a:pt x="4454" y="122071"/>
                  </a:lnTo>
                  <a:lnTo>
                    <a:pt x="3087" y="127271"/>
                  </a:lnTo>
                  <a:lnTo>
                    <a:pt x="1888" y="132513"/>
                  </a:lnTo>
                  <a:lnTo>
                    <a:pt x="859" y="137790"/>
                  </a:lnTo>
                  <a:lnTo>
                    <a:pt x="0" y="143097"/>
                  </a:lnTo>
                  <a:lnTo>
                    <a:pt x="165427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19374" y="4659281"/>
              <a:ext cx="334298" cy="334334"/>
            </a:xfrm>
            <a:custGeom>
              <a:avLst/>
              <a:pathLst>
                <a:path w="334298" h="334334">
                  <a:moveTo>
                    <a:pt x="1723" y="143108"/>
                  </a:moveTo>
                  <a:lnTo>
                    <a:pt x="1043" y="148370"/>
                  </a:lnTo>
                  <a:lnTo>
                    <a:pt x="530" y="153652"/>
                  </a:lnTo>
                  <a:lnTo>
                    <a:pt x="185" y="158947"/>
                  </a:lnTo>
                  <a:lnTo>
                    <a:pt x="8" y="164250"/>
                  </a:lnTo>
                  <a:lnTo>
                    <a:pt x="0" y="169557"/>
                  </a:lnTo>
                  <a:lnTo>
                    <a:pt x="160" y="174860"/>
                  </a:lnTo>
                  <a:lnTo>
                    <a:pt x="488" y="180157"/>
                  </a:lnTo>
                  <a:lnTo>
                    <a:pt x="984" y="185440"/>
                  </a:lnTo>
                  <a:lnTo>
                    <a:pt x="1648" y="190704"/>
                  </a:lnTo>
                  <a:lnTo>
                    <a:pt x="2478" y="195945"/>
                  </a:lnTo>
                  <a:lnTo>
                    <a:pt x="3475" y="201157"/>
                  </a:lnTo>
                  <a:lnTo>
                    <a:pt x="4636" y="206335"/>
                  </a:lnTo>
                  <a:lnTo>
                    <a:pt x="5961" y="211473"/>
                  </a:lnTo>
                  <a:lnTo>
                    <a:pt x="7448" y="216567"/>
                  </a:lnTo>
                  <a:lnTo>
                    <a:pt x="9097" y="221610"/>
                  </a:lnTo>
                  <a:lnTo>
                    <a:pt x="10904" y="226599"/>
                  </a:lnTo>
                  <a:lnTo>
                    <a:pt x="12869" y="231529"/>
                  </a:lnTo>
                  <a:lnTo>
                    <a:pt x="14990" y="236393"/>
                  </a:lnTo>
                  <a:lnTo>
                    <a:pt x="17263" y="241187"/>
                  </a:lnTo>
                  <a:lnTo>
                    <a:pt x="19688" y="245907"/>
                  </a:lnTo>
                  <a:lnTo>
                    <a:pt x="22262" y="250548"/>
                  </a:lnTo>
                  <a:lnTo>
                    <a:pt x="24981" y="255104"/>
                  </a:lnTo>
                  <a:lnTo>
                    <a:pt x="27844" y="259572"/>
                  </a:lnTo>
                  <a:lnTo>
                    <a:pt x="30847" y="263947"/>
                  </a:lnTo>
                  <a:lnTo>
                    <a:pt x="33987" y="268224"/>
                  </a:lnTo>
                  <a:lnTo>
                    <a:pt x="37261" y="272400"/>
                  </a:lnTo>
                  <a:lnTo>
                    <a:pt x="40667" y="276469"/>
                  </a:lnTo>
                  <a:lnTo>
                    <a:pt x="44200" y="280429"/>
                  </a:lnTo>
                  <a:lnTo>
                    <a:pt x="47856" y="284274"/>
                  </a:lnTo>
                  <a:lnTo>
                    <a:pt x="51633" y="288001"/>
                  </a:lnTo>
                  <a:lnTo>
                    <a:pt x="55526" y="291606"/>
                  </a:lnTo>
                  <a:lnTo>
                    <a:pt x="59532" y="295086"/>
                  </a:lnTo>
                  <a:lnTo>
                    <a:pt x="63646" y="298438"/>
                  </a:lnTo>
                  <a:lnTo>
                    <a:pt x="67865" y="301657"/>
                  </a:lnTo>
                  <a:lnTo>
                    <a:pt x="72183" y="304740"/>
                  </a:lnTo>
                  <a:lnTo>
                    <a:pt x="76598" y="307685"/>
                  </a:lnTo>
                  <a:lnTo>
                    <a:pt x="81103" y="310488"/>
                  </a:lnTo>
                  <a:lnTo>
                    <a:pt x="85695" y="313147"/>
                  </a:lnTo>
                  <a:lnTo>
                    <a:pt x="90369" y="315658"/>
                  </a:lnTo>
                  <a:lnTo>
                    <a:pt x="95121" y="318021"/>
                  </a:lnTo>
                  <a:lnTo>
                    <a:pt x="99945" y="320231"/>
                  </a:lnTo>
                  <a:lnTo>
                    <a:pt x="104837" y="322286"/>
                  </a:lnTo>
                  <a:lnTo>
                    <a:pt x="109792" y="324186"/>
                  </a:lnTo>
                  <a:lnTo>
                    <a:pt x="114804" y="325927"/>
                  </a:lnTo>
                  <a:lnTo>
                    <a:pt x="119869" y="327509"/>
                  </a:lnTo>
                  <a:lnTo>
                    <a:pt x="124982" y="328929"/>
                  </a:lnTo>
                  <a:lnTo>
                    <a:pt x="130138" y="330185"/>
                  </a:lnTo>
                  <a:lnTo>
                    <a:pt x="135330" y="331278"/>
                  </a:lnTo>
                  <a:lnTo>
                    <a:pt x="140555" y="332205"/>
                  </a:lnTo>
                  <a:lnTo>
                    <a:pt x="145806" y="332966"/>
                  </a:lnTo>
                  <a:lnTo>
                    <a:pt x="151079" y="333560"/>
                  </a:lnTo>
                  <a:lnTo>
                    <a:pt x="156369" y="333986"/>
                  </a:lnTo>
                  <a:lnTo>
                    <a:pt x="161669" y="334244"/>
                  </a:lnTo>
                  <a:lnTo>
                    <a:pt x="166974" y="334334"/>
                  </a:lnTo>
                  <a:lnTo>
                    <a:pt x="172280" y="334256"/>
                  </a:lnTo>
                  <a:lnTo>
                    <a:pt x="177580" y="334009"/>
                  </a:lnTo>
                  <a:lnTo>
                    <a:pt x="182870" y="333594"/>
                  </a:lnTo>
                  <a:lnTo>
                    <a:pt x="188145" y="333011"/>
                  </a:lnTo>
                  <a:lnTo>
                    <a:pt x="193398" y="332261"/>
                  </a:lnTo>
                  <a:lnTo>
                    <a:pt x="198624" y="331345"/>
                  </a:lnTo>
                  <a:lnTo>
                    <a:pt x="203819" y="330263"/>
                  </a:lnTo>
                  <a:lnTo>
                    <a:pt x="208977" y="329017"/>
                  </a:lnTo>
                  <a:lnTo>
                    <a:pt x="214093" y="327608"/>
                  </a:lnTo>
                  <a:lnTo>
                    <a:pt x="219162" y="326037"/>
                  </a:lnTo>
                  <a:lnTo>
                    <a:pt x="224178" y="324306"/>
                  </a:lnTo>
                  <a:lnTo>
                    <a:pt x="229136" y="322417"/>
                  </a:lnTo>
                  <a:lnTo>
                    <a:pt x="234033" y="320372"/>
                  </a:lnTo>
                  <a:lnTo>
                    <a:pt x="238861" y="318172"/>
                  </a:lnTo>
                  <a:lnTo>
                    <a:pt x="243618" y="315820"/>
                  </a:lnTo>
                  <a:lnTo>
                    <a:pt x="248297" y="313318"/>
                  </a:lnTo>
                  <a:lnTo>
                    <a:pt x="252895" y="310669"/>
                  </a:lnTo>
                  <a:lnTo>
                    <a:pt x="257406" y="307875"/>
                  </a:lnTo>
                  <a:lnTo>
                    <a:pt x="261827" y="304939"/>
                  </a:lnTo>
                  <a:lnTo>
                    <a:pt x="266152" y="301865"/>
                  </a:lnTo>
                  <a:lnTo>
                    <a:pt x="270377" y="298655"/>
                  </a:lnTo>
                  <a:lnTo>
                    <a:pt x="274498" y="295312"/>
                  </a:lnTo>
                  <a:lnTo>
                    <a:pt x="278511" y="291841"/>
                  </a:lnTo>
                  <a:lnTo>
                    <a:pt x="282412" y="288244"/>
                  </a:lnTo>
                  <a:lnTo>
                    <a:pt x="286197" y="284524"/>
                  </a:lnTo>
                  <a:lnTo>
                    <a:pt x="289862" y="280687"/>
                  </a:lnTo>
                  <a:lnTo>
                    <a:pt x="293403" y="276735"/>
                  </a:lnTo>
                  <a:lnTo>
                    <a:pt x="296817" y="272673"/>
                  </a:lnTo>
                  <a:lnTo>
                    <a:pt x="300100" y="268504"/>
                  </a:lnTo>
                  <a:lnTo>
                    <a:pt x="303249" y="264233"/>
                  </a:lnTo>
                  <a:lnTo>
                    <a:pt x="306262" y="259865"/>
                  </a:lnTo>
                  <a:lnTo>
                    <a:pt x="309134" y="255403"/>
                  </a:lnTo>
                  <a:lnTo>
                    <a:pt x="311862" y="250852"/>
                  </a:lnTo>
                  <a:lnTo>
                    <a:pt x="314446" y="246217"/>
                  </a:lnTo>
                  <a:lnTo>
                    <a:pt x="316880" y="241502"/>
                  </a:lnTo>
                  <a:lnTo>
                    <a:pt x="319164" y="236713"/>
                  </a:lnTo>
                  <a:lnTo>
                    <a:pt x="321295" y="231853"/>
                  </a:lnTo>
                  <a:lnTo>
                    <a:pt x="323270" y="226928"/>
                  </a:lnTo>
                  <a:lnTo>
                    <a:pt x="325088" y="221943"/>
                  </a:lnTo>
                  <a:lnTo>
                    <a:pt x="326747" y="216902"/>
                  </a:lnTo>
                  <a:lnTo>
                    <a:pt x="328245" y="211812"/>
                  </a:lnTo>
                  <a:lnTo>
                    <a:pt x="329581" y="206676"/>
                  </a:lnTo>
                  <a:lnTo>
                    <a:pt x="330753" y="201501"/>
                  </a:lnTo>
                  <a:lnTo>
                    <a:pt x="331761" y="196291"/>
                  </a:lnTo>
                  <a:lnTo>
                    <a:pt x="332602" y="191052"/>
                  </a:lnTo>
                  <a:lnTo>
                    <a:pt x="333277" y="185789"/>
                  </a:lnTo>
                  <a:lnTo>
                    <a:pt x="333784" y="180507"/>
                  </a:lnTo>
                  <a:lnTo>
                    <a:pt x="334124" y="175212"/>
                  </a:lnTo>
                  <a:lnTo>
                    <a:pt x="334295" y="169908"/>
                  </a:lnTo>
                  <a:lnTo>
                    <a:pt x="334298" y="164602"/>
                  </a:lnTo>
                  <a:lnTo>
                    <a:pt x="334132" y="159298"/>
                  </a:lnTo>
                  <a:lnTo>
                    <a:pt x="333798" y="154002"/>
                  </a:lnTo>
                  <a:lnTo>
                    <a:pt x="333296" y="148720"/>
                  </a:lnTo>
                  <a:lnTo>
                    <a:pt x="332627" y="143456"/>
                  </a:lnTo>
                  <a:lnTo>
                    <a:pt x="331791" y="138216"/>
                  </a:lnTo>
                  <a:lnTo>
                    <a:pt x="330789" y="133005"/>
                  </a:lnTo>
                  <a:lnTo>
                    <a:pt x="329623" y="127828"/>
                  </a:lnTo>
                  <a:lnTo>
                    <a:pt x="328292" y="122691"/>
                  </a:lnTo>
                  <a:lnTo>
                    <a:pt x="326799" y="117599"/>
                  </a:lnTo>
                  <a:lnTo>
                    <a:pt x="325146" y="112557"/>
                  </a:lnTo>
                  <a:lnTo>
                    <a:pt x="323333" y="107570"/>
                  </a:lnTo>
                  <a:lnTo>
                    <a:pt x="321363" y="102643"/>
                  </a:lnTo>
                  <a:lnTo>
                    <a:pt x="319237" y="97781"/>
                  </a:lnTo>
                  <a:lnTo>
                    <a:pt x="316958" y="92989"/>
                  </a:lnTo>
                  <a:lnTo>
                    <a:pt x="314529" y="88272"/>
                  </a:lnTo>
                  <a:lnTo>
                    <a:pt x="311950" y="83634"/>
                  </a:lnTo>
                  <a:lnTo>
                    <a:pt x="309226" y="79080"/>
                  </a:lnTo>
                  <a:lnTo>
                    <a:pt x="306359" y="74615"/>
                  </a:lnTo>
                  <a:lnTo>
                    <a:pt x="303351" y="70244"/>
                  </a:lnTo>
                  <a:lnTo>
                    <a:pt x="300207" y="65970"/>
                  </a:lnTo>
                  <a:lnTo>
                    <a:pt x="296928" y="61798"/>
                  </a:lnTo>
                  <a:lnTo>
                    <a:pt x="293518" y="57732"/>
                  </a:lnTo>
                  <a:lnTo>
                    <a:pt x="289981" y="53776"/>
                  </a:lnTo>
                  <a:lnTo>
                    <a:pt x="286320" y="49935"/>
                  </a:lnTo>
                  <a:lnTo>
                    <a:pt x="282539" y="46212"/>
                  </a:lnTo>
                  <a:lnTo>
                    <a:pt x="278642" y="42610"/>
                  </a:lnTo>
                  <a:lnTo>
                    <a:pt x="274633" y="39134"/>
                  </a:lnTo>
                  <a:lnTo>
                    <a:pt x="270515" y="35788"/>
                  </a:lnTo>
                  <a:lnTo>
                    <a:pt x="266293" y="32573"/>
                  </a:lnTo>
                  <a:lnTo>
                    <a:pt x="261972" y="29494"/>
                  </a:lnTo>
                  <a:lnTo>
                    <a:pt x="257554" y="26554"/>
                  </a:lnTo>
                  <a:lnTo>
                    <a:pt x="253046" y="23756"/>
                  </a:lnTo>
                  <a:lnTo>
                    <a:pt x="248451" y="21102"/>
                  </a:lnTo>
                  <a:lnTo>
                    <a:pt x="243774" y="18595"/>
                  </a:lnTo>
                  <a:lnTo>
                    <a:pt x="239020" y="16238"/>
                  </a:lnTo>
                  <a:lnTo>
                    <a:pt x="234194" y="14033"/>
                  </a:lnTo>
                  <a:lnTo>
                    <a:pt x="229299" y="11982"/>
                  </a:lnTo>
                  <a:lnTo>
                    <a:pt x="224343" y="10088"/>
                  </a:lnTo>
                  <a:lnTo>
                    <a:pt x="219329" y="8352"/>
                  </a:lnTo>
                  <a:lnTo>
                    <a:pt x="214262" y="6775"/>
                  </a:lnTo>
                  <a:lnTo>
                    <a:pt x="209147" y="5361"/>
                  </a:lnTo>
                  <a:lnTo>
                    <a:pt x="203991" y="4110"/>
                  </a:lnTo>
                  <a:lnTo>
                    <a:pt x="198797" y="3022"/>
                  </a:lnTo>
                  <a:lnTo>
                    <a:pt x="193571" y="2101"/>
                  </a:lnTo>
                  <a:lnTo>
                    <a:pt x="188319" y="1345"/>
                  </a:lnTo>
                  <a:lnTo>
                    <a:pt x="183045" y="757"/>
                  </a:lnTo>
                  <a:lnTo>
                    <a:pt x="177756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201" y="0"/>
                  </a:moveTo>
                  <a:lnTo>
                    <a:pt x="0" y="0"/>
                  </a:lnTo>
                  <a:lnTo>
                    <a:pt x="20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321574" y="5018213"/>
              <a:ext cx="334300" cy="334334"/>
            </a:xfrm>
            <a:custGeom>
              <a:avLst/>
              <a:pathLst>
                <a:path w="334300" h="334334">
                  <a:moveTo>
                    <a:pt x="166944" y="0"/>
                  </a:moveTo>
                  <a:lnTo>
                    <a:pt x="161645" y="90"/>
                  </a:lnTo>
                  <a:lnTo>
                    <a:pt x="156352" y="348"/>
                  </a:lnTo>
                  <a:lnTo>
                    <a:pt x="151069" y="774"/>
                  </a:lnTo>
                  <a:lnTo>
                    <a:pt x="145802" y="1368"/>
                  </a:lnTo>
                  <a:lnTo>
                    <a:pt x="140557" y="2128"/>
                  </a:lnTo>
                  <a:lnTo>
                    <a:pt x="135338" y="3053"/>
                  </a:lnTo>
                  <a:lnTo>
                    <a:pt x="130152" y="4144"/>
                  </a:lnTo>
                  <a:lnTo>
                    <a:pt x="125002" y="5399"/>
                  </a:lnTo>
                  <a:lnTo>
                    <a:pt x="119895" y="6816"/>
                  </a:lnTo>
                  <a:lnTo>
                    <a:pt x="114836" y="8395"/>
                  </a:lnTo>
                  <a:lnTo>
                    <a:pt x="109829" y="10133"/>
                  </a:lnTo>
                  <a:lnTo>
                    <a:pt x="104880" y="12029"/>
                  </a:lnTo>
                  <a:lnTo>
                    <a:pt x="99993" y="14081"/>
                  </a:lnTo>
                  <a:lnTo>
                    <a:pt x="95174" y="16286"/>
                  </a:lnTo>
                  <a:lnTo>
                    <a:pt x="90427" y="18644"/>
                  </a:lnTo>
                  <a:lnTo>
                    <a:pt x="85757" y="21150"/>
                  </a:lnTo>
                  <a:lnTo>
                    <a:pt x="81169" y="23804"/>
                  </a:lnTo>
                  <a:lnTo>
                    <a:pt x="76668" y="26601"/>
                  </a:lnTo>
                  <a:lnTo>
                    <a:pt x="72257" y="29540"/>
                  </a:lnTo>
                  <a:lnTo>
                    <a:pt x="67942" y="32618"/>
                  </a:lnTo>
                  <a:lnTo>
                    <a:pt x="63727" y="35830"/>
                  </a:lnTo>
                  <a:lnTo>
                    <a:pt x="59615" y="39174"/>
                  </a:lnTo>
                  <a:lnTo>
                    <a:pt x="55612" y="42648"/>
                  </a:lnTo>
                  <a:lnTo>
                    <a:pt x="51721" y="46246"/>
                  </a:lnTo>
                  <a:lnTo>
                    <a:pt x="47945" y="49966"/>
                  </a:lnTo>
                  <a:lnTo>
                    <a:pt x="44290" y="53803"/>
                  </a:lnTo>
                  <a:lnTo>
                    <a:pt x="40758" y="57755"/>
                  </a:lnTo>
                  <a:lnTo>
                    <a:pt x="37353" y="61817"/>
                  </a:lnTo>
                  <a:lnTo>
                    <a:pt x="34079" y="65984"/>
                  </a:lnTo>
                  <a:lnTo>
                    <a:pt x="30938" y="70253"/>
                  </a:lnTo>
                  <a:lnTo>
                    <a:pt x="27934" y="74620"/>
                  </a:lnTo>
                  <a:lnTo>
                    <a:pt x="25070" y="79080"/>
                  </a:lnTo>
                  <a:lnTo>
                    <a:pt x="22349" y="83628"/>
                  </a:lnTo>
                  <a:lnTo>
                    <a:pt x="19774" y="88260"/>
                  </a:lnTo>
                  <a:lnTo>
                    <a:pt x="17347" y="92971"/>
                  </a:lnTo>
                  <a:lnTo>
                    <a:pt x="15070" y="97757"/>
                  </a:lnTo>
                  <a:lnTo>
                    <a:pt x="12946" y="102613"/>
                  </a:lnTo>
                  <a:lnTo>
                    <a:pt x="10977" y="107534"/>
                  </a:lnTo>
                  <a:lnTo>
                    <a:pt x="9165" y="112515"/>
                  </a:lnTo>
                  <a:lnTo>
                    <a:pt x="7512" y="117550"/>
                  </a:lnTo>
                  <a:lnTo>
                    <a:pt x="6019" y="122636"/>
                  </a:lnTo>
                  <a:lnTo>
                    <a:pt x="4689" y="127766"/>
                  </a:lnTo>
                  <a:lnTo>
                    <a:pt x="3521" y="132936"/>
                  </a:lnTo>
                  <a:lnTo>
                    <a:pt x="2518" y="138140"/>
                  </a:lnTo>
                  <a:lnTo>
                    <a:pt x="1681" y="143373"/>
                  </a:lnTo>
                  <a:lnTo>
                    <a:pt x="1010" y="148631"/>
                  </a:lnTo>
                  <a:lnTo>
                    <a:pt x="506" y="153907"/>
                  </a:lnTo>
                  <a:lnTo>
                    <a:pt x="169" y="159196"/>
                  </a:lnTo>
                  <a:lnTo>
                    <a:pt x="0" y="164493"/>
                  </a:lnTo>
                  <a:lnTo>
                    <a:pt x="0" y="169793"/>
                  </a:lnTo>
                  <a:lnTo>
                    <a:pt x="167" y="175090"/>
                  </a:lnTo>
                  <a:lnTo>
                    <a:pt x="502" y="180380"/>
                  </a:lnTo>
                  <a:lnTo>
                    <a:pt x="1004" y="185656"/>
                  </a:lnTo>
                  <a:lnTo>
                    <a:pt x="1674" y="190913"/>
                  </a:lnTo>
                  <a:lnTo>
                    <a:pt x="2510" y="196147"/>
                  </a:lnTo>
                  <a:lnTo>
                    <a:pt x="3512" y="201352"/>
                  </a:lnTo>
                  <a:lnTo>
                    <a:pt x="4677" y="206522"/>
                  </a:lnTo>
                  <a:lnTo>
                    <a:pt x="6007" y="211652"/>
                  </a:lnTo>
                  <a:lnTo>
                    <a:pt x="7498" y="216738"/>
                  </a:lnTo>
                  <a:lnTo>
                    <a:pt x="9150" y="221774"/>
                  </a:lnTo>
                  <a:lnTo>
                    <a:pt x="10960" y="226756"/>
                  </a:lnTo>
                  <a:lnTo>
                    <a:pt x="12928" y="231677"/>
                  </a:lnTo>
                  <a:lnTo>
                    <a:pt x="15050" y="236533"/>
                  </a:lnTo>
                  <a:lnTo>
                    <a:pt x="17325" y="241320"/>
                  </a:lnTo>
                  <a:lnTo>
                    <a:pt x="19751" y="246032"/>
                  </a:lnTo>
                  <a:lnTo>
                    <a:pt x="22326" y="250665"/>
                  </a:lnTo>
                  <a:lnTo>
                    <a:pt x="25045" y="255214"/>
                  </a:lnTo>
                  <a:lnTo>
                    <a:pt x="27908" y="259674"/>
                  </a:lnTo>
                  <a:lnTo>
                    <a:pt x="30910" y="264042"/>
                  </a:lnTo>
                  <a:lnTo>
                    <a:pt x="34050" y="268312"/>
                  </a:lnTo>
                  <a:lnTo>
                    <a:pt x="37323" y="272480"/>
                  </a:lnTo>
                  <a:lnTo>
                    <a:pt x="40727" y="276543"/>
                  </a:lnTo>
                  <a:lnTo>
                    <a:pt x="44258" y="280495"/>
                  </a:lnTo>
                  <a:lnTo>
                    <a:pt x="47912" y="284334"/>
                  </a:lnTo>
                  <a:lnTo>
                    <a:pt x="51686" y="288055"/>
                  </a:lnTo>
                  <a:lnTo>
                    <a:pt x="55577" y="291654"/>
                  </a:lnTo>
                  <a:lnTo>
                    <a:pt x="59579" y="295129"/>
                  </a:lnTo>
                  <a:lnTo>
                    <a:pt x="63690" y="298474"/>
                  </a:lnTo>
                  <a:lnTo>
                    <a:pt x="67904" y="301688"/>
                  </a:lnTo>
                  <a:lnTo>
                    <a:pt x="72218" y="304766"/>
                  </a:lnTo>
                  <a:lnTo>
                    <a:pt x="76628" y="307707"/>
                  </a:lnTo>
                  <a:lnTo>
                    <a:pt x="81129" y="310505"/>
                  </a:lnTo>
                  <a:lnTo>
                    <a:pt x="85716" y="313160"/>
                  </a:lnTo>
                  <a:lnTo>
                    <a:pt x="90385" y="315668"/>
                  </a:lnTo>
                  <a:lnTo>
                    <a:pt x="95131" y="318027"/>
                  </a:lnTo>
                  <a:lnTo>
                    <a:pt x="99950" y="320234"/>
                  </a:lnTo>
                  <a:lnTo>
                    <a:pt x="104836" y="322287"/>
                  </a:lnTo>
                  <a:lnTo>
                    <a:pt x="109785" y="324185"/>
                  </a:lnTo>
                  <a:lnTo>
                    <a:pt x="114791" y="325924"/>
                  </a:lnTo>
                  <a:lnTo>
                    <a:pt x="119850" y="327504"/>
                  </a:lnTo>
                  <a:lnTo>
                    <a:pt x="124957" y="328923"/>
                  </a:lnTo>
                  <a:lnTo>
                    <a:pt x="130106" y="330179"/>
                  </a:lnTo>
                  <a:lnTo>
                    <a:pt x="135292" y="331271"/>
                  </a:lnTo>
                  <a:lnTo>
                    <a:pt x="140510" y="332199"/>
                  </a:lnTo>
                  <a:lnTo>
                    <a:pt x="145755" y="332960"/>
                  </a:lnTo>
                  <a:lnTo>
                    <a:pt x="151022" y="333555"/>
                  </a:lnTo>
                  <a:lnTo>
                    <a:pt x="156304" y="333982"/>
                  </a:lnTo>
                  <a:lnTo>
                    <a:pt x="161598" y="334242"/>
                  </a:lnTo>
                  <a:lnTo>
                    <a:pt x="166897" y="334334"/>
                  </a:lnTo>
                  <a:lnTo>
                    <a:pt x="172197" y="334258"/>
                  </a:lnTo>
                  <a:lnTo>
                    <a:pt x="177491" y="334014"/>
                  </a:lnTo>
                  <a:lnTo>
                    <a:pt x="182775" y="333602"/>
                  </a:lnTo>
                  <a:lnTo>
                    <a:pt x="188043" y="333023"/>
                  </a:lnTo>
                  <a:lnTo>
                    <a:pt x="193290" y="332277"/>
                  </a:lnTo>
                  <a:lnTo>
                    <a:pt x="198511" y="331365"/>
                  </a:lnTo>
                  <a:lnTo>
                    <a:pt x="203701" y="330289"/>
                  </a:lnTo>
                  <a:lnTo>
                    <a:pt x="208853" y="329048"/>
                  </a:lnTo>
                  <a:lnTo>
                    <a:pt x="213964" y="327644"/>
                  </a:lnTo>
                  <a:lnTo>
                    <a:pt x="219028" y="326080"/>
                  </a:lnTo>
                  <a:lnTo>
                    <a:pt x="224040" y="324355"/>
                  </a:lnTo>
                  <a:lnTo>
                    <a:pt x="228994" y="322472"/>
                  </a:lnTo>
                  <a:lnTo>
                    <a:pt x="233886" y="320434"/>
                  </a:lnTo>
                  <a:lnTo>
                    <a:pt x="238711" y="318241"/>
                  </a:lnTo>
                  <a:lnTo>
                    <a:pt x="243464" y="315896"/>
                  </a:lnTo>
                  <a:lnTo>
                    <a:pt x="248141" y="313402"/>
                  </a:lnTo>
                  <a:lnTo>
                    <a:pt x="252736" y="310761"/>
                  </a:lnTo>
                  <a:lnTo>
                    <a:pt x="257245" y="307976"/>
                  </a:lnTo>
                  <a:lnTo>
                    <a:pt x="261663" y="305049"/>
                  </a:lnTo>
                  <a:lnTo>
                    <a:pt x="265987" y="301983"/>
                  </a:lnTo>
                  <a:lnTo>
                    <a:pt x="270211" y="298782"/>
                  </a:lnTo>
                  <a:lnTo>
                    <a:pt x="274332" y="295449"/>
                  </a:lnTo>
                  <a:lnTo>
                    <a:pt x="278344" y="291987"/>
                  </a:lnTo>
                  <a:lnTo>
                    <a:pt x="282245" y="288399"/>
                  </a:lnTo>
                  <a:lnTo>
                    <a:pt x="286031" y="284689"/>
                  </a:lnTo>
                  <a:lnTo>
                    <a:pt x="289696" y="280861"/>
                  </a:lnTo>
                  <a:lnTo>
                    <a:pt x="293239" y="276919"/>
                  </a:lnTo>
                  <a:lnTo>
                    <a:pt x="296655" y="272867"/>
                  </a:lnTo>
                  <a:lnTo>
                    <a:pt x="299940" y="268708"/>
                  </a:lnTo>
                  <a:lnTo>
                    <a:pt x="303093" y="264448"/>
                  </a:lnTo>
                  <a:lnTo>
                    <a:pt x="306108" y="260089"/>
                  </a:lnTo>
                  <a:lnTo>
                    <a:pt x="308984" y="255637"/>
                  </a:lnTo>
                  <a:lnTo>
                    <a:pt x="311717" y="251096"/>
                  </a:lnTo>
                  <a:lnTo>
                    <a:pt x="314305" y="246471"/>
                  </a:lnTo>
                  <a:lnTo>
                    <a:pt x="316745" y="241766"/>
                  </a:lnTo>
                  <a:lnTo>
                    <a:pt x="319035" y="236986"/>
                  </a:lnTo>
                  <a:lnTo>
                    <a:pt x="321172" y="232136"/>
                  </a:lnTo>
                  <a:lnTo>
                    <a:pt x="323154" y="227221"/>
                  </a:lnTo>
                  <a:lnTo>
                    <a:pt x="324980" y="222245"/>
                  </a:lnTo>
                  <a:lnTo>
                    <a:pt x="326646" y="217214"/>
                  </a:lnTo>
                  <a:lnTo>
                    <a:pt x="328153" y="212133"/>
                  </a:lnTo>
                  <a:lnTo>
                    <a:pt x="329497" y="207006"/>
                  </a:lnTo>
                  <a:lnTo>
                    <a:pt x="330678" y="201839"/>
                  </a:lnTo>
                  <a:lnTo>
                    <a:pt x="331695" y="196638"/>
                  </a:lnTo>
                  <a:lnTo>
                    <a:pt x="332547" y="191407"/>
                  </a:lnTo>
                  <a:lnTo>
                    <a:pt x="333232" y="186151"/>
                  </a:lnTo>
                  <a:lnTo>
                    <a:pt x="333751" y="180877"/>
                  </a:lnTo>
                  <a:lnTo>
                    <a:pt x="334101" y="175588"/>
                  </a:lnTo>
                  <a:lnTo>
                    <a:pt x="334285" y="170292"/>
                  </a:lnTo>
                  <a:lnTo>
                    <a:pt x="334300" y="164992"/>
                  </a:lnTo>
                  <a:lnTo>
                    <a:pt x="334147" y="159694"/>
                  </a:lnTo>
                  <a:lnTo>
                    <a:pt x="333826" y="154403"/>
                  </a:lnTo>
                  <a:lnTo>
                    <a:pt x="333337" y="149126"/>
                  </a:lnTo>
                  <a:lnTo>
                    <a:pt x="332682" y="143867"/>
                  </a:lnTo>
                  <a:lnTo>
                    <a:pt x="331860" y="138631"/>
                  </a:lnTo>
                  <a:lnTo>
                    <a:pt x="330873" y="133424"/>
                  </a:lnTo>
                  <a:lnTo>
                    <a:pt x="329721" y="128250"/>
                  </a:lnTo>
                  <a:lnTo>
                    <a:pt x="328405" y="123116"/>
                  </a:lnTo>
                  <a:lnTo>
                    <a:pt x="326928" y="118026"/>
                  </a:lnTo>
                  <a:lnTo>
                    <a:pt x="325290" y="112986"/>
                  </a:lnTo>
                  <a:lnTo>
                    <a:pt x="323493" y="108000"/>
                  </a:lnTo>
                  <a:lnTo>
                    <a:pt x="321539" y="103073"/>
                  </a:lnTo>
                  <a:lnTo>
                    <a:pt x="319429" y="98211"/>
                  </a:lnTo>
                  <a:lnTo>
                    <a:pt x="317167" y="93418"/>
                  </a:lnTo>
                  <a:lnTo>
                    <a:pt x="314753" y="88700"/>
                  </a:lnTo>
                  <a:lnTo>
                    <a:pt x="312192" y="84060"/>
                  </a:lnTo>
                  <a:lnTo>
                    <a:pt x="309484" y="79504"/>
                  </a:lnTo>
                  <a:lnTo>
                    <a:pt x="306634" y="75035"/>
                  </a:lnTo>
                  <a:lnTo>
                    <a:pt x="303643" y="70660"/>
                  </a:lnTo>
                  <a:lnTo>
                    <a:pt x="300515" y="66381"/>
                  </a:lnTo>
                  <a:lnTo>
                    <a:pt x="297253" y="62204"/>
                  </a:lnTo>
                  <a:lnTo>
                    <a:pt x="293860" y="58132"/>
                  </a:lnTo>
                  <a:lnTo>
                    <a:pt x="290340" y="54170"/>
                  </a:lnTo>
                  <a:lnTo>
                    <a:pt x="286696" y="50322"/>
                  </a:lnTo>
                  <a:lnTo>
                    <a:pt x="282932" y="46591"/>
                  </a:lnTo>
                  <a:lnTo>
                    <a:pt x="279051" y="42981"/>
                  </a:lnTo>
                  <a:lnTo>
                    <a:pt x="275058" y="39496"/>
                  </a:lnTo>
                  <a:lnTo>
                    <a:pt x="270957" y="36139"/>
                  </a:lnTo>
                  <a:lnTo>
                    <a:pt x="266751" y="32914"/>
                  </a:lnTo>
                  <a:lnTo>
                    <a:pt x="262445" y="29824"/>
                  </a:lnTo>
                  <a:lnTo>
                    <a:pt x="258043" y="26872"/>
                  </a:lnTo>
                  <a:lnTo>
                    <a:pt x="253550" y="24061"/>
                  </a:lnTo>
                  <a:lnTo>
                    <a:pt x="248970" y="21394"/>
                  </a:lnTo>
                  <a:lnTo>
                    <a:pt x="244308" y="18873"/>
                  </a:lnTo>
                  <a:lnTo>
                    <a:pt x="239568" y="16502"/>
                  </a:lnTo>
                  <a:lnTo>
                    <a:pt x="234756" y="14281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720" y="5018213"/>
              <a:ext cx="67609" cy="167167"/>
            </a:xfrm>
            <a:custGeom>
              <a:avLst/>
              <a:pathLst>
                <a:path w="67609" h="167167">
                  <a:moveTo>
                    <a:pt x="67609" y="14282"/>
                  </a:moveTo>
                  <a:lnTo>
                    <a:pt x="62264" y="12028"/>
                  </a:lnTo>
                  <a:lnTo>
                    <a:pt x="56845" y="9962"/>
                  </a:lnTo>
                  <a:lnTo>
                    <a:pt x="51357" y="8084"/>
                  </a:lnTo>
                  <a:lnTo>
                    <a:pt x="45808" y="6398"/>
                  </a:lnTo>
                  <a:lnTo>
                    <a:pt x="40203" y="4906"/>
                  </a:lnTo>
                  <a:lnTo>
                    <a:pt x="34550" y="3609"/>
                  </a:lnTo>
                  <a:lnTo>
                    <a:pt x="28856" y="2509"/>
                  </a:lnTo>
                  <a:lnTo>
                    <a:pt x="23126" y="1607"/>
                  </a:lnTo>
                  <a:lnTo>
                    <a:pt x="17369" y="904"/>
                  </a:lnTo>
                  <a:lnTo>
                    <a:pt x="11591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797986" y="5269756"/>
              <a:ext cx="166514" cy="167167"/>
            </a:xfrm>
            <a:custGeom>
              <a:avLst/>
              <a:pathLst>
                <a:path w="166514" h="167167">
                  <a:moveTo>
                    <a:pt x="166514" y="0"/>
                  </a:moveTo>
                  <a:lnTo>
                    <a:pt x="161128" y="86"/>
                  </a:lnTo>
                  <a:lnTo>
                    <a:pt x="155747" y="347"/>
                  </a:lnTo>
                  <a:lnTo>
                    <a:pt x="150378" y="780"/>
                  </a:lnTo>
                  <a:lnTo>
                    <a:pt x="145025" y="1386"/>
                  </a:lnTo>
                  <a:lnTo>
                    <a:pt x="139695" y="2165"/>
                  </a:lnTo>
                  <a:lnTo>
                    <a:pt x="134392" y="3115"/>
                  </a:lnTo>
                  <a:lnTo>
                    <a:pt x="129123" y="4235"/>
                  </a:lnTo>
                  <a:lnTo>
                    <a:pt x="123893" y="5524"/>
                  </a:lnTo>
                  <a:lnTo>
                    <a:pt x="118707" y="6981"/>
                  </a:lnTo>
                  <a:lnTo>
                    <a:pt x="113570" y="8605"/>
                  </a:lnTo>
                  <a:lnTo>
                    <a:pt x="108489" y="10393"/>
                  </a:lnTo>
                  <a:lnTo>
                    <a:pt x="103468" y="12344"/>
                  </a:lnTo>
                  <a:lnTo>
                    <a:pt x="98512" y="14456"/>
                  </a:lnTo>
                  <a:lnTo>
                    <a:pt x="93627" y="16726"/>
                  </a:lnTo>
                  <a:lnTo>
                    <a:pt x="88817" y="19153"/>
                  </a:lnTo>
                  <a:lnTo>
                    <a:pt x="84089" y="21733"/>
                  </a:lnTo>
                  <a:lnTo>
                    <a:pt x="79445" y="24465"/>
                  </a:lnTo>
                  <a:lnTo>
                    <a:pt x="74893" y="27344"/>
                  </a:lnTo>
                  <a:lnTo>
                    <a:pt x="70435" y="30369"/>
                  </a:lnTo>
                  <a:lnTo>
                    <a:pt x="66077" y="33536"/>
                  </a:lnTo>
                  <a:lnTo>
                    <a:pt x="61824" y="36841"/>
                  </a:lnTo>
                  <a:lnTo>
                    <a:pt x="57679" y="40282"/>
                  </a:lnTo>
                  <a:lnTo>
                    <a:pt x="53647" y="43855"/>
                  </a:lnTo>
                  <a:lnTo>
                    <a:pt x="49732" y="47555"/>
                  </a:lnTo>
                  <a:lnTo>
                    <a:pt x="45939" y="51380"/>
                  </a:lnTo>
                  <a:lnTo>
                    <a:pt x="42271" y="55325"/>
                  </a:lnTo>
                  <a:lnTo>
                    <a:pt x="38732" y="59386"/>
                  </a:lnTo>
                  <a:lnTo>
                    <a:pt x="35326" y="63560"/>
                  </a:lnTo>
                  <a:lnTo>
                    <a:pt x="32055" y="67840"/>
                  </a:lnTo>
                  <a:lnTo>
                    <a:pt x="28925" y="72224"/>
                  </a:lnTo>
                  <a:lnTo>
                    <a:pt x="25937" y="76707"/>
                  </a:lnTo>
                  <a:lnTo>
                    <a:pt x="23095" y="81283"/>
                  </a:lnTo>
                  <a:lnTo>
                    <a:pt x="20403" y="85949"/>
                  </a:lnTo>
                  <a:lnTo>
                    <a:pt x="17862" y="90699"/>
                  </a:lnTo>
                  <a:lnTo>
                    <a:pt x="15475" y="95528"/>
                  </a:lnTo>
                  <a:lnTo>
                    <a:pt x="13245" y="100432"/>
                  </a:lnTo>
                  <a:lnTo>
                    <a:pt x="11175" y="105405"/>
                  </a:lnTo>
                  <a:lnTo>
                    <a:pt x="9265" y="110442"/>
                  </a:lnTo>
                  <a:lnTo>
                    <a:pt x="7519" y="115538"/>
                  </a:lnTo>
                  <a:lnTo>
                    <a:pt x="5938" y="120688"/>
                  </a:lnTo>
                  <a:lnTo>
                    <a:pt x="4524" y="125886"/>
                  </a:lnTo>
                  <a:lnTo>
                    <a:pt x="3278" y="131127"/>
                  </a:lnTo>
                  <a:lnTo>
                    <a:pt x="2202" y="136405"/>
                  </a:lnTo>
                  <a:lnTo>
                    <a:pt x="1296" y="141715"/>
                  </a:lnTo>
                  <a:lnTo>
                    <a:pt x="561" y="147052"/>
                  </a:lnTo>
                  <a:lnTo>
                    <a:pt x="0" y="152410"/>
                  </a:lnTo>
                  <a:lnTo>
                    <a:pt x="16651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7338" y="5269756"/>
              <a:ext cx="334316" cy="334331"/>
            </a:xfrm>
            <a:custGeom>
              <a:avLst/>
              <a:pathLst>
                <a:path w="334316" h="334331">
                  <a:moveTo>
                    <a:pt x="648" y="152410"/>
                  </a:moveTo>
                  <a:lnTo>
                    <a:pt x="263" y="157710"/>
                  </a:lnTo>
                  <a:lnTo>
                    <a:pt x="47" y="163020"/>
                  </a:lnTo>
                  <a:lnTo>
                    <a:pt x="0" y="168335"/>
                  </a:lnTo>
                  <a:lnTo>
                    <a:pt x="121" y="173648"/>
                  </a:lnTo>
                  <a:lnTo>
                    <a:pt x="412" y="178955"/>
                  </a:lnTo>
                  <a:lnTo>
                    <a:pt x="871" y="184249"/>
                  </a:lnTo>
                  <a:lnTo>
                    <a:pt x="1498" y="189527"/>
                  </a:lnTo>
                  <a:lnTo>
                    <a:pt x="2292" y="194782"/>
                  </a:lnTo>
                  <a:lnTo>
                    <a:pt x="3253" y="200009"/>
                  </a:lnTo>
                  <a:lnTo>
                    <a:pt x="4380" y="205202"/>
                  </a:lnTo>
                  <a:lnTo>
                    <a:pt x="5671" y="210358"/>
                  </a:lnTo>
                  <a:lnTo>
                    <a:pt x="7126" y="215469"/>
                  </a:lnTo>
                  <a:lnTo>
                    <a:pt x="8742" y="220532"/>
                  </a:lnTo>
                  <a:lnTo>
                    <a:pt x="10519" y="225541"/>
                  </a:lnTo>
                  <a:lnTo>
                    <a:pt x="12453" y="230491"/>
                  </a:lnTo>
                  <a:lnTo>
                    <a:pt x="14544" y="235377"/>
                  </a:lnTo>
                  <a:lnTo>
                    <a:pt x="16790" y="240194"/>
                  </a:lnTo>
                  <a:lnTo>
                    <a:pt x="19187" y="244937"/>
                  </a:lnTo>
                  <a:lnTo>
                    <a:pt x="21734" y="249601"/>
                  </a:lnTo>
                  <a:lnTo>
                    <a:pt x="24428" y="254183"/>
                  </a:lnTo>
                  <a:lnTo>
                    <a:pt x="27266" y="258676"/>
                  </a:lnTo>
                  <a:lnTo>
                    <a:pt x="30246" y="263077"/>
                  </a:lnTo>
                  <a:lnTo>
                    <a:pt x="33364" y="267381"/>
                  </a:lnTo>
                  <a:lnTo>
                    <a:pt x="36617" y="271583"/>
                  </a:lnTo>
                  <a:lnTo>
                    <a:pt x="40002" y="275680"/>
                  </a:lnTo>
                  <a:lnTo>
                    <a:pt x="43516" y="279667"/>
                  </a:lnTo>
                  <a:lnTo>
                    <a:pt x="47154" y="283541"/>
                  </a:lnTo>
                  <a:lnTo>
                    <a:pt x="50914" y="287297"/>
                  </a:lnTo>
                  <a:lnTo>
                    <a:pt x="54792" y="290932"/>
                  </a:lnTo>
                  <a:lnTo>
                    <a:pt x="58783" y="294441"/>
                  </a:lnTo>
                  <a:lnTo>
                    <a:pt x="62883" y="297822"/>
                  </a:lnTo>
                  <a:lnTo>
                    <a:pt x="67089" y="301071"/>
                  </a:lnTo>
                  <a:lnTo>
                    <a:pt x="71396" y="304184"/>
                  </a:lnTo>
                  <a:lnTo>
                    <a:pt x="75800" y="307159"/>
                  </a:lnTo>
                  <a:lnTo>
                    <a:pt x="80297" y="309993"/>
                  </a:lnTo>
                  <a:lnTo>
                    <a:pt x="84881" y="312682"/>
                  </a:lnTo>
                  <a:lnTo>
                    <a:pt x="89548" y="315224"/>
                  </a:lnTo>
                  <a:lnTo>
                    <a:pt x="94293" y="317616"/>
                  </a:lnTo>
                  <a:lnTo>
                    <a:pt x="99113" y="319857"/>
                  </a:lnTo>
                  <a:lnTo>
                    <a:pt x="104001" y="321943"/>
                  </a:lnTo>
                  <a:lnTo>
                    <a:pt x="108953" y="323872"/>
                  </a:lnTo>
                  <a:lnTo>
                    <a:pt x="113963" y="325643"/>
                  </a:lnTo>
                  <a:lnTo>
                    <a:pt x="119028" y="327254"/>
                  </a:lnTo>
                  <a:lnTo>
                    <a:pt x="124141" y="328704"/>
                  </a:lnTo>
                  <a:lnTo>
                    <a:pt x="129298" y="329990"/>
                  </a:lnTo>
                  <a:lnTo>
                    <a:pt x="134493" y="331111"/>
                  </a:lnTo>
                  <a:lnTo>
                    <a:pt x="139721" y="332067"/>
                  </a:lnTo>
                  <a:lnTo>
                    <a:pt x="144976" y="332856"/>
                  </a:lnTo>
                  <a:lnTo>
                    <a:pt x="150254" y="333477"/>
                  </a:lnTo>
                  <a:lnTo>
                    <a:pt x="155550" y="333931"/>
                  </a:lnTo>
                  <a:lnTo>
                    <a:pt x="160857" y="334215"/>
                  </a:lnTo>
                  <a:lnTo>
                    <a:pt x="166170" y="334331"/>
                  </a:lnTo>
                  <a:lnTo>
                    <a:pt x="171484" y="334279"/>
                  </a:lnTo>
                  <a:lnTo>
                    <a:pt x="176794" y="334057"/>
                  </a:lnTo>
                  <a:lnTo>
                    <a:pt x="182094" y="333666"/>
                  </a:lnTo>
                  <a:lnTo>
                    <a:pt x="187379" y="333107"/>
                  </a:lnTo>
                  <a:lnTo>
                    <a:pt x="192644" y="332381"/>
                  </a:lnTo>
                  <a:lnTo>
                    <a:pt x="197883" y="331487"/>
                  </a:lnTo>
                  <a:lnTo>
                    <a:pt x="203091" y="330428"/>
                  </a:lnTo>
                  <a:lnTo>
                    <a:pt x="208262" y="329203"/>
                  </a:lnTo>
                  <a:lnTo>
                    <a:pt x="213393" y="327815"/>
                  </a:lnTo>
                  <a:lnTo>
                    <a:pt x="218476" y="326264"/>
                  </a:lnTo>
                  <a:lnTo>
                    <a:pt x="223507" y="324553"/>
                  </a:lnTo>
                  <a:lnTo>
                    <a:pt x="228482" y="322682"/>
                  </a:lnTo>
                  <a:lnTo>
                    <a:pt x="233394" y="320654"/>
                  </a:lnTo>
                  <a:lnTo>
                    <a:pt x="238240" y="318471"/>
                  </a:lnTo>
                  <a:lnTo>
                    <a:pt x="243014" y="316135"/>
                  </a:lnTo>
                  <a:lnTo>
                    <a:pt x="247711" y="313649"/>
                  </a:lnTo>
                  <a:lnTo>
                    <a:pt x="252326" y="311015"/>
                  </a:lnTo>
                  <a:lnTo>
                    <a:pt x="256856" y="308235"/>
                  </a:lnTo>
                  <a:lnTo>
                    <a:pt x="261295" y="305312"/>
                  </a:lnTo>
                  <a:lnTo>
                    <a:pt x="265639" y="302250"/>
                  </a:lnTo>
                  <a:lnTo>
                    <a:pt x="269883" y="299052"/>
                  </a:lnTo>
                  <a:lnTo>
                    <a:pt x="274023" y="295720"/>
                  </a:lnTo>
                  <a:lnTo>
                    <a:pt x="278056" y="292258"/>
                  </a:lnTo>
                  <a:lnTo>
                    <a:pt x="281976" y="288670"/>
                  </a:lnTo>
                  <a:lnTo>
                    <a:pt x="285780" y="284959"/>
                  </a:lnTo>
                  <a:lnTo>
                    <a:pt x="289465" y="281128"/>
                  </a:lnTo>
                  <a:lnTo>
                    <a:pt x="293025" y="277183"/>
                  </a:lnTo>
                  <a:lnTo>
                    <a:pt x="296459" y="273127"/>
                  </a:lnTo>
                  <a:lnTo>
                    <a:pt x="299762" y="268963"/>
                  </a:lnTo>
                  <a:lnTo>
                    <a:pt x="302931" y="264697"/>
                  </a:lnTo>
                  <a:lnTo>
                    <a:pt x="305962" y="260331"/>
                  </a:lnTo>
                  <a:lnTo>
                    <a:pt x="308854" y="255872"/>
                  </a:lnTo>
                  <a:lnTo>
                    <a:pt x="311602" y="251323"/>
                  </a:lnTo>
                  <a:lnTo>
                    <a:pt x="314204" y="246689"/>
                  </a:lnTo>
                  <a:lnTo>
                    <a:pt x="316658" y="241975"/>
                  </a:lnTo>
                  <a:lnTo>
                    <a:pt x="318960" y="237185"/>
                  </a:lnTo>
                  <a:lnTo>
                    <a:pt x="321109" y="232324"/>
                  </a:lnTo>
                  <a:lnTo>
                    <a:pt x="323103" y="227398"/>
                  </a:lnTo>
                  <a:lnTo>
                    <a:pt x="324938" y="222410"/>
                  </a:lnTo>
                  <a:lnTo>
                    <a:pt x="326615" y="217367"/>
                  </a:lnTo>
                  <a:lnTo>
                    <a:pt x="328130" y="212273"/>
                  </a:lnTo>
                  <a:lnTo>
                    <a:pt x="329482" y="207134"/>
                  </a:lnTo>
                  <a:lnTo>
                    <a:pt x="330671" y="201954"/>
                  </a:lnTo>
                  <a:lnTo>
                    <a:pt x="331694" y="196738"/>
                  </a:lnTo>
                  <a:lnTo>
                    <a:pt x="332551" y="191493"/>
                  </a:lnTo>
                  <a:lnTo>
                    <a:pt x="333241" y="186224"/>
                  </a:lnTo>
                  <a:lnTo>
                    <a:pt x="333762" y="180935"/>
                  </a:lnTo>
                  <a:lnTo>
                    <a:pt x="334116" y="175632"/>
                  </a:lnTo>
                  <a:lnTo>
                    <a:pt x="334301" y="170321"/>
                  </a:lnTo>
                  <a:lnTo>
                    <a:pt x="334316" y="165006"/>
                  </a:lnTo>
                  <a:lnTo>
                    <a:pt x="334163" y="159694"/>
                  </a:lnTo>
                  <a:lnTo>
                    <a:pt x="333841" y="154389"/>
                  </a:lnTo>
                  <a:lnTo>
                    <a:pt x="333351" y="149097"/>
                  </a:lnTo>
                  <a:lnTo>
                    <a:pt x="332692" y="143823"/>
                  </a:lnTo>
                  <a:lnTo>
                    <a:pt x="331867" y="138573"/>
                  </a:lnTo>
                  <a:lnTo>
                    <a:pt x="330875" y="133352"/>
                  </a:lnTo>
                  <a:lnTo>
                    <a:pt x="329717" y="128165"/>
                  </a:lnTo>
                  <a:lnTo>
                    <a:pt x="328395" y="123018"/>
                  </a:lnTo>
                  <a:lnTo>
                    <a:pt x="326910" y="117915"/>
                  </a:lnTo>
                  <a:lnTo>
                    <a:pt x="325264" y="112862"/>
                  </a:lnTo>
                  <a:lnTo>
                    <a:pt x="323458" y="107863"/>
                  </a:lnTo>
                  <a:lnTo>
                    <a:pt x="321493" y="102925"/>
                  </a:lnTo>
                  <a:lnTo>
                    <a:pt x="319373" y="98052"/>
                  </a:lnTo>
                  <a:lnTo>
                    <a:pt x="317099" y="93248"/>
                  </a:lnTo>
                  <a:lnTo>
                    <a:pt x="314674" y="88519"/>
                  </a:lnTo>
                  <a:lnTo>
                    <a:pt x="312099" y="83870"/>
                  </a:lnTo>
                  <a:lnTo>
                    <a:pt x="309378" y="79305"/>
                  </a:lnTo>
                  <a:lnTo>
                    <a:pt x="306513" y="74829"/>
                  </a:lnTo>
                  <a:lnTo>
                    <a:pt x="303508" y="70446"/>
                  </a:lnTo>
                  <a:lnTo>
                    <a:pt x="300364" y="66160"/>
                  </a:lnTo>
                  <a:lnTo>
                    <a:pt x="297086" y="61977"/>
                  </a:lnTo>
                  <a:lnTo>
                    <a:pt x="293677" y="57900"/>
                  </a:lnTo>
                  <a:lnTo>
                    <a:pt x="290139" y="53934"/>
                  </a:lnTo>
                  <a:lnTo>
                    <a:pt x="286478" y="50082"/>
                  </a:lnTo>
                  <a:lnTo>
                    <a:pt x="282696" y="46348"/>
                  </a:lnTo>
                  <a:lnTo>
                    <a:pt x="278797" y="42737"/>
                  </a:lnTo>
                  <a:lnTo>
                    <a:pt x="274785" y="39251"/>
                  </a:lnTo>
                  <a:lnTo>
                    <a:pt x="270664" y="35895"/>
                  </a:lnTo>
                  <a:lnTo>
                    <a:pt x="266439" y="32671"/>
                  </a:lnTo>
                  <a:lnTo>
                    <a:pt x="262114" y="29583"/>
                  </a:lnTo>
                  <a:lnTo>
                    <a:pt x="257692" y="26634"/>
                  </a:lnTo>
                  <a:lnTo>
                    <a:pt x="253179" y="23828"/>
                  </a:lnTo>
                  <a:lnTo>
                    <a:pt x="248579" y="21166"/>
                  </a:lnTo>
                  <a:lnTo>
                    <a:pt x="243897" y="18652"/>
                  </a:lnTo>
                  <a:lnTo>
                    <a:pt x="239137" y="16287"/>
                  </a:lnTo>
                  <a:lnTo>
                    <a:pt x="234305" y="14076"/>
                  </a:lnTo>
                  <a:lnTo>
                    <a:pt x="229404" y="12019"/>
                  </a:lnTo>
                  <a:lnTo>
                    <a:pt x="224441" y="10119"/>
                  </a:lnTo>
                  <a:lnTo>
                    <a:pt x="219420" y="8377"/>
                  </a:lnTo>
                  <a:lnTo>
                    <a:pt x="214346" y="6796"/>
                  </a:lnTo>
                  <a:lnTo>
                    <a:pt x="209224" y="5378"/>
                  </a:lnTo>
                  <a:lnTo>
                    <a:pt x="204060" y="4122"/>
                  </a:lnTo>
                  <a:lnTo>
                    <a:pt x="198859" y="3032"/>
                  </a:lnTo>
                  <a:lnTo>
                    <a:pt x="193625" y="2107"/>
                  </a:lnTo>
                  <a:lnTo>
                    <a:pt x="188365" y="1349"/>
                  </a:lnTo>
                  <a:lnTo>
                    <a:pt x="183083" y="759"/>
                  </a:lnTo>
                  <a:lnTo>
                    <a:pt x="177785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76531" y="5399291"/>
              <a:ext cx="9684" cy="167167"/>
            </a:xfrm>
            <a:custGeom>
              <a:avLst/>
              <a:pathLst>
                <a:path w="9684" h="167167">
                  <a:moveTo>
                    <a:pt x="9684" y="0"/>
                  </a:moveTo>
                  <a:lnTo>
                    <a:pt x="0" y="280"/>
                  </a:lnTo>
                  <a:lnTo>
                    <a:pt x="968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6531" y="5399572"/>
              <a:ext cx="9684" cy="166886"/>
            </a:xfrm>
            <a:custGeom>
              <a:avLst/>
              <a:pathLst>
                <a:path w="9684" h="166886">
                  <a:moveTo>
                    <a:pt x="0" y="0"/>
                  </a:moveTo>
                  <a:lnTo>
                    <a:pt x="9684" y="166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531" y="5399572"/>
              <a:ext cx="9684" cy="166886"/>
            </a:xfrm>
            <a:custGeom>
              <a:avLst/>
              <a:pathLst>
                <a:path w="9684" h="166886">
                  <a:moveTo>
                    <a:pt x="0" y="0"/>
                  </a:moveTo>
                  <a:lnTo>
                    <a:pt x="9684" y="166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531" y="5399572"/>
              <a:ext cx="9684" cy="166886"/>
            </a:xfrm>
            <a:custGeom>
              <a:avLst/>
              <a:pathLst>
                <a:path w="9684" h="166886">
                  <a:moveTo>
                    <a:pt x="0" y="0"/>
                  </a:moveTo>
                  <a:lnTo>
                    <a:pt x="9684" y="166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531" y="5399572"/>
              <a:ext cx="9684" cy="166886"/>
            </a:xfrm>
            <a:custGeom>
              <a:avLst/>
              <a:pathLst>
                <a:path w="9684" h="166886">
                  <a:moveTo>
                    <a:pt x="0" y="0"/>
                  </a:moveTo>
                  <a:lnTo>
                    <a:pt x="9684" y="166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531" y="5399572"/>
              <a:ext cx="9684" cy="166886"/>
            </a:xfrm>
            <a:custGeom>
              <a:avLst/>
              <a:pathLst>
                <a:path w="9684" h="166886">
                  <a:moveTo>
                    <a:pt x="0" y="0"/>
                  </a:moveTo>
                  <a:lnTo>
                    <a:pt x="9684" y="1668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531" y="5399572"/>
              <a:ext cx="9684" cy="166886"/>
            </a:xfrm>
            <a:custGeom>
              <a:avLst/>
              <a:pathLst>
                <a:path w="9684" h="166886">
                  <a:moveTo>
                    <a:pt x="0" y="0"/>
                  </a:moveTo>
                  <a:lnTo>
                    <a:pt x="9684" y="1668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319056" y="5399572"/>
              <a:ext cx="334320" cy="334050"/>
            </a:xfrm>
            <a:custGeom>
              <a:avLst/>
              <a:pathLst>
                <a:path w="334320" h="334050">
                  <a:moveTo>
                    <a:pt x="157475" y="0"/>
                  </a:moveTo>
                  <a:lnTo>
                    <a:pt x="152186" y="391"/>
                  </a:lnTo>
                  <a:lnTo>
                    <a:pt x="146913" y="949"/>
                  </a:lnTo>
                  <a:lnTo>
                    <a:pt x="141660" y="1675"/>
                  </a:lnTo>
                  <a:lnTo>
                    <a:pt x="136432" y="2567"/>
                  </a:lnTo>
                  <a:lnTo>
                    <a:pt x="131236" y="3624"/>
                  </a:lnTo>
                  <a:lnTo>
                    <a:pt x="126076" y="4846"/>
                  </a:lnTo>
                  <a:lnTo>
                    <a:pt x="120957" y="6230"/>
                  </a:lnTo>
                  <a:lnTo>
                    <a:pt x="115884" y="7777"/>
                  </a:lnTo>
                  <a:lnTo>
                    <a:pt x="110864" y="9483"/>
                  </a:lnTo>
                  <a:lnTo>
                    <a:pt x="105899" y="11348"/>
                  </a:lnTo>
                  <a:lnTo>
                    <a:pt x="100997" y="13369"/>
                  </a:lnTo>
                  <a:lnTo>
                    <a:pt x="96161" y="15545"/>
                  </a:lnTo>
                  <a:lnTo>
                    <a:pt x="91396" y="17873"/>
                  </a:lnTo>
                  <a:lnTo>
                    <a:pt x="86708" y="20351"/>
                  </a:lnTo>
                  <a:lnTo>
                    <a:pt x="82101" y="22976"/>
                  </a:lnTo>
                  <a:lnTo>
                    <a:pt x="77579" y="25747"/>
                  </a:lnTo>
                  <a:lnTo>
                    <a:pt x="73147" y="28659"/>
                  </a:lnTo>
                  <a:lnTo>
                    <a:pt x="68810" y="31710"/>
                  </a:lnTo>
                  <a:lnTo>
                    <a:pt x="64572" y="34898"/>
                  </a:lnTo>
                  <a:lnTo>
                    <a:pt x="60437" y="38218"/>
                  </a:lnTo>
                  <a:lnTo>
                    <a:pt x="56410" y="41668"/>
                  </a:lnTo>
                  <a:lnTo>
                    <a:pt x="52494" y="45243"/>
                  </a:lnTo>
                  <a:lnTo>
                    <a:pt x="48694" y="48942"/>
                  </a:lnTo>
                  <a:lnTo>
                    <a:pt x="45012" y="52758"/>
                  </a:lnTo>
                  <a:lnTo>
                    <a:pt x="41454" y="56690"/>
                  </a:lnTo>
                  <a:lnTo>
                    <a:pt x="38022" y="60733"/>
                  </a:lnTo>
                  <a:lnTo>
                    <a:pt x="34720" y="64882"/>
                  </a:lnTo>
                  <a:lnTo>
                    <a:pt x="31551" y="69134"/>
                  </a:lnTo>
                  <a:lnTo>
                    <a:pt x="28519" y="73484"/>
                  </a:lnTo>
                  <a:lnTo>
                    <a:pt x="25626" y="77929"/>
                  </a:lnTo>
                  <a:lnTo>
                    <a:pt x="22876" y="82463"/>
                  </a:lnTo>
                  <a:lnTo>
                    <a:pt x="20270" y="87082"/>
                  </a:lnTo>
                  <a:lnTo>
                    <a:pt x="17813" y="91781"/>
                  </a:lnTo>
                  <a:lnTo>
                    <a:pt x="15506" y="96555"/>
                  </a:lnTo>
                  <a:lnTo>
                    <a:pt x="13352" y="101401"/>
                  </a:lnTo>
                  <a:lnTo>
                    <a:pt x="11352" y="106312"/>
                  </a:lnTo>
                  <a:lnTo>
                    <a:pt x="9509" y="111285"/>
                  </a:lnTo>
                  <a:lnTo>
                    <a:pt x="7825" y="116313"/>
                  </a:lnTo>
                  <a:lnTo>
                    <a:pt x="6301" y="121392"/>
                  </a:lnTo>
                  <a:lnTo>
                    <a:pt x="4939" y="126517"/>
                  </a:lnTo>
                  <a:lnTo>
                    <a:pt x="3740" y="131683"/>
                  </a:lnTo>
                  <a:lnTo>
                    <a:pt x="2706" y="136884"/>
                  </a:lnTo>
                  <a:lnTo>
                    <a:pt x="1837" y="142115"/>
                  </a:lnTo>
                  <a:lnTo>
                    <a:pt x="1134" y="147371"/>
                  </a:lnTo>
                  <a:lnTo>
                    <a:pt x="599" y="152647"/>
                  </a:lnTo>
                  <a:lnTo>
                    <a:pt x="231" y="157937"/>
                  </a:lnTo>
                  <a:lnTo>
                    <a:pt x="31" y="163236"/>
                  </a:lnTo>
                  <a:lnTo>
                    <a:pt x="0" y="168539"/>
                  </a:lnTo>
                  <a:lnTo>
                    <a:pt x="136" y="173840"/>
                  </a:lnTo>
                  <a:lnTo>
                    <a:pt x="441" y="179134"/>
                  </a:lnTo>
                  <a:lnTo>
                    <a:pt x="913" y="184416"/>
                  </a:lnTo>
                  <a:lnTo>
                    <a:pt x="1553" y="189680"/>
                  </a:lnTo>
                  <a:lnTo>
                    <a:pt x="2359" y="194922"/>
                  </a:lnTo>
                  <a:lnTo>
                    <a:pt x="3331" y="200135"/>
                  </a:lnTo>
                  <a:lnTo>
                    <a:pt x="4468" y="205314"/>
                  </a:lnTo>
                  <a:lnTo>
                    <a:pt x="5769" y="210455"/>
                  </a:lnTo>
                  <a:lnTo>
                    <a:pt x="7232" y="215552"/>
                  </a:lnTo>
                  <a:lnTo>
                    <a:pt x="8856" y="220600"/>
                  </a:lnTo>
                  <a:lnTo>
                    <a:pt x="10639" y="225594"/>
                  </a:lnTo>
                  <a:lnTo>
                    <a:pt x="12580" y="230529"/>
                  </a:lnTo>
                  <a:lnTo>
                    <a:pt x="14677" y="235400"/>
                  </a:lnTo>
                  <a:lnTo>
                    <a:pt x="16926" y="240202"/>
                  </a:lnTo>
                  <a:lnTo>
                    <a:pt x="19327" y="244930"/>
                  </a:lnTo>
                  <a:lnTo>
                    <a:pt x="21877" y="249580"/>
                  </a:lnTo>
                  <a:lnTo>
                    <a:pt x="24573" y="254146"/>
                  </a:lnTo>
                  <a:lnTo>
                    <a:pt x="27413" y="258625"/>
                  </a:lnTo>
                  <a:lnTo>
                    <a:pt x="30393" y="263011"/>
                  </a:lnTo>
                  <a:lnTo>
                    <a:pt x="33511" y="267301"/>
                  </a:lnTo>
                  <a:lnTo>
                    <a:pt x="36763" y="271489"/>
                  </a:lnTo>
                  <a:lnTo>
                    <a:pt x="40146" y="275573"/>
                  </a:lnTo>
                  <a:lnTo>
                    <a:pt x="43657" y="279547"/>
                  </a:lnTo>
                  <a:lnTo>
                    <a:pt x="47293" y="283407"/>
                  </a:lnTo>
                  <a:lnTo>
                    <a:pt x="51049" y="287150"/>
                  </a:lnTo>
                  <a:lnTo>
                    <a:pt x="54922" y="290773"/>
                  </a:lnTo>
                  <a:lnTo>
                    <a:pt x="58908" y="294270"/>
                  </a:lnTo>
                  <a:lnTo>
                    <a:pt x="63003" y="297640"/>
                  </a:lnTo>
                  <a:lnTo>
                    <a:pt x="67202" y="300877"/>
                  </a:lnTo>
                  <a:lnTo>
                    <a:pt x="71503" y="303980"/>
                  </a:lnTo>
                  <a:lnTo>
                    <a:pt x="75899" y="306946"/>
                  </a:lnTo>
                  <a:lnTo>
                    <a:pt x="80387" y="309770"/>
                  </a:lnTo>
                  <a:lnTo>
                    <a:pt x="84963" y="312450"/>
                  </a:lnTo>
                  <a:lnTo>
                    <a:pt x="89621" y="314984"/>
                  </a:lnTo>
                  <a:lnTo>
                    <a:pt x="94358" y="317369"/>
                  </a:lnTo>
                  <a:lnTo>
                    <a:pt x="99167" y="319602"/>
                  </a:lnTo>
                  <a:lnTo>
                    <a:pt x="104045" y="321682"/>
                  </a:lnTo>
                  <a:lnTo>
                    <a:pt x="108987" y="323606"/>
                  </a:lnTo>
                  <a:lnTo>
                    <a:pt x="113987" y="325372"/>
                  </a:lnTo>
                  <a:lnTo>
                    <a:pt x="119041" y="326979"/>
                  </a:lnTo>
                  <a:lnTo>
                    <a:pt x="124143" y="328424"/>
                  </a:lnTo>
                  <a:lnTo>
                    <a:pt x="129288" y="329707"/>
                  </a:lnTo>
                  <a:lnTo>
                    <a:pt x="134471" y="330827"/>
                  </a:lnTo>
                  <a:lnTo>
                    <a:pt x="139688" y="331781"/>
                  </a:lnTo>
                  <a:lnTo>
                    <a:pt x="144932" y="332569"/>
                  </a:lnTo>
                  <a:lnTo>
                    <a:pt x="150198" y="333191"/>
                  </a:lnTo>
                  <a:lnTo>
                    <a:pt x="155481" y="333645"/>
                  </a:lnTo>
                  <a:lnTo>
                    <a:pt x="160777" y="333932"/>
                  </a:lnTo>
                  <a:lnTo>
                    <a:pt x="166078" y="334050"/>
                  </a:lnTo>
                  <a:lnTo>
                    <a:pt x="171381" y="334000"/>
                  </a:lnTo>
                  <a:lnTo>
                    <a:pt x="176679" y="333782"/>
                  </a:lnTo>
                  <a:lnTo>
                    <a:pt x="181968" y="333396"/>
                  </a:lnTo>
                  <a:lnTo>
                    <a:pt x="187242" y="332843"/>
                  </a:lnTo>
                  <a:lnTo>
                    <a:pt x="192496" y="332122"/>
                  </a:lnTo>
                  <a:lnTo>
                    <a:pt x="197724" y="331236"/>
                  </a:lnTo>
                  <a:lnTo>
                    <a:pt x="202921" y="330183"/>
                  </a:lnTo>
                  <a:lnTo>
                    <a:pt x="208083" y="328967"/>
                  </a:lnTo>
                  <a:lnTo>
                    <a:pt x="213203" y="327587"/>
                  </a:lnTo>
                  <a:lnTo>
                    <a:pt x="218277" y="326046"/>
                  </a:lnTo>
                  <a:lnTo>
                    <a:pt x="223300" y="324345"/>
                  </a:lnTo>
                  <a:lnTo>
                    <a:pt x="228266" y="322485"/>
                  </a:lnTo>
                  <a:lnTo>
                    <a:pt x="233170" y="320468"/>
                  </a:lnTo>
                  <a:lnTo>
                    <a:pt x="238008" y="318297"/>
                  </a:lnTo>
                  <a:lnTo>
                    <a:pt x="242775" y="315974"/>
                  </a:lnTo>
                  <a:lnTo>
                    <a:pt x="247466" y="313500"/>
                  </a:lnTo>
                  <a:lnTo>
                    <a:pt x="252076" y="310879"/>
                  </a:lnTo>
                  <a:lnTo>
                    <a:pt x="256600" y="308114"/>
                  </a:lnTo>
                  <a:lnTo>
                    <a:pt x="261035" y="305206"/>
                  </a:lnTo>
                  <a:lnTo>
                    <a:pt x="265375" y="302158"/>
                  </a:lnTo>
                  <a:lnTo>
                    <a:pt x="269616" y="298975"/>
                  </a:lnTo>
                  <a:lnTo>
                    <a:pt x="273754" y="295659"/>
                  </a:lnTo>
                  <a:lnTo>
                    <a:pt x="277785" y="292213"/>
                  </a:lnTo>
                  <a:lnTo>
                    <a:pt x="281704" y="288641"/>
                  </a:lnTo>
                  <a:lnTo>
                    <a:pt x="285508" y="284947"/>
                  </a:lnTo>
                  <a:lnTo>
                    <a:pt x="289193" y="281134"/>
                  </a:lnTo>
                  <a:lnTo>
                    <a:pt x="292756" y="277206"/>
                  </a:lnTo>
                  <a:lnTo>
                    <a:pt x="296192" y="273166"/>
                  </a:lnTo>
                  <a:lnTo>
                    <a:pt x="299498" y="269020"/>
                  </a:lnTo>
                  <a:lnTo>
                    <a:pt x="302671" y="264771"/>
                  </a:lnTo>
                  <a:lnTo>
                    <a:pt x="305707" y="260424"/>
                  </a:lnTo>
                  <a:lnTo>
                    <a:pt x="308604" y="255982"/>
                  </a:lnTo>
                  <a:lnTo>
                    <a:pt x="311359" y="251451"/>
                  </a:lnTo>
                  <a:lnTo>
                    <a:pt x="313969" y="246835"/>
                  </a:lnTo>
                  <a:lnTo>
                    <a:pt x="316431" y="242138"/>
                  </a:lnTo>
                  <a:lnTo>
                    <a:pt x="318742" y="237366"/>
                  </a:lnTo>
                  <a:lnTo>
                    <a:pt x="320902" y="232522"/>
                  </a:lnTo>
                  <a:lnTo>
                    <a:pt x="322906" y="227613"/>
                  </a:lnTo>
                  <a:lnTo>
                    <a:pt x="324754" y="222642"/>
                  </a:lnTo>
                  <a:lnTo>
                    <a:pt x="326443" y="217616"/>
                  </a:lnTo>
                  <a:lnTo>
                    <a:pt x="327972" y="212538"/>
                  </a:lnTo>
                  <a:lnTo>
                    <a:pt x="329339" y="207414"/>
                  </a:lnTo>
                  <a:lnTo>
                    <a:pt x="330543" y="202250"/>
                  </a:lnTo>
                  <a:lnTo>
                    <a:pt x="331582" y="197050"/>
                  </a:lnTo>
                  <a:lnTo>
                    <a:pt x="332456" y="191819"/>
                  </a:lnTo>
                  <a:lnTo>
                    <a:pt x="333164" y="186564"/>
                  </a:lnTo>
                  <a:lnTo>
                    <a:pt x="333705" y="181289"/>
                  </a:lnTo>
                  <a:lnTo>
                    <a:pt x="334078" y="175999"/>
                  </a:lnTo>
                  <a:lnTo>
                    <a:pt x="334283" y="170700"/>
                  </a:lnTo>
                  <a:lnTo>
                    <a:pt x="334320" y="165397"/>
                  </a:lnTo>
                  <a:lnTo>
                    <a:pt x="334188" y="160096"/>
                  </a:lnTo>
                  <a:lnTo>
                    <a:pt x="333889" y="154801"/>
                  </a:lnTo>
                  <a:lnTo>
                    <a:pt x="333422" y="149519"/>
                  </a:lnTo>
                  <a:lnTo>
                    <a:pt x="332787" y="144254"/>
                  </a:lnTo>
                  <a:lnTo>
                    <a:pt x="331986" y="139012"/>
                  </a:lnTo>
                  <a:lnTo>
                    <a:pt x="331019" y="133798"/>
                  </a:lnTo>
                  <a:lnTo>
                    <a:pt x="329887" y="128618"/>
                  </a:lnTo>
                  <a:lnTo>
                    <a:pt x="328591" y="123476"/>
                  </a:lnTo>
                  <a:lnTo>
                    <a:pt x="327133" y="118377"/>
                  </a:lnTo>
                  <a:lnTo>
                    <a:pt x="325514" y="113327"/>
                  </a:lnTo>
                  <a:lnTo>
                    <a:pt x="323736" y="108332"/>
                  </a:lnTo>
                  <a:lnTo>
                    <a:pt x="321800" y="103395"/>
                  </a:lnTo>
                  <a:lnTo>
                    <a:pt x="319708" y="98522"/>
                  </a:lnTo>
                  <a:lnTo>
                    <a:pt x="317463" y="93718"/>
                  </a:lnTo>
                  <a:lnTo>
                    <a:pt x="315066" y="88987"/>
                  </a:lnTo>
                  <a:lnTo>
                    <a:pt x="312521" y="84335"/>
                  </a:lnTo>
                  <a:lnTo>
                    <a:pt x="309830" y="79766"/>
                  </a:lnTo>
                  <a:lnTo>
                    <a:pt x="306995" y="75285"/>
                  </a:lnTo>
                  <a:lnTo>
                    <a:pt x="304019" y="70895"/>
                  </a:lnTo>
                  <a:lnTo>
                    <a:pt x="300905" y="66603"/>
                  </a:lnTo>
                  <a:lnTo>
                    <a:pt x="297657" y="62411"/>
                  </a:lnTo>
                  <a:lnTo>
                    <a:pt x="294278" y="58324"/>
                  </a:lnTo>
                  <a:lnTo>
                    <a:pt x="290771" y="54347"/>
                  </a:lnTo>
                  <a:lnTo>
                    <a:pt x="287139" y="50483"/>
                  </a:lnTo>
                  <a:lnTo>
                    <a:pt x="283386" y="46736"/>
                  </a:lnTo>
                  <a:lnTo>
                    <a:pt x="279517" y="43110"/>
                  </a:lnTo>
                  <a:lnTo>
                    <a:pt x="275535" y="39608"/>
                  </a:lnTo>
                  <a:lnTo>
                    <a:pt x="271443" y="36235"/>
                  </a:lnTo>
                  <a:lnTo>
                    <a:pt x="267247" y="32993"/>
                  </a:lnTo>
                  <a:lnTo>
                    <a:pt x="262949" y="29886"/>
                  </a:lnTo>
                  <a:lnTo>
                    <a:pt x="258556" y="26916"/>
                  </a:lnTo>
                  <a:lnTo>
                    <a:pt x="254070" y="24088"/>
                  </a:lnTo>
                  <a:lnTo>
                    <a:pt x="249497" y="21403"/>
                  </a:lnTo>
                  <a:lnTo>
                    <a:pt x="244841" y="18865"/>
                  </a:lnTo>
                  <a:lnTo>
                    <a:pt x="240107" y="16475"/>
                  </a:lnTo>
                  <a:lnTo>
                    <a:pt x="235300" y="14237"/>
                  </a:lnTo>
                  <a:lnTo>
                    <a:pt x="230424" y="12153"/>
                  </a:lnTo>
                  <a:lnTo>
                    <a:pt x="225484" y="10224"/>
                  </a:lnTo>
                  <a:lnTo>
                    <a:pt x="220486" y="8453"/>
                  </a:lnTo>
                  <a:lnTo>
                    <a:pt x="215434" y="6841"/>
                  </a:lnTo>
                  <a:lnTo>
                    <a:pt x="167159" y="1668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86215" y="5399291"/>
              <a:ext cx="48274" cy="167167"/>
            </a:xfrm>
            <a:custGeom>
              <a:avLst/>
              <a:pathLst>
                <a:path w="48274" h="167167">
                  <a:moveTo>
                    <a:pt x="48274" y="7122"/>
                  </a:moveTo>
                  <a:lnTo>
                    <a:pt x="42383" y="5462"/>
                  </a:lnTo>
                  <a:lnTo>
                    <a:pt x="36434" y="4018"/>
                  </a:lnTo>
                  <a:lnTo>
                    <a:pt x="30437" y="2794"/>
                  </a:lnTo>
                  <a:lnTo>
                    <a:pt x="24398" y="1790"/>
                  </a:lnTo>
                  <a:lnTo>
                    <a:pt x="18327" y="1007"/>
                  </a:lnTo>
                  <a:lnTo>
                    <a:pt x="12232" y="448"/>
                  </a:lnTo>
                  <a:lnTo>
                    <a:pt x="6120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38739" y="5399291"/>
              <a:ext cx="84804" cy="167167"/>
            </a:xfrm>
            <a:custGeom>
              <a:avLst/>
              <a:pathLst>
                <a:path w="84804" h="167167">
                  <a:moveTo>
                    <a:pt x="84804" y="0"/>
                  </a:moveTo>
                  <a:lnTo>
                    <a:pt x="78876" y="105"/>
                  </a:lnTo>
                  <a:lnTo>
                    <a:pt x="72955" y="420"/>
                  </a:lnTo>
                  <a:lnTo>
                    <a:pt x="67049" y="945"/>
                  </a:lnTo>
                  <a:lnTo>
                    <a:pt x="61166" y="1679"/>
                  </a:lnTo>
                  <a:lnTo>
                    <a:pt x="55312" y="2622"/>
                  </a:lnTo>
                  <a:lnTo>
                    <a:pt x="49495" y="3771"/>
                  </a:lnTo>
                  <a:lnTo>
                    <a:pt x="43723" y="5126"/>
                  </a:lnTo>
                  <a:lnTo>
                    <a:pt x="38002" y="6685"/>
                  </a:lnTo>
                  <a:lnTo>
                    <a:pt x="32341" y="8445"/>
                  </a:lnTo>
                  <a:lnTo>
                    <a:pt x="26745" y="10406"/>
                  </a:lnTo>
                  <a:lnTo>
                    <a:pt x="21222" y="12563"/>
                  </a:lnTo>
                  <a:lnTo>
                    <a:pt x="15780" y="14915"/>
                  </a:lnTo>
                  <a:lnTo>
                    <a:pt x="10424" y="17459"/>
                  </a:lnTo>
                  <a:lnTo>
                    <a:pt x="5162" y="20191"/>
                  </a:lnTo>
                  <a:lnTo>
                    <a:pt x="0" y="23107"/>
                  </a:lnTo>
                  <a:lnTo>
                    <a:pt x="8480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8739" y="5422399"/>
              <a:ext cx="84804" cy="144059"/>
            </a:xfrm>
            <a:custGeom>
              <a:avLst/>
              <a:pathLst>
                <a:path w="84804" h="144059">
                  <a:moveTo>
                    <a:pt x="0" y="0"/>
                  </a:moveTo>
                  <a:lnTo>
                    <a:pt x="84804" y="144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8739" y="5422399"/>
              <a:ext cx="84804" cy="144059"/>
            </a:xfrm>
            <a:custGeom>
              <a:avLst/>
              <a:pathLst>
                <a:path w="84804" h="144059">
                  <a:moveTo>
                    <a:pt x="0" y="0"/>
                  </a:moveTo>
                  <a:lnTo>
                    <a:pt x="84804" y="144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8739" y="5422399"/>
              <a:ext cx="84804" cy="144059"/>
            </a:xfrm>
            <a:custGeom>
              <a:avLst/>
              <a:pathLst>
                <a:path w="84804" h="144059">
                  <a:moveTo>
                    <a:pt x="0" y="0"/>
                  </a:moveTo>
                  <a:lnTo>
                    <a:pt x="84804" y="144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8739" y="5422399"/>
              <a:ext cx="84804" cy="144059"/>
            </a:xfrm>
            <a:custGeom>
              <a:avLst/>
              <a:pathLst>
                <a:path w="84804" h="144059">
                  <a:moveTo>
                    <a:pt x="0" y="0"/>
                  </a:moveTo>
                  <a:lnTo>
                    <a:pt x="84804" y="1440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8739" y="5422399"/>
              <a:ext cx="84804" cy="144059"/>
            </a:xfrm>
            <a:custGeom>
              <a:avLst/>
              <a:pathLst>
                <a:path w="84804" h="144059">
                  <a:moveTo>
                    <a:pt x="0" y="0"/>
                  </a:moveTo>
                  <a:lnTo>
                    <a:pt x="84804" y="1440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856385" y="5422399"/>
              <a:ext cx="213769" cy="311225"/>
            </a:xfrm>
            <a:custGeom>
              <a:avLst/>
              <a:pathLst>
                <a:path w="213769" h="311225">
                  <a:moveTo>
                    <a:pt x="82354" y="0"/>
                  </a:moveTo>
                  <a:lnTo>
                    <a:pt x="77819" y="2767"/>
                  </a:lnTo>
                  <a:lnTo>
                    <a:pt x="73375" y="5677"/>
                  </a:lnTo>
                  <a:lnTo>
                    <a:pt x="69025" y="8727"/>
                  </a:lnTo>
                  <a:lnTo>
                    <a:pt x="64774" y="11914"/>
                  </a:lnTo>
                  <a:lnTo>
                    <a:pt x="60627" y="15234"/>
                  </a:lnTo>
                  <a:lnTo>
                    <a:pt x="56587" y="18684"/>
                  </a:lnTo>
                  <a:lnTo>
                    <a:pt x="52659" y="22261"/>
                  </a:lnTo>
                  <a:lnTo>
                    <a:pt x="48846" y="25961"/>
                  </a:lnTo>
                  <a:lnTo>
                    <a:pt x="45153" y="29780"/>
                  </a:lnTo>
                  <a:lnTo>
                    <a:pt x="41584" y="33715"/>
                  </a:lnTo>
                  <a:lnTo>
                    <a:pt x="38141" y="37761"/>
                  </a:lnTo>
                  <a:lnTo>
                    <a:pt x="34828" y="41914"/>
                  </a:lnTo>
                  <a:lnTo>
                    <a:pt x="31649" y="46170"/>
                  </a:lnTo>
                  <a:lnTo>
                    <a:pt x="28607" y="50526"/>
                  </a:lnTo>
                  <a:lnTo>
                    <a:pt x="25705" y="54976"/>
                  </a:lnTo>
                  <a:lnTo>
                    <a:pt x="22946" y="59515"/>
                  </a:lnTo>
                  <a:lnTo>
                    <a:pt x="20332" y="64141"/>
                  </a:lnTo>
                  <a:lnTo>
                    <a:pt x="17867" y="68847"/>
                  </a:lnTo>
                  <a:lnTo>
                    <a:pt x="15552" y="73629"/>
                  </a:lnTo>
                  <a:lnTo>
                    <a:pt x="13391" y="78482"/>
                  </a:lnTo>
                  <a:lnTo>
                    <a:pt x="11385" y="83401"/>
                  </a:lnTo>
                  <a:lnTo>
                    <a:pt x="9536" y="88381"/>
                  </a:lnTo>
                  <a:lnTo>
                    <a:pt x="7846" y="93418"/>
                  </a:lnTo>
                  <a:lnTo>
                    <a:pt x="6317" y="98506"/>
                  </a:lnTo>
                  <a:lnTo>
                    <a:pt x="4951" y="103640"/>
                  </a:lnTo>
                  <a:lnTo>
                    <a:pt x="3749" y="108815"/>
                  </a:lnTo>
                  <a:lnTo>
                    <a:pt x="2711" y="114025"/>
                  </a:lnTo>
                  <a:lnTo>
                    <a:pt x="1840" y="119266"/>
                  </a:lnTo>
                  <a:lnTo>
                    <a:pt x="1136" y="124531"/>
                  </a:lnTo>
                  <a:lnTo>
                    <a:pt x="599" y="129817"/>
                  </a:lnTo>
                  <a:lnTo>
                    <a:pt x="230" y="135116"/>
                  </a:lnTo>
                  <a:lnTo>
                    <a:pt x="31" y="140425"/>
                  </a:lnTo>
                  <a:lnTo>
                    <a:pt x="0" y="145738"/>
                  </a:lnTo>
                  <a:lnTo>
                    <a:pt x="137" y="151049"/>
                  </a:lnTo>
                  <a:lnTo>
                    <a:pt x="444" y="156352"/>
                  </a:lnTo>
                  <a:lnTo>
                    <a:pt x="919" y="161644"/>
                  </a:lnTo>
                  <a:lnTo>
                    <a:pt x="1561" y="166917"/>
                  </a:lnTo>
                  <a:lnTo>
                    <a:pt x="2371" y="172168"/>
                  </a:lnTo>
                  <a:lnTo>
                    <a:pt x="3348" y="177390"/>
                  </a:lnTo>
                  <a:lnTo>
                    <a:pt x="4489" y="182578"/>
                  </a:lnTo>
                  <a:lnTo>
                    <a:pt x="5796" y="187728"/>
                  </a:lnTo>
                  <a:lnTo>
                    <a:pt x="7265" y="192833"/>
                  </a:lnTo>
                  <a:lnTo>
                    <a:pt x="8895" y="197889"/>
                  </a:lnTo>
                  <a:lnTo>
                    <a:pt x="10686" y="202891"/>
                  </a:lnTo>
                  <a:lnTo>
                    <a:pt x="12634" y="207834"/>
                  </a:lnTo>
                  <a:lnTo>
                    <a:pt x="14739" y="212712"/>
                  </a:lnTo>
                  <a:lnTo>
                    <a:pt x="16997" y="217520"/>
                  </a:lnTo>
                  <a:lnTo>
                    <a:pt x="19407" y="222255"/>
                  </a:lnTo>
                  <a:lnTo>
                    <a:pt x="21967" y="226910"/>
                  </a:lnTo>
                  <a:lnTo>
                    <a:pt x="24673" y="231482"/>
                  </a:lnTo>
                  <a:lnTo>
                    <a:pt x="27523" y="235965"/>
                  </a:lnTo>
                  <a:lnTo>
                    <a:pt x="30514" y="240356"/>
                  </a:lnTo>
                  <a:lnTo>
                    <a:pt x="33643" y="244650"/>
                  </a:lnTo>
                  <a:lnTo>
                    <a:pt x="36906" y="248841"/>
                  </a:lnTo>
                  <a:lnTo>
                    <a:pt x="40302" y="252927"/>
                  </a:lnTo>
                  <a:lnTo>
                    <a:pt x="43825" y="256903"/>
                  </a:lnTo>
                  <a:lnTo>
                    <a:pt x="47473" y="260765"/>
                  </a:lnTo>
                  <a:lnTo>
                    <a:pt x="51242" y="264510"/>
                  </a:lnTo>
                  <a:lnTo>
                    <a:pt x="55128" y="268132"/>
                  </a:lnTo>
                  <a:lnTo>
                    <a:pt x="59127" y="271629"/>
                  </a:lnTo>
                  <a:lnTo>
                    <a:pt x="63235" y="274998"/>
                  </a:lnTo>
                  <a:lnTo>
                    <a:pt x="67449" y="278234"/>
                  </a:lnTo>
                  <a:lnTo>
                    <a:pt x="71763" y="281335"/>
                  </a:lnTo>
                  <a:lnTo>
                    <a:pt x="76173" y="284297"/>
                  </a:lnTo>
                  <a:lnTo>
                    <a:pt x="80675" y="287117"/>
                  </a:lnTo>
                  <a:lnTo>
                    <a:pt x="85264" y="289793"/>
                  </a:lnTo>
                  <a:lnTo>
                    <a:pt x="89937" y="292321"/>
                  </a:lnTo>
                  <a:lnTo>
                    <a:pt x="94687" y="294700"/>
                  </a:lnTo>
                  <a:lnTo>
                    <a:pt x="99510" y="296927"/>
                  </a:lnTo>
                  <a:lnTo>
                    <a:pt x="104402" y="299000"/>
                  </a:lnTo>
                  <a:lnTo>
                    <a:pt x="109357" y="300916"/>
                  </a:lnTo>
                  <a:lnTo>
                    <a:pt x="114371" y="302673"/>
                  </a:lnTo>
                  <a:lnTo>
                    <a:pt x="119437" y="304270"/>
                  </a:lnTo>
                  <a:lnTo>
                    <a:pt x="124552" y="305706"/>
                  </a:lnTo>
                  <a:lnTo>
                    <a:pt x="129710" y="306978"/>
                  </a:lnTo>
                  <a:lnTo>
                    <a:pt x="134906" y="308086"/>
                  </a:lnTo>
                  <a:lnTo>
                    <a:pt x="140135" y="309028"/>
                  </a:lnTo>
                  <a:lnTo>
                    <a:pt x="145390" y="309803"/>
                  </a:lnTo>
                  <a:lnTo>
                    <a:pt x="150668" y="310411"/>
                  </a:lnTo>
                  <a:lnTo>
                    <a:pt x="155962" y="310851"/>
                  </a:lnTo>
                  <a:lnTo>
                    <a:pt x="161268" y="311123"/>
                  </a:lnTo>
                  <a:lnTo>
                    <a:pt x="166580" y="311225"/>
                  </a:lnTo>
                  <a:lnTo>
                    <a:pt x="171892" y="311159"/>
                  </a:lnTo>
                  <a:lnTo>
                    <a:pt x="177199" y="310925"/>
                  </a:lnTo>
                  <a:lnTo>
                    <a:pt x="182496" y="310521"/>
                  </a:lnTo>
                  <a:lnTo>
                    <a:pt x="187778" y="309950"/>
                  </a:lnTo>
                  <a:lnTo>
                    <a:pt x="193039" y="309211"/>
                  </a:lnTo>
                  <a:lnTo>
                    <a:pt x="198274" y="308305"/>
                  </a:lnTo>
                  <a:lnTo>
                    <a:pt x="203477" y="307234"/>
                  </a:lnTo>
                  <a:lnTo>
                    <a:pt x="208644" y="305997"/>
                  </a:lnTo>
                  <a:lnTo>
                    <a:pt x="213769" y="304597"/>
                  </a:lnTo>
                  <a:lnTo>
                    <a:pt x="167159" y="144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023544" y="5399291"/>
              <a:ext cx="167150" cy="327705"/>
            </a:xfrm>
            <a:custGeom>
              <a:avLst/>
              <a:pathLst>
                <a:path w="167150" h="327705">
                  <a:moveTo>
                    <a:pt x="46610" y="327705"/>
                  </a:moveTo>
                  <a:lnTo>
                    <a:pt x="51685" y="326143"/>
                  </a:lnTo>
                  <a:lnTo>
                    <a:pt x="56709" y="324422"/>
                  </a:lnTo>
                  <a:lnTo>
                    <a:pt x="61675" y="322541"/>
                  </a:lnTo>
                  <a:lnTo>
                    <a:pt x="66578" y="320504"/>
                  </a:lnTo>
                  <a:lnTo>
                    <a:pt x="71415" y="318312"/>
                  </a:lnTo>
                  <a:lnTo>
                    <a:pt x="76180" y="315967"/>
                  </a:lnTo>
                  <a:lnTo>
                    <a:pt x="80867" y="313473"/>
                  </a:lnTo>
                  <a:lnTo>
                    <a:pt x="85473" y="310830"/>
                  </a:lnTo>
                  <a:lnTo>
                    <a:pt x="89993" y="308043"/>
                  </a:lnTo>
                  <a:lnTo>
                    <a:pt x="94422" y="305114"/>
                  </a:lnTo>
                  <a:lnTo>
                    <a:pt x="98756" y="302045"/>
                  </a:lnTo>
                  <a:lnTo>
                    <a:pt x="102990" y="298840"/>
                  </a:lnTo>
                  <a:lnTo>
                    <a:pt x="107120" y="295503"/>
                  </a:lnTo>
                  <a:lnTo>
                    <a:pt x="111142" y="292036"/>
                  </a:lnTo>
                  <a:lnTo>
                    <a:pt x="115052" y="288443"/>
                  </a:lnTo>
                  <a:lnTo>
                    <a:pt x="118846" y="284727"/>
                  </a:lnTo>
                  <a:lnTo>
                    <a:pt x="122520" y="280893"/>
                  </a:lnTo>
                  <a:lnTo>
                    <a:pt x="126071" y="276944"/>
                  </a:lnTo>
                  <a:lnTo>
                    <a:pt x="129494" y="272885"/>
                  </a:lnTo>
                  <a:lnTo>
                    <a:pt x="132786" y="268718"/>
                  </a:lnTo>
                  <a:lnTo>
                    <a:pt x="135944" y="264450"/>
                  </a:lnTo>
                  <a:lnTo>
                    <a:pt x="138966" y="260083"/>
                  </a:lnTo>
                  <a:lnTo>
                    <a:pt x="141847" y="255622"/>
                  </a:lnTo>
                  <a:lnTo>
                    <a:pt x="144585" y="251072"/>
                  </a:lnTo>
                  <a:lnTo>
                    <a:pt x="147177" y="246438"/>
                  </a:lnTo>
                  <a:lnTo>
                    <a:pt x="149620" y="241723"/>
                  </a:lnTo>
                  <a:lnTo>
                    <a:pt x="151913" y="236933"/>
                  </a:lnTo>
                  <a:lnTo>
                    <a:pt x="154052" y="232073"/>
                  </a:lnTo>
                  <a:lnTo>
                    <a:pt x="156036" y="227147"/>
                  </a:lnTo>
                  <a:lnTo>
                    <a:pt x="157862" y="222161"/>
                  </a:lnTo>
                  <a:lnTo>
                    <a:pt x="159529" y="217119"/>
                  </a:lnTo>
                  <a:lnTo>
                    <a:pt x="161035" y="212027"/>
                  </a:lnTo>
                  <a:lnTo>
                    <a:pt x="162379" y="206890"/>
                  </a:lnTo>
                  <a:lnTo>
                    <a:pt x="163559" y="201712"/>
                  </a:lnTo>
                  <a:lnTo>
                    <a:pt x="164573" y="196500"/>
                  </a:lnTo>
                  <a:lnTo>
                    <a:pt x="165422" y="191258"/>
                  </a:lnTo>
                  <a:lnTo>
                    <a:pt x="166104" y="185992"/>
                  </a:lnTo>
                  <a:lnTo>
                    <a:pt x="166618" y="180707"/>
                  </a:lnTo>
                  <a:lnTo>
                    <a:pt x="166964" y="175408"/>
                  </a:lnTo>
                  <a:lnTo>
                    <a:pt x="167141" y="170101"/>
                  </a:lnTo>
                  <a:lnTo>
                    <a:pt x="167150" y="164790"/>
                  </a:lnTo>
                  <a:lnTo>
                    <a:pt x="166990" y="159483"/>
                  </a:lnTo>
                  <a:lnTo>
                    <a:pt x="166662" y="154183"/>
                  </a:lnTo>
                  <a:lnTo>
                    <a:pt x="166165" y="148896"/>
                  </a:lnTo>
                  <a:lnTo>
                    <a:pt x="165501" y="143627"/>
                  </a:lnTo>
                  <a:lnTo>
                    <a:pt x="164670" y="138383"/>
                  </a:lnTo>
                  <a:lnTo>
                    <a:pt x="163673" y="133167"/>
                  </a:lnTo>
                  <a:lnTo>
                    <a:pt x="162510" y="127985"/>
                  </a:lnTo>
                  <a:lnTo>
                    <a:pt x="161184" y="122844"/>
                  </a:lnTo>
                  <a:lnTo>
                    <a:pt x="159695" y="117747"/>
                  </a:lnTo>
                  <a:lnTo>
                    <a:pt x="158045" y="112699"/>
                  </a:lnTo>
                  <a:lnTo>
                    <a:pt x="156235" y="107707"/>
                  </a:lnTo>
                  <a:lnTo>
                    <a:pt x="154267" y="102775"/>
                  </a:lnTo>
                  <a:lnTo>
                    <a:pt x="152144" y="97907"/>
                  </a:lnTo>
                  <a:lnTo>
                    <a:pt x="149868" y="93110"/>
                  </a:lnTo>
                  <a:lnTo>
                    <a:pt x="147440" y="88387"/>
                  </a:lnTo>
                  <a:lnTo>
                    <a:pt x="144864" y="83744"/>
                  </a:lnTo>
                  <a:lnTo>
                    <a:pt x="142141" y="79185"/>
                  </a:lnTo>
                  <a:lnTo>
                    <a:pt x="139275" y="74715"/>
                  </a:lnTo>
                  <a:lnTo>
                    <a:pt x="136268" y="70338"/>
                  </a:lnTo>
                  <a:lnTo>
                    <a:pt x="133124" y="66059"/>
                  </a:lnTo>
                  <a:lnTo>
                    <a:pt x="129845" y="61881"/>
                  </a:lnTo>
                  <a:lnTo>
                    <a:pt x="126436" y="57810"/>
                  </a:lnTo>
                  <a:lnTo>
                    <a:pt x="122899" y="53850"/>
                  </a:lnTo>
                  <a:lnTo>
                    <a:pt x="119237" y="50003"/>
                  </a:lnTo>
                  <a:lnTo>
                    <a:pt x="115456" y="46275"/>
                  </a:lnTo>
                  <a:lnTo>
                    <a:pt x="111558" y="42669"/>
                  </a:lnTo>
                  <a:lnTo>
                    <a:pt x="107547" y="39189"/>
                  </a:lnTo>
                  <a:lnTo>
                    <a:pt x="103428" y="35838"/>
                  </a:lnTo>
                  <a:lnTo>
                    <a:pt x="99205" y="32619"/>
                  </a:lnTo>
                  <a:lnTo>
                    <a:pt x="94882" y="29536"/>
                  </a:lnTo>
                  <a:lnTo>
                    <a:pt x="90462" y="26592"/>
                  </a:lnTo>
                  <a:lnTo>
                    <a:pt x="85952" y="23789"/>
                  </a:lnTo>
                  <a:lnTo>
                    <a:pt x="81354" y="21132"/>
                  </a:lnTo>
                  <a:lnTo>
                    <a:pt x="76675" y="18621"/>
                  </a:lnTo>
                  <a:lnTo>
                    <a:pt x="71918" y="16261"/>
                  </a:lnTo>
                  <a:lnTo>
                    <a:pt x="67089" y="14053"/>
                  </a:lnTo>
                  <a:lnTo>
                    <a:pt x="62192" y="11999"/>
                  </a:lnTo>
                  <a:lnTo>
                    <a:pt x="57232" y="10102"/>
                  </a:lnTo>
                  <a:lnTo>
                    <a:pt x="52215" y="8364"/>
                  </a:lnTo>
                  <a:lnTo>
                    <a:pt x="47145" y="6785"/>
                  </a:lnTo>
                  <a:lnTo>
                    <a:pt x="42027" y="5369"/>
                  </a:lnTo>
                  <a:lnTo>
                    <a:pt x="36867" y="4116"/>
                  </a:lnTo>
                  <a:lnTo>
                    <a:pt x="31669" y="3027"/>
                  </a:lnTo>
                  <a:lnTo>
                    <a:pt x="26440" y="2104"/>
                  </a:lnTo>
                  <a:lnTo>
                    <a:pt x="21184" y="1347"/>
                  </a:lnTo>
                  <a:lnTo>
                    <a:pt x="15907" y="758"/>
                  </a:lnTo>
                  <a:lnTo>
                    <a:pt x="10613" y="337"/>
                  </a:lnTo>
                  <a:lnTo>
                    <a:pt x="530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0879" y="5269756"/>
              <a:ext cx="24378" cy="167167"/>
            </a:xfrm>
            <a:custGeom>
              <a:avLst/>
              <a:pathLst>
                <a:path w="24378" h="167167">
                  <a:moveTo>
                    <a:pt x="24378" y="0"/>
                  </a:moveTo>
                  <a:lnTo>
                    <a:pt x="16226" y="198"/>
                  </a:lnTo>
                  <a:lnTo>
                    <a:pt x="8093" y="795"/>
                  </a:lnTo>
                  <a:lnTo>
                    <a:pt x="0" y="1787"/>
                  </a:lnTo>
                  <a:lnTo>
                    <a:pt x="2437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20879" y="5271543"/>
              <a:ext cx="24378" cy="165380"/>
            </a:xfrm>
            <a:custGeom>
              <a:avLst/>
              <a:pathLst>
                <a:path w="24378" h="165380">
                  <a:moveTo>
                    <a:pt x="0" y="0"/>
                  </a:moveTo>
                  <a:lnTo>
                    <a:pt x="24378" y="165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0879" y="5271543"/>
              <a:ext cx="24378" cy="165380"/>
            </a:xfrm>
            <a:custGeom>
              <a:avLst/>
              <a:pathLst>
                <a:path w="24378" h="165380">
                  <a:moveTo>
                    <a:pt x="0" y="0"/>
                  </a:moveTo>
                  <a:lnTo>
                    <a:pt x="24378" y="165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0879" y="5271543"/>
              <a:ext cx="24378" cy="165380"/>
            </a:xfrm>
            <a:custGeom>
              <a:avLst/>
              <a:pathLst>
                <a:path w="24378" h="165380">
                  <a:moveTo>
                    <a:pt x="0" y="0"/>
                  </a:moveTo>
                  <a:lnTo>
                    <a:pt x="24378" y="1653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0879" y="5271543"/>
              <a:ext cx="24378" cy="165380"/>
            </a:xfrm>
            <a:custGeom>
              <a:avLst/>
              <a:pathLst>
                <a:path w="24378" h="165380">
                  <a:moveTo>
                    <a:pt x="0" y="0"/>
                  </a:moveTo>
                  <a:lnTo>
                    <a:pt x="24378" y="1653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396436" y="5271543"/>
              <a:ext cx="148822" cy="165380"/>
            </a:xfrm>
            <a:custGeom>
              <a:avLst/>
              <a:pathLst>
                <a:path w="148822" h="165380">
                  <a:moveTo>
                    <a:pt x="124443" y="0"/>
                  </a:moveTo>
                  <a:lnTo>
                    <a:pt x="119031" y="888"/>
                  </a:lnTo>
                  <a:lnTo>
                    <a:pt x="113650" y="1954"/>
                  </a:lnTo>
                  <a:lnTo>
                    <a:pt x="108308" y="3196"/>
                  </a:lnTo>
                  <a:lnTo>
                    <a:pt x="103009" y="4612"/>
                  </a:lnTo>
                  <a:lnTo>
                    <a:pt x="97759" y="6202"/>
                  </a:lnTo>
                  <a:lnTo>
                    <a:pt x="92565" y="7963"/>
                  </a:lnTo>
                  <a:lnTo>
                    <a:pt x="87431" y="9893"/>
                  </a:lnTo>
                  <a:lnTo>
                    <a:pt x="82363" y="11991"/>
                  </a:lnTo>
                  <a:lnTo>
                    <a:pt x="77367" y="14254"/>
                  </a:lnTo>
                  <a:lnTo>
                    <a:pt x="72447" y="16679"/>
                  </a:lnTo>
                  <a:lnTo>
                    <a:pt x="67610" y="19265"/>
                  </a:lnTo>
                  <a:lnTo>
                    <a:pt x="62860" y="22008"/>
                  </a:lnTo>
                  <a:lnTo>
                    <a:pt x="58203" y="24905"/>
                  </a:lnTo>
                  <a:lnTo>
                    <a:pt x="53643" y="27954"/>
                  </a:lnTo>
                  <a:lnTo>
                    <a:pt x="49186" y="31150"/>
                  </a:lnTo>
                  <a:lnTo>
                    <a:pt x="44836" y="34491"/>
                  </a:lnTo>
                  <a:lnTo>
                    <a:pt x="40598" y="37973"/>
                  </a:lnTo>
                  <a:lnTo>
                    <a:pt x="36476" y="41592"/>
                  </a:lnTo>
                  <a:lnTo>
                    <a:pt x="32476" y="45344"/>
                  </a:lnTo>
                  <a:lnTo>
                    <a:pt x="28601" y="49226"/>
                  </a:lnTo>
                  <a:lnTo>
                    <a:pt x="24855" y="53232"/>
                  </a:lnTo>
                  <a:lnTo>
                    <a:pt x="21242" y="57360"/>
                  </a:lnTo>
                  <a:lnTo>
                    <a:pt x="17767" y="61603"/>
                  </a:lnTo>
                  <a:lnTo>
                    <a:pt x="14433" y="65958"/>
                  </a:lnTo>
                  <a:lnTo>
                    <a:pt x="11244" y="70421"/>
                  </a:lnTo>
                  <a:lnTo>
                    <a:pt x="8203" y="74985"/>
                  </a:lnTo>
                  <a:lnTo>
                    <a:pt x="5313" y="79647"/>
                  </a:lnTo>
                  <a:lnTo>
                    <a:pt x="2577" y="84401"/>
                  </a:lnTo>
                  <a:lnTo>
                    <a:pt x="0" y="89243"/>
                  </a:lnTo>
                  <a:lnTo>
                    <a:pt x="148822" y="1653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78091" y="5269756"/>
              <a:ext cx="334326" cy="334323"/>
            </a:xfrm>
            <a:custGeom>
              <a:avLst/>
              <a:pathLst>
                <a:path w="334326" h="334323">
                  <a:moveTo>
                    <a:pt x="18344" y="91030"/>
                  </a:moveTo>
                  <a:lnTo>
                    <a:pt x="16012" y="95773"/>
                  </a:lnTo>
                  <a:lnTo>
                    <a:pt x="13830" y="100587"/>
                  </a:lnTo>
                  <a:lnTo>
                    <a:pt x="11802" y="105467"/>
                  </a:lnTo>
                  <a:lnTo>
                    <a:pt x="9930" y="110410"/>
                  </a:lnTo>
                  <a:lnTo>
                    <a:pt x="8214" y="115409"/>
                  </a:lnTo>
                  <a:lnTo>
                    <a:pt x="6657" y="120459"/>
                  </a:lnTo>
                  <a:lnTo>
                    <a:pt x="5261" y="125557"/>
                  </a:lnTo>
                  <a:lnTo>
                    <a:pt x="4026" y="130696"/>
                  </a:lnTo>
                  <a:lnTo>
                    <a:pt x="2955" y="135871"/>
                  </a:lnTo>
                  <a:lnTo>
                    <a:pt x="2048" y="141078"/>
                  </a:lnTo>
                  <a:lnTo>
                    <a:pt x="1305" y="146311"/>
                  </a:lnTo>
                  <a:lnTo>
                    <a:pt x="729" y="151564"/>
                  </a:lnTo>
                  <a:lnTo>
                    <a:pt x="319" y="156834"/>
                  </a:lnTo>
                  <a:lnTo>
                    <a:pt x="76" y="162113"/>
                  </a:lnTo>
                  <a:lnTo>
                    <a:pt x="0" y="167398"/>
                  </a:lnTo>
                  <a:lnTo>
                    <a:pt x="90" y="172682"/>
                  </a:lnTo>
                  <a:lnTo>
                    <a:pt x="348" y="177961"/>
                  </a:lnTo>
                  <a:lnTo>
                    <a:pt x="773" y="183229"/>
                  </a:lnTo>
                  <a:lnTo>
                    <a:pt x="1364" y="188481"/>
                  </a:lnTo>
                  <a:lnTo>
                    <a:pt x="2120" y="193712"/>
                  </a:lnTo>
                  <a:lnTo>
                    <a:pt x="3042" y="198916"/>
                  </a:lnTo>
                  <a:lnTo>
                    <a:pt x="4128" y="204089"/>
                  </a:lnTo>
                  <a:lnTo>
                    <a:pt x="5376" y="209224"/>
                  </a:lnTo>
                  <a:lnTo>
                    <a:pt x="6787" y="214318"/>
                  </a:lnTo>
                  <a:lnTo>
                    <a:pt x="8357" y="219364"/>
                  </a:lnTo>
                  <a:lnTo>
                    <a:pt x="10087" y="224359"/>
                  </a:lnTo>
                  <a:lnTo>
                    <a:pt x="11973" y="229296"/>
                  </a:lnTo>
                  <a:lnTo>
                    <a:pt x="14015" y="234171"/>
                  </a:lnTo>
                  <a:lnTo>
                    <a:pt x="16210" y="238979"/>
                  </a:lnTo>
                  <a:lnTo>
                    <a:pt x="18555" y="243715"/>
                  </a:lnTo>
                  <a:lnTo>
                    <a:pt x="21049" y="248374"/>
                  </a:lnTo>
                  <a:lnTo>
                    <a:pt x="23690" y="252953"/>
                  </a:lnTo>
                  <a:lnTo>
                    <a:pt x="26473" y="257446"/>
                  </a:lnTo>
                  <a:lnTo>
                    <a:pt x="29397" y="261848"/>
                  </a:lnTo>
                  <a:lnTo>
                    <a:pt x="32459" y="266156"/>
                  </a:lnTo>
                  <a:lnTo>
                    <a:pt x="35656" y="270365"/>
                  </a:lnTo>
                  <a:lnTo>
                    <a:pt x="38984" y="274471"/>
                  </a:lnTo>
                  <a:lnTo>
                    <a:pt x="42440" y="278469"/>
                  </a:lnTo>
                  <a:lnTo>
                    <a:pt x="46021" y="282357"/>
                  </a:lnTo>
                  <a:lnTo>
                    <a:pt x="49723" y="286129"/>
                  </a:lnTo>
                  <a:lnTo>
                    <a:pt x="53542" y="289782"/>
                  </a:lnTo>
                  <a:lnTo>
                    <a:pt x="57475" y="293313"/>
                  </a:lnTo>
                  <a:lnTo>
                    <a:pt x="61518" y="296717"/>
                  </a:lnTo>
                  <a:lnTo>
                    <a:pt x="65666" y="299992"/>
                  </a:lnTo>
                  <a:lnTo>
                    <a:pt x="69916" y="303134"/>
                  </a:lnTo>
                  <a:lnTo>
                    <a:pt x="74262" y="306141"/>
                  </a:lnTo>
                  <a:lnTo>
                    <a:pt x="78702" y="309008"/>
                  </a:lnTo>
                  <a:lnTo>
                    <a:pt x="83230" y="311734"/>
                  </a:lnTo>
                  <a:lnTo>
                    <a:pt x="87842" y="314315"/>
                  </a:lnTo>
                  <a:lnTo>
                    <a:pt x="92534" y="316749"/>
                  </a:lnTo>
                  <a:lnTo>
                    <a:pt x="97300" y="319034"/>
                  </a:lnTo>
                  <a:lnTo>
                    <a:pt x="102135" y="321166"/>
                  </a:lnTo>
                  <a:lnTo>
                    <a:pt x="107036" y="323145"/>
                  </a:lnTo>
                  <a:lnTo>
                    <a:pt x="111997" y="324968"/>
                  </a:lnTo>
                  <a:lnTo>
                    <a:pt x="117013" y="326633"/>
                  </a:lnTo>
                  <a:lnTo>
                    <a:pt x="122079" y="328139"/>
                  </a:lnTo>
                  <a:lnTo>
                    <a:pt x="127190" y="329484"/>
                  </a:lnTo>
                  <a:lnTo>
                    <a:pt x="132342" y="330667"/>
                  </a:lnTo>
                  <a:lnTo>
                    <a:pt x="137528" y="331686"/>
                  </a:lnTo>
                  <a:lnTo>
                    <a:pt x="142743" y="332541"/>
                  </a:lnTo>
                  <a:lnTo>
                    <a:pt x="147983" y="333230"/>
                  </a:lnTo>
                  <a:lnTo>
                    <a:pt x="153242" y="333753"/>
                  </a:lnTo>
                  <a:lnTo>
                    <a:pt x="158516" y="334110"/>
                  </a:lnTo>
                  <a:lnTo>
                    <a:pt x="163797" y="334300"/>
                  </a:lnTo>
                  <a:lnTo>
                    <a:pt x="169082" y="334323"/>
                  </a:lnTo>
                  <a:lnTo>
                    <a:pt x="174366" y="334179"/>
                  </a:lnTo>
                  <a:lnTo>
                    <a:pt x="179642" y="333868"/>
                  </a:lnTo>
                  <a:lnTo>
                    <a:pt x="184905" y="333391"/>
                  </a:lnTo>
                  <a:lnTo>
                    <a:pt x="190151" y="332747"/>
                  </a:lnTo>
                  <a:lnTo>
                    <a:pt x="195374" y="331937"/>
                  </a:lnTo>
                  <a:lnTo>
                    <a:pt x="200569" y="330963"/>
                  </a:lnTo>
                  <a:lnTo>
                    <a:pt x="205730" y="329826"/>
                  </a:lnTo>
                  <a:lnTo>
                    <a:pt x="210853" y="328525"/>
                  </a:lnTo>
                  <a:lnTo>
                    <a:pt x="215932" y="327064"/>
                  </a:lnTo>
                  <a:lnTo>
                    <a:pt x="220962" y="325442"/>
                  </a:lnTo>
                  <a:lnTo>
                    <a:pt x="225939" y="323662"/>
                  </a:lnTo>
                  <a:lnTo>
                    <a:pt x="230856" y="321726"/>
                  </a:lnTo>
                  <a:lnTo>
                    <a:pt x="235711" y="319636"/>
                  </a:lnTo>
                  <a:lnTo>
                    <a:pt x="240496" y="317393"/>
                  </a:lnTo>
                  <a:lnTo>
                    <a:pt x="245208" y="314999"/>
                  </a:lnTo>
                  <a:lnTo>
                    <a:pt x="249843" y="312458"/>
                  </a:lnTo>
                  <a:lnTo>
                    <a:pt x="254394" y="309772"/>
                  </a:lnTo>
                  <a:lnTo>
                    <a:pt x="258859" y="306944"/>
                  </a:lnTo>
                  <a:lnTo>
                    <a:pt x="263232" y="303975"/>
                  </a:lnTo>
                  <a:lnTo>
                    <a:pt x="267509" y="300870"/>
                  </a:lnTo>
                  <a:lnTo>
                    <a:pt x="271685" y="297631"/>
                  </a:lnTo>
                  <a:lnTo>
                    <a:pt x="275757" y="294262"/>
                  </a:lnTo>
                  <a:lnTo>
                    <a:pt x="279721" y="290765"/>
                  </a:lnTo>
                  <a:lnTo>
                    <a:pt x="283572" y="287146"/>
                  </a:lnTo>
                  <a:lnTo>
                    <a:pt x="287306" y="283406"/>
                  </a:lnTo>
                  <a:lnTo>
                    <a:pt x="290921" y="279550"/>
                  </a:lnTo>
                  <a:lnTo>
                    <a:pt x="294412" y="275582"/>
                  </a:lnTo>
                  <a:lnTo>
                    <a:pt x="297775" y="271505"/>
                  </a:lnTo>
                  <a:lnTo>
                    <a:pt x="301008" y="267324"/>
                  </a:lnTo>
                  <a:lnTo>
                    <a:pt x="304108" y="263043"/>
                  </a:lnTo>
                  <a:lnTo>
                    <a:pt x="307070" y="258666"/>
                  </a:lnTo>
                  <a:lnTo>
                    <a:pt x="309892" y="254198"/>
                  </a:lnTo>
                  <a:lnTo>
                    <a:pt x="312572" y="249642"/>
                  </a:lnTo>
                  <a:lnTo>
                    <a:pt x="315107" y="245004"/>
                  </a:lnTo>
                  <a:lnTo>
                    <a:pt x="317494" y="240289"/>
                  </a:lnTo>
                  <a:lnTo>
                    <a:pt x="319730" y="235500"/>
                  </a:lnTo>
                  <a:lnTo>
                    <a:pt x="321814" y="230643"/>
                  </a:lnTo>
                  <a:lnTo>
                    <a:pt x="323743" y="225723"/>
                  </a:lnTo>
                  <a:lnTo>
                    <a:pt x="325516" y="220744"/>
                  </a:lnTo>
                  <a:lnTo>
                    <a:pt x="327131" y="215711"/>
                  </a:lnTo>
                  <a:lnTo>
                    <a:pt x="328585" y="210630"/>
                  </a:lnTo>
                  <a:lnTo>
                    <a:pt x="329879" y="205505"/>
                  </a:lnTo>
                  <a:lnTo>
                    <a:pt x="331009" y="200343"/>
                  </a:lnTo>
                  <a:lnTo>
                    <a:pt x="331976" y="195147"/>
                  </a:lnTo>
                  <a:lnTo>
                    <a:pt x="332778" y="189923"/>
                  </a:lnTo>
                  <a:lnTo>
                    <a:pt x="333415" y="184676"/>
                  </a:lnTo>
                  <a:lnTo>
                    <a:pt x="333885" y="179412"/>
                  </a:lnTo>
                  <a:lnTo>
                    <a:pt x="334189" y="174135"/>
                  </a:lnTo>
                  <a:lnTo>
                    <a:pt x="334326" y="168852"/>
                  </a:lnTo>
                  <a:lnTo>
                    <a:pt x="334295" y="163567"/>
                  </a:lnTo>
                  <a:lnTo>
                    <a:pt x="334098" y="158285"/>
                  </a:lnTo>
                  <a:lnTo>
                    <a:pt x="333734" y="153012"/>
                  </a:lnTo>
                  <a:lnTo>
                    <a:pt x="333203" y="147754"/>
                  </a:lnTo>
                  <a:lnTo>
                    <a:pt x="332507" y="142515"/>
                  </a:lnTo>
                  <a:lnTo>
                    <a:pt x="331645" y="137300"/>
                  </a:lnTo>
                  <a:lnTo>
                    <a:pt x="330618" y="132116"/>
                  </a:lnTo>
                  <a:lnTo>
                    <a:pt x="329429" y="126966"/>
                  </a:lnTo>
                  <a:lnTo>
                    <a:pt x="328077" y="121857"/>
                  </a:lnTo>
                  <a:lnTo>
                    <a:pt x="326564" y="116793"/>
                  </a:lnTo>
                  <a:lnTo>
                    <a:pt x="324892" y="111779"/>
                  </a:lnTo>
                  <a:lnTo>
                    <a:pt x="323062" y="106821"/>
                  </a:lnTo>
                  <a:lnTo>
                    <a:pt x="321076" y="101923"/>
                  </a:lnTo>
                  <a:lnTo>
                    <a:pt x="318937" y="97090"/>
                  </a:lnTo>
                  <a:lnTo>
                    <a:pt x="316646" y="92327"/>
                  </a:lnTo>
                  <a:lnTo>
                    <a:pt x="314205" y="87639"/>
                  </a:lnTo>
                  <a:lnTo>
                    <a:pt x="311618" y="83031"/>
                  </a:lnTo>
                  <a:lnTo>
                    <a:pt x="308886" y="78506"/>
                  </a:lnTo>
                  <a:lnTo>
                    <a:pt x="306012" y="74071"/>
                  </a:lnTo>
                  <a:lnTo>
                    <a:pt x="303000" y="69728"/>
                  </a:lnTo>
                  <a:lnTo>
                    <a:pt x="299852" y="65483"/>
                  </a:lnTo>
                  <a:lnTo>
                    <a:pt x="296571" y="61339"/>
                  </a:lnTo>
                  <a:lnTo>
                    <a:pt x="293161" y="57301"/>
                  </a:lnTo>
                  <a:lnTo>
                    <a:pt x="289625" y="53373"/>
                  </a:lnTo>
                  <a:lnTo>
                    <a:pt x="285966" y="49559"/>
                  </a:lnTo>
                  <a:lnTo>
                    <a:pt x="282189" y="45862"/>
                  </a:lnTo>
                  <a:lnTo>
                    <a:pt x="278297" y="42287"/>
                  </a:lnTo>
                  <a:lnTo>
                    <a:pt x="274293" y="38836"/>
                  </a:lnTo>
                  <a:lnTo>
                    <a:pt x="270183" y="35514"/>
                  </a:lnTo>
                  <a:lnTo>
                    <a:pt x="265970" y="32323"/>
                  </a:lnTo>
                  <a:lnTo>
                    <a:pt x="261658" y="29267"/>
                  </a:lnTo>
                  <a:lnTo>
                    <a:pt x="257251" y="26349"/>
                  </a:lnTo>
                  <a:lnTo>
                    <a:pt x="252755" y="23571"/>
                  </a:lnTo>
                  <a:lnTo>
                    <a:pt x="248172" y="20937"/>
                  </a:lnTo>
                  <a:lnTo>
                    <a:pt x="243509" y="18450"/>
                  </a:lnTo>
                  <a:lnTo>
                    <a:pt x="238770" y="16111"/>
                  </a:lnTo>
                  <a:lnTo>
                    <a:pt x="233959" y="13923"/>
                  </a:lnTo>
                  <a:lnTo>
                    <a:pt x="229081" y="11888"/>
                  </a:lnTo>
                  <a:lnTo>
                    <a:pt x="224141" y="10008"/>
                  </a:lnTo>
                  <a:lnTo>
                    <a:pt x="219145" y="8286"/>
                  </a:lnTo>
                  <a:lnTo>
                    <a:pt x="214096" y="6722"/>
                  </a:lnTo>
                  <a:lnTo>
                    <a:pt x="209001" y="5319"/>
                  </a:lnTo>
                  <a:lnTo>
                    <a:pt x="203863" y="4077"/>
                  </a:lnTo>
                  <a:lnTo>
                    <a:pt x="198689" y="2998"/>
                  </a:lnTo>
                  <a:lnTo>
                    <a:pt x="193484" y="2084"/>
                  </a:lnTo>
                  <a:lnTo>
                    <a:pt x="188252" y="1335"/>
                  </a:lnTo>
                  <a:lnTo>
                    <a:pt x="182999" y="751"/>
                  </a:lnTo>
                  <a:lnTo>
                    <a:pt x="177731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974312" y="5018213"/>
              <a:ext cx="46726" cy="167167"/>
            </a:xfrm>
            <a:custGeom>
              <a:avLst/>
              <a:pathLst>
                <a:path w="46726" h="167167">
                  <a:moveTo>
                    <a:pt x="46726" y="0"/>
                  </a:moveTo>
                  <a:lnTo>
                    <a:pt x="40808" y="104"/>
                  </a:lnTo>
                  <a:lnTo>
                    <a:pt x="34897" y="419"/>
                  </a:lnTo>
                  <a:lnTo>
                    <a:pt x="29000" y="942"/>
                  </a:lnTo>
                  <a:lnTo>
                    <a:pt x="23126" y="1674"/>
                  </a:lnTo>
                  <a:lnTo>
                    <a:pt x="17282" y="2613"/>
                  </a:lnTo>
                  <a:lnTo>
                    <a:pt x="11475" y="3759"/>
                  </a:lnTo>
                  <a:lnTo>
                    <a:pt x="5711" y="5109"/>
                  </a:lnTo>
                  <a:lnTo>
                    <a:pt x="0" y="6663"/>
                  </a:lnTo>
                  <a:lnTo>
                    <a:pt x="4672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4312" y="5024876"/>
              <a:ext cx="46726" cy="160504"/>
            </a:xfrm>
            <a:custGeom>
              <a:avLst/>
              <a:pathLst>
                <a:path w="46726" h="160504">
                  <a:moveTo>
                    <a:pt x="0" y="0"/>
                  </a:moveTo>
                  <a:lnTo>
                    <a:pt x="46726" y="160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4312" y="5024876"/>
              <a:ext cx="46726" cy="160504"/>
            </a:xfrm>
            <a:custGeom>
              <a:avLst/>
              <a:pathLst>
                <a:path w="46726" h="160504">
                  <a:moveTo>
                    <a:pt x="0" y="0"/>
                  </a:moveTo>
                  <a:lnTo>
                    <a:pt x="46726" y="1605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4312" y="5024876"/>
              <a:ext cx="46726" cy="160504"/>
            </a:xfrm>
            <a:custGeom>
              <a:avLst/>
              <a:pathLst>
                <a:path w="46726" h="160504">
                  <a:moveTo>
                    <a:pt x="0" y="0"/>
                  </a:moveTo>
                  <a:lnTo>
                    <a:pt x="46726" y="1605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853887" y="5024876"/>
              <a:ext cx="167151" cy="217134"/>
            </a:xfrm>
            <a:custGeom>
              <a:avLst/>
              <a:pathLst>
                <a:path w="167151" h="217134">
                  <a:moveTo>
                    <a:pt x="120425" y="0"/>
                  </a:moveTo>
                  <a:lnTo>
                    <a:pt x="115208" y="1611"/>
                  </a:lnTo>
                  <a:lnTo>
                    <a:pt x="110047" y="3392"/>
                  </a:lnTo>
                  <a:lnTo>
                    <a:pt x="104947" y="5341"/>
                  </a:lnTo>
                  <a:lnTo>
                    <a:pt x="99913" y="7455"/>
                  </a:lnTo>
                  <a:lnTo>
                    <a:pt x="94951" y="9732"/>
                  </a:lnTo>
                  <a:lnTo>
                    <a:pt x="90066" y="12170"/>
                  </a:lnTo>
                  <a:lnTo>
                    <a:pt x="85263" y="14767"/>
                  </a:lnTo>
                  <a:lnTo>
                    <a:pt x="80547" y="17519"/>
                  </a:lnTo>
                  <a:lnTo>
                    <a:pt x="75924" y="20423"/>
                  </a:lnTo>
                  <a:lnTo>
                    <a:pt x="71398" y="23477"/>
                  </a:lnTo>
                  <a:lnTo>
                    <a:pt x="66974" y="26677"/>
                  </a:lnTo>
                  <a:lnTo>
                    <a:pt x="62658" y="30020"/>
                  </a:lnTo>
                  <a:lnTo>
                    <a:pt x="58452" y="33502"/>
                  </a:lnTo>
                  <a:lnTo>
                    <a:pt x="54363" y="37119"/>
                  </a:lnTo>
                  <a:lnTo>
                    <a:pt x="50394" y="40868"/>
                  </a:lnTo>
                  <a:lnTo>
                    <a:pt x="46549" y="44745"/>
                  </a:lnTo>
                  <a:lnTo>
                    <a:pt x="42833" y="48745"/>
                  </a:lnTo>
                  <a:lnTo>
                    <a:pt x="39250" y="52865"/>
                  </a:lnTo>
                  <a:lnTo>
                    <a:pt x="35803" y="57099"/>
                  </a:lnTo>
                  <a:lnTo>
                    <a:pt x="32496" y="61443"/>
                  </a:lnTo>
                  <a:lnTo>
                    <a:pt x="29333" y="65893"/>
                  </a:lnTo>
                  <a:lnTo>
                    <a:pt x="26317" y="70445"/>
                  </a:lnTo>
                  <a:lnTo>
                    <a:pt x="23451" y="75092"/>
                  </a:lnTo>
                  <a:lnTo>
                    <a:pt x="20738" y="79830"/>
                  </a:lnTo>
                  <a:lnTo>
                    <a:pt x="18182" y="84654"/>
                  </a:lnTo>
                  <a:lnTo>
                    <a:pt x="15785" y="89560"/>
                  </a:lnTo>
                  <a:lnTo>
                    <a:pt x="13548" y="94541"/>
                  </a:lnTo>
                  <a:lnTo>
                    <a:pt x="11476" y="99592"/>
                  </a:lnTo>
                  <a:lnTo>
                    <a:pt x="9570" y="104708"/>
                  </a:lnTo>
                  <a:lnTo>
                    <a:pt x="7832" y="109884"/>
                  </a:lnTo>
                  <a:lnTo>
                    <a:pt x="6264" y="115114"/>
                  </a:lnTo>
                  <a:lnTo>
                    <a:pt x="4868" y="120392"/>
                  </a:lnTo>
                  <a:lnTo>
                    <a:pt x="3644" y="125713"/>
                  </a:lnTo>
                  <a:lnTo>
                    <a:pt x="2595" y="131071"/>
                  </a:lnTo>
                  <a:lnTo>
                    <a:pt x="1722" y="136460"/>
                  </a:lnTo>
                  <a:lnTo>
                    <a:pt x="1025" y="141876"/>
                  </a:lnTo>
                  <a:lnTo>
                    <a:pt x="505" y="147311"/>
                  </a:lnTo>
                  <a:lnTo>
                    <a:pt x="163" y="152760"/>
                  </a:lnTo>
                  <a:lnTo>
                    <a:pt x="0" y="158217"/>
                  </a:lnTo>
                  <a:lnTo>
                    <a:pt x="14" y="163677"/>
                  </a:lnTo>
                  <a:lnTo>
                    <a:pt x="207" y="169133"/>
                  </a:lnTo>
                  <a:lnTo>
                    <a:pt x="578" y="174580"/>
                  </a:lnTo>
                  <a:lnTo>
                    <a:pt x="1126" y="180013"/>
                  </a:lnTo>
                  <a:lnTo>
                    <a:pt x="1852" y="185424"/>
                  </a:lnTo>
                  <a:lnTo>
                    <a:pt x="2754" y="190809"/>
                  </a:lnTo>
                  <a:lnTo>
                    <a:pt x="3831" y="196161"/>
                  </a:lnTo>
                  <a:lnTo>
                    <a:pt x="5083" y="201476"/>
                  </a:lnTo>
                  <a:lnTo>
                    <a:pt x="6507" y="206746"/>
                  </a:lnTo>
                  <a:lnTo>
                    <a:pt x="8103" y="211968"/>
                  </a:lnTo>
                  <a:lnTo>
                    <a:pt x="9868" y="217134"/>
                  </a:lnTo>
                  <a:lnTo>
                    <a:pt x="167151" y="1605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63756" y="5018213"/>
              <a:ext cx="324443" cy="334318"/>
            </a:xfrm>
            <a:custGeom>
              <a:avLst/>
              <a:pathLst>
                <a:path w="324443" h="334318">
                  <a:moveTo>
                    <a:pt x="0" y="223797"/>
                  </a:moveTo>
                  <a:lnTo>
                    <a:pt x="1884" y="228781"/>
                  </a:lnTo>
                  <a:lnTo>
                    <a:pt x="3927" y="233702"/>
                  </a:lnTo>
                  <a:lnTo>
                    <a:pt x="6125" y="238556"/>
                  </a:lnTo>
                  <a:lnTo>
                    <a:pt x="8477" y="243337"/>
                  </a:lnTo>
                  <a:lnTo>
                    <a:pt x="10980" y="248040"/>
                  </a:lnTo>
                  <a:lnTo>
                    <a:pt x="13632" y="252662"/>
                  </a:lnTo>
                  <a:lnTo>
                    <a:pt x="16429" y="257196"/>
                  </a:lnTo>
                  <a:lnTo>
                    <a:pt x="19370" y="261639"/>
                  </a:lnTo>
                  <a:lnTo>
                    <a:pt x="22451" y="265987"/>
                  </a:lnTo>
                  <a:lnTo>
                    <a:pt x="25668" y="270233"/>
                  </a:lnTo>
                  <a:lnTo>
                    <a:pt x="29020" y="274375"/>
                  </a:lnTo>
                  <a:lnTo>
                    <a:pt x="32502" y="278408"/>
                  </a:lnTo>
                  <a:lnTo>
                    <a:pt x="36110" y="282329"/>
                  </a:lnTo>
                  <a:lnTo>
                    <a:pt x="39842" y="286132"/>
                  </a:lnTo>
                  <a:lnTo>
                    <a:pt x="43693" y="289814"/>
                  </a:lnTo>
                  <a:lnTo>
                    <a:pt x="47659" y="293372"/>
                  </a:lnTo>
                  <a:lnTo>
                    <a:pt x="51737" y="296801"/>
                  </a:lnTo>
                  <a:lnTo>
                    <a:pt x="55922" y="300099"/>
                  </a:lnTo>
                  <a:lnTo>
                    <a:pt x="60210" y="303262"/>
                  </a:lnTo>
                  <a:lnTo>
                    <a:pt x="64596" y="306286"/>
                  </a:lnTo>
                  <a:lnTo>
                    <a:pt x="69077" y="309169"/>
                  </a:lnTo>
                  <a:lnTo>
                    <a:pt x="73647" y="311908"/>
                  </a:lnTo>
                  <a:lnTo>
                    <a:pt x="78302" y="314500"/>
                  </a:lnTo>
                  <a:lnTo>
                    <a:pt x="83038" y="316942"/>
                  </a:lnTo>
                  <a:lnTo>
                    <a:pt x="87849" y="319232"/>
                  </a:lnTo>
                  <a:lnTo>
                    <a:pt x="92730" y="321368"/>
                  </a:lnTo>
                  <a:lnTo>
                    <a:pt x="97677" y="323347"/>
                  </a:lnTo>
                  <a:lnTo>
                    <a:pt x="102685" y="325167"/>
                  </a:lnTo>
                  <a:lnTo>
                    <a:pt x="107748" y="326827"/>
                  </a:lnTo>
                  <a:lnTo>
                    <a:pt x="112861" y="328324"/>
                  </a:lnTo>
                  <a:lnTo>
                    <a:pt x="118019" y="329658"/>
                  </a:lnTo>
                  <a:lnTo>
                    <a:pt x="123218" y="330827"/>
                  </a:lnTo>
                  <a:lnTo>
                    <a:pt x="128451" y="331829"/>
                  </a:lnTo>
                  <a:lnTo>
                    <a:pt x="133713" y="332664"/>
                  </a:lnTo>
                  <a:lnTo>
                    <a:pt x="138999" y="333332"/>
                  </a:lnTo>
                  <a:lnTo>
                    <a:pt x="144304" y="333830"/>
                  </a:lnTo>
                  <a:lnTo>
                    <a:pt x="149622" y="334159"/>
                  </a:lnTo>
                  <a:lnTo>
                    <a:pt x="154948" y="334318"/>
                  </a:lnTo>
                  <a:lnTo>
                    <a:pt x="160276" y="334308"/>
                  </a:lnTo>
                  <a:lnTo>
                    <a:pt x="165601" y="334127"/>
                  </a:lnTo>
                  <a:lnTo>
                    <a:pt x="170918" y="333777"/>
                  </a:lnTo>
                  <a:lnTo>
                    <a:pt x="176220" y="333258"/>
                  </a:lnTo>
                  <a:lnTo>
                    <a:pt x="181504" y="332570"/>
                  </a:lnTo>
                  <a:lnTo>
                    <a:pt x="186763" y="331714"/>
                  </a:lnTo>
                  <a:lnTo>
                    <a:pt x="191992" y="330691"/>
                  </a:lnTo>
                  <a:lnTo>
                    <a:pt x="197185" y="329502"/>
                  </a:lnTo>
                  <a:lnTo>
                    <a:pt x="202339" y="328148"/>
                  </a:lnTo>
                  <a:lnTo>
                    <a:pt x="207446" y="326630"/>
                  </a:lnTo>
                  <a:lnTo>
                    <a:pt x="212503" y="324951"/>
                  </a:lnTo>
                  <a:lnTo>
                    <a:pt x="217503" y="323111"/>
                  </a:lnTo>
                  <a:lnTo>
                    <a:pt x="222442" y="321112"/>
                  </a:lnTo>
                  <a:lnTo>
                    <a:pt x="227315" y="318958"/>
                  </a:lnTo>
                  <a:lnTo>
                    <a:pt x="232117" y="316649"/>
                  </a:lnTo>
                  <a:lnTo>
                    <a:pt x="236843" y="314188"/>
                  </a:lnTo>
                  <a:lnTo>
                    <a:pt x="241488" y="311578"/>
                  </a:lnTo>
                  <a:lnTo>
                    <a:pt x="246047" y="308821"/>
                  </a:lnTo>
                  <a:lnTo>
                    <a:pt x="250516" y="305920"/>
                  </a:lnTo>
                  <a:lnTo>
                    <a:pt x="254891" y="302878"/>
                  </a:lnTo>
                  <a:lnTo>
                    <a:pt x="259166" y="299699"/>
                  </a:lnTo>
                  <a:lnTo>
                    <a:pt x="263338" y="296384"/>
                  </a:lnTo>
                  <a:lnTo>
                    <a:pt x="267402" y="292939"/>
                  </a:lnTo>
                  <a:lnTo>
                    <a:pt x="271355" y="289366"/>
                  </a:lnTo>
                  <a:lnTo>
                    <a:pt x="275191" y="285668"/>
                  </a:lnTo>
                  <a:lnTo>
                    <a:pt x="278908" y="281850"/>
                  </a:lnTo>
                  <a:lnTo>
                    <a:pt x="282501" y="277916"/>
                  </a:lnTo>
                  <a:lnTo>
                    <a:pt x="285967" y="273869"/>
                  </a:lnTo>
                  <a:lnTo>
                    <a:pt x="289302" y="269714"/>
                  </a:lnTo>
                  <a:lnTo>
                    <a:pt x="292503" y="265455"/>
                  </a:lnTo>
                  <a:lnTo>
                    <a:pt x="295566" y="261095"/>
                  </a:lnTo>
                  <a:lnTo>
                    <a:pt x="298489" y="256641"/>
                  </a:lnTo>
                  <a:lnTo>
                    <a:pt x="301269" y="252095"/>
                  </a:lnTo>
                  <a:lnTo>
                    <a:pt x="303903" y="247463"/>
                  </a:lnTo>
                  <a:lnTo>
                    <a:pt x="306387" y="242750"/>
                  </a:lnTo>
                  <a:lnTo>
                    <a:pt x="308720" y="237960"/>
                  </a:lnTo>
                  <a:lnTo>
                    <a:pt x="310899" y="233097"/>
                  </a:lnTo>
                  <a:lnTo>
                    <a:pt x="312922" y="228168"/>
                  </a:lnTo>
                  <a:lnTo>
                    <a:pt x="314787" y="223177"/>
                  </a:lnTo>
                  <a:lnTo>
                    <a:pt x="316492" y="218129"/>
                  </a:lnTo>
                  <a:lnTo>
                    <a:pt x="318036" y="213030"/>
                  </a:lnTo>
                  <a:lnTo>
                    <a:pt x="319416" y="207883"/>
                  </a:lnTo>
                  <a:lnTo>
                    <a:pt x="320631" y="202696"/>
                  </a:lnTo>
                  <a:lnTo>
                    <a:pt x="321680" y="197472"/>
                  </a:lnTo>
                  <a:lnTo>
                    <a:pt x="322562" y="192217"/>
                  </a:lnTo>
                  <a:lnTo>
                    <a:pt x="323277" y="186937"/>
                  </a:lnTo>
                  <a:lnTo>
                    <a:pt x="323822" y="181637"/>
                  </a:lnTo>
                  <a:lnTo>
                    <a:pt x="324199" y="176322"/>
                  </a:lnTo>
                  <a:lnTo>
                    <a:pt x="324406" y="170998"/>
                  </a:lnTo>
                  <a:lnTo>
                    <a:pt x="324443" y="165670"/>
                  </a:lnTo>
                  <a:lnTo>
                    <a:pt x="324311" y="160344"/>
                  </a:lnTo>
                  <a:lnTo>
                    <a:pt x="324008" y="155024"/>
                  </a:lnTo>
                  <a:lnTo>
                    <a:pt x="323537" y="149717"/>
                  </a:lnTo>
                  <a:lnTo>
                    <a:pt x="322896" y="144428"/>
                  </a:lnTo>
                  <a:lnTo>
                    <a:pt x="322087" y="139161"/>
                  </a:lnTo>
                  <a:lnTo>
                    <a:pt x="321111" y="133923"/>
                  </a:lnTo>
                  <a:lnTo>
                    <a:pt x="319968" y="128719"/>
                  </a:lnTo>
                  <a:lnTo>
                    <a:pt x="318660" y="123554"/>
                  </a:lnTo>
                  <a:lnTo>
                    <a:pt x="317189" y="118433"/>
                  </a:lnTo>
                  <a:lnTo>
                    <a:pt x="315554" y="113362"/>
                  </a:lnTo>
                  <a:lnTo>
                    <a:pt x="313759" y="108345"/>
                  </a:lnTo>
                  <a:lnTo>
                    <a:pt x="311805" y="103388"/>
                  </a:lnTo>
                  <a:lnTo>
                    <a:pt x="309694" y="98496"/>
                  </a:lnTo>
                  <a:lnTo>
                    <a:pt x="307428" y="93674"/>
                  </a:lnTo>
                  <a:lnTo>
                    <a:pt x="305010" y="88926"/>
                  </a:lnTo>
                  <a:lnTo>
                    <a:pt x="302441" y="84258"/>
                  </a:lnTo>
                  <a:lnTo>
                    <a:pt x="299725" y="79674"/>
                  </a:lnTo>
                  <a:lnTo>
                    <a:pt x="296865" y="75179"/>
                  </a:lnTo>
                  <a:lnTo>
                    <a:pt x="293862" y="70778"/>
                  </a:lnTo>
                  <a:lnTo>
                    <a:pt x="290721" y="66474"/>
                  </a:lnTo>
                  <a:lnTo>
                    <a:pt x="287444" y="62272"/>
                  </a:lnTo>
                  <a:lnTo>
                    <a:pt x="284035" y="58178"/>
                  </a:lnTo>
                  <a:lnTo>
                    <a:pt x="280498" y="54193"/>
                  </a:lnTo>
                  <a:lnTo>
                    <a:pt x="276835" y="50324"/>
                  </a:lnTo>
                  <a:lnTo>
                    <a:pt x="273050" y="46573"/>
                  </a:lnTo>
                  <a:lnTo>
                    <a:pt x="269148" y="42945"/>
                  </a:lnTo>
                  <a:lnTo>
                    <a:pt x="265133" y="39443"/>
                  </a:lnTo>
                  <a:lnTo>
                    <a:pt x="261007" y="36071"/>
                  </a:lnTo>
                  <a:lnTo>
                    <a:pt x="256777" y="32832"/>
                  </a:lnTo>
                  <a:lnTo>
                    <a:pt x="252445" y="29730"/>
                  </a:lnTo>
                  <a:lnTo>
                    <a:pt x="248017" y="26767"/>
                  </a:lnTo>
                  <a:lnTo>
                    <a:pt x="243496" y="23946"/>
                  </a:lnTo>
                  <a:lnTo>
                    <a:pt x="238888" y="21272"/>
                  </a:lnTo>
                  <a:lnTo>
                    <a:pt x="234197" y="18745"/>
                  </a:lnTo>
                  <a:lnTo>
                    <a:pt x="229428" y="16369"/>
                  </a:lnTo>
                  <a:lnTo>
                    <a:pt x="224586" y="14147"/>
                  </a:lnTo>
                  <a:lnTo>
                    <a:pt x="219675" y="12079"/>
                  </a:lnTo>
                  <a:lnTo>
                    <a:pt x="214701" y="10170"/>
                  </a:lnTo>
                  <a:lnTo>
                    <a:pt x="209668" y="8420"/>
                  </a:lnTo>
                  <a:lnTo>
                    <a:pt x="204583" y="6831"/>
                  </a:lnTo>
                  <a:lnTo>
                    <a:pt x="199449" y="5405"/>
                  </a:lnTo>
                  <a:lnTo>
                    <a:pt x="194272" y="4143"/>
                  </a:lnTo>
                  <a:lnTo>
                    <a:pt x="189058" y="3047"/>
                  </a:lnTo>
                  <a:lnTo>
                    <a:pt x="183812" y="2118"/>
                  </a:lnTo>
                  <a:lnTo>
                    <a:pt x="178538" y="1356"/>
                  </a:lnTo>
                  <a:lnTo>
                    <a:pt x="173243" y="763"/>
                  </a:lnTo>
                  <a:lnTo>
                    <a:pt x="167932" y="339"/>
                  </a:lnTo>
                  <a:lnTo>
                    <a:pt x="162610" y="84"/>
                  </a:lnTo>
                  <a:lnTo>
                    <a:pt x="157282" y="0"/>
                  </a:lnTo>
                  <a:lnTo>
                    <a:pt x="15728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318642" y="4659281"/>
              <a:ext cx="104592" cy="167167"/>
            </a:xfrm>
            <a:custGeom>
              <a:avLst/>
              <a:pathLst>
                <a:path w="104592" h="167167">
                  <a:moveTo>
                    <a:pt x="104592" y="0"/>
                  </a:moveTo>
                  <a:lnTo>
                    <a:pt x="98942" y="95"/>
                  </a:lnTo>
                  <a:lnTo>
                    <a:pt x="93300" y="381"/>
                  </a:lnTo>
                  <a:lnTo>
                    <a:pt x="87670" y="858"/>
                  </a:lnTo>
                  <a:lnTo>
                    <a:pt x="82060" y="1525"/>
                  </a:lnTo>
                  <a:lnTo>
                    <a:pt x="76475" y="2381"/>
                  </a:lnTo>
                  <a:lnTo>
                    <a:pt x="70922" y="3425"/>
                  </a:lnTo>
                  <a:lnTo>
                    <a:pt x="65408" y="4657"/>
                  </a:lnTo>
                  <a:lnTo>
                    <a:pt x="59939" y="6074"/>
                  </a:lnTo>
                  <a:lnTo>
                    <a:pt x="54520" y="7675"/>
                  </a:lnTo>
                  <a:lnTo>
                    <a:pt x="49159" y="9458"/>
                  </a:lnTo>
                  <a:lnTo>
                    <a:pt x="43861" y="11421"/>
                  </a:lnTo>
                  <a:lnTo>
                    <a:pt x="38633" y="13562"/>
                  </a:lnTo>
                  <a:lnTo>
                    <a:pt x="33480" y="15879"/>
                  </a:lnTo>
                  <a:lnTo>
                    <a:pt x="28408" y="18368"/>
                  </a:lnTo>
                  <a:lnTo>
                    <a:pt x="23423" y="21028"/>
                  </a:lnTo>
                  <a:lnTo>
                    <a:pt x="18531" y="23854"/>
                  </a:lnTo>
                  <a:lnTo>
                    <a:pt x="13737" y="26844"/>
                  </a:lnTo>
                  <a:lnTo>
                    <a:pt x="9047" y="29995"/>
                  </a:lnTo>
                  <a:lnTo>
                    <a:pt x="4466" y="33302"/>
                  </a:lnTo>
                  <a:lnTo>
                    <a:pt x="0" y="36762"/>
                  </a:lnTo>
                  <a:lnTo>
                    <a:pt x="1045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18642" y="4696044"/>
              <a:ext cx="104592" cy="130404"/>
            </a:xfrm>
            <a:custGeom>
              <a:avLst/>
              <a:pathLst>
                <a:path w="104592" h="130404">
                  <a:moveTo>
                    <a:pt x="0" y="0"/>
                  </a:moveTo>
                  <a:lnTo>
                    <a:pt x="104592" y="1304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8642" y="4696044"/>
              <a:ext cx="104592" cy="130404"/>
            </a:xfrm>
            <a:custGeom>
              <a:avLst/>
              <a:pathLst>
                <a:path w="104592" h="130404">
                  <a:moveTo>
                    <a:pt x="0" y="0"/>
                  </a:moveTo>
                  <a:lnTo>
                    <a:pt x="104592" y="1304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56068" y="4696044"/>
              <a:ext cx="245237" cy="297570"/>
            </a:xfrm>
            <a:custGeom>
              <a:avLst/>
              <a:pathLst>
                <a:path w="245237" h="297570">
                  <a:moveTo>
                    <a:pt x="62574" y="0"/>
                  </a:moveTo>
                  <a:lnTo>
                    <a:pt x="58445" y="3422"/>
                  </a:lnTo>
                  <a:lnTo>
                    <a:pt x="54428" y="6974"/>
                  </a:lnTo>
                  <a:lnTo>
                    <a:pt x="50526" y="10654"/>
                  </a:lnTo>
                  <a:lnTo>
                    <a:pt x="46745" y="14457"/>
                  </a:lnTo>
                  <a:lnTo>
                    <a:pt x="43088" y="18379"/>
                  </a:lnTo>
                  <a:lnTo>
                    <a:pt x="39559" y="22417"/>
                  </a:lnTo>
                  <a:lnTo>
                    <a:pt x="36160" y="26566"/>
                  </a:lnTo>
                  <a:lnTo>
                    <a:pt x="32897" y="30821"/>
                  </a:lnTo>
                  <a:lnTo>
                    <a:pt x="29772" y="35179"/>
                  </a:lnTo>
                  <a:lnTo>
                    <a:pt x="26788" y="39635"/>
                  </a:lnTo>
                  <a:lnTo>
                    <a:pt x="23949" y="44185"/>
                  </a:lnTo>
                  <a:lnTo>
                    <a:pt x="21257" y="48823"/>
                  </a:lnTo>
                  <a:lnTo>
                    <a:pt x="18715" y="53545"/>
                  </a:lnTo>
                  <a:lnTo>
                    <a:pt x="16326" y="58347"/>
                  </a:lnTo>
                  <a:lnTo>
                    <a:pt x="14093" y="63222"/>
                  </a:lnTo>
                  <a:lnTo>
                    <a:pt x="12016" y="68167"/>
                  </a:lnTo>
                  <a:lnTo>
                    <a:pt x="10100" y="73175"/>
                  </a:lnTo>
                  <a:lnTo>
                    <a:pt x="8345" y="78243"/>
                  </a:lnTo>
                  <a:lnTo>
                    <a:pt x="6753" y="83364"/>
                  </a:lnTo>
                  <a:lnTo>
                    <a:pt x="5327" y="88534"/>
                  </a:lnTo>
                  <a:lnTo>
                    <a:pt x="4067" y="93746"/>
                  </a:lnTo>
                  <a:lnTo>
                    <a:pt x="2975" y="98997"/>
                  </a:lnTo>
                  <a:lnTo>
                    <a:pt x="2052" y="104280"/>
                  </a:lnTo>
                  <a:lnTo>
                    <a:pt x="1299" y="109589"/>
                  </a:lnTo>
                  <a:lnTo>
                    <a:pt x="717" y="114920"/>
                  </a:lnTo>
                  <a:lnTo>
                    <a:pt x="306" y="120267"/>
                  </a:lnTo>
                  <a:lnTo>
                    <a:pt x="67" y="125625"/>
                  </a:lnTo>
                  <a:lnTo>
                    <a:pt x="0" y="130987"/>
                  </a:lnTo>
                  <a:lnTo>
                    <a:pt x="104" y="136349"/>
                  </a:lnTo>
                  <a:lnTo>
                    <a:pt x="381" y="141705"/>
                  </a:lnTo>
                  <a:lnTo>
                    <a:pt x="829" y="147049"/>
                  </a:lnTo>
                  <a:lnTo>
                    <a:pt x="1449" y="152376"/>
                  </a:lnTo>
                  <a:lnTo>
                    <a:pt x="2239" y="157680"/>
                  </a:lnTo>
                  <a:lnTo>
                    <a:pt x="3198" y="162956"/>
                  </a:lnTo>
                  <a:lnTo>
                    <a:pt x="4327" y="168199"/>
                  </a:lnTo>
                  <a:lnTo>
                    <a:pt x="5623" y="173403"/>
                  </a:lnTo>
                  <a:lnTo>
                    <a:pt x="7085" y="178562"/>
                  </a:lnTo>
                  <a:lnTo>
                    <a:pt x="8712" y="183672"/>
                  </a:lnTo>
                  <a:lnTo>
                    <a:pt x="10503" y="188727"/>
                  </a:lnTo>
                  <a:lnTo>
                    <a:pt x="12454" y="193723"/>
                  </a:lnTo>
                  <a:lnTo>
                    <a:pt x="14565" y="198653"/>
                  </a:lnTo>
                  <a:lnTo>
                    <a:pt x="16832" y="203512"/>
                  </a:lnTo>
                  <a:lnTo>
                    <a:pt x="19255" y="208297"/>
                  </a:lnTo>
                  <a:lnTo>
                    <a:pt x="21829" y="213001"/>
                  </a:lnTo>
                  <a:lnTo>
                    <a:pt x="24553" y="217621"/>
                  </a:lnTo>
                  <a:lnTo>
                    <a:pt x="27424" y="222150"/>
                  </a:lnTo>
                  <a:lnTo>
                    <a:pt x="30439" y="226585"/>
                  </a:lnTo>
                  <a:lnTo>
                    <a:pt x="33595" y="230922"/>
                  </a:lnTo>
                  <a:lnTo>
                    <a:pt x="36888" y="235154"/>
                  </a:lnTo>
                  <a:lnTo>
                    <a:pt x="40315" y="239279"/>
                  </a:lnTo>
                  <a:lnTo>
                    <a:pt x="43872" y="243292"/>
                  </a:lnTo>
                  <a:lnTo>
                    <a:pt x="47557" y="247189"/>
                  </a:lnTo>
                  <a:lnTo>
                    <a:pt x="51364" y="250965"/>
                  </a:lnTo>
                  <a:lnTo>
                    <a:pt x="55291" y="254618"/>
                  </a:lnTo>
                  <a:lnTo>
                    <a:pt x="59333" y="258142"/>
                  </a:lnTo>
                  <a:lnTo>
                    <a:pt x="63486" y="261536"/>
                  </a:lnTo>
                  <a:lnTo>
                    <a:pt x="67745" y="264794"/>
                  </a:lnTo>
                  <a:lnTo>
                    <a:pt x="72107" y="267914"/>
                  </a:lnTo>
                  <a:lnTo>
                    <a:pt x="76567" y="270892"/>
                  </a:lnTo>
                  <a:lnTo>
                    <a:pt x="81120" y="273726"/>
                  </a:lnTo>
                  <a:lnTo>
                    <a:pt x="85761" y="276412"/>
                  </a:lnTo>
                  <a:lnTo>
                    <a:pt x="90486" y="278948"/>
                  </a:lnTo>
                  <a:lnTo>
                    <a:pt x="95291" y="281331"/>
                  </a:lnTo>
                  <a:lnTo>
                    <a:pt x="100169" y="283559"/>
                  </a:lnTo>
                  <a:lnTo>
                    <a:pt x="105116" y="285629"/>
                  </a:lnTo>
                  <a:lnTo>
                    <a:pt x="110127" y="287540"/>
                  </a:lnTo>
                  <a:lnTo>
                    <a:pt x="115197" y="289289"/>
                  </a:lnTo>
                  <a:lnTo>
                    <a:pt x="120320" y="290874"/>
                  </a:lnTo>
                  <a:lnTo>
                    <a:pt x="125491" y="292294"/>
                  </a:lnTo>
                  <a:lnTo>
                    <a:pt x="130705" y="293547"/>
                  </a:lnTo>
                  <a:lnTo>
                    <a:pt x="135957" y="294633"/>
                  </a:lnTo>
                  <a:lnTo>
                    <a:pt x="141241" y="295549"/>
                  </a:lnTo>
                  <a:lnTo>
                    <a:pt x="146552" y="296296"/>
                  </a:lnTo>
                  <a:lnTo>
                    <a:pt x="151883" y="296872"/>
                  </a:lnTo>
                  <a:lnTo>
                    <a:pt x="157231" y="297276"/>
                  </a:lnTo>
                  <a:lnTo>
                    <a:pt x="162589" y="297509"/>
                  </a:lnTo>
                  <a:lnTo>
                    <a:pt x="167951" y="297570"/>
                  </a:lnTo>
                  <a:lnTo>
                    <a:pt x="173313" y="297459"/>
                  </a:lnTo>
                  <a:lnTo>
                    <a:pt x="178668" y="297176"/>
                  </a:lnTo>
                  <a:lnTo>
                    <a:pt x="184011" y="296721"/>
                  </a:lnTo>
                  <a:lnTo>
                    <a:pt x="189338" y="296095"/>
                  </a:lnTo>
                  <a:lnTo>
                    <a:pt x="194641" y="295299"/>
                  </a:lnTo>
                  <a:lnTo>
                    <a:pt x="199916" y="294332"/>
                  </a:lnTo>
                  <a:lnTo>
                    <a:pt x="205157" y="293198"/>
                  </a:lnTo>
                  <a:lnTo>
                    <a:pt x="210360" y="291895"/>
                  </a:lnTo>
                  <a:lnTo>
                    <a:pt x="215517" y="290427"/>
                  </a:lnTo>
                  <a:lnTo>
                    <a:pt x="220625" y="288793"/>
                  </a:lnTo>
                  <a:lnTo>
                    <a:pt x="225678" y="286997"/>
                  </a:lnTo>
                  <a:lnTo>
                    <a:pt x="230671" y="285040"/>
                  </a:lnTo>
                  <a:lnTo>
                    <a:pt x="235599" y="282923"/>
                  </a:lnTo>
                  <a:lnTo>
                    <a:pt x="240456" y="280650"/>
                  </a:lnTo>
                  <a:lnTo>
                    <a:pt x="245237" y="278221"/>
                  </a:lnTo>
                  <a:lnTo>
                    <a:pt x="167166" y="1304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423235" y="4659281"/>
              <a:ext cx="167166" cy="314984"/>
            </a:xfrm>
            <a:custGeom>
              <a:avLst/>
              <a:pathLst>
                <a:path w="167166" h="314984">
                  <a:moveTo>
                    <a:pt x="78071" y="314984"/>
                  </a:moveTo>
                  <a:lnTo>
                    <a:pt x="82760" y="312411"/>
                  </a:lnTo>
                  <a:lnTo>
                    <a:pt x="87364" y="309689"/>
                  </a:lnTo>
                  <a:lnTo>
                    <a:pt x="91878" y="306821"/>
                  </a:lnTo>
                  <a:lnTo>
                    <a:pt x="96299" y="303810"/>
                  </a:lnTo>
                  <a:lnTo>
                    <a:pt x="100621" y="300660"/>
                  </a:lnTo>
                  <a:lnTo>
                    <a:pt x="104840" y="297372"/>
                  </a:lnTo>
                  <a:lnTo>
                    <a:pt x="108952" y="293952"/>
                  </a:lnTo>
                  <a:lnTo>
                    <a:pt x="112952" y="290401"/>
                  </a:lnTo>
                  <a:lnTo>
                    <a:pt x="116836" y="286725"/>
                  </a:lnTo>
                  <a:lnTo>
                    <a:pt x="120601" y="282926"/>
                  </a:lnTo>
                  <a:lnTo>
                    <a:pt x="124243" y="279009"/>
                  </a:lnTo>
                  <a:lnTo>
                    <a:pt x="127757" y="274977"/>
                  </a:lnTo>
                  <a:lnTo>
                    <a:pt x="131140" y="270835"/>
                  </a:lnTo>
                  <a:lnTo>
                    <a:pt x="134390" y="266586"/>
                  </a:lnTo>
                  <a:lnTo>
                    <a:pt x="137501" y="262236"/>
                  </a:lnTo>
                  <a:lnTo>
                    <a:pt x="140472" y="257789"/>
                  </a:lnTo>
                  <a:lnTo>
                    <a:pt x="143300" y="253249"/>
                  </a:lnTo>
                  <a:lnTo>
                    <a:pt x="145980" y="248620"/>
                  </a:lnTo>
                  <a:lnTo>
                    <a:pt x="148511" y="243909"/>
                  </a:lnTo>
                  <a:lnTo>
                    <a:pt x="150890" y="239118"/>
                  </a:lnTo>
                  <a:lnTo>
                    <a:pt x="153115" y="234255"/>
                  </a:lnTo>
                  <a:lnTo>
                    <a:pt x="155182" y="229322"/>
                  </a:lnTo>
                  <a:lnTo>
                    <a:pt x="157091" y="224326"/>
                  </a:lnTo>
                  <a:lnTo>
                    <a:pt x="158839" y="219271"/>
                  </a:lnTo>
                  <a:lnTo>
                    <a:pt x="160425" y="214163"/>
                  </a:lnTo>
                  <a:lnTo>
                    <a:pt x="161846" y="209007"/>
                  </a:lnTo>
                  <a:lnTo>
                    <a:pt x="163102" y="203808"/>
                  </a:lnTo>
                  <a:lnTo>
                    <a:pt x="164191" y="198571"/>
                  </a:lnTo>
                  <a:lnTo>
                    <a:pt x="165111" y="193303"/>
                  </a:lnTo>
                  <a:lnTo>
                    <a:pt x="165863" y="188007"/>
                  </a:lnTo>
                  <a:lnTo>
                    <a:pt x="166445" y="182691"/>
                  </a:lnTo>
                  <a:lnTo>
                    <a:pt x="166856" y="177358"/>
                  </a:lnTo>
                  <a:lnTo>
                    <a:pt x="167097" y="172015"/>
                  </a:lnTo>
                  <a:lnTo>
                    <a:pt x="167166" y="166667"/>
                  </a:lnTo>
                  <a:lnTo>
                    <a:pt x="167065" y="161319"/>
                  </a:lnTo>
                  <a:lnTo>
                    <a:pt x="166792" y="155978"/>
                  </a:lnTo>
                  <a:lnTo>
                    <a:pt x="166349" y="150648"/>
                  </a:lnTo>
                  <a:lnTo>
                    <a:pt x="165735" y="145335"/>
                  </a:lnTo>
                  <a:lnTo>
                    <a:pt x="164952" y="140044"/>
                  </a:lnTo>
                  <a:lnTo>
                    <a:pt x="164000" y="134781"/>
                  </a:lnTo>
                  <a:lnTo>
                    <a:pt x="162880" y="129551"/>
                  </a:lnTo>
                  <a:lnTo>
                    <a:pt x="161593" y="124360"/>
                  </a:lnTo>
                  <a:lnTo>
                    <a:pt x="160141" y="119212"/>
                  </a:lnTo>
                  <a:lnTo>
                    <a:pt x="158525" y="114114"/>
                  </a:lnTo>
                  <a:lnTo>
                    <a:pt x="156747" y="109069"/>
                  </a:lnTo>
                  <a:lnTo>
                    <a:pt x="154808" y="104085"/>
                  </a:lnTo>
                  <a:lnTo>
                    <a:pt x="152710" y="99165"/>
                  </a:lnTo>
                  <a:lnTo>
                    <a:pt x="150457" y="94314"/>
                  </a:lnTo>
                  <a:lnTo>
                    <a:pt x="148049" y="89538"/>
                  </a:lnTo>
                  <a:lnTo>
                    <a:pt x="145490" y="84842"/>
                  </a:lnTo>
                  <a:lnTo>
                    <a:pt x="142782" y="80229"/>
                  </a:lnTo>
                  <a:lnTo>
                    <a:pt x="139928" y="75706"/>
                  </a:lnTo>
                  <a:lnTo>
                    <a:pt x="136930" y="71277"/>
                  </a:lnTo>
                  <a:lnTo>
                    <a:pt x="133793" y="66945"/>
                  </a:lnTo>
                  <a:lnTo>
                    <a:pt x="130518" y="62717"/>
                  </a:lnTo>
                  <a:lnTo>
                    <a:pt x="127110" y="58595"/>
                  </a:lnTo>
                  <a:lnTo>
                    <a:pt x="123571" y="54584"/>
                  </a:lnTo>
                  <a:lnTo>
                    <a:pt x="119906" y="50688"/>
                  </a:lnTo>
                  <a:lnTo>
                    <a:pt x="116119" y="46912"/>
                  </a:lnTo>
                  <a:lnTo>
                    <a:pt x="112212" y="43259"/>
                  </a:lnTo>
                  <a:lnTo>
                    <a:pt x="108191" y="39733"/>
                  </a:lnTo>
                  <a:lnTo>
                    <a:pt x="104059" y="36337"/>
                  </a:lnTo>
                  <a:lnTo>
                    <a:pt x="99820" y="33075"/>
                  </a:lnTo>
                  <a:lnTo>
                    <a:pt x="95480" y="29950"/>
                  </a:lnTo>
                  <a:lnTo>
                    <a:pt x="91041" y="26966"/>
                  </a:lnTo>
                  <a:lnTo>
                    <a:pt x="86509" y="24125"/>
                  </a:lnTo>
                  <a:lnTo>
                    <a:pt x="81889" y="21431"/>
                  </a:lnTo>
                  <a:lnTo>
                    <a:pt x="77185" y="18886"/>
                  </a:lnTo>
                  <a:lnTo>
                    <a:pt x="72402" y="16492"/>
                  </a:lnTo>
                  <a:lnTo>
                    <a:pt x="67545" y="14253"/>
                  </a:lnTo>
                  <a:lnTo>
                    <a:pt x="62618" y="12171"/>
                  </a:lnTo>
                  <a:lnTo>
                    <a:pt x="57628" y="10247"/>
                  </a:lnTo>
                  <a:lnTo>
                    <a:pt x="52578" y="8484"/>
                  </a:lnTo>
                  <a:lnTo>
                    <a:pt x="47475" y="6883"/>
                  </a:lnTo>
                  <a:lnTo>
                    <a:pt x="42323" y="5446"/>
                  </a:lnTo>
                  <a:lnTo>
                    <a:pt x="37128" y="4175"/>
                  </a:lnTo>
                  <a:lnTo>
                    <a:pt x="31895" y="3071"/>
                  </a:lnTo>
                  <a:lnTo>
                    <a:pt x="26629" y="2134"/>
                  </a:lnTo>
                  <a:lnTo>
                    <a:pt x="21336" y="1367"/>
                  </a:lnTo>
                  <a:lnTo>
                    <a:pt x="16021" y="769"/>
                  </a:lnTo>
                  <a:lnTo>
                    <a:pt x="10690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601022" y="4213821"/>
              <a:ext cx="127450" cy="167167"/>
            </a:xfrm>
            <a:custGeom>
              <a:avLst/>
              <a:pathLst>
                <a:path w="127450" h="167167">
                  <a:moveTo>
                    <a:pt x="127450" y="0"/>
                  </a:moveTo>
                  <a:lnTo>
                    <a:pt x="121876" y="92"/>
                  </a:lnTo>
                  <a:lnTo>
                    <a:pt x="116309" y="371"/>
                  </a:lnTo>
                  <a:lnTo>
                    <a:pt x="110754" y="835"/>
                  </a:lnTo>
                  <a:lnTo>
                    <a:pt x="105217" y="1484"/>
                  </a:lnTo>
                  <a:lnTo>
                    <a:pt x="99706" y="2318"/>
                  </a:lnTo>
                  <a:lnTo>
                    <a:pt x="94225" y="3334"/>
                  </a:lnTo>
                  <a:lnTo>
                    <a:pt x="88781" y="4533"/>
                  </a:lnTo>
                  <a:lnTo>
                    <a:pt x="83380" y="5913"/>
                  </a:lnTo>
                  <a:lnTo>
                    <a:pt x="78028" y="7472"/>
                  </a:lnTo>
                  <a:lnTo>
                    <a:pt x="72731" y="9209"/>
                  </a:lnTo>
                  <a:lnTo>
                    <a:pt x="67495" y="11121"/>
                  </a:lnTo>
                  <a:lnTo>
                    <a:pt x="62326" y="13206"/>
                  </a:lnTo>
                  <a:lnTo>
                    <a:pt x="57229" y="15463"/>
                  </a:lnTo>
                  <a:lnTo>
                    <a:pt x="52210" y="17889"/>
                  </a:lnTo>
                  <a:lnTo>
                    <a:pt x="47275" y="20480"/>
                  </a:lnTo>
                  <a:lnTo>
                    <a:pt x="42428" y="23235"/>
                  </a:lnTo>
                  <a:lnTo>
                    <a:pt x="37677" y="26150"/>
                  </a:lnTo>
                  <a:lnTo>
                    <a:pt x="33025" y="29221"/>
                  </a:lnTo>
                  <a:lnTo>
                    <a:pt x="28478" y="32446"/>
                  </a:lnTo>
                  <a:lnTo>
                    <a:pt x="24042" y="35821"/>
                  </a:lnTo>
                  <a:lnTo>
                    <a:pt x="19720" y="39342"/>
                  </a:lnTo>
                  <a:lnTo>
                    <a:pt x="15518" y="43005"/>
                  </a:lnTo>
                  <a:lnTo>
                    <a:pt x="11441" y="46806"/>
                  </a:lnTo>
                  <a:lnTo>
                    <a:pt x="7492" y="50740"/>
                  </a:lnTo>
                  <a:lnTo>
                    <a:pt x="3677" y="54805"/>
                  </a:lnTo>
                  <a:lnTo>
                    <a:pt x="0" y="58994"/>
                  </a:lnTo>
                  <a:lnTo>
                    <a:pt x="12745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601022" y="4272815"/>
              <a:ext cx="127450" cy="108173"/>
            </a:xfrm>
            <a:custGeom>
              <a:avLst/>
              <a:pathLst>
                <a:path w="127450" h="108173">
                  <a:moveTo>
                    <a:pt x="0" y="0"/>
                  </a:moveTo>
                  <a:lnTo>
                    <a:pt x="127450" y="1081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61304" y="4272815"/>
              <a:ext cx="333835" cy="275336"/>
            </a:xfrm>
            <a:custGeom>
              <a:avLst/>
              <a:pathLst>
                <a:path w="333835" h="275336">
                  <a:moveTo>
                    <a:pt x="39717" y="0"/>
                  </a:moveTo>
                  <a:lnTo>
                    <a:pt x="36328" y="4124"/>
                  </a:lnTo>
                  <a:lnTo>
                    <a:pt x="33073" y="8354"/>
                  </a:lnTo>
                  <a:lnTo>
                    <a:pt x="29954" y="12686"/>
                  </a:lnTo>
                  <a:lnTo>
                    <a:pt x="26975" y="17116"/>
                  </a:lnTo>
                  <a:lnTo>
                    <a:pt x="24140" y="21638"/>
                  </a:lnTo>
                  <a:lnTo>
                    <a:pt x="21450" y="26249"/>
                  </a:lnTo>
                  <a:lnTo>
                    <a:pt x="18908" y="30943"/>
                  </a:lnTo>
                  <a:lnTo>
                    <a:pt x="16518" y="35716"/>
                  </a:lnTo>
                  <a:lnTo>
                    <a:pt x="14282" y="40563"/>
                  </a:lnTo>
                  <a:lnTo>
                    <a:pt x="12201" y="45478"/>
                  </a:lnTo>
                  <a:lnTo>
                    <a:pt x="10278" y="50458"/>
                  </a:lnTo>
                  <a:lnTo>
                    <a:pt x="8516" y="55496"/>
                  </a:lnTo>
                  <a:lnTo>
                    <a:pt x="6915" y="60589"/>
                  </a:lnTo>
                  <a:lnTo>
                    <a:pt x="5477" y="65729"/>
                  </a:lnTo>
                  <a:lnTo>
                    <a:pt x="4205" y="70913"/>
                  </a:lnTo>
                  <a:lnTo>
                    <a:pt x="3098" y="76135"/>
                  </a:lnTo>
                  <a:lnTo>
                    <a:pt x="2159" y="81390"/>
                  </a:lnTo>
                  <a:lnTo>
                    <a:pt x="1388" y="86672"/>
                  </a:lnTo>
                  <a:lnTo>
                    <a:pt x="786" y="91976"/>
                  </a:lnTo>
                  <a:lnTo>
                    <a:pt x="354" y="97296"/>
                  </a:lnTo>
                  <a:lnTo>
                    <a:pt x="91" y="102627"/>
                  </a:lnTo>
                  <a:lnTo>
                    <a:pt x="0" y="107965"/>
                  </a:lnTo>
                  <a:lnTo>
                    <a:pt x="78" y="113302"/>
                  </a:lnTo>
                  <a:lnTo>
                    <a:pt x="327" y="118634"/>
                  </a:lnTo>
                  <a:lnTo>
                    <a:pt x="746" y="123955"/>
                  </a:lnTo>
                  <a:lnTo>
                    <a:pt x="1335" y="129261"/>
                  </a:lnTo>
                  <a:lnTo>
                    <a:pt x="2093" y="134545"/>
                  </a:lnTo>
                  <a:lnTo>
                    <a:pt x="3019" y="139802"/>
                  </a:lnTo>
                  <a:lnTo>
                    <a:pt x="4112" y="145026"/>
                  </a:lnTo>
                  <a:lnTo>
                    <a:pt x="5372" y="150213"/>
                  </a:lnTo>
                  <a:lnTo>
                    <a:pt x="6797" y="155358"/>
                  </a:lnTo>
                  <a:lnTo>
                    <a:pt x="8385" y="160454"/>
                  </a:lnTo>
                  <a:lnTo>
                    <a:pt x="10135" y="165497"/>
                  </a:lnTo>
                  <a:lnTo>
                    <a:pt x="12046" y="170481"/>
                  </a:lnTo>
                  <a:lnTo>
                    <a:pt x="14114" y="175402"/>
                  </a:lnTo>
                  <a:lnTo>
                    <a:pt x="16338" y="180254"/>
                  </a:lnTo>
                  <a:lnTo>
                    <a:pt x="18717" y="185033"/>
                  </a:lnTo>
                  <a:lnTo>
                    <a:pt x="21246" y="189733"/>
                  </a:lnTo>
                  <a:lnTo>
                    <a:pt x="23925" y="194351"/>
                  </a:lnTo>
                  <a:lnTo>
                    <a:pt x="26749" y="198880"/>
                  </a:lnTo>
                  <a:lnTo>
                    <a:pt x="29717" y="203317"/>
                  </a:lnTo>
                  <a:lnTo>
                    <a:pt x="32825" y="207657"/>
                  </a:lnTo>
                  <a:lnTo>
                    <a:pt x="36069" y="211895"/>
                  </a:lnTo>
                  <a:lnTo>
                    <a:pt x="39448" y="216028"/>
                  </a:lnTo>
                  <a:lnTo>
                    <a:pt x="42957" y="220051"/>
                  </a:lnTo>
                  <a:lnTo>
                    <a:pt x="46592" y="223960"/>
                  </a:lnTo>
                  <a:lnTo>
                    <a:pt x="50350" y="227750"/>
                  </a:lnTo>
                  <a:lnTo>
                    <a:pt x="54227" y="231419"/>
                  </a:lnTo>
                  <a:lnTo>
                    <a:pt x="58220" y="234962"/>
                  </a:lnTo>
                  <a:lnTo>
                    <a:pt x="62324" y="238376"/>
                  </a:lnTo>
                  <a:lnTo>
                    <a:pt x="66534" y="241657"/>
                  </a:lnTo>
                  <a:lnTo>
                    <a:pt x="70847" y="244802"/>
                  </a:lnTo>
                  <a:lnTo>
                    <a:pt x="75258" y="247807"/>
                  </a:lnTo>
                  <a:lnTo>
                    <a:pt x="79763" y="250670"/>
                  </a:lnTo>
                  <a:lnTo>
                    <a:pt x="84358" y="253388"/>
                  </a:lnTo>
                  <a:lnTo>
                    <a:pt x="89036" y="255958"/>
                  </a:lnTo>
                  <a:lnTo>
                    <a:pt x="93794" y="258377"/>
                  </a:lnTo>
                  <a:lnTo>
                    <a:pt x="98628" y="260643"/>
                  </a:lnTo>
                  <a:lnTo>
                    <a:pt x="103530" y="262754"/>
                  </a:lnTo>
                  <a:lnTo>
                    <a:pt x="108498" y="264707"/>
                  </a:lnTo>
                  <a:lnTo>
                    <a:pt x="113526" y="266500"/>
                  </a:lnTo>
                  <a:lnTo>
                    <a:pt x="118608" y="268132"/>
                  </a:lnTo>
                  <a:lnTo>
                    <a:pt x="123740" y="269601"/>
                  </a:lnTo>
                  <a:lnTo>
                    <a:pt x="128916" y="270905"/>
                  </a:lnTo>
                  <a:lnTo>
                    <a:pt x="134131" y="272043"/>
                  </a:lnTo>
                  <a:lnTo>
                    <a:pt x="139380" y="273015"/>
                  </a:lnTo>
                  <a:lnTo>
                    <a:pt x="144657" y="273818"/>
                  </a:lnTo>
                  <a:lnTo>
                    <a:pt x="149957" y="274452"/>
                  </a:lnTo>
                  <a:lnTo>
                    <a:pt x="155275" y="274917"/>
                  </a:lnTo>
                  <a:lnTo>
                    <a:pt x="160605" y="275211"/>
                  </a:lnTo>
                  <a:lnTo>
                    <a:pt x="165941" y="275336"/>
                  </a:lnTo>
                  <a:lnTo>
                    <a:pt x="171279" y="275289"/>
                  </a:lnTo>
                  <a:lnTo>
                    <a:pt x="176612" y="275073"/>
                  </a:lnTo>
                  <a:lnTo>
                    <a:pt x="181936" y="274686"/>
                  </a:lnTo>
                  <a:lnTo>
                    <a:pt x="187245" y="274130"/>
                  </a:lnTo>
                  <a:lnTo>
                    <a:pt x="192534" y="273404"/>
                  </a:lnTo>
                  <a:lnTo>
                    <a:pt x="197796" y="272510"/>
                  </a:lnTo>
                  <a:lnTo>
                    <a:pt x="203027" y="271448"/>
                  </a:lnTo>
                  <a:lnTo>
                    <a:pt x="208222" y="270220"/>
                  </a:lnTo>
                  <a:lnTo>
                    <a:pt x="213375" y="268827"/>
                  </a:lnTo>
                  <a:lnTo>
                    <a:pt x="218481" y="267270"/>
                  </a:lnTo>
                  <a:lnTo>
                    <a:pt x="223534" y="265550"/>
                  </a:lnTo>
                  <a:lnTo>
                    <a:pt x="228530" y="263670"/>
                  </a:lnTo>
                  <a:lnTo>
                    <a:pt x="233463" y="261632"/>
                  </a:lnTo>
                  <a:lnTo>
                    <a:pt x="238329" y="259437"/>
                  </a:lnTo>
                  <a:lnTo>
                    <a:pt x="243122" y="257088"/>
                  </a:lnTo>
                  <a:lnTo>
                    <a:pt x="247838" y="254587"/>
                  </a:lnTo>
                  <a:lnTo>
                    <a:pt x="252471" y="251937"/>
                  </a:lnTo>
                  <a:lnTo>
                    <a:pt x="257018" y="249140"/>
                  </a:lnTo>
                  <a:lnTo>
                    <a:pt x="261473" y="246199"/>
                  </a:lnTo>
                  <a:lnTo>
                    <a:pt x="265832" y="243118"/>
                  </a:lnTo>
                  <a:lnTo>
                    <a:pt x="270090" y="239899"/>
                  </a:lnTo>
                  <a:lnTo>
                    <a:pt x="274243" y="236546"/>
                  </a:lnTo>
                  <a:lnTo>
                    <a:pt x="278287" y="233062"/>
                  </a:lnTo>
                  <a:lnTo>
                    <a:pt x="282218" y="229450"/>
                  </a:lnTo>
                  <a:lnTo>
                    <a:pt x="286031" y="225715"/>
                  </a:lnTo>
                  <a:lnTo>
                    <a:pt x="289723" y="221860"/>
                  </a:lnTo>
                  <a:lnTo>
                    <a:pt x="293291" y="217889"/>
                  </a:lnTo>
                  <a:lnTo>
                    <a:pt x="296729" y="213806"/>
                  </a:lnTo>
                  <a:lnTo>
                    <a:pt x="300036" y="209616"/>
                  </a:lnTo>
                  <a:lnTo>
                    <a:pt x="303207" y="205322"/>
                  </a:lnTo>
                  <a:lnTo>
                    <a:pt x="306239" y="200929"/>
                  </a:lnTo>
                  <a:lnTo>
                    <a:pt x="309130" y="196442"/>
                  </a:lnTo>
                  <a:lnTo>
                    <a:pt x="311876" y="191864"/>
                  </a:lnTo>
                  <a:lnTo>
                    <a:pt x="314474" y="187201"/>
                  </a:lnTo>
                  <a:lnTo>
                    <a:pt x="316922" y="182458"/>
                  </a:lnTo>
                  <a:lnTo>
                    <a:pt x="319218" y="177639"/>
                  </a:lnTo>
                  <a:lnTo>
                    <a:pt x="321358" y="172749"/>
                  </a:lnTo>
                  <a:lnTo>
                    <a:pt x="323341" y="167793"/>
                  </a:lnTo>
                  <a:lnTo>
                    <a:pt x="325165" y="162776"/>
                  </a:lnTo>
                  <a:lnTo>
                    <a:pt x="326828" y="157704"/>
                  </a:lnTo>
                  <a:lnTo>
                    <a:pt x="328328" y="152581"/>
                  </a:lnTo>
                  <a:lnTo>
                    <a:pt x="329663" y="147413"/>
                  </a:lnTo>
                  <a:lnTo>
                    <a:pt x="330833" y="142205"/>
                  </a:lnTo>
                  <a:lnTo>
                    <a:pt x="331837" y="136962"/>
                  </a:lnTo>
                  <a:lnTo>
                    <a:pt x="332672" y="131690"/>
                  </a:lnTo>
                  <a:lnTo>
                    <a:pt x="333338" y="126394"/>
                  </a:lnTo>
                  <a:lnTo>
                    <a:pt x="333835" y="121079"/>
                  </a:lnTo>
                  <a:lnTo>
                    <a:pt x="167167" y="1081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167154" cy="180073"/>
            </a:xfrm>
            <a:custGeom>
              <a:avLst/>
              <a:pathLst>
                <a:path w="167154" h="180073">
                  <a:moveTo>
                    <a:pt x="166668" y="180073"/>
                  </a:moveTo>
                  <a:lnTo>
                    <a:pt x="166998" y="174682"/>
                  </a:lnTo>
                  <a:lnTo>
                    <a:pt x="167154" y="169282"/>
                  </a:lnTo>
                  <a:lnTo>
                    <a:pt x="167135" y="163880"/>
                  </a:lnTo>
                  <a:lnTo>
                    <a:pt x="166941" y="158482"/>
                  </a:lnTo>
                  <a:lnTo>
                    <a:pt x="166573" y="153093"/>
                  </a:lnTo>
                  <a:lnTo>
                    <a:pt x="166032" y="147718"/>
                  </a:lnTo>
                  <a:lnTo>
                    <a:pt x="165317" y="142364"/>
                  </a:lnTo>
                  <a:lnTo>
                    <a:pt x="164429" y="137035"/>
                  </a:lnTo>
                  <a:lnTo>
                    <a:pt x="163370" y="131738"/>
                  </a:lnTo>
                  <a:lnTo>
                    <a:pt x="162140" y="126478"/>
                  </a:lnTo>
                  <a:lnTo>
                    <a:pt x="160740" y="121261"/>
                  </a:lnTo>
                  <a:lnTo>
                    <a:pt x="159173" y="116092"/>
                  </a:lnTo>
                  <a:lnTo>
                    <a:pt x="157440" y="110975"/>
                  </a:lnTo>
                  <a:lnTo>
                    <a:pt x="155542" y="105918"/>
                  </a:lnTo>
                  <a:lnTo>
                    <a:pt x="153482" y="100924"/>
                  </a:lnTo>
                  <a:lnTo>
                    <a:pt x="151262" y="96000"/>
                  </a:lnTo>
                  <a:lnTo>
                    <a:pt x="148883" y="91150"/>
                  </a:lnTo>
                  <a:lnTo>
                    <a:pt x="146349" y="86379"/>
                  </a:lnTo>
                  <a:lnTo>
                    <a:pt x="143663" y="81693"/>
                  </a:lnTo>
                  <a:lnTo>
                    <a:pt x="140826" y="77096"/>
                  </a:lnTo>
                  <a:lnTo>
                    <a:pt x="137842" y="72593"/>
                  </a:lnTo>
                  <a:lnTo>
                    <a:pt x="134715" y="68188"/>
                  </a:lnTo>
                  <a:lnTo>
                    <a:pt x="131446" y="63887"/>
                  </a:lnTo>
                  <a:lnTo>
                    <a:pt x="128041" y="59694"/>
                  </a:lnTo>
                  <a:lnTo>
                    <a:pt x="124502" y="55614"/>
                  </a:lnTo>
                  <a:lnTo>
                    <a:pt x="120832" y="51649"/>
                  </a:lnTo>
                  <a:lnTo>
                    <a:pt x="117037" y="47805"/>
                  </a:lnTo>
                  <a:lnTo>
                    <a:pt x="113119" y="44086"/>
                  </a:lnTo>
                  <a:lnTo>
                    <a:pt x="109084" y="40496"/>
                  </a:lnTo>
                  <a:lnTo>
                    <a:pt x="104934" y="37037"/>
                  </a:lnTo>
                  <a:lnTo>
                    <a:pt x="100675" y="33715"/>
                  </a:lnTo>
                  <a:lnTo>
                    <a:pt x="96310" y="30532"/>
                  </a:lnTo>
                  <a:lnTo>
                    <a:pt x="91845" y="27491"/>
                  </a:lnTo>
                  <a:lnTo>
                    <a:pt x="87285" y="24597"/>
                  </a:lnTo>
                  <a:lnTo>
                    <a:pt x="82633" y="21851"/>
                  </a:lnTo>
                  <a:lnTo>
                    <a:pt x="77894" y="19257"/>
                  </a:lnTo>
                  <a:lnTo>
                    <a:pt x="73075" y="16817"/>
                  </a:lnTo>
                  <a:lnTo>
                    <a:pt x="68179" y="14535"/>
                  </a:lnTo>
                  <a:lnTo>
                    <a:pt x="63212" y="12412"/>
                  </a:lnTo>
                  <a:lnTo>
                    <a:pt x="58179" y="10450"/>
                  </a:lnTo>
                  <a:lnTo>
                    <a:pt x="53085" y="8652"/>
                  </a:lnTo>
                  <a:lnTo>
                    <a:pt x="47936" y="7020"/>
                  </a:lnTo>
                  <a:lnTo>
                    <a:pt x="42736" y="5555"/>
                  </a:lnTo>
                  <a:lnTo>
                    <a:pt x="37492" y="4258"/>
                  </a:lnTo>
                  <a:lnTo>
                    <a:pt x="32209" y="3132"/>
                  </a:lnTo>
                  <a:lnTo>
                    <a:pt x="26892" y="2177"/>
                  </a:lnTo>
                  <a:lnTo>
                    <a:pt x="21548" y="1394"/>
                  </a:lnTo>
                  <a:lnTo>
                    <a:pt x="16180" y="784"/>
                  </a:lnTo>
                  <a:lnTo>
                    <a:pt x="10796" y="349"/>
                  </a:lnTo>
                  <a:lnTo>
                    <a:pt x="540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51855" y="3707720"/>
              <a:ext cx="167155" cy="167167"/>
            </a:xfrm>
            <a:custGeom>
              <a:avLst/>
              <a:pathLst>
                <a:path w="167155" h="167167">
                  <a:moveTo>
                    <a:pt x="167155" y="0"/>
                  </a:moveTo>
                  <a:lnTo>
                    <a:pt x="161727" y="88"/>
                  </a:lnTo>
                  <a:lnTo>
                    <a:pt x="156304" y="352"/>
                  </a:lnTo>
                  <a:lnTo>
                    <a:pt x="150893" y="792"/>
                  </a:lnTo>
                  <a:lnTo>
                    <a:pt x="145499" y="1408"/>
                  </a:lnTo>
                  <a:lnTo>
                    <a:pt x="140128" y="2199"/>
                  </a:lnTo>
                  <a:lnTo>
                    <a:pt x="134785" y="3164"/>
                  </a:lnTo>
                  <a:lnTo>
                    <a:pt x="129476" y="4301"/>
                  </a:lnTo>
                  <a:lnTo>
                    <a:pt x="124208" y="5611"/>
                  </a:lnTo>
                  <a:lnTo>
                    <a:pt x="118984" y="7090"/>
                  </a:lnTo>
                  <a:lnTo>
                    <a:pt x="113811" y="8739"/>
                  </a:lnTo>
                  <a:lnTo>
                    <a:pt x="108695" y="10555"/>
                  </a:lnTo>
                  <a:lnTo>
                    <a:pt x="103640" y="12536"/>
                  </a:lnTo>
                  <a:lnTo>
                    <a:pt x="98652" y="14680"/>
                  </a:lnTo>
                  <a:lnTo>
                    <a:pt x="93737" y="16985"/>
                  </a:lnTo>
                  <a:lnTo>
                    <a:pt x="88899" y="19448"/>
                  </a:lnTo>
                  <a:lnTo>
                    <a:pt x="84143" y="22067"/>
                  </a:lnTo>
                  <a:lnTo>
                    <a:pt x="79475" y="24839"/>
                  </a:lnTo>
                  <a:lnTo>
                    <a:pt x="74900" y="27762"/>
                  </a:lnTo>
                  <a:lnTo>
                    <a:pt x="70422" y="30831"/>
                  </a:lnTo>
                  <a:lnTo>
                    <a:pt x="66045" y="34044"/>
                  </a:lnTo>
                  <a:lnTo>
                    <a:pt x="61776" y="37397"/>
                  </a:lnTo>
                  <a:lnTo>
                    <a:pt x="57617" y="40888"/>
                  </a:lnTo>
                  <a:lnTo>
                    <a:pt x="53575" y="44511"/>
                  </a:lnTo>
                  <a:lnTo>
                    <a:pt x="49651" y="48264"/>
                  </a:lnTo>
                  <a:lnTo>
                    <a:pt x="45852" y="52143"/>
                  </a:lnTo>
                  <a:lnTo>
                    <a:pt x="42181" y="56142"/>
                  </a:lnTo>
                  <a:lnTo>
                    <a:pt x="38642" y="60259"/>
                  </a:lnTo>
                  <a:lnTo>
                    <a:pt x="35238" y="64489"/>
                  </a:lnTo>
                  <a:lnTo>
                    <a:pt x="31973" y="68827"/>
                  </a:lnTo>
                  <a:lnTo>
                    <a:pt x="28851" y="73268"/>
                  </a:lnTo>
                  <a:lnTo>
                    <a:pt x="25875" y="77809"/>
                  </a:lnTo>
                  <a:lnTo>
                    <a:pt x="23048" y="82444"/>
                  </a:lnTo>
                  <a:lnTo>
                    <a:pt x="20373" y="87168"/>
                  </a:lnTo>
                  <a:lnTo>
                    <a:pt x="17852" y="91977"/>
                  </a:lnTo>
                  <a:lnTo>
                    <a:pt x="15489" y="96864"/>
                  </a:lnTo>
                  <a:lnTo>
                    <a:pt x="13287" y="101827"/>
                  </a:lnTo>
                  <a:lnTo>
                    <a:pt x="11246" y="106857"/>
                  </a:lnTo>
                  <a:lnTo>
                    <a:pt x="9370" y="111952"/>
                  </a:lnTo>
                  <a:lnTo>
                    <a:pt x="7660" y="117105"/>
                  </a:lnTo>
                  <a:lnTo>
                    <a:pt x="6118" y="122311"/>
                  </a:lnTo>
                  <a:lnTo>
                    <a:pt x="4747" y="127564"/>
                  </a:lnTo>
                  <a:lnTo>
                    <a:pt x="3546" y="132858"/>
                  </a:lnTo>
                  <a:lnTo>
                    <a:pt x="2519" y="138189"/>
                  </a:lnTo>
                  <a:lnTo>
                    <a:pt x="1664" y="143551"/>
                  </a:lnTo>
                  <a:lnTo>
                    <a:pt x="985" y="148937"/>
                  </a:lnTo>
                  <a:lnTo>
                    <a:pt x="480" y="154343"/>
                  </a:lnTo>
                  <a:lnTo>
                    <a:pt x="152" y="159762"/>
                  </a:lnTo>
                  <a:lnTo>
                    <a:pt x="0" y="16518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855" y="3707737"/>
              <a:ext cx="334322" cy="334311"/>
            </a:xfrm>
            <a:custGeom>
              <a:avLst/>
              <a:pathLst>
                <a:path w="334322" h="334311">
                  <a:moveTo>
                    <a:pt x="0" y="165172"/>
                  </a:moveTo>
                  <a:lnTo>
                    <a:pt x="21" y="170491"/>
                  </a:lnTo>
                  <a:lnTo>
                    <a:pt x="212" y="175808"/>
                  </a:lnTo>
                  <a:lnTo>
                    <a:pt x="572" y="181115"/>
                  </a:lnTo>
                  <a:lnTo>
                    <a:pt x="1101" y="186409"/>
                  </a:lnTo>
                  <a:lnTo>
                    <a:pt x="1798" y="191683"/>
                  </a:lnTo>
                  <a:lnTo>
                    <a:pt x="2662" y="196932"/>
                  </a:lnTo>
                  <a:lnTo>
                    <a:pt x="3693" y="202151"/>
                  </a:lnTo>
                  <a:lnTo>
                    <a:pt x="4889" y="207334"/>
                  </a:lnTo>
                  <a:lnTo>
                    <a:pt x="6250" y="212477"/>
                  </a:lnTo>
                  <a:lnTo>
                    <a:pt x="7774" y="217574"/>
                  </a:lnTo>
                  <a:lnTo>
                    <a:pt x="9459" y="222619"/>
                  </a:lnTo>
                  <a:lnTo>
                    <a:pt x="11304" y="227609"/>
                  </a:lnTo>
                  <a:lnTo>
                    <a:pt x="13306" y="232537"/>
                  </a:lnTo>
                  <a:lnTo>
                    <a:pt x="15465" y="237400"/>
                  </a:lnTo>
                  <a:lnTo>
                    <a:pt x="17777" y="242191"/>
                  </a:lnTo>
                  <a:lnTo>
                    <a:pt x="20240" y="246906"/>
                  </a:lnTo>
                  <a:lnTo>
                    <a:pt x="22852" y="251540"/>
                  </a:lnTo>
                  <a:lnTo>
                    <a:pt x="25611" y="256089"/>
                  </a:lnTo>
                  <a:lnTo>
                    <a:pt x="28512" y="260547"/>
                  </a:lnTo>
                  <a:lnTo>
                    <a:pt x="31554" y="264912"/>
                  </a:lnTo>
                  <a:lnTo>
                    <a:pt x="34734" y="269177"/>
                  </a:lnTo>
                  <a:lnTo>
                    <a:pt x="38047" y="273339"/>
                  </a:lnTo>
                  <a:lnTo>
                    <a:pt x="41491" y="277393"/>
                  </a:lnTo>
                  <a:lnTo>
                    <a:pt x="45063" y="281336"/>
                  </a:lnTo>
                  <a:lnTo>
                    <a:pt x="48758" y="285163"/>
                  </a:lnTo>
                  <a:lnTo>
                    <a:pt x="52573" y="288870"/>
                  </a:lnTo>
                  <a:lnTo>
                    <a:pt x="56504" y="292454"/>
                  </a:lnTo>
                  <a:lnTo>
                    <a:pt x="60547" y="295912"/>
                  </a:lnTo>
                  <a:lnTo>
                    <a:pt x="64698" y="299239"/>
                  </a:lnTo>
                  <a:lnTo>
                    <a:pt x="68952" y="302432"/>
                  </a:lnTo>
                  <a:lnTo>
                    <a:pt x="73307" y="305488"/>
                  </a:lnTo>
                  <a:lnTo>
                    <a:pt x="77756" y="308404"/>
                  </a:lnTo>
                  <a:lnTo>
                    <a:pt x="82296" y="311177"/>
                  </a:lnTo>
                  <a:lnTo>
                    <a:pt x="86922" y="313804"/>
                  </a:lnTo>
                  <a:lnTo>
                    <a:pt x="91628" y="316283"/>
                  </a:lnTo>
                  <a:lnTo>
                    <a:pt x="96412" y="318611"/>
                  </a:lnTo>
                  <a:lnTo>
                    <a:pt x="101267" y="320785"/>
                  </a:lnTo>
                  <a:lnTo>
                    <a:pt x="106189" y="322804"/>
                  </a:lnTo>
                  <a:lnTo>
                    <a:pt x="111173" y="324665"/>
                  </a:lnTo>
                  <a:lnTo>
                    <a:pt x="116213" y="326366"/>
                  </a:lnTo>
                  <a:lnTo>
                    <a:pt x="121305" y="327907"/>
                  </a:lnTo>
                  <a:lnTo>
                    <a:pt x="126443" y="329284"/>
                  </a:lnTo>
                  <a:lnTo>
                    <a:pt x="131622" y="330497"/>
                  </a:lnTo>
                  <a:lnTo>
                    <a:pt x="136838" y="331545"/>
                  </a:lnTo>
                  <a:lnTo>
                    <a:pt x="142084" y="332427"/>
                  </a:lnTo>
                  <a:lnTo>
                    <a:pt x="147356" y="333141"/>
                  </a:lnTo>
                  <a:lnTo>
                    <a:pt x="152647" y="333687"/>
                  </a:lnTo>
                  <a:lnTo>
                    <a:pt x="157954" y="334064"/>
                  </a:lnTo>
                  <a:lnTo>
                    <a:pt x="163269" y="334272"/>
                  </a:lnTo>
                  <a:lnTo>
                    <a:pt x="168589" y="334311"/>
                  </a:lnTo>
                  <a:lnTo>
                    <a:pt x="173907" y="334181"/>
                  </a:lnTo>
                  <a:lnTo>
                    <a:pt x="179218" y="333882"/>
                  </a:lnTo>
                  <a:lnTo>
                    <a:pt x="184518" y="333413"/>
                  </a:lnTo>
                  <a:lnTo>
                    <a:pt x="189799" y="332777"/>
                  </a:lnTo>
                  <a:lnTo>
                    <a:pt x="195058" y="331972"/>
                  </a:lnTo>
                  <a:lnTo>
                    <a:pt x="200288" y="331001"/>
                  </a:lnTo>
                  <a:lnTo>
                    <a:pt x="205485" y="329864"/>
                  </a:lnTo>
                  <a:lnTo>
                    <a:pt x="210643" y="328562"/>
                  </a:lnTo>
                  <a:lnTo>
                    <a:pt x="215757" y="327096"/>
                  </a:lnTo>
                  <a:lnTo>
                    <a:pt x="220821" y="325469"/>
                  </a:lnTo>
                  <a:lnTo>
                    <a:pt x="225832" y="323681"/>
                  </a:lnTo>
                  <a:lnTo>
                    <a:pt x="230783" y="321735"/>
                  </a:lnTo>
                  <a:lnTo>
                    <a:pt x="235669" y="319632"/>
                  </a:lnTo>
                  <a:lnTo>
                    <a:pt x="240486" y="317375"/>
                  </a:lnTo>
                  <a:lnTo>
                    <a:pt x="245229" y="314966"/>
                  </a:lnTo>
                  <a:lnTo>
                    <a:pt x="249893" y="312407"/>
                  </a:lnTo>
                  <a:lnTo>
                    <a:pt x="254473" y="309700"/>
                  </a:lnTo>
                  <a:lnTo>
                    <a:pt x="258964" y="306850"/>
                  </a:lnTo>
                  <a:lnTo>
                    <a:pt x="263363" y="303858"/>
                  </a:lnTo>
                  <a:lnTo>
                    <a:pt x="267664" y="300727"/>
                  </a:lnTo>
                  <a:lnTo>
                    <a:pt x="271863" y="297462"/>
                  </a:lnTo>
                  <a:lnTo>
                    <a:pt x="275957" y="294064"/>
                  </a:lnTo>
                  <a:lnTo>
                    <a:pt x="279940" y="290538"/>
                  </a:lnTo>
                  <a:lnTo>
                    <a:pt x="283809" y="286887"/>
                  </a:lnTo>
                  <a:lnTo>
                    <a:pt x="287560" y="283114"/>
                  </a:lnTo>
                  <a:lnTo>
                    <a:pt x="291189" y="279224"/>
                  </a:lnTo>
                  <a:lnTo>
                    <a:pt x="294692" y="275221"/>
                  </a:lnTo>
                  <a:lnTo>
                    <a:pt x="298066" y="271108"/>
                  </a:lnTo>
                  <a:lnTo>
                    <a:pt x="301307" y="266890"/>
                  </a:lnTo>
                  <a:lnTo>
                    <a:pt x="304413" y="262571"/>
                  </a:lnTo>
                  <a:lnTo>
                    <a:pt x="307380" y="258156"/>
                  </a:lnTo>
                  <a:lnTo>
                    <a:pt x="310205" y="253648"/>
                  </a:lnTo>
                  <a:lnTo>
                    <a:pt x="312884" y="249052"/>
                  </a:lnTo>
                  <a:lnTo>
                    <a:pt x="315417" y="244374"/>
                  </a:lnTo>
                  <a:lnTo>
                    <a:pt x="317799" y="239617"/>
                  </a:lnTo>
                  <a:lnTo>
                    <a:pt x="320028" y="234787"/>
                  </a:lnTo>
                  <a:lnTo>
                    <a:pt x="322103" y="229889"/>
                  </a:lnTo>
                  <a:lnTo>
                    <a:pt x="324021" y="224927"/>
                  </a:lnTo>
                  <a:lnTo>
                    <a:pt x="325780" y="219906"/>
                  </a:lnTo>
                  <a:lnTo>
                    <a:pt x="327378" y="214832"/>
                  </a:lnTo>
                  <a:lnTo>
                    <a:pt x="328814" y="209710"/>
                  </a:lnTo>
                  <a:lnTo>
                    <a:pt x="330086" y="204545"/>
                  </a:lnTo>
                  <a:lnTo>
                    <a:pt x="331194" y="199341"/>
                  </a:lnTo>
                  <a:lnTo>
                    <a:pt x="332135" y="194106"/>
                  </a:lnTo>
                  <a:lnTo>
                    <a:pt x="332909" y="188843"/>
                  </a:lnTo>
                  <a:lnTo>
                    <a:pt x="333516" y="183558"/>
                  </a:lnTo>
                  <a:lnTo>
                    <a:pt x="333953" y="178256"/>
                  </a:lnTo>
                  <a:lnTo>
                    <a:pt x="334222" y="172943"/>
                  </a:lnTo>
                  <a:lnTo>
                    <a:pt x="334322" y="167624"/>
                  </a:lnTo>
                  <a:lnTo>
                    <a:pt x="334252" y="162305"/>
                  </a:lnTo>
                  <a:lnTo>
                    <a:pt x="334014" y="156990"/>
                  </a:lnTo>
                  <a:lnTo>
                    <a:pt x="333606" y="151686"/>
                  </a:lnTo>
                  <a:lnTo>
                    <a:pt x="333030" y="146398"/>
                  </a:lnTo>
                  <a:lnTo>
                    <a:pt x="332285" y="141130"/>
                  </a:lnTo>
                  <a:lnTo>
                    <a:pt x="331374" y="135889"/>
                  </a:lnTo>
                  <a:lnTo>
                    <a:pt x="330296" y="130680"/>
                  </a:lnTo>
                  <a:lnTo>
                    <a:pt x="329053" y="125508"/>
                  </a:lnTo>
                  <a:lnTo>
                    <a:pt x="327646" y="120377"/>
                  </a:lnTo>
                  <a:lnTo>
                    <a:pt x="326076" y="115294"/>
                  </a:lnTo>
                  <a:lnTo>
                    <a:pt x="324346" y="110264"/>
                  </a:lnTo>
                  <a:lnTo>
                    <a:pt x="322456" y="105291"/>
                  </a:lnTo>
                  <a:lnTo>
                    <a:pt x="320409" y="100381"/>
                  </a:lnTo>
                  <a:lnTo>
                    <a:pt x="318207" y="95538"/>
                  </a:lnTo>
                  <a:lnTo>
                    <a:pt x="315852" y="90768"/>
                  </a:lnTo>
                  <a:lnTo>
                    <a:pt x="313347" y="86076"/>
                  </a:lnTo>
                  <a:lnTo>
                    <a:pt x="310693" y="81465"/>
                  </a:lnTo>
                  <a:lnTo>
                    <a:pt x="307894" y="76941"/>
                  </a:lnTo>
                  <a:lnTo>
                    <a:pt x="304952" y="72509"/>
                  </a:lnTo>
                  <a:lnTo>
                    <a:pt x="301871" y="68172"/>
                  </a:lnTo>
                  <a:lnTo>
                    <a:pt x="298654" y="63936"/>
                  </a:lnTo>
                  <a:lnTo>
                    <a:pt x="295303" y="59804"/>
                  </a:lnTo>
                  <a:lnTo>
                    <a:pt x="291822" y="55781"/>
                  </a:lnTo>
                  <a:lnTo>
                    <a:pt x="288216" y="51870"/>
                  </a:lnTo>
                  <a:lnTo>
                    <a:pt x="284486" y="48077"/>
                  </a:lnTo>
                  <a:lnTo>
                    <a:pt x="280638" y="44404"/>
                  </a:lnTo>
                  <a:lnTo>
                    <a:pt x="276675" y="40855"/>
                  </a:lnTo>
                  <a:lnTo>
                    <a:pt x="272601" y="37434"/>
                  </a:lnTo>
                  <a:lnTo>
                    <a:pt x="268420" y="34145"/>
                  </a:lnTo>
                  <a:lnTo>
                    <a:pt x="264137" y="30990"/>
                  </a:lnTo>
                  <a:lnTo>
                    <a:pt x="259755" y="27973"/>
                  </a:lnTo>
                  <a:lnTo>
                    <a:pt x="255280" y="25097"/>
                  </a:lnTo>
                  <a:lnTo>
                    <a:pt x="250715" y="22365"/>
                  </a:lnTo>
                  <a:lnTo>
                    <a:pt x="246066" y="19780"/>
                  </a:lnTo>
                  <a:lnTo>
                    <a:pt x="241337" y="17343"/>
                  </a:lnTo>
                  <a:lnTo>
                    <a:pt x="236533" y="15059"/>
                  </a:lnTo>
                  <a:lnTo>
                    <a:pt x="231658" y="12928"/>
                  </a:lnTo>
                  <a:lnTo>
                    <a:pt x="226719" y="10954"/>
                  </a:lnTo>
                  <a:lnTo>
                    <a:pt x="221718" y="9138"/>
                  </a:lnTo>
                  <a:lnTo>
                    <a:pt x="216663" y="7482"/>
                  </a:lnTo>
                  <a:lnTo>
                    <a:pt x="211558" y="5987"/>
                  </a:lnTo>
                  <a:lnTo>
                    <a:pt x="206407" y="4656"/>
                  </a:lnTo>
                  <a:lnTo>
                    <a:pt x="201217" y="3489"/>
                  </a:lnTo>
                  <a:lnTo>
                    <a:pt x="195992" y="2489"/>
                  </a:lnTo>
                  <a:lnTo>
                    <a:pt x="190738" y="1654"/>
                  </a:lnTo>
                  <a:lnTo>
                    <a:pt x="185460" y="988"/>
                  </a:lnTo>
                  <a:lnTo>
                    <a:pt x="180164" y="489"/>
                  </a:lnTo>
                  <a:lnTo>
                    <a:pt x="174854" y="160"/>
                  </a:lnTo>
                  <a:lnTo>
                    <a:pt x="169537" y="0"/>
                  </a:lnTo>
                  <a:lnTo>
                    <a:pt x="167155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2381" cy="167167"/>
            </a:xfrm>
            <a:custGeom>
              <a:avLst/>
              <a:pathLst>
                <a:path w="2381" h="167167">
                  <a:moveTo>
                    <a:pt x="2381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tx76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2025-06-05T16:22:22Z</dcterms:modified>
  <cp:category/>
</cp:coreProperties>
</file>