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3783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993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399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13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0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8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9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7696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2018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101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84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137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505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15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883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623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13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832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59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04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1677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3416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2723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31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98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444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1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210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592" y="3170392"/>
              <a:ext cx="2186" cy="167167"/>
            </a:xfrm>
            <a:custGeom>
              <a:avLst/>
              <a:pathLst>
                <a:path w="2186" h="167167">
                  <a:moveTo>
                    <a:pt x="2186" y="0"/>
                  </a:moveTo>
                  <a:lnTo>
                    <a:pt x="0" y="14"/>
                  </a:lnTo>
                  <a:lnTo>
                    <a:pt x="21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592" y="3170406"/>
              <a:ext cx="2186" cy="167153"/>
            </a:xfrm>
            <a:custGeom>
              <a:avLst/>
              <a:pathLst>
                <a:path w="2186" h="167153">
                  <a:moveTo>
                    <a:pt x="0" y="0"/>
                  </a:moveTo>
                  <a:lnTo>
                    <a:pt x="2186" y="1671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16618" y="3170406"/>
              <a:ext cx="334318" cy="334320"/>
            </a:xfrm>
            <a:custGeom>
              <a:avLst/>
              <a:pathLst>
                <a:path w="334318" h="334320">
                  <a:moveTo>
                    <a:pt x="164974" y="0"/>
                  </a:moveTo>
                  <a:lnTo>
                    <a:pt x="159692" y="152"/>
                  </a:lnTo>
                  <a:lnTo>
                    <a:pt x="154417" y="472"/>
                  </a:lnTo>
                  <a:lnTo>
                    <a:pt x="149155" y="958"/>
                  </a:lnTo>
                  <a:lnTo>
                    <a:pt x="143912" y="1610"/>
                  </a:lnTo>
                  <a:lnTo>
                    <a:pt x="138691" y="2427"/>
                  </a:lnTo>
                  <a:lnTo>
                    <a:pt x="133499" y="3409"/>
                  </a:lnTo>
                  <a:lnTo>
                    <a:pt x="128340" y="4555"/>
                  </a:lnTo>
                  <a:lnTo>
                    <a:pt x="123221" y="5863"/>
                  </a:lnTo>
                  <a:lnTo>
                    <a:pt x="118145" y="7333"/>
                  </a:lnTo>
                  <a:lnTo>
                    <a:pt x="113118" y="8962"/>
                  </a:lnTo>
                  <a:lnTo>
                    <a:pt x="108145" y="10749"/>
                  </a:lnTo>
                  <a:lnTo>
                    <a:pt x="103231" y="12692"/>
                  </a:lnTo>
                  <a:lnTo>
                    <a:pt x="98381" y="14790"/>
                  </a:lnTo>
                  <a:lnTo>
                    <a:pt x="93600" y="17040"/>
                  </a:lnTo>
                  <a:lnTo>
                    <a:pt x="88892" y="19440"/>
                  </a:lnTo>
                  <a:lnTo>
                    <a:pt x="84263" y="21987"/>
                  </a:lnTo>
                  <a:lnTo>
                    <a:pt x="79716" y="24680"/>
                  </a:lnTo>
                  <a:lnTo>
                    <a:pt x="75257" y="27515"/>
                  </a:lnTo>
                  <a:lnTo>
                    <a:pt x="70889" y="30490"/>
                  </a:lnTo>
                  <a:lnTo>
                    <a:pt x="66618" y="33601"/>
                  </a:lnTo>
                  <a:lnTo>
                    <a:pt x="62447" y="36845"/>
                  </a:lnTo>
                  <a:lnTo>
                    <a:pt x="58381" y="40220"/>
                  </a:lnTo>
                  <a:lnTo>
                    <a:pt x="54423" y="43721"/>
                  </a:lnTo>
                  <a:lnTo>
                    <a:pt x="50579" y="47346"/>
                  </a:lnTo>
                  <a:lnTo>
                    <a:pt x="46850" y="51091"/>
                  </a:lnTo>
                  <a:lnTo>
                    <a:pt x="43242" y="54951"/>
                  </a:lnTo>
                  <a:lnTo>
                    <a:pt x="39758" y="58924"/>
                  </a:lnTo>
                  <a:lnTo>
                    <a:pt x="36401" y="63005"/>
                  </a:lnTo>
                  <a:lnTo>
                    <a:pt x="33174" y="67190"/>
                  </a:lnTo>
                  <a:lnTo>
                    <a:pt x="30082" y="71474"/>
                  </a:lnTo>
                  <a:lnTo>
                    <a:pt x="27126" y="75855"/>
                  </a:lnTo>
                  <a:lnTo>
                    <a:pt x="24311" y="80326"/>
                  </a:lnTo>
                  <a:lnTo>
                    <a:pt x="21638" y="84885"/>
                  </a:lnTo>
                  <a:lnTo>
                    <a:pt x="19110" y="89525"/>
                  </a:lnTo>
                  <a:lnTo>
                    <a:pt x="16731" y="94243"/>
                  </a:lnTo>
                  <a:lnTo>
                    <a:pt x="14501" y="99034"/>
                  </a:lnTo>
                  <a:lnTo>
                    <a:pt x="12425" y="103893"/>
                  </a:lnTo>
                  <a:lnTo>
                    <a:pt x="10503" y="108815"/>
                  </a:lnTo>
                  <a:lnTo>
                    <a:pt x="8737" y="113796"/>
                  </a:lnTo>
                  <a:lnTo>
                    <a:pt x="7130" y="118830"/>
                  </a:lnTo>
                  <a:lnTo>
                    <a:pt x="5682" y="123912"/>
                  </a:lnTo>
                  <a:lnTo>
                    <a:pt x="4396" y="129037"/>
                  </a:lnTo>
                  <a:lnTo>
                    <a:pt x="3273" y="134201"/>
                  </a:lnTo>
                  <a:lnTo>
                    <a:pt x="2313" y="139397"/>
                  </a:lnTo>
                  <a:lnTo>
                    <a:pt x="1519" y="144621"/>
                  </a:lnTo>
                  <a:lnTo>
                    <a:pt x="889" y="149868"/>
                  </a:lnTo>
                  <a:lnTo>
                    <a:pt x="426" y="155131"/>
                  </a:lnTo>
                  <a:lnTo>
                    <a:pt x="129" y="160407"/>
                  </a:lnTo>
                  <a:lnTo>
                    <a:pt x="0" y="165690"/>
                  </a:lnTo>
                  <a:lnTo>
                    <a:pt x="37" y="170974"/>
                  </a:lnTo>
                  <a:lnTo>
                    <a:pt x="241" y="176254"/>
                  </a:lnTo>
                  <a:lnTo>
                    <a:pt x="612" y="181525"/>
                  </a:lnTo>
                  <a:lnTo>
                    <a:pt x="1150" y="186782"/>
                  </a:lnTo>
                  <a:lnTo>
                    <a:pt x="1853" y="192019"/>
                  </a:lnTo>
                  <a:lnTo>
                    <a:pt x="2721" y="197232"/>
                  </a:lnTo>
                  <a:lnTo>
                    <a:pt x="3754" y="202414"/>
                  </a:lnTo>
                  <a:lnTo>
                    <a:pt x="4950" y="207561"/>
                  </a:lnTo>
                  <a:lnTo>
                    <a:pt x="6309" y="212668"/>
                  </a:lnTo>
                  <a:lnTo>
                    <a:pt x="7828" y="217729"/>
                  </a:lnTo>
                  <a:lnTo>
                    <a:pt x="9506" y="222739"/>
                  </a:lnTo>
                  <a:lnTo>
                    <a:pt x="11341" y="227694"/>
                  </a:lnTo>
                  <a:lnTo>
                    <a:pt x="13333" y="232589"/>
                  </a:lnTo>
                  <a:lnTo>
                    <a:pt x="15478" y="237418"/>
                  </a:lnTo>
                  <a:lnTo>
                    <a:pt x="17774" y="242177"/>
                  </a:lnTo>
                  <a:lnTo>
                    <a:pt x="20220" y="246861"/>
                  </a:lnTo>
                  <a:lnTo>
                    <a:pt x="22813" y="251466"/>
                  </a:lnTo>
                  <a:lnTo>
                    <a:pt x="25550" y="255986"/>
                  </a:lnTo>
                  <a:lnTo>
                    <a:pt x="28428" y="260417"/>
                  </a:lnTo>
                  <a:lnTo>
                    <a:pt x="31445" y="264756"/>
                  </a:lnTo>
                  <a:lnTo>
                    <a:pt x="34598" y="268996"/>
                  </a:lnTo>
                  <a:lnTo>
                    <a:pt x="37883" y="273135"/>
                  </a:lnTo>
                  <a:lnTo>
                    <a:pt x="41297" y="277168"/>
                  </a:lnTo>
                  <a:lnTo>
                    <a:pt x="44837" y="281091"/>
                  </a:lnTo>
                  <a:lnTo>
                    <a:pt x="48500" y="284901"/>
                  </a:lnTo>
                  <a:lnTo>
                    <a:pt x="52281" y="288592"/>
                  </a:lnTo>
                  <a:lnTo>
                    <a:pt x="56176" y="292162"/>
                  </a:lnTo>
                  <a:lnTo>
                    <a:pt x="60183" y="295608"/>
                  </a:lnTo>
                  <a:lnTo>
                    <a:pt x="64296" y="298925"/>
                  </a:lnTo>
                  <a:lnTo>
                    <a:pt x="68512" y="302110"/>
                  </a:lnTo>
                  <a:lnTo>
                    <a:pt x="72827" y="305160"/>
                  </a:lnTo>
                  <a:lnTo>
                    <a:pt x="77236" y="308073"/>
                  </a:lnTo>
                  <a:lnTo>
                    <a:pt x="81735" y="310845"/>
                  </a:lnTo>
                  <a:lnTo>
                    <a:pt x="86319" y="313473"/>
                  </a:lnTo>
                  <a:lnTo>
                    <a:pt x="90984" y="315955"/>
                  </a:lnTo>
                  <a:lnTo>
                    <a:pt x="95725" y="318288"/>
                  </a:lnTo>
                  <a:lnTo>
                    <a:pt x="100538" y="320471"/>
                  </a:lnTo>
                  <a:lnTo>
                    <a:pt x="105417" y="322500"/>
                  </a:lnTo>
                  <a:lnTo>
                    <a:pt x="110358" y="324374"/>
                  </a:lnTo>
                  <a:lnTo>
                    <a:pt x="115355" y="326090"/>
                  </a:lnTo>
                  <a:lnTo>
                    <a:pt x="120405" y="327648"/>
                  </a:lnTo>
                  <a:lnTo>
                    <a:pt x="125501" y="329046"/>
                  </a:lnTo>
                  <a:lnTo>
                    <a:pt x="130638" y="330282"/>
                  </a:lnTo>
                  <a:lnTo>
                    <a:pt x="135813" y="331355"/>
                  </a:lnTo>
                  <a:lnTo>
                    <a:pt x="141018" y="332263"/>
                  </a:lnTo>
                  <a:lnTo>
                    <a:pt x="146250" y="333007"/>
                  </a:lnTo>
                  <a:lnTo>
                    <a:pt x="151502" y="333585"/>
                  </a:lnTo>
                  <a:lnTo>
                    <a:pt x="156770" y="333997"/>
                  </a:lnTo>
                  <a:lnTo>
                    <a:pt x="162049" y="334242"/>
                  </a:lnTo>
                  <a:lnTo>
                    <a:pt x="167332" y="334320"/>
                  </a:lnTo>
                  <a:lnTo>
                    <a:pt x="172616" y="334231"/>
                  </a:lnTo>
                  <a:lnTo>
                    <a:pt x="177894" y="333975"/>
                  </a:lnTo>
                  <a:lnTo>
                    <a:pt x="183161" y="333553"/>
                  </a:lnTo>
                  <a:lnTo>
                    <a:pt x="188412" y="332964"/>
                  </a:lnTo>
                  <a:lnTo>
                    <a:pt x="193642" y="332209"/>
                  </a:lnTo>
                  <a:lnTo>
                    <a:pt x="198846" y="331290"/>
                  </a:lnTo>
                  <a:lnTo>
                    <a:pt x="204018" y="330206"/>
                  </a:lnTo>
                  <a:lnTo>
                    <a:pt x="209153" y="328960"/>
                  </a:lnTo>
                  <a:lnTo>
                    <a:pt x="214246" y="327552"/>
                  </a:lnTo>
                  <a:lnTo>
                    <a:pt x="219292" y="325984"/>
                  </a:lnTo>
                  <a:lnTo>
                    <a:pt x="224286" y="324256"/>
                  </a:lnTo>
                  <a:lnTo>
                    <a:pt x="229223" y="322372"/>
                  </a:lnTo>
                  <a:lnTo>
                    <a:pt x="234098" y="320333"/>
                  </a:lnTo>
                  <a:lnTo>
                    <a:pt x="238906" y="318141"/>
                  </a:lnTo>
                  <a:lnTo>
                    <a:pt x="243642" y="315798"/>
                  </a:lnTo>
                  <a:lnTo>
                    <a:pt x="248302" y="313307"/>
                  </a:lnTo>
                  <a:lnTo>
                    <a:pt x="252881" y="310669"/>
                  </a:lnTo>
                  <a:lnTo>
                    <a:pt x="257374" y="307888"/>
                  </a:lnTo>
                  <a:lnTo>
                    <a:pt x="261777" y="304966"/>
                  </a:lnTo>
                  <a:lnTo>
                    <a:pt x="266086" y="301907"/>
                  </a:lnTo>
                  <a:lnTo>
                    <a:pt x="270295" y="298713"/>
                  </a:lnTo>
                  <a:lnTo>
                    <a:pt x="274402" y="295388"/>
                  </a:lnTo>
                  <a:lnTo>
                    <a:pt x="278402" y="291934"/>
                  </a:lnTo>
                  <a:lnTo>
                    <a:pt x="282290" y="288356"/>
                  </a:lnTo>
                  <a:lnTo>
                    <a:pt x="286063" y="284656"/>
                  </a:lnTo>
                  <a:lnTo>
                    <a:pt x="289718" y="280840"/>
                  </a:lnTo>
                  <a:lnTo>
                    <a:pt x="293250" y="276909"/>
                  </a:lnTo>
                  <a:lnTo>
                    <a:pt x="296656" y="272869"/>
                  </a:lnTo>
                  <a:lnTo>
                    <a:pt x="299932" y="268724"/>
                  </a:lnTo>
                  <a:lnTo>
                    <a:pt x="303076" y="264476"/>
                  </a:lnTo>
                  <a:lnTo>
                    <a:pt x="306084" y="260132"/>
                  </a:lnTo>
                  <a:lnTo>
                    <a:pt x="308954" y="255695"/>
                  </a:lnTo>
                  <a:lnTo>
                    <a:pt x="311681" y="251169"/>
                  </a:lnTo>
                  <a:lnTo>
                    <a:pt x="314264" y="246559"/>
                  </a:lnTo>
                  <a:lnTo>
                    <a:pt x="316701" y="241870"/>
                  </a:lnTo>
                  <a:lnTo>
                    <a:pt x="318987" y="237106"/>
                  </a:lnTo>
                  <a:lnTo>
                    <a:pt x="321123" y="232273"/>
                  </a:lnTo>
                  <a:lnTo>
                    <a:pt x="323104" y="227374"/>
                  </a:lnTo>
                  <a:lnTo>
                    <a:pt x="324929" y="222415"/>
                  </a:lnTo>
                  <a:lnTo>
                    <a:pt x="326597" y="217401"/>
                  </a:lnTo>
                  <a:lnTo>
                    <a:pt x="328106" y="212337"/>
                  </a:lnTo>
                  <a:lnTo>
                    <a:pt x="329453" y="207227"/>
                  </a:lnTo>
                  <a:lnTo>
                    <a:pt x="330639" y="202078"/>
                  </a:lnTo>
                  <a:lnTo>
                    <a:pt x="331661" y="196894"/>
                  </a:lnTo>
                  <a:lnTo>
                    <a:pt x="332519" y="191679"/>
                  </a:lnTo>
                  <a:lnTo>
                    <a:pt x="333211" y="186441"/>
                  </a:lnTo>
                  <a:lnTo>
                    <a:pt x="333738" y="181183"/>
                  </a:lnTo>
                  <a:lnTo>
                    <a:pt x="334098" y="175911"/>
                  </a:lnTo>
                  <a:lnTo>
                    <a:pt x="334292" y="170630"/>
                  </a:lnTo>
                  <a:lnTo>
                    <a:pt x="334318" y="165346"/>
                  </a:lnTo>
                  <a:lnTo>
                    <a:pt x="334178" y="160064"/>
                  </a:lnTo>
                  <a:lnTo>
                    <a:pt x="333870" y="154789"/>
                  </a:lnTo>
                  <a:lnTo>
                    <a:pt x="333396" y="149526"/>
                  </a:lnTo>
                  <a:lnTo>
                    <a:pt x="332756" y="144281"/>
                  </a:lnTo>
                  <a:lnTo>
                    <a:pt x="331950" y="139058"/>
                  </a:lnTo>
                  <a:lnTo>
                    <a:pt x="330980" y="133864"/>
                  </a:lnTo>
                  <a:lnTo>
                    <a:pt x="329846" y="128703"/>
                  </a:lnTo>
                  <a:lnTo>
                    <a:pt x="328549" y="123580"/>
                  </a:lnTo>
                  <a:lnTo>
                    <a:pt x="327092" y="118501"/>
                  </a:lnTo>
                  <a:lnTo>
                    <a:pt x="325474" y="113470"/>
                  </a:lnTo>
                  <a:lnTo>
                    <a:pt x="323698" y="108494"/>
                  </a:lnTo>
                  <a:lnTo>
                    <a:pt x="321766" y="103575"/>
                  </a:lnTo>
                  <a:lnTo>
                    <a:pt x="319679" y="98721"/>
                  </a:lnTo>
                  <a:lnTo>
                    <a:pt x="317440" y="93934"/>
                  </a:lnTo>
                  <a:lnTo>
                    <a:pt x="315051" y="89221"/>
                  </a:lnTo>
                  <a:lnTo>
                    <a:pt x="312514" y="84586"/>
                  </a:lnTo>
                  <a:lnTo>
                    <a:pt x="309832" y="80033"/>
                  </a:lnTo>
                  <a:lnTo>
                    <a:pt x="307007" y="75567"/>
                  </a:lnTo>
                  <a:lnTo>
                    <a:pt x="304042" y="71193"/>
                  </a:lnTo>
                  <a:lnTo>
                    <a:pt x="300941" y="66914"/>
                  </a:lnTo>
                  <a:lnTo>
                    <a:pt x="297706" y="62736"/>
                  </a:lnTo>
                  <a:lnTo>
                    <a:pt x="294341" y="58662"/>
                  </a:lnTo>
                  <a:lnTo>
                    <a:pt x="290848" y="54697"/>
                  </a:lnTo>
                  <a:lnTo>
                    <a:pt x="287232" y="50844"/>
                  </a:lnTo>
                  <a:lnTo>
                    <a:pt x="283496" y="47107"/>
                  </a:lnTo>
                  <a:lnTo>
                    <a:pt x="279644" y="43490"/>
                  </a:lnTo>
                  <a:lnTo>
                    <a:pt x="275679" y="39996"/>
                  </a:lnTo>
                  <a:lnTo>
                    <a:pt x="271606" y="36630"/>
                  </a:lnTo>
                  <a:lnTo>
                    <a:pt x="267428" y="33394"/>
                  </a:lnTo>
                  <a:lnTo>
                    <a:pt x="263151" y="30292"/>
                  </a:lnTo>
                  <a:lnTo>
                    <a:pt x="258777" y="27326"/>
                  </a:lnTo>
                  <a:lnTo>
                    <a:pt x="254312" y="24501"/>
                  </a:lnTo>
                  <a:lnTo>
                    <a:pt x="249760" y="21817"/>
                  </a:lnTo>
                  <a:lnTo>
                    <a:pt x="245125" y="19279"/>
                  </a:lnTo>
                  <a:lnTo>
                    <a:pt x="240412" y="16889"/>
                  </a:lnTo>
                  <a:lnTo>
                    <a:pt x="235626" y="14649"/>
                  </a:lnTo>
                  <a:lnTo>
                    <a:pt x="230772" y="12561"/>
                  </a:lnTo>
                  <a:lnTo>
                    <a:pt x="225854" y="10628"/>
                  </a:lnTo>
                  <a:lnTo>
                    <a:pt x="220878" y="8851"/>
                  </a:lnTo>
                  <a:lnTo>
                    <a:pt x="215848" y="7232"/>
                  </a:lnTo>
                  <a:lnTo>
                    <a:pt x="210769" y="5773"/>
                  </a:lnTo>
                  <a:lnTo>
                    <a:pt x="205647" y="4476"/>
                  </a:lnTo>
                  <a:lnTo>
                    <a:pt x="200486" y="3341"/>
                  </a:lnTo>
                  <a:lnTo>
                    <a:pt x="195292" y="2369"/>
                  </a:lnTo>
                  <a:lnTo>
                    <a:pt x="190069" y="1562"/>
                  </a:lnTo>
                  <a:lnTo>
                    <a:pt x="184824" y="921"/>
                  </a:lnTo>
                  <a:lnTo>
                    <a:pt x="179561" y="446"/>
                  </a:lnTo>
                  <a:lnTo>
                    <a:pt x="174286" y="137"/>
                  </a:lnTo>
                  <a:lnTo>
                    <a:pt x="167161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983779" y="3170392"/>
              <a:ext cx="7125" cy="167167"/>
            </a:xfrm>
            <a:custGeom>
              <a:avLst/>
              <a:pathLst>
                <a:path w="7125" h="167167">
                  <a:moveTo>
                    <a:pt x="7125" y="15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5107" y="2633064"/>
              <a:ext cx="33903" cy="167167"/>
            </a:xfrm>
            <a:custGeom>
              <a:avLst/>
              <a:pathLst>
                <a:path w="33903" h="167167">
                  <a:moveTo>
                    <a:pt x="33903" y="0"/>
                  </a:moveTo>
                  <a:lnTo>
                    <a:pt x="27077" y="139"/>
                  </a:lnTo>
                  <a:lnTo>
                    <a:pt x="20262" y="557"/>
                  </a:lnTo>
                  <a:lnTo>
                    <a:pt x="13470" y="1253"/>
                  </a:lnTo>
                  <a:lnTo>
                    <a:pt x="6712" y="2226"/>
                  </a:lnTo>
                  <a:lnTo>
                    <a:pt x="0" y="3474"/>
                  </a:lnTo>
                  <a:lnTo>
                    <a:pt x="339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5107" y="2636538"/>
              <a:ext cx="33903" cy="163693"/>
            </a:xfrm>
            <a:custGeom>
              <a:avLst/>
              <a:pathLst>
                <a:path w="33903" h="163693">
                  <a:moveTo>
                    <a:pt x="0" y="0"/>
                  </a:moveTo>
                  <a:lnTo>
                    <a:pt x="33903" y="1636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51844" y="2636538"/>
              <a:ext cx="334331" cy="330849"/>
            </a:xfrm>
            <a:custGeom>
              <a:avLst/>
              <a:pathLst>
                <a:path w="334331" h="330849">
                  <a:moveTo>
                    <a:pt x="133262" y="0"/>
                  </a:moveTo>
                  <a:lnTo>
                    <a:pt x="128090" y="1157"/>
                  </a:lnTo>
                  <a:lnTo>
                    <a:pt x="122957" y="2477"/>
                  </a:lnTo>
                  <a:lnTo>
                    <a:pt x="117868" y="3960"/>
                  </a:lnTo>
                  <a:lnTo>
                    <a:pt x="112829" y="5603"/>
                  </a:lnTo>
                  <a:lnTo>
                    <a:pt x="107845" y="7405"/>
                  </a:lnTo>
                  <a:lnTo>
                    <a:pt x="102920" y="9364"/>
                  </a:lnTo>
                  <a:lnTo>
                    <a:pt x="98060" y="11478"/>
                  </a:lnTo>
                  <a:lnTo>
                    <a:pt x="93269" y="13746"/>
                  </a:lnTo>
                  <a:lnTo>
                    <a:pt x="88552" y="16164"/>
                  </a:lnTo>
                  <a:lnTo>
                    <a:pt x="83915" y="18730"/>
                  </a:lnTo>
                  <a:lnTo>
                    <a:pt x="79361" y="21442"/>
                  </a:lnTo>
                  <a:lnTo>
                    <a:pt x="74896" y="24297"/>
                  </a:lnTo>
                  <a:lnTo>
                    <a:pt x="70523" y="27292"/>
                  </a:lnTo>
                  <a:lnTo>
                    <a:pt x="66248" y="30425"/>
                  </a:lnTo>
                  <a:lnTo>
                    <a:pt x="62073" y="33691"/>
                  </a:lnTo>
                  <a:lnTo>
                    <a:pt x="58005" y="37088"/>
                  </a:lnTo>
                  <a:lnTo>
                    <a:pt x="54046" y="40612"/>
                  </a:lnTo>
                  <a:lnTo>
                    <a:pt x="50201" y="44260"/>
                  </a:lnTo>
                  <a:lnTo>
                    <a:pt x="46474" y="48028"/>
                  </a:lnTo>
                  <a:lnTo>
                    <a:pt x="42868" y="51912"/>
                  </a:lnTo>
                  <a:lnTo>
                    <a:pt x="39386" y="55909"/>
                  </a:lnTo>
                  <a:lnTo>
                    <a:pt x="36034" y="60014"/>
                  </a:lnTo>
                  <a:lnTo>
                    <a:pt x="32813" y="64223"/>
                  </a:lnTo>
                  <a:lnTo>
                    <a:pt x="29727" y="68533"/>
                  </a:lnTo>
                  <a:lnTo>
                    <a:pt x="26779" y="72938"/>
                  </a:lnTo>
                  <a:lnTo>
                    <a:pt x="23973" y="77434"/>
                  </a:lnTo>
                  <a:lnTo>
                    <a:pt x="21310" y="82017"/>
                  </a:lnTo>
                  <a:lnTo>
                    <a:pt x="18794" y="86682"/>
                  </a:lnTo>
                  <a:lnTo>
                    <a:pt x="16427" y="91424"/>
                  </a:lnTo>
                  <a:lnTo>
                    <a:pt x="14212" y="96239"/>
                  </a:lnTo>
                  <a:lnTo>
                    <a:pt x="12151" y="101122"/>
                  </a:lnTo>
                  <a:lnTo>
                    <a:pt x="10245" y="106068"/>
                  </a:lnTo>
                  <a:lnTo>
                    <a:pt x="8497" y="111071"/>
                  </a:lnTo>
                  <a:lnTo>
                    <a:pt x="6908" y="116128"/>
                  </a:lnTo>
                  <a:lnTo>
                    <a:pt x="5481" y="121232"/>
                  </a:lnTo>
                  <a:lnTo>
                    <a:pt x="4216" y="126379"/>
                  </a:lnTo>
                  <a:lnTo>
                    <a:pt x="3115" y="131564"/>
                  </a:lnTo>
                  <a:lnTo>
                    <a:pt x="2179" y="136781"/>
                  </a:lnTo>
                  <a:lnTo>
                    <a:pt x="1409" y="142025"/>
                  </a:lnTo>
                  <a:lnTo>
                    <a:pt x="805" y="147290"/>
                  </a:lnTo>
                  <a:lnTo>
                    <a:pt x="369" y="152572"/>
                  </a:lnTo>
                  <a:lnTo>
                    <a:pt x="100" y="157866"/>
                  </a:lnTo>
                  <a:lnTo>
                    <a:pt x="0" y="163165"/>
                  </a:lnTo>
                  <a:lnTo>
                    <a:pt x="67" y="168465"/>
                  </a:lnTo>
                  <a:lnTo>
                    <a:pt x="302" y="173760"/>
                  </a:lnTo>
                  <a:lnTo>
                    <a:pt x="705" y="179045"/>
                  </a:lnTo>
                  <a:lnTo>
                    <a:pt x="1275" y="184314"/>
                  </a:lnTo>
                  <a:lnTo>
                    <a:pt x="2013" y="189563"/>
                  </a:lnTo>
                  <a:lnTo>
                    <a:pt x="2916" y="194785"/>
                  </a:lnTo>
                  <a:lnTo>
                    <a:pt x="3984" y="199977"/>
                  </a:lnTo>
                  <a:lnTo>
                    <a:pt x="5216" y="205132"/>
                  </a:lnTo>
                  <a:lnTo>
                    <a:pt x="6611" y="210245"/>
                  </a:lnTo>
                  <a:lnTo>
                    <a:pt x="8168" y="215311"/>
                  </a:lnTo>
                  <a:lnTo>
                    <a:pt x="9884" y="220326"/>
                  </a:lnTo>
                  <a:lnTo>
                    <a:pt x="11759" y="225284"/>
                  </a:lnTo>
                  <a:lnTo>
                    <a:pt x="13789" y="230179"/>
                  </a:lnTo>
                  <a:lnTo>
                    <a:pt x="15974" y="235008"/>
                  </a:lnTo>
                  <a:lnTo>
                    <a:pt x="18311" y="239766"/>
                  </a:lnTo>
                  <a:lnTo>
                    <a:pt x="20797" y="244446"/>
                  </a:lnTo>
                  <a:lnTo>
                    <a:pt x="23431" y="249046"/>
                  </a:lnTo>
                  <a:lnTo>
                    <a:pt x="26209" y="253560"/>
                  </a:lnTo>
                  <a:lnTo>
                    <a:pt x="29129" y="257983"/>
                  </a:lnTo>
                  <a:lnTo>
                    <a:pt x="32187" y="262312"/>
                  </a:lnTo>
                  <a:lnTo>
                    <a:pt x="35382" y="266541"/>
                  </a:lnTo>
                  <a:lnTo>
                    <a:pt x="38708" y="270667"/>
                  </a:lnTo>
                  <a:lnTo>
                    <a:pt x="42164" y="274686"/>
                  </a:lnTo>
                  <a:lnTo>
                    <a:pt x="45746" y="278593"/>
                  </a:lnTo>
                  <a:lnTo>
                    <a:pt x="49449" y="282384"/>
                  </a:lnTo>
                  <a:lnTo>
                    <a:pt x="53271" y="286057"/>
                  </a:lnTo>
                  <a:lnTo>
                    <a:pt x="57208" y="289606"/>
                  </a:lnTo>
                  <a:lnTo>
                    <a:pt x="61255" y="293028"/>
                  </a:lnTo>
                  <a:lnTo>
                    <a:pt x="65408" y="296321"/>
                  </a:lnTo>
                  <a:lnTo>
                    <a:pt x="69664" y="299480"/>
                  </a:lnTo>
                  <a:lnTo>
                    <a:pt x="74018" y="302503"/>
                  </a:lnTo>
                  <a:lnTo>
                    <a:pt x="78465" y="305386"/>
                  </a:lnTo>
                  <a:lnTo>
                    <a:pt x="83001" y="308127"/>
                  </a:lnTo>
                  <a:lnTo>
                    <a:pt x="87623" y="310723"/>
                  </a:lnTo>
                  <a:lnTo>
                    <a:pt x="92324" y="313170"/>
                  </a:lnTo>
                  <a:lnTo>
                    <a:pt x="97100" y="315468"/>
                  </a:lnTo>
                  <a:lnTo>
                    <a:pt x="101947" y="317613"/>
                  </a:lnTo>
                  <a:lnTo>
                    <a:pt x="106859" y="319603"/>
                  </a:lnTo>
                  <a:lnTo>
                    <a:pt x="111832" y="321437"/>
                  </a:lnTo>
                  <a:lnTo>
                    <a:pt x="116861" y="323111"/>
                  </a:lnTo>
                  <a:lnTo>
                    <a:pt x="121940" y="324626"/>
                  </a:lnTo>
                  <a:lnTo>
                    <a:pt x="127064" y="325979"/>
                  </a:lnTo>
                  <a:lnTo>
                    <a:pt x="132229" y="327169"/>
                  </a:lnTo>
                  <a:lnTo>
                    <a:pt x="137429" y="328194"/>
                  </a:lnTo>
                  <a:lnTo>
                    <a:pt x="142659" y="329054"/>
                  </a:lnTo>
                  <a:lnTo>
                    <a:pt x="147914" y="329748"/>
                  </a:lnTo>
                  <a:lnTo>
                    <a:pt x="153188" y="330275"/>
                  </a:lnTo>
                  <a:lnTo>
                    <a:pt x="158476" y="330634"/>
                  </a:lnTo>
                  <a:lnTo>
                    <a:pt x="163773" y="330826"/>
                  </a:lnTo>
                  <a:lnTo>
                    <a:pt x="169073" y="330849"/>
                  </a:lnTo>
                  <a:lnTo>
                    <a:pt x="174371" y="330705"/>
                  </a:lnTo>
                  <a:lnTo>
                    <a:pt x="179662" y="330393"/>
                  </a:lnTo>
                  <a:lnTo>
                    <a:pt x="184940" y="329913"/>
                  </a:lnTo>
                  <a:lnTo>
                    <a:pt x="190201" y="329266"/>
                  </a:lnTo>
                  <a:lnTo>
                    <a:pt x="195438" y="328452"/>
                  </a:lnTo>
                  <a:lnTo>
                    <a:pt x="200647" y="327473"/>
                  </a:lnTo>
                  <a:lnTo>
                    <a:pt x="205823" y="326329"/>
                  </a:lnTo>
                  <a:lnTo>
                    <a:pt x="210959" y="325022"/>
                  </a:lnTo>
                  <a:lnTo>
                    <a:pt x="216051" y="323553"/>
                  </a:lnTo>
                  <a:lnTo>
                    <a:pt x="221095" y="321923"/>
                  </a:lnTo>
                  <a:lnTo>
                    <a:pt x="226084" y="320133"/>
                  </a:lnTo>
                  <a:lnTo>
                    <a:pt x="231014" y="318187"/>
                  </a:lnTo>
                  <a:lnTo>
                    <a:pt x="235879" y="316085"/>
                  </a:lnTo>
                  <a:lnTo>
                    <a:pt x="240676" y="313830"/>
                  </a:lnTo>
                  <a:lnTo>
                    <a:pt x="245399" y="311424"/>
                  </a:lnTo>
                  <a:lnTo>
                    <a:pt x="250043" y="308870"/>
                  </a:lnTo>
                  <a:lnTo>
                    <a:pt x="254603" y="306170"/>
                  </a:lnTo>
                  <a:lnTo>
                    <a:pt x="259076" y="303326"/>
                  </a:lnTo>
                  <a:lnTo>
                    <a:pt x="263457" y="300342"/>
                  </a:lnTo>
                  <a:lnTo>
                    <a:pt x="267740" y="297221"/>
                  </a:lnTo>
                  <a:lnTo>
                    <a:pt x="271923" y="293965"/>
                  </a:lnTo>
                  <a:lnTo>
                    <a:pt x="276000" y="290579"/>
                  </a:lnTo>
                  <a:lnTo>
                    <a:pt x="279968" y="287065"/>
                  </a:lnTo>
                  <a:lnTo>
                    <a:pt x="283822" y="283427"/>
                  </a:lnTo>
                  <a:lnTo>
                    <a:pt x="287559" y="279669"/>
                  </a:lnTo>
                  <a:lnTo>
                    <a:pt x="291176" y="275794"/>
                  </a:lnTo>
                  <a:lnTo>
                    <a:pt x="294667" y="271806"/>
                  </a:lnTo>
                  <a:lnTo>
                    <a:pt x="298030" y="267710"/>
                  </a:lnTo>
                  <a:lnTo>
                    <a:pt x="301262" y="263509"/>
                  </a:lnTo>
                  <a:lnTo>
                    <a:pt x="304359" y="259207"/>
                  </a:lnTo>
                  <a:lnTo>
                    <a:pt x="307318" y="254810"/>
                  </a:lnTo>
                  <a:lnTo>
                    <a:pt x="310136" y="250321"/>
                  </a:lnTo>
                  <a:lnTo>
                    <a:pt x="312811" y="245745"/>
                  </a:lnTo>
                  <a:lnTo>
                    <a:pt x="315339" y="241087"/>
                  </a:lnTo>
                  <a:lnTo>
                    <a:pt x="317718" y="236351"/>
                  </a:lnTo>
                  <a:lnTo>
                    <a:pt x="319945" y="231541"/>
                  </a:lnTo>
                  <a:lnTo>
                    <a:pt x="322020" y="226664"/>
                  </a:lnTo>
                  <a:lnTo>
                    <a:pt x="323938" y="221723"/>
                  </a:lnTo>
                  <a:lnTo>
                    <a:pt x="325699" y="216724"/>
                  </a:lnTo>
                  <a:lnTo>
                    <a:pt x="327300" y="211671"/>
                  </a:lnTo>
                  <a:lnTo>
                    <a:pt x="328741" y="206571"/>
                  </a:lnTo>
                  <a:lnTo>
                    <a:pt x="330019" y="201427"/>
                  </a:lnTo>
                  <a:lnTo>
                    <a:pt x="331133" y="196245"/>
                  </a:lnTo>
                  <a:lnTo>
                    <a:pt x="332083" y="191031"/>
                  </a:lnTo>
                  <a:lnTo>
                    <a:pt x="332867" y="185789"/>
                  </a:lnTo>
                  <a:lnTo>
                    <a:pt x="333484" y="180525"/>
                  </a:lnTo>
                  <a:lnTo>
                    <a:pt x="333934" y="175244"/>
                  </a:lnTo>
                  <a:lnTo>
                    <a:pt x="334216" y="169951"/>
                  </a:lnTo>
                  <a:lnTo>
                    <a:pt x="334331" y="164652"/>
                  </a:lnTo>
                  <a:lnTo>
                    <a:pt x="334277" y="159352"/>
                  </a:lnTo>
                  <a:lnTo>
                    <a:pt x="334056" y="154057"/>
                  </a:lnTo>
                  <a:lnTo>
                    <a:pt x="333666" y="148771"/>
                  </a:lnTo>
                  <a:lnTo>
                    <a:pt x="333109" y="143500"/>
                  </a:lnTo>
                  <a:lnTo>
                    <a:pt x="332386" y="138249"/>
                  </a:lnTo>
                  <a:lnTo>
                    <a:pt x="331496" y="133024"/>
                  </a:lnTo>
                  <a:lnTo>
                    <a:pt x="330441" y="127830"/>
                  </a:lnTo>
                  <a:lnTo>
                    <a:pt x="329222" y="122672"/>
                  </a:lnTo>
                  <a:lnTo>
                    <a:pt x="327841" y="117555"/>
                  </a:lnTo>
                  <a:lnTo>
                    <a:pt x="326297" y="112485"/>
                  </a:lnTo>
                  <a:lnTo>
                    <a:pt x="324594" y="107466"/>
                  </a:lnTo>
                  <a:lnTo>
                    <a:pt x="322732" y="102503"/>
                  </a:lnTo>
                  <a:lnTo>
                    <a:pt x="320714" y="97602"/>
                  </a:lnTo>
                  <a:lnTo>
                    <a:pt x="318542" y="92768"/>
                  </a:lnTo>
                  <a:lnTo>
                    <a:pt x="316217" y="88004"/>
                  </a:lnTo>
                  <a:lnTo>
                    <a:pt x="313743" y="83317"/>
                  </a:lnTo>
                  <a:lnTo>
                    <a:pt x="311121" y="78711"/>
                  </a:lnTo>
                  <a:lnTo>
                    <a:pt x="308355" y="74190"/>
                  </a:lnTo>
                  <a:lnTo>
                    <a:pt x="305446" y="69759"/>
                  </a:lnTo>
                  <a:lnTo>
                    <a:pt x="302399" y="65423"/>
                  </a:lnTo>
                  <a:lnTo>
                    <a:pt x="299216" y="61185"/>
                  </a:lnTo>
                  <a:lnTo>
                    <a:pt x="295900" y="57050"/>
                  </a:lnTo>
                  <a:lnTo>
                    <a:pt x="292454" y="53023"/>
                  </a:lnTo>
                  <a:lnTo>
                    <a:pt x="288883" y="49106"/>
                  </a:lnTo>
                  <a:lnTo>
                    <a:pt x="285189" y="45305"/>
                  </a:lnTo>
                  <a:lnTo>
                    <a:pt x="281376" y="41623"/>
                  </a:lnTo>
                  <a:lnTo>
                    <a:pt x="277449" y="38064"/>
                  </a:lnTo>
                  <a:lnTo>
                    <a:pt x="273411" y="34631"/>
                  </a:lnTo>
                  <a:lnTo>
                    <a:pt x="269266" y="31328"/>
                  </a:lnTo>
                  <a:lnTo>
                    <a:pt x="167166" y="1636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19011" y="2633064"/>
              <a:ext cx="102100" cy="167167"/>
            </a:xfrm>
            <a:custGeom>
              <a:avLst/>
              <a:pathLst>
                <a:path w="102100" h="167167">
                  <a:moveTo>
                    <a:pt x="102100" y="34802"/>
                  </a:moveTo>
                  <a:lnTo>
                    <a:pt x="97462" y="31351"/>
                  </a:lnTo>
                  <a:lnTo>
                    <a:pt x="92708" y="28063"/>
                  </a:lnTo>
                  <a:lnTo>
                    <a:pt x="87844" y="24940"/>
                  </a:lnTo>
                  <a:lnTo>
                    <a:pt x="82874" y="21988"/>
                  </a:lnTo>
                  <a:lnTo>
                    <a:pt x="77805" y="19210"/>
                  </a:lnTo>
                  <a:lnTo>
                    <a:pt x="72643" y="16608"/>
                  </a:lnTo>
                  <a:lnTo>
                    <a:pt x="67394" y="14187"/>
                  </a:lnTo>
                  <a:lnTo>
                    <a:pt x="62065" y="11948"/>
                  </a:lnTo>
                  <a:lnTo>
                    <a:pt x="56661" y="9895"/>
                  </a:lnTo>
                  <a:lnTo>
                    <a:pt x="51190" y="8030"/>
                  </a:lnTo>
                  <a:lnTo>
                    <a:pt x="45658" y="6356"/>
                  </a:lnTo>
                  <a:lnTo>
                    <a:pt x="40070" y="4873"/>
                  </a:lnTo>
                  <a:lnTo>
                    <a:pt x="34435" y="3585"/>
                  </a:lnTo>
                  <a:lnTo>
                    <a:pt x="28759" y="2492"/>
                  </a:lnTo>
                  <a:lnTo>
                    <a:pt x="23049" y="1596"/>
                  </a:lnTo>
                  <a:lnTo>
                    <a:pt x="17311" y="898"/>
                  </a:lnTo>
                  <a:lnTo>
                    <a:pt x="11552" y="399"/>
                  </a:lnTo>
                  <a:lnTo>
                    <a:pt x="577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456" y="2126963"/>
              <a:ext cx="8015" cy="167167"/>
            </a:xfrm>
            <a:custGeom>
              <a:avLst/>
              <a:pathLst>
                <a:path w="8015" h="167167">
                  <a:moveTo>
                    <a:pt x="8015" y="0"/>
                  </a:moveTo>
                  <a:lnTo>
                    <a:pt x="0" y="192"/>
                  </a:lnTo>
                  <a:lnTo>
                    <a:pt x="801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456" y="2127155"/>
              <a:ext cx="8015" cy="166975"/>
            </a:xfrm>
            <a:custGeom>
              <a:avLst/>
              <a:pathLst>
                <a:path w="8015" h="166975">
                  <a:moveTo>
                    <a:pt x="0" y="0"/>
                  </a:moveTo>
                  <a:lnTo>
                    <a:pt x="8015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561305" y="2127155"/>
              <a:ext cx="312841" cy="334130"/>
            </a:xfrm>
            <a:custGeom>
              <a:avLst/>
              <a:pathLst>
                <a:path w="312841" h="334130">
                  <a:moveTo>
                    <a:pt x="159151" y="0"/>
                  </a:moveTo>
                  <a:lnTo>
                    <a:pt x="153864" y="337"/>
                  </a:lnTo>
                  <a:lnTo>
                    <a:pt x="148590" y="843"/>
                  </a:lnTo>
                  <a:lnTo>
                    <a:pt x="143335" y="1515"/>
                  </a:lnTo>
                  <a:lnTo>
                    <a:pt x="138104" y="2353"/>
                  </a:lnTo>
                  <a:lnTo>
                    <a:pt x="132903" y="3356"/>
                  </a:lnTo>
                  <a:lnTo>
                    <a:pt x="127735" y="4524"/>
                  </a:lnTo>
                  <a:lnTo>
                    <a:pt x="122607" y="5855"/>
                  </a:lnTo>
                  <a:lnTo>
                    <a:pt x="117524" y="7348"/>
                  </a:lnTo>
                  <a:lnTo>
                    <a:pt x="112491" y="9001"/>
                  </a:lnTo>
                  <a:lnTo>
                    <a:pt x="107513" y="10813"/>
                  </a:lnTo>
                  <a:lnTo>
                    <a:pt x="102595" y="12782"/>
                  </a:lnTo>
                  <a:lnTo>
                    <a:pt x="97741" y="14905"/>
                  </a:lnTo>
                  <a:lnTo>
                    <a:pt x="92957" y="17182"/>
                  </a:lnTo>
                  <a:lnTo>
                    <a:pt x="88248" y="19608"/>
                  </a:lnTo>
                  <a:lnTo>
                    <a:pt x="83618" y="22183"/>
                  </a:lnTo>
                  <a:lnTo>
                    <a:pt x="79072" y="24903"/>
                  </a:lnTo>
                  <a:lnTo>
                    <a:pt x="74614" y="27766"/>
                  </a:lnTo>
                  <a:lnTo>
                    <a:pt x="70250" y="30769"/>
                  </a:lnTo>
                  <a:lnTo>
                    <a:pt x="65982" y="33908"/>
                  </a:lnTo>
                  <a:lnTo>
                    <a:pt x="61817" y="37181"/>
                  </a:lnTo>
                  <a:lnTo>
                    <a:pt x="57757" y="40585"/>
                  </a:lnTo>
                  <a:lnTo>
                    <a:pt x="53807" y="44115"/>
                  </a:lnTo>
                  <a:lnTo>
                    <a:pt x="49971" y="47769"/>
                  </a:lnTo>
                  <a:lnTo>
                    <a:pt x="46252" y="51542"/>
                  </a:lnTo>
                  <a:lnTo>
                    <a:pt x="42655" y="55432"/>
                  </a:lnTo>
                  <a:lnTo>
                    <a:pt x="39183" y="59433"/>
                  </a:lnTo>
                  <a:lnTo>
                    <a:pt x="35840" y="63543"/>
                  </a:lnTo>
                  <a:lnTo>
                    <a:pt x="32628" y="67756"/>
                  </a:lnTo>
                  <a:lnTo>
                    <a:pt x="29552" y="72069"/>
                  </a:lnTo>
                  <a:lnTo>
                    <a:pt x="26614" y="76477"/>
                  </a:lnTo>
                  <a:lnTo>
                    <a:pt x="23817" y="80976"/>
                  </a:lnTo>
                  <a:lnTo>
                    <a:pt x="21164" y="85562"/>
                  </a:lnTo>
                  <a:lnTo>
                    <a:pt x="18657" y="90229"/>
                  </a:lnTo>
                  <a:lnTo>
                    <a:pt x="16300" y="94974"/>
                  </a:lnTo>
                  <a:lnTo>
                    <a:pt x="14094" y="99790"/>
                  </a:lnTo>
                  <a:lnTo>
                    <a:pt x="12042" y="104675"/>
                  </a:lnTo>
                  <a:lnTo>
                    <a:pt x="10146" y="109621"/>
                  </a:lnTo>
                  <a:lnTo>
                    <a:pt x="8407" y="114626"/>
                  </a:lnTo>
                  <a:lnTo>
                    <a:pt x="6828" y="119683"/>
                  </a:lnTo>
                  <a:lnTo>
                    <a:pt x="5410" y="124787"/>
                  </a:lnTo>
                  <a:lnTo>
                    <a:pt x="4155" y="129934"/>
                  </a:lnTo>
                  <a:lnTo>
                    <a:pt x="3063" y="135118"/>
                  </a:lnTo>
                  <a:lnTo>
                    <a:pt x="2136" y="140334"/>
                  </a:lnTo>
                  <a:lnTo>
                    <a:pt x="1374" y="145577"/>
                  </a:lnTo>
                  <a:lnTo>
                    <a:pt x="780" y="150841"/>
                  </a:lnTo>
                  <a:lnTo>
                    <a:pt x="352" y="156121"/>
                  </a:lnTo>
                  <a:lnTo>
                    <a:pt x="92" y="161413"/>
                  </a:lnTo>
                  <a:lnTo>
                    <a:pt x="0" y="166710"/>
                  </a:lnTo>
                  <a:lnTo>
                    <a:pt x="75" y="172007"/>
                  </a:lnTo>
                  <a:lnTo>
                    <a:pt x="318" y="177299"/>
                  </a:lnTo>
                  <a:lnTo>
                    <a:pt x="729" y="182581"/>
                  </a:lnTo>
                  <a:lnTo>
                    <a:pt x="1307" y="187847"/>
                  </a:lnTo>
                  <a:lnTo>
                    <a:pt x="2052" y="193092"/>
                  </a:lnTo>
                  <a:lnTo>
                    <a:pt x="2963" y="198311"/>
                  </a:lnTo>
                  <a:lnTo>
                    <a:pt x="4038" y="203498"/>
                  </a:lnTo>
                  <a:lnTo>
                    <a:pt x="5277" y="208649"/>
                  </a:lnTo>
                  <a:lnTo>
                    <a:pt x="6679" y="213758"/>
                  </a:lnTo>
                  <a:lnTo>
                    <a:pt x="8242" y="218820"/>
                  </a:lnTo>
                  <a:lnTo>
                    <a:pt x="9965" y="223830"/>
                  </a:lnTo>
                  <a:lnTo>
                    <a:pt x="11845" y="228783"/>
                  </a:lnTo>
                  <a:lnTo>
                    <a:pt x="13882" y="233673"/>
                  </a:lnTo>
                  <a:lnTo>
                    <a:pt x="16072" y="238497"/>
                  </a:lnTo>
                  <a:lnTo>
                    <a:pt x="18415" y="243249"/>
                  </a:lnTo>
                  <a:lnTo>
                    <a:pt x="20906" y="247924"/>
                  </a:lnTo>
                  <a:lnTo>
                    <a:pt x="23545" y="252518"/>
                  </a:lnTo>
                  <a:lnTo>
                    <a:pt x="26327" y="257026"/>
                  </a:lnTo>
                  <a:lnTo>
                    <a:pt x="29252" y="261444"/>
                  </a:lnTo>
                  <a:lnTo>
                    <a:pt x="32314" y="265766"/>
                  </a:lnTo>
                  <a:lnTo>
                    <a:pt x="35512" y="269990"/>
                  </a:lnTo>
                  <a:lnTo>
                    <a:pt x="38843" y="274110"/>
                  </a:lnTo>
                  <a:lnTo>
                    <a:pt x="42302" y="278122"/>
                  </a:lnTo>
                  <a:lnTo>
                    <a:pt x="45887" y="282023"/>
                  </a:lnTo>
                  <a:lnTo>
                    <a:pt x="49593" y="285808"/>
                  </a:lnTo>
                  <a:lnTo>
                    <a:pt x="53418" y="289474"/>
                  </a:lnTo>
                  <a:lnTo>
                    <a:pt x="57357" y="293017"/>
                  </a:lnTo>
                  <a:lnTo>
                    <a:pt x="61406" y="296433"/>
                  </a:lnTo>
                  <a:lnTo>
                    <a:pt x="65561" y="299720"/>
                  </a:lnTo>
                  <a:lnTo>
                    <a:pt x="69818" y="302873"/>
                  </a:lnTo>
                  <a:lnTo>
                    <a:pt x="74173" y="305889"/>
                  </a:lnTo>
                  <a:lnTo>
                    <a:pt x="78622" y="308766"/>
                  </a:lnTo>
                  <a:lnTo>
                    <a:pt x="83159" y="311500"/>
                  </a:lnTo>
                  <a:lnTo>
                    <a:pt x="87781" y="314090"/>
                  </a:lnTo>
                  <a:lnTo>
                    <a:pt x="92483" y="316531"/>
                  </a:lnTo>
                  <a:lnTo>
                    <a:pt x="97259" y="318823"/>
                  </a:lnTo>
                  <a:lnTo>
                    <a:pt x="102106" y="320962"/>
                  </a:lnTo>
                  <a:lnTo>
                    <a:pt x="107018" y="322946"/>
                  </a:lnTo>
                  <a:lnTo>
                    <a:pt x="111991" y="324774"/>
                  </a:lnTo>
                  <a:lnTo>
                    <a:pt x="117019" y="326443"/>
                  </a:lnTo>
                  <a:lnTo>
                    <a:pt x="122097" y="327952"/>
                  </a:lnTo>
                  <a:lnTo>
                    <a:pt x="127220" y="329299"/>
                  </a:lnTo>
                  <a:lnTo>
                    <a:pt x="132384" y="330483"/>
                  </a:lnTo>
                  <a:lnTo>
                    <a:pt x="137583" y="331503"/>
                  </a:lnTo>
                  <a:lnTo>
                    <a:pt x="142811" y="332358"/>
                  </a:lnTo>
                  <a:lnTo>
                    <a:pt x="148064" y="333047"/>
                  </a:lnTo>
                  <a:lnTo>
                    <a:pt x="153336" y="333569"/>
                  </a:lnTo>
                  <a:lnTo>
                    <a:pt x="158622" y="333924"/>
                  </a:lnTo>
                  <a:lnTo>
                    <a:pt x="163916" y="334110"/>
                  </a:lnTo>
                  <a:lnTo>
                    <a:pt x="169214" y="334130"/>
                  </a:lnTo>
                  <a:lnTo>
                    <a:pt x="174509" y="333981"/>
                  </a:lnTo>
                  <a:lnTo>
                    <a:pt x="179798" y="333664"/>
                  </a:lnTo>
                  <a:lnTo>
                    <a:pt x="185073" y="333180"/>
                  </a:lnTo>
                  <a:lnTo>
                    <a:pt x="190331" y="332529"/>
                  </a:lnTo>
                  <a:lnTo>
                    <a:pt x="195565" y="331712"/>
                  </a:lnTo>
                  <a:lnTo>
                    <a:pt x="200771" y="330730"/>
                  </a:lnTo>
                  <a:lnTo>
                    <a:pt x="205943" y="329583"/>
                  </a:lnTo>
                  <a:lnTo>
                    <a:pt x="211076" y="328272"/>
                  </a:lnTo>
                  <a:lnTo>
                    <a:pt x="216165" y="326800"/>
                  </a:lnTo>
                  <a:lnTo>
                    <a:pt x="221205" y="325167"/>
                  </a:lnTo>
                  <a:lnTo>
                    <a:pt x="226191" y="323375"/>
                  </a:lnTo>
                  <a:lnTo>
                    <a:pt x="231117" y="321426"/>
                  </a:lnTo>
                  <a:lnTo>
                    <a:pt x="235979" y="319322"/>
                  </a:lnTo>
                  <a:lnTo>
                    <a:pt x="240772" y="317065"/>
                  </a:lnTo>
                  <a:lnTo>
                    <a:pt x="245491" y="314658"/>
                  </a:lnTo>
                  <a:lnTo>
                    <a:pt x="250131" y="312102"/>
                  </a:lnTo>
                  <a:lnTo>
                    <a:pt x="254688" y="309400"/>
                  </a:lnTo>
                  <a:lnTo>
                    <a:pt x="259157" y="306555"/>
                  </a:lnTo>
                  <a:lnTo>
                    <a:pt x="263534" y="303570"/>
                  </a:lnTo>
                  <a:lnTo>
                    <a:pt x="267814" y="300448"/>
                  </a:lnTo>
                  <a:lnTo>
                    <a:pt x="271993" y="297192"/>
                  </a:lnTo>
                  <a:lnTo>
                    <a:pt x="276066" y="293805"/>
                  </a:lnTo>
                  <a:lnTo>
                    <a:pt x="280031" y="290290"/>
                  </a:lnTo>
                  <a:lnTo>
                    <a:pt x="283881" y="286652"/>
                  </a:lnTo>
                  <a:lnTo>
                    <a:pt x="287615" y="282893"/>
                  </a:lnTo>
                  <a:lnTo>
                    <a:pt x="291228" y="279019"/>
                  </a:lnTo>
                  <a:lnTo>
                    <a:pt x="294716" y="275031"/>
                  </a:lnTo>
                  <a:lnTo>
                    <a:pt x="298076" y="270935"/>
                  </a:lnTo>
                  <a:lnTo>
                    <a:pt x="301304" y="266735"/>
                  </a:lnTo>
                  <a:lnTo>
                    <a:pt x="304398" y="262434"/>
                  </a:lnTo>
                  <a:lnTo>
                    <a:pt x="307354" y="258038"/>
                  </a:lnTo>
                  <a:lnTo>
                    <a:pt x="310169" y="253550"/>
                  </a:lnTo>
                  <a:lnTo>
                    <a:pt x="312841" y="248975"/>
                  </a:lnTo>
                  <a:lnTo>
                    <a:pt x="167167" y="16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28472" y="2126963"/>
              <a:ext cx="167167" cy="249167"/>
            </a:xfrm>
            <a:custGeom>
              <a:avLst/>
              <a:pathLst>
                <a:path w="167167" h="249167">
                  <a:moveTo>
                    <a:pt x="145673" y="249167"/>
                  </a:moveTo>
                  <a:lnTo>
                    <a:pt x="148227" y="244457"/>
                  </a:lnTo>
                  <a:lnTo>
                    <a:pt x="150627" y="239667"/>
                  </a:lnTo>
                  <a:lnTo>
                    <a:pt x="152873" y="234802"/>
                  </a:lnTo>
                  <a:lnTo>
                    <a:pt x="154963" y="229868"/>
                  </a:lnTo>
                  <a:lnTo>
                    <a:pt x="156892" y="224869"/>
                  </a:lnTo>
                  <a:lnTo>
                    <a:pt x="158661" y="219812"/>
                  </a:lnTo>
                  <a:lnTo>
                    <a:pt x="160267" y="214700"/>
                  </a:lnTo>
                  <a:lnTo>
                    <a:pt x="161708" y="209539"/>
                  </a:lnTo>
                  <a:lnTo>
                    <a:pt x="162983" y="204335"/>
                  </a:lnTo>
                  <a:lnTo>
                    <a:pt x="164090" y="199092"/>
                  </a:lnTo>
                  <a:lnTo>
                    <a:pt x="165029" y="193817"/>
                  </a:lnTo>
                  <a:lnTo>
                    <a:pt x="165798" y="188515"/>
                  </a:lnTo>
                  <a:lnTo>
                    <a:pt x="166397" y="183190"/>
                  </a:lnTo>
                  <a:lnTo>
                    <a:pt x="166825" y="177849"/>
                  </a:lnTo>
                  <a:lnTo>
                    <a:pt x="167082" y="172497"/>
                  </a:lnTo>
                  <a:lnTo>
                    <a:pt x="167167" y="167140"/>
                  </a:lnTo>
                  <a:lnTo>
                    <a:pt x="167080" y="161782"/>
                  </a:lnTo>
                  <a:lnTo>
                    <a:pt x="166822" y="156430"/>
                  </a:lnTo>
                  <a:lnTo>
                    <a:pt x="166392" y="151090"/>
                  </a:lnTo>
                  <a:lnTo>
                    <a:pt x="165791" y="145765"/>
                  </a:lnTo>
                  <a:lnTo>
                    <a:pt x="165020" y="140463"/>
                  </a:lnTo>
                  <a:lnTo>
                    <a:pt x="164080" y="135188"/>
                  </a:lnTo>
                  <a:lnTo>
                    <a:pt x="162971" y="129946"/>
                  </a:lnTo>
                  <a:lnTo>
                    <a:pt x="161694" y="124742"/>
                  </a:lnTo>
                  <a:lnTo>
                    <a:pt x="160251" y="119582"/>
                  </a:lnTo>
                  <a:lnTo>
                    <a:pt x="158644" y="114471"/>
                  </a:lnTo>
                  <a:lnTo>
                    <a:pt x="156874" y="109413"/>
                  </a:lnTo>
                  <a:lnTo>
                    <a:pt x="154942" y="104415"/>
                  </a:lnTo>
                  <a:lnTo>
                    <a:pt x="152851" y="99482"/>
                  </a:lnTo>
                  <a:lnTo>
                    <a:pt x="150604" y="94618"/>
                  </a:lnTo>
                  <a:lnTo>
                    <a:pt x="148201" y="89829"/>
                  </a:lnTo>
                  <a:lnTo>
                    <a:pt x="145647" y="85119"/>
                  </a:lnTo>
                  <a:lnTo>
                    <a:pt x="142942" y="80493"/>
                  </a:lnTo>
                  <a:lnTo>
                    <a:pt x="140091" y="75957"/>
                  </a:lnTo>
                  <a:lnTo>
                    <a:pt x="137096" y="71514"/>
                  </a:lnTo>
                  <a:lnTo>
                    <a:pt x="133960" y="67169"/>
                  </a:lnTo>
                  <a:lnTo>
                    <a:pt x="130687" y="62928"/>
                  </a:lnTo>
                  <a:lnTo>
                    <a:pt x="127279" y="58793"/>
                  </a:lnTo>
                  <a:lnTo>
                    <a:pt x="123740" y="54769"/>
                  </a:lnTo>
                  <a:lnTo>
                    <a:pt x="120074" y="50861"/>
                  </a:lnTo>
                  <a:lnTo>
                    <a:pt x="116285" y="47073"/>
                  </a:lnTo>
                  <a:lnTo>
                    <a:pt x="112377" y="43408"/>
                  </a:lnTo>
                  <a:lnTo>
                    <a:pt x="108353" y="39870"/>
                  </a:lnTo>
                  <a:lnTo>
                    <a:pt x="104218" y="36463"/>
                  </a:lnTo>
                  <a:lnTo>
                    <a:pt x="99975" y="33190"/>
                  </a:lnTo>
                  <a:lnTo>
                    <a:pt x="95630" y="30055"/>
                  </a:lnTo>
                  <a:lnTo>
                    <a:pt x="91187" y="27060"/>
                  </a:lnTo>
                  <a:lnTo>
                    <a:pt x="86650" y="24210"/>
                  </a:lnTo>
                  <a:lnTo>
                    <a:pt x="82024" y="21506"/>
                  </a:lnTo>
                  <a:lnTo>
                    <a:pt x="77313" y="18953"/>
                  </a:lnTo>
                  <a:lnTo>
                    <a:pt x="72524" y="16551"/>
                  </a:lnTo>
                  <a:lnTo>
                    <a:pt x="67659" y="14304"/>
                  </a:lnTo>
                  <a:lnTo>
                    <a:pt x="62726" y="12214"/>
                  </a:lnTo>
                  <a:lnTo>
                    <a:pt x="57728" y="10283"/>
                  </a:lnTo>
                  <a:lnTo>
                    <a:pt x="52670" y="8514"/>
                  </a:lnTo>
                  <a:lnTo>
                    <a:pt x="47558" y="6907"/>
                  </a:lnTo>
                  <a:lnTo>
                    <a:pt x="42398" y="5466"/>
                  </a:lnTo>
                  <a:lnTo>
                    <a:pt x="37194" y="4190"/>
                  </a:lnTo>
                  <a:lnTo>
                    <a:pt x="31952" y="3082"/>
                  </a:lnTo>
                  <a:lnTo>
                    <a:pt x="26677" y="2142"/>
                  </a:lnTo>
                  <a:lnTo>
                    <a:pt x="21374" y="1372"/>
                  </a:lnTo>
                  <a:lnTo>
                    <a:pt x="16050" y="772"/>
                  </a:lnTo>
                  <a:lnTo>
                    <a:pt x="10709" y="343"/>
                  </a:lnTo>
                  <a:lnTo>
                    <a:pt x="535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08431" y="1681503"/>
              <a:ext cx="14803" cy="167167"/>
            </a:xfrm>
            <a:custGeom>
              <a:avLst/>
              <a:pathLst>
                <a:path w="14803" h="167167">
                  <a:moveTo>
                    <a:pt x="14803" y="0"/>
                  </a:moveTo>
                  <a:lnTo>
                    <a:pt x="0" y="656"/>
                  </a:lnTo>
                  <a:lnTo>
                    <a:pt x="1480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431" y="1682160"/>
              <a:ext cx="14803" cy="166510"/>
            </a:xfrm>
            <a:custGeom>
              <a:avLst/>
              <a:pathLst>
                <a:path w="14803" h="166510">
                  <a:moveTo>
                    <a:pt x="0" y="0"/>
                  </a:moveTo>
                  <a:lnTo>
                    <a:pt x="14803" y="1665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256067" y="1682160"/>
              <a:ext cx="334320" cy="333669"/>
            </a:xfrm>
            <a:custGeom>
              <a:avLst/>
              <a:pathLst>
                <a:path w="334320" h="333669">
                  <a:moveTo>
                    <a:pt x="152363" y="0"/>
                  </a:moveTo>
                  <a:lnTo>
                    <a:pt x="147113" y="550"/>
                  </a:lnTo>
                  <a:lnTo>
                    <a:pt x="141883" y="1266"/>
                  </a:lnTo>
                  <a:lnTo>
                    <a:pt x="136678" y="2147"/>
                  </a:lnTo>
                  <a:lnTo>
                    <a:pt x="131503" y="3191"/>
                  </a:lnTo>
                  <a:lnTo>
                    <a:pt x="126364" y="4399"/>
                  </a:lnTo>
                  <a:lnTo>
                    <a:pt x="121265" y="5768"/>
                  </a:lnTo>
                  <a:lnTo>
                    <a:pt x="116213" y="7298"/>
                  </a:lnTo>
                  <a:lnTo>
                    <a:pt x="111211" y="8986"/>
                  </a:lnTo>
                  <a:lnTo>
                    <a:pt x="106265" y="10831"/>
                  </a:lnTo>
                  <a:lnTo>
                    <a:pt x="101380" y="12832"/>
                  </a:lnTo>
                  <a:lnTo>
                    <a:pt x="96560" y="14986"/>
                  </a:lnTo>
                  <a:lnTo>
                    <a:pt x="91811" y="17291"/>
                  </a:lnTo>
                  <a:lnTo>
                    <a:pt x="87136" y="19745"/>
                  </a:lnTo>
                  <a:lnTo>
                    <a:pt x="82542" y="22345"/>
                  </a:lnTo>
                  <a:lnTo>
                    <a:pt x="78032" y="25089"/>
                  </a:lnTo>
                  <a:lnTo>
                    <a:pt x="73611" y="27974"/>
                  </a:lnTo>
                  <a:lnTo>
                    <a:pt x="69283" y="30997"/>
                  </a:lnTo>
                  <a:lnTo>
                    <a:pt x="65053" y="34155"/>
                  </a:lnTo>
                  <a:lnTo>
                    <a:pt x="60925" y="37446"/>
                  </a:lnTo>
                  <a:lnTo>
                    <a:pt x="56903" y="40865"/>
                  </a:lnTo>
                  <a:lnTo>
                    <a:pt x="52990" y="44409"/>
                  </a:lnTo>
                  <a:lnTo>
                    <a:pt x="49192" y="48075"/>
                  </a:lnTo>
                  <a:lnTo>
                    <a:pt x="45511" y="51859"/>
                  </a:lnTo>
                  <a:lnTo>
                    <a:pt x="41951" y="55758"/>
                  </a:lnTo>
                  <a:lnTo>
                    <a:pt x="38517" y="59767"/>
                  </a:lnTo>
                  <a:lnTo>
                    <a:pt x="35210" y="63882"/>
                  </a:lnTo>
                  <a:lnTo>
                    <a:pt x="32036" y="68100"/>
                  </a:lnTo>
                  <a:lnTo>
                    <a:pt x="28996" y="72416"/>
                  </a:lnTo>
                  <a:lnTo>
                    <a:pt x="26094" y="76825"/>
                  </a:lnTo>
                  <a:lnTo>
                    <a:pt x="23332" y="81325"/>
                  </a:lnTo>
                  <a:lnTo>
                    <a:pt x="20714" y="85909"/>
                  </a:lnTo>
                  <a:lnTo>
                    <a:pt x="18242" y="90573"/>
                  </a:lnTo>
                  <a:lnTo>
                    <a:pt x="15918" y="95314"/>
                  </a:lnTo>
                  <a:lnTo>
                    <a:pt x="13746" y="100125"/>
                  </a:lnTo>
                  <a:lnTo>
                    <a:pt x="11726" y="105002"/>
                  </a:lnTo>
                  <a:lnTo>
                    <a:pt x="9861" y="109941"/>
                  </a:lnTo>
                  <a:lnTo>
                    <a:pt x="8154" y="114936"/>
                  </a:lnTo>
                  <a:lnTo>
                    <a:pt x="6605" y="119983"/>
                  </a:lnTo>
                  <a:lnTo>
                    <a:pt x="5215" y="125076"/>
                  </a:lnTo>
                  <a:lnTo>
                    <a:pt x="3988" y="130210"/>
                  </a:lnTo>
                  <a:lnTo>
                    <a:pt x="2923" y="135381"/>
                  </a:lnTo>
                  <a:lnTo>
                    <a:pt x="2022" y="140583"/>
                  </a:lnTo>
                  <a:lnTo>
                    <a:pt x="1286" y="145810"/>
                  </a:lnTo>
                  <a:lnTo>
                    <a:pt x="715" y="151058"/>
                  </a:lnTo>
                  <a:lnTo>
                    <a:pt x="310" y="156322"/>
                  </a:lnTo>
                  <a:lnTo>
                    <a:pt x="71" y="161595"/>
                  </a:lnTo>
                  <a:lnTo>
                    <a:pt x="0" y="166874"/>
                  </a:lnTo>
                  <a:lnTo>
                    <a:pt x="94" y="172152"/>
                  </a:lnTo>
                  <a:lnTo>
                    <a:pt x="356" y="177425"/>
                  </a:lnTo>
                  <a:lnTo>
                    <a:pt x="784" y="182687"/>
                  </a:lnTo>
                  <a:lnTo>
                    <a:pt x="1377" y="187932"/>
                  </a:lnTo>
                  <a:lnTo>
                    <a:pt x="2136" y="193156"/>
                  </a:lnTo>
                  <a:lnTo>
                    <a:pt x="3060" y="198354"/>
                  </a:lnTo>
                  <a:lnTo>
                    <a:pt x="4147" y="203520"/>
                  </a:lnTo>
                  <a:lnTo>
                    <a:pt x="5397" y="208649"/>
                  </a:lnTo>
                  <a:lnTo>
                    <a:pt x="6809" y="213736"/>
                  </a:lnTo>
                  <a:lnTo>
                    <a:pt x="8380" y="218776"/>
                  </a:lnTo>
                  <a:lnTo>
                    <a:pt x="10109" y="223763"/>
                  </a:lnTo>
                  <a:lnTo>
                    <a:pt x="11995" y="228694"/>
                  </a:lnTo>
                  <a:lnTo>
                    <a:pt x="14036" y="233563"/>
                  </a:lnTo>
                  <a:lnTo>
                    <a:pt x="16230" y="238364"/>
                  </a:lnTo>
                  <a:lnTo>
                    <a:pt x="18574" y="243095"/>
                  </a:lnTo>
                  <a:lnTo>
                    <a:pt x="21066" y="247748"/>
                  </a:lnTo>
                  <a:lnTo>
                    <a:pt x="23704" y="252321"/>
                  </a:lnTo>
                  <a:lnTo>
                    <a:pt x="26485" y="256808"/>
                  </a:lnTo>
                  <a:lnTo>
                    <a:pt x="29407" y="261205"/>
                  </a:lnTo>
                  <a:lnTo>
                    <a:pt x="32465" y="265508"/>
                  </a:lnTo>
                  <a:lnTo>
                    <a:pt x="35658" y="269712"/>
                  </a:lnTo>
                  <a:lnTo>
                    <a:pt x="38983" y="273813"/>
                  </a:lnTo>
                  <a:lnTo>
                    <a:pt x="42435" y="277807"/>
                  </a:lnTo>
                  <a:lnTo>
                    <a:pt x="46011" y="281690"/>
                  </a:lnTo>
                  <a:lnTo>
                    <a:pt x="49708" y="285458"/>
                  </a:lnTo>
                  <a:lnTo>
                    <a:pt x="53523" y="289107"/>
                  </a:lnTo>
                  <a:lnTo>
                    <a:pt x="57451" y="292635"/>
                  </a:lnTo>
                  <a:lnTo>
                    <a:pt x="61488" y="296036"/>
                  </a:lnTo>
                  <a:lnTo>
                    <a:pt x="65630" y="299308"/>
                  </a:lnTo>
                  <a:lnTo>
                    <a:pt x="69874" y="302448"/>
                  </a:lnTo>
                  <a:lnTo>
                    <a:pt x="74215" y="305453"/>
                  </a:lnTo>
                  <a:lnTo>
                    <a:pt x="78649" y="308318"/>
                  </a:lnTo>
                  <a:lnTo>
                    <a:pt x="83170" y="311043"/>
                  </a:lnTo>
                  <a:lnTo>
                    <a:pt x="87776" y="313623"/>
                  </a:lnTo>
                  <a:lnTo>
                    <a:pt x="92461" y="316056"/>
                  </a:lnTo>
                  <a:lnTo>
                    <a:pt x="97220" y="318341"/>
                  </a:lnTo>
                  <a:lnTo>
                    <a:pt x="102049" y="320473"/>
                  </a:lnTo>
                  <a:lnTo>
                    <a:pt x="106943" y="322453"/>
                  </a:lnTo>
                  <a:lnTo>
                    <a:pt x="111897" y="324277"/>
                  </a:lnTo>
                  <a:lnTo>
                    <a:pt x="116906" y="325943"/>
                  </a:lnTo>
                  <a:lnTo>
                    <a:pt x="121965" y="327451"/>
                  </a:lnTo>
                  <a:lnTo>
                    <a:pt x="127070" y="328798"/>
                  </a:lnTo>
                  <a:lnTo>
                    <a:pt x="132214" y="329983"/>
                  </a:lnTo>
                  <a:lnTo>
                    <a:pt x="137393" y="331005"/>
                  </a:lnTo>
                  <a:lnTo>
                    <a:pt x="142602" y="331863"/>
                  </a:lnTo>
                  <a:lnTo>
                    <a:pt x="147836" y="332556"/>
                  </a:lnTo>
                  <a:lnTo>
                    <a:pt x="153088" y="333084"/>
                  </a:lnTo>
                  <a:lnTo>
                    <a:pt x="158355" y="333445"/>
                  </a:lnTo>
                  <a:lnTo>
                    <a:pt x="163630" y="333640"/>
                  </a:lnTo>
                  <a:lnTo>
                    <a:pt x="168909" y="333669"/>
                  </a:lnTo>
                  <a:lnTo>
                    <a:pt x="174187" y="333530"/>
                  </a:lnTo>
                  <a:lnTo>
                    <a:pt x="179457" y="333225"/>
                  </a:lnTo>
                  <a:lnTo>
                    <a:pt x="184715" y="332754"/>
                  </a:lnTo>
                  <a:lnTo>
                    <a:pt x="189955" y="332117"/>
                  </a:lnTo>
                  <a:lnTo>
                    <a:pt x="195173" y="331315"/>
                  </a:lnTo>
                  <a:lnTo>
                    <a:pt x="200363" y="330348"/>
                  </a:lnTo>
                  <a:lnTo>
                    <a:pt x="205520" y="329218"/>
                  </a:lnTo>
                  <a:lnTo>
                    <a:pt x="210638" y="327926"/>
                  </a:lnTo>
                  <a:lnTo>
                    <a:pt x="215713" y="326473"/>
                  </a:lnTo>
                  <a:lnTo>
                    <a:pt x="220740" y="324861"/>
                  </a:lnTo>
                  <a:lnTo>
                    <a:pt x="225713" y="323090"/>
                  </a:lnTo>
                  <a:lnTo>
                    <a:pt x="230628" y="321163"/>
                  </a:lnTo>
                  <a:lnTo>
                    <a:pt x="235480" y="319082"/>
                  </a:lnTo>
                  <a:lnTo>
                    <a:pt x="240264" y="316849"/>
                  </a:lnTo>
                  <a:lnTo>
                    <a:pt x="244974" y="314466"/>
                  </a:lnTo>
                  <a:lnTo>
                    <a:pt x="249607" y="311935"/>
                  </a:lnTo>
                  <a:lnTo>
                    <a:pt x="254158" y="309260"/>
                  </a:lnTo>
                  <a:lnTo>
                    <a:pt x="258622" y="306442"/>
                  </a:lnTo>
                  <a:lnTo>
                    <a:pt x="262995" y="303484"/>
                  </a:lnTo>
                  <a:lnTo>
                    <a:pt x="267272" y="300390"/>
                  </a:lnTo>
                  <a:lnTo>
                    <a:pt x="271449" y="297163"/>
                  </a:lnTo>
                  <a:lnTo>
                    <a:pt x="275523" y="293805"/>
                  </a:lnTo>
                  <a:lnTo>
                    <a:pt x="279488" y="290320"/>
                  </a:lnTo>
                  <a:lnTo>
                    <a:pt x="283342" y="286711"/>
                  </a:lnTo>
                  <a:lnTo>
                    <a:pt x="287079" y="282983"/>
                  </a:lnTo>
                  <a:lnTo>
                    <a:pt x="290697" y="279139"/>
                  </a:lnTo>
                  <a:lnTo>
                    <a:pt x="294192" y="275182"/>
                  </a:lnTo>
                  <a:lnTo>
                    <a:pt x="297560" y="271117"/>
                  </a:lnTo>
                  <a:lnTo>
                    <a:pt x="300798" y="266947"/>
                  </a:lnTo>
                  <a:lnTo>
                    <a:pt x="303903" y="262678"/>
                  </a:lnTo>
                  <a:lnTo>
                    <a:pt x="306871" y="258312"/>
                  </a:lnTo>
                  <a:lnTo>
                    <a:pt x="309700" y="253855"/>
                  </a:lnTo>
                  <a:lnTo>
                    <a:pt x="312387" y="249311"/>
                  </a:lnTo>
                  <a:lnTo>
                    <a:pt x="314929" y="244684"/>
                  </a:lnTo>
                  <a:lnTo>
                    <a:pt x="317324" y="239980"/>
                  </a:lnTo>
                  <a:lnTo>
                    <a:pt x="319569" y="235202"/>
                  </a:lnTo>
                  <a:lnTo>
                    <a:pt x="321662" y="230355"/>
                  </a:lnTo>
                  <a:lnTo>
                    <a:pt x="323601" y="225445"/>
                  </a:lnTo>
                  <a:lnTo>
                    <a:pt x="325384" y="220476"/>
                  </a:lnTo>
                  <a:lnTo>
                    <a:pt x="327009" y="215454"/>
                  </a:lnTo>
                  <a:lnTo>
                    <a:pt x="328474" y="210382"/>
                  </a:lnTo>
                  <a:lnTo>
                    <a:pt x="329779" y="205267"/>
                  </a:lnTo>
                  <a:lnTo>
                    <a:pt x="330922" y="200113"/>
                  </a:lnTo>
                  <a:lnTo>
                    <a:pt x="331901" y="194925"/>
                  </a:lnTo>
                  <a:lnTo>
                    <a:pt x="332716" y="189710"/>
                  </a:lnTo>
                  <a:lnTo>
                    <a:pt x="333366" y="184471"/>
                  </a:lnTo>
                  <a:lnTo>
                    <a:pt x="333851" y="179214"/>
                  </a:lnTo>
                  <a:lnTo>
                    <a:pt x="334169" y="173944"/>
                  </a:lnTo>
                  <a:lnTo>
                    <a:pt x="334320" y="168668"/>
                  </a:lnTo>
                  <a:lnTo>
                    <a:pt x="334305" y="163389"/>
                  </a:lnTo>
                  <a:lnTo>
                    <a:pt x="334123" y="158113"/>
                  </a:lnTo>
                  <a:lnTo>
                    <a:pt x="333775" y="152845"/>
                  </a:lnTo>
                  <a:lnTo>
                    <a:pt x="333260" y="147591"/>
                  </a:lnTo>
                  <a:lnTo>
                    <a:pt x="332580" y="142356"/>
                  </a:lnTo>
                  <a:lnTo>
                    <a:pt x="331735" y="137145"/>
                  </a:lnTo>
                  <a:lnTo>
                    <a:pt x="330725" y="131963"/>
                  </a:lnTo>
                  <a:lnTo>
                    <a:pt x="329553" y="126816"/>
                  </a:lnTo>
                  <a:lnTo>
                    <a:pt x="328219" y="121708"/>
                  </a:lnTo>
                  <a:lnTo>
                    <a:pt x="326724" y="116645"/>
                  </a:lnTo>
                  <a:lnTo>
                    <a:pt x="325070" y="111632"/>
                  </a:lnTo>
                  <a:lnTo>
                    <a:pt x="323258" y="106674"/>
                  </a:lnTo>
                  <a:lnTo>
                    <a:pt x="321291" y="101775"/>
                  </a:lnTo>
                  <a:lnTo>
                    <a:pt x="319170" y="96940"/>
                  </a:lnTo>
                  <a:lnTo>
                    <a:pt x="316897" y="92176"/>
                  </a:lnTo>
                  <a:lnTo>
                    <a:pt x="314476" y="87485"/>
                  </a:lnTo>
                  <a:lnTo>
                    <a:pt x="311907" y="82873"/>
                  </a:lnTo>
                  <a:lnTo>
                    <a:pt x="309194" y="78344"/>
                  </a:lnTo>
                  <a:lnTo>
                    <a:pt x="306339" y="73904"/>
                  </a:lnTo>
                  <a:lnTo>
                    <a:pt x="303345" y="69555"/>
                  </a:lnTo>
                  <a:lnTo>
                    <a:pt x="300216" y="65304"/>
                  </a:lnTo>
                  <a:lnTo>
                    <a:pt x="296954" y="61153"/>
                  </a:lnTo>
                  <a:lnTo>
                    <a:pt x="293563" y="57107"/>
                  </a:lnTo>
                  <a:lnTo>
                    <a:pt x="290045" y="53171"/>
                  </a:lnTo>
                  <a:lnTo>
                    <a:pt x="286405" y="49347"/>
                  </a:lnTo>
                  <a:lnTo>
                    <a:pt x="282646" y="45641"/>
                  </a:lnTo>
                  <a:lnTo>
                    <a:pt x="278772" y="42055"/>
                  </a:lnTo>
                  <a:lnTo>
                    <a:pt x="274787" y="38593"/>
                  </a:lnTo>
                  <a:lnTo>
                    <a:pt x="270694" y="35258"/>
                  </a:lnTo>
                  <a:lnTo>
                    <a:pt x="266498" y="32055"/>
                  </a:lnTo>
                  <a:lnTo>
                    <a:pt x="262203" y="28986"/>
                  </a:lnTo>
                  <a:lnTo>
                    <a:pt x="257813" y="26053"/>
                  </a:lnTo>
                  <a:lnTo>
                    <a:pt x="253333" y="23261"/>
                  </a:lnTo>
                  <a:lnTo>
                    <a:pt x="248767" y="20612"/>
                  </a:lnTo>
                  <a:lnTo>
                    <a:pt x="244119" y="18108"/>
                  </a:lnTo>
                  <a:lnTo>
                    <a:pt x="239395" y="15752"/>
                  </a:lnTo>
                  <a:lnTo>
                    <a:pt x="234599" y="13547"/>
                  </a:lnTo>
                  <a:lnTo>
                    <a:pt x="229735" y="11494"/>
                  </a:lnTo>
                  <a:lnTo>
                    <a:pt x="224809" y="9595"/>
                  </a:lnTo>
                  <a:lnTo>
                    <a:pt x="219826" y="7853"/>
                  </a:lnTo>
                  <a:lnTo>
                    <a:pt x="214790" y="6270"/>
                  </a:lnTo>
                  <a:lnTo>
                    <a:pt x="209706" y="4846"/>
                  </a:lnTo>
                  <a:lnTo>
                    <a:pt x="204580" y="3583"/>
                  </a:lnTo>
                  <a:lnTo>
                    <a:pt x="199417" y="2483"/>
                  </a:lnTo>
                  <a:lnTo>
                    <a:pt x="194222" y="1547"/>
                  </a:lnTo>
                  <a:lnTo>
                    <a:pt x="167167" y="1665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423235" y="1681503"/>
              <a:ext cx="27055" cy="167167"/>
            </a:xfrm>
            <a:custGeom>
              <a:avLst/>
              <a:pathLst>
                <a:path w="27055" h="167167">
                  <a:moveTo>
                    <a:pt x="27055" y="2203"/>
                  </a:moveTo>
                  <a:lnTo>
                    <a:pt x="20330" y="1240"/>
                  </a:lnTo>
                  <a:lnTo>
                    <a:pt x="13572" y="551"/>
                  </a:lnTo>
                  <a:lnTo>
                    <a:pt x="6791" y="13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853876" y="1322571"/>
              <a:ext cx="167162" cy="325098"/>
            </a:xfrm>
            <a:custGeom>
              <a:avLst/>
              <a:pathLst>
                <a:path w="167162" h="325098">
                  <a:moveTo>
                    <a:pt x="167162" y="0"/>
                  </a:moveTo>
                  <a:lnTo>
                    <a:pt x="161830" y="85"/>
                  </a:lnTo>
                  <a:lnTo>
                    <a:pt x="156503" y="340"/>
                  </a:lnTo>
                  <a:lnTo>
                    <a:pt x="151186" y="765"/>
                  </a:lnTo>
                  <a:lnTo>
                    <a:pt x="145886" y="1359"/>
                  </a:lnTo>
                  <a:lnTo>
                    <a:pt x="140608" y="2122"/>
                  </a:lnTo>
                  <a:lnTo>
                    <a:pt x="135357" y="3053"/>
                  </a:lnTo>
                  <a:lnTo>
                    <a:pt x="130138" y="4151"/>
                  </a:lnTo>
                  <a:lnTo>
                    <a:pt x="124956" y="5415"/>
                  </a:lnTo>
                  <a:lnTo>
                    <a:pt x="119818" y="6844"/>
                  </a:lnTo>
                  <a:lnTo>
                    <a:pt x="114728" y="8436"/>
                  </a:lnTo>
                  <a:lnTo>
                    <a:pt x="109691" y="10189"/>
                  </a:lnTo>
                  <a:lnTo>
                    <a:pt x="104713" y="12102"/>
                  </a:lnTo>
                  <a:lnTo>
                    <a:pt x="99798" y="14173"/>
                  </a:lnTo>
                  <a:lnTo>
                    <a:pt x="94952" y="16400"/>
                  </a:lnTo>
                  <a:lnTo>
                    <a:pt x="90180" y="18780"/>
                  </a:lnTo>
                  <a:lnTo>
                    <a:pt x="85485" y="21311"/>
                  </a:lnTo>
                  <a:lnTo>
                    <a:pt x="80874" y="23991"/>
                  </a:lnTo>
                  <a:lnTo>
                    <a:pt x="76351" y="26817"/>
                  </a:lnTo>
                  <a:lnTo>
                    <a:pt x="71920" y="29785"/>
                  </a:lnTo>
                  <a:lnTo>
                    <a:pt x="67586" y="32893"/>
                  </a:lnTo>
                  <a:lnTo>
                    <a:pt x="63353" y="36138"/>
                  </a:lnTo>
                  <a:lnTo>
                    <a:pt x="59226" y="39516"/>
                  </a:lnTo>
                  <a:lnTo>
                    <a:pt x="55209" y="43024"/>
                  </a:lnTo>
                  <a:lnTo>
                    <a:pt x="51306" y="46658"/>
                  </a:lnTo>
                  <a:lnTo>
                    <a:pt x="47521" y="50415"/>
                  </a:lnTo>
                  <a:lnTo>
                    <a:pt x="43858" y="54291"/>
                  </a:lnTo>
                  <a:lnTo>
                    <a:pt x="40320" y="58282"/>
                  </a:lnTo>
                  <a:lnTo>
                    <a:pt x="36911" y="62384"/>
                  </a:lnTo>
                  <a:lnTo>
                    <a:pt x="33635" y="66592"/>
                  </a:lnTo>
                  <a:lnTo>
                    <a:pt x="30494" y="70903"/>
                  </a:lnTo>
                  <a:lnTo>
                    <a:pt x="27493" y="75311"/>
                  </a:lnTo>
                  <a:lnTo>
                    <a:pt x="24634" y="79813"/>
                  </a:lnTo>
                  <a:lnTo>
                    <a:pt x="21920" y="84404"/>
                  </a:lnTo>
                  <a:lnTo>
                    <a:pt x="19354" y="89080"/>
                  </a:lnTo>
                  <a:lnTo>
                    <a:pt x="16938" y="93834"/>
                  </a:lnTo>
                  <a:lnTo>
                    <a:pt x="14675" y="98664"/>
                  </a:lnTo>
                  <a:lnTo>
                    <a:pt x="12568" y="103563"/>
                  </a:lnTo>
                  <a:lnTo>
                    <a:pt x="10617" y="108527"/>
                  </a:lnTo>
                  <a:lnTo>
                    <a:pt x="8827" y="113550"/>
                  </a:lnTo>
                  <a:lnTo>
                    <a:pt x="7197" y="118628"/>
                  </a:lnTo>
                  <a:lnTo>
                    <a:pt x="5730" y="123756"/>
                  </a:lnTo>
                  <a:lnTo>
                    <a:pt x="4427" y="128928"/>
                  </a:lnTo>
                  <a:lnTo>
                    <a:pt x="3290" y="134138"/>
                  </a:lnTo>
                  <a:lnTo>
                    <a:pt x="2320" y="139382"/>
                  </a:lnTo>
                  <a:lnTo>
                    <a:pt x="1518" y="144655"/>
                  </a:lnTo>
                  <a:lnTo>
                    <a:pt x="884" y="149950"/>
                  </a:lnTo>
                  <a:lnTo>
                    <a:pt x="419" y="155263"/>
                  </a:lnTo>
                  <a:lnTo>
                    <a:pt x="124" y="160588"/>
                  </a:lnTo>
                  <a:lnTo>
                    <a:pt x="0" y="165920"/>
                  </a:lnTo>
                  <a:lnTo>
                    <a:pt x="45" y="171253"/>
                  </a:lnTo>
                  <a:lnTo>
                    <a:pt x="260" y="176582"/>
                  </a:lnTo>
                  <a:lnTo>
                    <a:pt x="645" y="181901"/>
                  </a:lnTo>
                  <a:lnTo>
                    <a:pt x="1200" y="187206"/>
                  </a:lnTo>
                  <a:lnTo>
                    <a:pt x="1924" y="192490"/>
                  </a:lnTo>
                  <a:lnTo>
                    <a:pt x="2816" y="197748"/>
                  </a:lnTo>
                  <a:lnTo>
                    <a:pt x="3875" y="202975"/>
                  </a:lnTo>
                  <a:lnTo>
                    <a:pt x="5100" y="208165"/>
                  </a:lnTo>
                  <a:lnTo>
                    <a:pt x="6491" y="213314"/>
                  </a:lnTo>
                  <a:lnTo>
                    <a:pt x="8044" y="218416"/>
                  </a:lnTo>
                  <a:lnTo>
                    <a:pt x="9760" y="223466"/>
                  </a:lnTo>
                  <a:lnTo>
                    <a:pt x="11636" y="228458"/>
                  </a:lnTo>
                  <a:lnTo>
                    <a:pt x="13671" y="233388"/>
                  </a:lnTo>
                  <a:lnTo>
                    <a:pt x="15861" y="238251"/>
                  </a:lnTo>
                  <a:lnTo>
                    <a:pt x="18206" y="243041"/>
                  </a:lnTo>
                  <a:lnTo>
                    <a:pt x="20702" y="247754"/>
                  </a:lnTo>
                  <a:lnTo>
                    <a:pt x="23347" y="252385"/>
                  </a:lnTo>
                  <a:lnTo>
                    <a:pt x="26139" y="256929"/>
                  </a:lnTo>
                  <a:lnTo>
                    <a:pt x="29074" y="261382"/>
                  </a:lnTo>
                  <a:lnTo>
                    <a:pt x="32149" y="265739"/>
                  </a:lnTo>
                  <a:lnTo>
                    <a:pt x="35363" y="269996"/>
                  </a:lnTo>
                  <a:lnTo>
                    <a:pt x="38710" y="274148"/>
                  </a:lnTo>
                  <a:lnTo>
                    <a:pt x="42188" y="278191"/>
                  </a:lnTo>
                  <a:lnTo>
                    <a:pt x="45793" y="282121"/>
                  </a:lnTo>
                  <a:lnTo>
                    <a:pt x="49522" y="285934"/>
                  </a:lnTo>
                  <a:lnTo>
                    <a:pt x="53370" y="289626"/>
                  </a:lnTo>
                  <a:lnTo>
                    <a:pt x="57334" y="293194"/>
                  </a:lnTo>
                  <a:lnTo>
                    <a:pt x="61411" y="296633"/>
                  </a:lnTo>
                  <a:lnTo>
                    <a:pt x="65594" y="299941"/>
                  </a:lnTo>
                  <a:lnTo>
                    <a:pt x="69881" y="303113"/>
                  </a:lnTo>
                  <a:lnTo>
                    <a:pt x="74268" y="306147"/>
                  </a:lnTo>
                  <a:lnTo>
                    <a:pt x="78748" y="309040"/>
                  </a:lnTo>
                  <a:lnTo>
                    <a:pt x="83319" y="311788"/>
                  </a:lnTo>
                  <a:lnTo>
                    <a:pt x="87975" y="314389"/>
                  </a:lnTo>
                  <a:lnTo>
                    <a:pt x="92711" y="316840"/>
                  </a:lnTo>
                  <a:lnTo>
                    <a:pt x="97524" y="319139"/>
                  </a:lnTo>
                  <a:lnTo>
                    <a:pt x="102407" y="321283"/>
                  </a:lnTo>
                  <a:lnTo>
                    <a:pt x="107356" y="323270"/>
                  </a:lnTo>
                  <a:lnTo>
                    <a:pt x="112366" y="325098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6243" y="1489739"/>
              <a:ext cx="54796" cy="157931"/>
            </a:xfrm>
            <a:custGeom>
              <a:avLst/>
              <a:pathLst>
                <a:path w="54796" h="157931">
                  <a:moveTo>
                    <a:pt x="0" y="157931"/>
                  </a:moveTo>
                  <a:lnTo>
                    <a:pt x="5479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6243" y="1326494"/>
              <a:ext cx="221951" cy="330394"/>
            </a:xfrm>
            <a:custGeom>
              <a:avLst/>
              <a:pathLst>
                <a:path w="221951" h="330394">
                  <a:moveTo>
                    <a:pt x="0" y="321175"/>
                  </a:moveTo>
                  <a:lnTo>
                    <a:pt x="5072" y="322845"/>
                  </a:lnTo>
                  <a:lnTo>
                    <a:pt x="10195" y="324352"/>
                  </a:lnTo>
                  <a:lnTo>
                    <a:pt x="15364" y="325694"/>
                  </a:lnTo>
                  <a:lnTo>
                    <a:pt x="20572" y="326871"/>
                  </a:lnTo>
                  <a:lnTo>
                    <a:pt x="25816" y="327880"/>
                  </a:lnTo>
                  <a:lnTo>
                    <a:pt x="31090" y="328722"/>
                  </a:lnTo>
                  <a:lnTo>
                    <a:pt x="36387" y="329395"/>
                  </a:lnTo>
                  <a:lnTo>
                    <a:pt x="41703" y="329898"/>
                  </a:lnTo>
                  <a:lnTo>
                    <a:pt x="47033" y="330231"/>
                  </a:lnTo>
                  <a:lnTo>
                    <a:pt x="52371" y="330394"/>
                  </a:lnTo>
                  <a:lnTo>
                    <a:pt x="57711" y="330386"/>
                  </a:lnTo>
                  <a:lnTo>
                    <a:pt x="63048" y="330208"/>
                  </a:lnTo>
                  <a:lnTo>
                    <a:pt x="68377" y="329859"/>
                  </a:lnTo>
                  <a:lnTo>
                    <a:pt x="73692" y="329340"/>
                  </a:lnTo>
                  <a:lnTo>
                    <a:pt x="78987" y="328652"/>
                  </a:lnTo>
                  <a:lnTo>
                    <a:pt x="84258" y="327795"/>
                  </a:lnTo>
                  <a:lnTo>
                    <a:pt x="89499" y="326770"/>
                  </a:lnTo>
                  <a:lnTo>
                    <a:pt x="94704" y="325578"/>
                  </a:lnTo>
                  <a:lnTo>
                    <a:pt x="99869" y="324220"/>
                  </a:lnTo>
                  <a:lnTo>
                    <a:pt x="104987" y="322698"/>
                  </a:lnTo>
                  <a:lnTo>
                    <a:pt x="110055" y="321014"/>
                  </a:lnTo>
                  <a:lnTo>
                    <a:pt x="115066" y="319168"/>
                  </a:lnTo>
                  <a:lnTo>
                    <a:pt x="120016" y="317164"/>
                  </a:lnTo>
                  <a:lnTo>
                    <a:pt x="124899" y="315002"/>
                  </a:lnTo>
                  <a:lnTo>
                    <a:pt x="129710" y="312685"/>
                  </a:lnTo>
                  <a:lnTo>
                    <a:pt x="134445" y="310216"/>
                  </a:lnTo>
                  <a:lnTo>
                    <a:pt x="139099" y="307597"/>
                  </a:lnTo>
                  <a:lnTo>
                    <a:pt x="143666" y="304831"/>
                  </a:lnTo>
                  <a:lnTo>
                    <a:pt x="148143" y="301920"/>
                  </a:lnTo>
                  <a:lnTo>
                    <a:pt x="152525" y="298868"/>
                  </a:lnTo>
                  <a:lnTo>
                    <a:pt x="156807" y="295677"/>
                  </a:lnTo>
                  <a:lnTo>
                    <a:pt x="160985" y="292351"/>
                  </a:lnTo>
                  <a:lnTo>
                    <a:pt x="165055" y="288894"/>
                  </a:lnTo>
                  <a:lnTo>
                    <a:pt x="169012" y="285308"/>
                  </a:lnTo>
                  <a:lnTo>
                    <a:pt x="172852" y="281597"/>
                  </a:lnTo>
                  <a:lnTo>
                    <a:pt x="176572" y="277766"/>
                  </a:lnTo>
                  <a:lnTo>
                    <a:pt x="180168" y="273818"/>
                  </a:lnTo>
                  <a:lnTo>
                    <a:pt x="183636" y="269757"/>
                  </a:lnTo>
                  <a:lnTo>
                    <a:pt x="186972" y="265588"/>
                  </a:lnTo>
                  <a:lnTo>
                    <a:pt x="190174" y="261314"/>
                  </a:lnTo>
                  <a:lnTo>
                    <a:pt x="193237" y="256940"/>
                  </a:lnTo>
                  <a:lnTo>
                    <a:pt x="196159" y="252470"/>
                  </a:lnTo>
                  <a:lnTo>
                    <a:pt x="198937" y="247909"/>
                  </a:lnTo>
                  <a:lnTo>
                    <a:pt x="201568" y="243262"/>
                  </a:lnTo>
                  <a:lnTo>
                    <a:pt x="204049" y="238533"/>
                  </a:lnTo>
                  <a:lnTo>
                    <a:pt x="206377" y="233728"/>
                  </a:lnTo>
                  <a:lnTo>
                    <a:pt x="208551" y="228850"/>
                  </a:lnTo>
                  <a:lnTo>
                    <a:pt x="210568" y="223905"/>
                  </a:lnTo>
                  <a:lnTo>
                    <a:pt x="212426" y="218899"/>
                  </a:lnTo>
                  <a:lnTo>
                    <a:pt x="214123" y="213836"/>
                  </a:lnTo>
                  <a:lnTo>
                    <a:pt x="215658" y="208721"/>
                  </a:lnTo>
                  <a:lnTo>
                    <a:pt x="217029" y="203560"/>
                  </a:lnTo>
                  <a:lnTo>
                    <a:pt x="218234" y="198357"/>
                  </a:lnTo>
                  <a:lnTo>
                    <a:pt x="219272" y="193119"/>
                  </a:lnTo>
                  <a:lnTo>
                    <a:pt x="220142" y="187851"/>
                  </a:lnTo>
                  <a:lnTo>
                    <a:pt x="220844" y="182557"/>
                  </a:lnTo>
                  <a:lnTo>
                    <a:pt x="221376" y="177243"/>
                  </a:lnTo>
                  <a:lnTo>
                    <a:pt x="221738" y="171915"/>
                  </a:lnTo>
                  <a:lnTo>
                    <a:pt x="221930" y="166579"/>
                  </a:lnTo>
                  <a:lnTo>
                    <a:pt x="221951" y="161239"/>
                  </a:lnTo>
                  <a:lnTo>
                    <a:pt x="221802" y="155901"/>
                  </a:lnTo>
                  <a:lnTo>
                    <a:pt x="221482" y="150570"/>
                  </a:lnTo>
                  <a:lnTo>
                    <a:pt x="220992" y="145253"/>
                  </a:lnTo>
                  <a:lnTo>
                    <a:pt x="220333" y="139953"/>
                  </a:lnTo>
                  <a:lnTo>
                    <a:pt x="219504" y="134678"/>
                  </a:lnTo>
                  <a:lnTo>
                    <a:pt x="218508" y="129432"/>
                  </a:lnTo>
                  <a:lnTo>
                    <a:pt x="217344" y="124220"/>
                  </a:lnTo>
                  <a:lnTo>
                    <a:pt x="216015" y="119048"/>
                  </a:lnTo>
                  <a:lnTo>
                    <a:pt x="214521" y="113921"/>
                  </a:lnTo>
                  <a:lnTo>
                    <a:pt x="212864" y="108844"/>
                  </a:lnTo>
                  <a:lnTo>
                    <a:pt x="211046" y="103823"/>
                  </a:lnTo>
                  <a:lnTo>
                    <a:pt x="209068" y="98863"/>
                  </a:lnTo>
                  <a:lnTo>
                    <a:pt x="206933" y="93968"/>
                  </a:lnTo>
                  <a:lnTo>
                    <a:pt x="204643" y="89144"/>
                  </a:lnTo>
                  <a:lnTo>
                    <a:pt x="202200" y="84396"/>
                  </a:lnTo>
                  <a:lnTo>
                    <a:pt x="199606" y="79728"/>
                  </a:lnTo>
                  <a:lnTo>
                    <a:pt x="196864" y="75145"/>
                  </a:lnTo>
                  <a:lnTo>
                    <a:pt x="193978" y="70652"/>
                  </a:lnTo>
                  <a:lnTo>
                    <a:pt x="190950" y="66254"/>
                  </a:lnTo>
                  <a:lnTo>
                    <a:pt x="187782" y="61955"/>
                  </a:lnTo>
                  <a:lnTo>
                    <a:pt x="184479" y="57759"/>
                  </a:lnTo>
                  <a:lnTo>
                    <a:pt x="181044" y="53670"/>
                  </a:lnTo>
                  <a:lnTo>
                    <a:pt x="177479" y="49694"/>
                  </a:lnTo>
                  <a:lnTo>
                    <a:pt x="173790" y="45833"/>
                  </a:lnTo>
                  <a:lnTo>
                    <a:pt x="169979" y="42092"/>
                  </a:lnTo>
                  <a:lnTo>
                    <a:pt x="166051" y="38475"/>
                  </a:lnTo>
                  <a:lnTo>
                    <a:pt x="162009" y="34985"/>
                  </a:lnTo>
                  <a:lnTo>
                    <a:pt x="157857" y="31626"/>
                  </a:lnTo>
                  <a:lnTo>
                    <a:pt x="153601" y="28402"/>
                  </a:lnTo>
                  <a:lnTo>
                    <a:pt x="149244" y="25315"/>
                  </a:lnTo>
                  <a:lnTo>
                    <a:pt x="144790" y="22368"/>
                  </a:lnTo>
                  <a:lnTo>
                    <a:pt x="140244" y="19566"/>
                  </a:lnTo>
                  <a:lnTo>
                    <a:pt x="135612" y="16910"/>
                  </a:lnTo>
                  <a:lnTo>
                    <a:pt x="130896" y="14403"/>
                  </a:lnTo>
                  <a:lnTo>
                    <a:pt x="126103" y="12048"/>
                  </a:lnTo>
                  <a:lnTo>
                    <a:pt x="121238" y="9848"/>
                  </a:lnTo>
                  <a:lnTo>
                    <a:pt x="116304" y="7804"/>
                  </a:lnTo>
                  <a:lnTo>
                    <a:pt x="111308" y="5919"/>
                  </a:lnTo>
                  <a:lnTo>
                    <a:pt x="106254" y="4194"/>
                  </a:lnTo>
                  <a:lnTo>
                    <a:pt x="101148" y="2631"/>
                  </a:lnTo>
                  <a:lnTo>
                    <a:pt x="95994" y="1233"/>
                  </a:lnTo>
                  <a:lnTo>
                    <a:pt x="90798" y="0"/>
                  </a:lnTo>
                  <a:lnTo>
                    <a:pt x="54796" y="1632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021039" y="1322571"/>
              <a:ext cx="36002" cy="167167"/>
            </a:xfrm>
            <a:custGeom>
              <a:avLst/>
              <a:pathLst>
                <a:path w="36002" h="167167">
                  <a:moveTo>
                    <a:pt x="36002" y="3923"/>
                  </a:moveTo>
                  <a:lnTo>
                    <a:pt x="28884" y="2514"/>
                  </a:lnTo>
                  <a:lnTo>
                    <a:pt x="21710" y="1415"/>
                  </a:lnTo>
                  <a:lnTo>
                    <a:pt x="14496" y="629"/>
                  </a:lnTo>
                  <a:lnTo>
                    <a:pt x="7255" y="15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378095" y="1071028"/>
              <a:ext cx="167163" cy="282192"/>
            </a:xfrm>
            <a:custGeom>
              <a:avLst/>
              <a:pathLst>
                <a:path w="167163" h="282192">
                  <a:moveTo>
                    <a:pt x="167163" y="0"/>
                  </a:moveTo>
                  <a:lnTo>
                    <a:pt x="161829" y="85"/>
                  </a:lnTo>
                  <a:lnTo>
                    <a:pt x="156500" y="340"/>
                  </a:lnTo>
                  <a:lnTo>
                    <a:pt x="151183" y="765"/>
                  </a:lnTo>
                  <a:lnTo>
                    <a:pt x="145882" y="1360"/>
                  </a:lnTo>
                  <a:lnTo>
                    <a:pt x="140602" y="2123"/>
                  </a:lnTo>
                  <a:lnTo>
                    <a:pt x="135349" y="3055"/>
                  </a:lnTo>
                  <a:lnTo>
                    <a:pt x="130129" y="4153"/>
                  </a:lnTo>
                  <a:lnTo>
                    <a:pt x="124947" y="5418"/>
                  </a:lnTo>
                  <a:lnTo>
                    <a:pt x="119807" y="6847"/>
                  </a:lnTo>
                  <a:lnTo>
                    <a:pt x="114716" y="8440"/>
                  </a:lnTo>
                  <a:lnTo>
                    <a:pt x="109678" y="10194"/>
                  </a:lnTo>
                  <a:lnTo>
                    <a:pt x="104699" y="12108"/>
                  </a:lnTo>
                  <a:lnTo>
                    <a:pt x="99783" y="14180"/>
                  </a:lnTo>
                  <a:lnTo>
                    <a:pt x="94936" y="16408"/>
                  </a:lnTo>
                  <a:lnTo>
                    <a:pt x="90162" y="18789"/>
                  </a:lnTo>
                  <a:lnTo>
                    <a:pt x="85467" y="21322"/>
                  </a:lnTo>
                  <a:lnTo>
                    <a:pt x="80855" y="24003"/>
                  </a:lnTo>
                  <a:lnTo>
                    <a:pt x="76331" y="26830"/>
                  </a:lnTo>
                  <a:lnTo>
                    <a:pt x="71900" y="29799"/>
                  </a:lnTo>
                  <a:lnTo>
                    <a:pt x="67565" y="32909"/>
                  </a:lnTo>
                  <a:lnTo>
                    <a:pt x="63332" y="36155"/>
                  </a:lnTo>
                  <a:lnTo>
                    <a:pt x="59205" y="39535"/>
                  </a:lnTo>
                  <a:lnTo>
                    <a:pt x="55187" y="43044"/>
                  </a:lnTo>
                  <a:lnTo>
                    <a:pt x="51284" y="46680"/>
                  </a:lnTo>
                  <a:lnTo>
                    <a:pt x="47498" y="50439"/>
                  </a:lnTo>
                  <a:lnTo>
                    <a:pt x="43835" y="54317"/>
                  </a:lnTo>
                  <a:lnTo>
                    <a:pt x="40297" y="58309"/>
                  </a:lnTo>
                  <a:lnTo>
                    <a:pt x="36888" y="62413"/>
                  </a:lnTo>
                  <a:lnTo>
                    <a:pt x="33612" y="66623"/>
                  </a:lnTo>
                  <a:lnTo>
                    <a:pt x="30472" y="70935"/>
                  </a:lnTo>
                  <a:lnTo>
                    <a:pt x="27471" y="75346"/>
                  </a:lnTo>
                  <a:lnTo>
                    <a:pt x="24612" y="79850"/>
                  </a:lnTo>
                  <a:lnTo>
                    <a:pt x="21899" y="84443"/>
                  </a:lnTo>
                  <a:lnTo>
                    <a:pt x="19333" y="89120"/>
                  </a:lnTo>
                  <a:lnTo>
                    <a:pt x="16918" y="93876"/>
                  </a:lnTo>
                  <a:lnTo>
                    <a:pt x="14656" y="98707"/>
                  </a:lnTo>
                  <a:lnTo>
                    <a:pt x="12549" y="103608"/>
                  </a:lnTo>
                  <a:lnTo>
                    <a:pt x="10600" y="108574"/>
                  </a:lnTo>
                  <a:lnTo>
                    <a:pt x="8810" y="113599"/>
                  </a:lnTo>
                  <a:lnTo>
                    <a:pt x="7182" y="118679"/>
                  </a:lnTo>
                  <a:lnTo>
                    <a:pt x="5716" y="123809"/>
                  </a:lnTo>
                  <a:lnTo>
                    <a:pt x="4415" y="128982"/>
                  </a:lnTo>
                  <a:lnTo>
                    <a:pt x="3279" y="134194"/>
                  </a:lnTo>
                  <a:lnTo>
                    <a:pt x="2311" y="139440"/>
                  </a:lnTo>
                  <a:lnTo>
                    <a:pt x="1510" y="144714"/>
                  </a:lnTo>
                  <a:lnTo>
                    <a:pt x="878" y="150011"/>
                  </a:lnTo>
                  <a:lnTo>
                    <a:pt x="415" y="155326"/>
                  </a:lnTo>
                  <a:lnTo>
                    <a:pt x="122" y="160652"/>
                  </a:lnTo>
                  <a:lnTo>
                    <a:pt x="0" y="165985"/>
                  </a:lnTo>
                  <a:lnTo>
                    <a:pt x="47" y="171320"/>
                  </a:lnTo>
                  <a:lnTo>
                    <a:pt x="265" y="176650"/>
                  </a:lnTo>
                  <a:lnTo>
                    <a:pt x="652" y="181970"/>
                  </a:lnTo>
                  <a:lnTo>
                    <a:pt x="1209" y="187276"/>
                  </a:lnTo>
                  <a:lnTo>
                    <a:pt x="1935" y="192561"/>
                  </a:lnTo>
                  <a:lnTo>
                    <a:pt x="2830" y="197820"/>
                  </a:lnTo>
                  <a:lnTo>
                    <a:pt x="3891" y="203048"/>
                  </a:lnTo>
                  <a:lnTo>
                    <a:pt x="5119" y="208239"/>
                  </a:lnTo>
                  <a:lnTo>
                    <a:pt x="6512" y="213388"/>
                  </a:lnTo>
                  <a:lnTo>
                    <a:pt x="8069" y="218491"/>
                  </a:lnTo>
                  <a:lnTo>
                    <a:pt x="9788" y="223541"/>
                  </a:lnTo>
                  <a:lnTo>
                    <a:pt x="11666" y="228534"/>
                  </a:lnTo>
                  <a:lnTo>
                    <a:pt x="13704" y="233464"/>
                  </a:lnTo>
                  <a:lnTo>
                    <a:pt x="15897" y="238327"/>
                  </a:lnTo>
                  <a:lnTo>
                    <a:pt x="18245" y="243117"/>
                  </a:lnTo>
                  <a:lnTo>
                    <a:pt x="20744" y="247830"/>
                  </a:lnTo>
                  <a:lnTo>
                    <a:pt x="23392" y="252460"/>
                  </a:lnTo>
                  <a:lnTo>
                    <a:pt x="26187" y="257004"/>
                  </a:lnTo>
                  <a:lnTo>
                    <a:pt x="29125" y="261457"/>
                  </a:lnTo>
                  <a:lnTo>
                    <a:pt x="32204" y="265813"/>
                  </a:lnTo>
                  <a:lnTo>
                    <a:pt x="35420" y="270069"/>
                  </a:lnTo>
                  <a:lnTo>
                    <a:pt x="38771" y="274220"/>
                  </a:lnTo>
                  <a:lnTo>
                    <a:pt x="42252" y="278262"/>
                  </a:lnTo>
                  <a:lnTo>
                    <a:pt x="45860" y="282192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3956" y="1238196"/>
              <a:ext cx="121302" cy="115024"/>
            </a:xfrm>
            <a:custGeom>
              <a:avLst/>
              <a:pathLst>
                <a:path w="121302" h="115024">
                  <a:moveTo>
                    <a:pt x="0" y="115024"/>
                  </a:moveTo>
                  <a:lnTo>
                    <a:pt x="1213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3956" y="1139733"/>
              <a:ext cx="288459" cy="265621"/>
            </a:xfrm>
            <a:custGeom>
              <a:avLst/>
              <a:pathLst>
                <a:path w="288459" h="265621">
                  <a:moveTo>
                    <a:pt x="0" y="213487"/>
                  </a:moveTo>
                  <a:lnTo>
                    <a:pt x="3748" y="217315"/>
                  </a:lnTo>
                  <a:lnTo>
                    <a:pt x="7616" y="221021"/>
                  </a:lnTo>
                  <a:lnTo>
                    <a:pt x="11602" y="224601"/>
                  </a:lnTo>
                  <a:lnTo>
                    <a:pt x="15700" y="228051"/>
                  </a:lnTo>
                  <a:lnTo>
                    <a:pt x="19907" y="231369"/>
                  </a:lnTo>
                  <a:lnTo>
                    <a:pt x="24218" y="234549"/>
                  </a:lnTo>
                  <a:lnTo>
                    <a:pt x="28628" y="237590"/>
                  </a:lnTo>
                  <a:lnTo>
                    <a:pt x="33134" y="240488"/>
                  </a:lnTo>
                  <a:lnTo>
                    <a:pt x="37730" y="243241"/>
                  </a:lnTo>
                  <a:lnTo>
                    <a:pt x="42412" y="245844"/>
                  </a:lnTo>
                  <a:lnTo>
                    <a:pt x="47175" y="248297"/>
                  </a:lnTo>
                  <a:lnTo>
                    <a:pt x="52014" y="250595"/>
                  </a:lnTo>
                  <a:lnTo>
                    <a:pt x="56925" y="252737"/>
                  </a:lnTo>
                  <a:lnTo>
                    <a:pt x="61901" y="254721"/>
                  </a:lnTo>
                  <a:lnTo>
                    <a:pt x="66939" y="256544"/>
                  </a:lnTo>
                  <a:lnTo>
                    <a:pt x="72032" y="258205"/>
                  </a:lnTo>
                  <a:lnTo>
                    <a:pt x="77176" y="259701"/>
                  </a:lnTo>
                  <a:lnTo>
                    <a:pt x="82365" y="261032"/>
                  </a:lnTo>
                  <a:lnTo>
                    <a:pt x="87595" y="262197"/>
                  </a:lnTo>
                  <a:lnTo>
                    <a:pt x="92859" y="263193"/>
                  </a:lnTo>
                  <a:lnTo>
                    <a:pt x="98152" y="264019"/>
                  </a:lnTo>
                  <a:lnTo>
                    <a:pt x="103469" y="264676"/>
                  </a:lnTo>
                  <a:lnTo>
                    <a:pt x="108804" y="265162"/>
                  </a:lnTo>
                  <a:lnTo>
                    <a:pt x="114152" y="265477"/>
                  </a:lnTo>
                  <a:lnTo>
                    <a:pt x="119507" y="265621"/>
                  </a:lnTo>
                  <a:lnTo>
                    <a:pt x="124864" y="265592"/>
                  </a:lnTo>
                  <a:lnTo>
                    <a:pt x="130218" y="265392"/>
                  </a:lnTo>
                  <a:lnTo>
                    <a:pt x="135562" y="265021"/>
                  </a:lnTo>
                  <a:lnTo>
                    <a:pt x="140892" y="264478"/>
                  </a:lnTo>
                  <a:lnTo>
                    <a:pt x="146202" y="263765"/>
                  </a:lnTo>
                  <a:lnTo>
                    <a:pt x="151486" y="262883"/>
                  </a:lnTo>
                  <a:lnTo>
                    <a:pt x="156739" y="261831"/>
                  </a:lnTo>
                  <a:lnTo>
                    <a:pt x="161955" y="260612"/>
                  </a:lnTo>
                  <a:lnTo>
                    <a:pt x="167130" y="259226"/>
                  </a:lnTo>
                  <a:lnTo>
                    <a:pt x="172258" y="257675"/>
                  </a:lnTo>
                  <a:lnTo>
                    <a:pt x="177334" y="255960"/>
                  </a:lnTo>
                  <a:lnTo>
                    <a:pt x="182352" y="254084"/>
                  </a:lnTo>
                  <a:lnTo>
                    <a:pt x="187307" y="252048"/>
                  </a:lnTo>
                  <a:lnTo>
                    <a:pt x="192194" y="249854"/>
                  </a:lnTo>
                  <a:lnTo>
                    <a:pt x="197009" y="247504"/>
                  </a:lnTo>
                  <a:lnTo>
                    <a:pt x="201746" y="245002"/>
                  </a:lnTo>
                  <a:lnTo>
                    <a:pt x="206400" y="242349"/>
                  </a:lnTo>
                  <a:lnTo>
                    <a:pt x="210967" y="239548"/>
                  </a:lnTo>
                  <a:lnTo>
                    <a:pt x="215442" y="236603"/>
                  </a:lnTo>
                  <a:lnTo>
                    <a:pt x="219820" y="233515"/>
                  </a:lnTo>
                  <a:lnTo>
                    <a:pt x="224097" y="230289"/>
                  </a:lnTo>
                  <a:lnTo>
                    <a:pt x="228268" y="226927"/>
                  </a:lnTo>
                  <a:lnTo>
                    <a:pt x="232330" y="223434"/>
                  </a:lnTo>
                  <a:lnTo>
                    <a:pt x="236277" y="219812"/>
                  </a:lnTo>
                  <a:lnTo>
                    <a:pt x="240107" y="216065"/>
                  </a:lnTo>
                  <a:lnTo>
                    <a:pt x="243814" y="212198"/>
                  </a:lnTo>
                  <a:lnTo>
                    <a:pt x="247396" y="208214"/>
                  </a:lnTo>
                  <a:lnTo>
                    <a:pt x="250848" y="204117"/>
                  </a:lnTo>
                  <a:lnTo>
                    <a:pt x="254167" y="199912"/>
                  </a:lnTo>
                  <a:lnTo>
                    <a:pt x="257349" y="195602"/>
                  </a:lnTo>
                  <a:lnTo>
                    <a:pt x="260392" y="191193"/>
                  </a:lnTo>
                  <a:lnTo>
                    <a:pt x="263292" y="186689"/>
                  </a:lnTo>
                  <a:lnTo>
                    <a:pt x="266046" y="182093"/>
                  </a:lnTo>
                  <a:lnTo>
                    <a:pt x="268652" y="177412"/>
                  </a:lnTo>
                  <a:lnTo>
                    <a:pt x="271106" y="172650"/>
                  </a:lnTo>
                  <a:lnTo>
                    <a:pt x="273406" y="167812"/>
                  </a:lnTo>
                  <a:lnTo>
                    <a:pt x="275550" y="162902"/>
                  </a:lnTo>
                  <a:lnTo>
                    <a:pt x="277536" y="157927"/>
                  </a:lnTo>
                  <a:lnTo>
                    <a:pt x="279361" y="152890"/>
                  </a:lnTo>
                  <a:lnTo>
                    <a:pt x="281024" y="147797"/>
                  </a:lnTo>
                  <a:lnTo>
                    <a:pt x="282523" y="142654"/>
                  </a:lnTo>
                  <a:lnTo>
                    <a:pt x="283856" y="137465"/>
                  </a:lnTo>
                  <a:lnTo>
                    <a:pt x="285022" y="132236"/>
                  </a:lnTo>
                  <a:lnTo>
                    <a:pt x="286020" y="126973"/>
                  </a:lnTo>
                  <a:lnTo>
                    <a:pt x="286849" y="121680"/>
                  </a:lnTo>
                  <a:lnTo>
                    <a:pt x="287508" y="116364"/>
                  </a:lnTo>
                  <a:lnTo>
                    <a:pt x="287997" y="111029"/>
                  </a:lnTo>
                  <a:lnTo>
                    <a:pt x="288314" y="105681"/>
                  </a:lnTo>
                  <a:lnTo>
                    <a:pt x="288459" y="100325"/>
                  </a:lnTo>
                  <a:lnTo>
                    <a:pt x="288433" y="94968"/>
                  </a:lnTo>
                  <a:lnTo>
                    <a:pt x="288235" y="89615"/>
                  </a:lnTo>
                  <a:lnTo>
                    <a:pt x="287866" y="84270"/>
                  </a:lnTo>
                  <a:lnTo>
                    <a:pt x="287326" y="78940"/>
                  </a:lnTo>
                  <a:lnTo>
                    <a:pt x="286615" y="73630"/>
                  </a:lnTo>
                  <a:lnTo>
                    <a:pt x="285734" y="68346"/>
                  </a:lnTo>
                  <a:lnTo>
                    <a:pt x="284685" y="63092"/>
                  </a:lnTo>
                  <a:lnTo>
                    <a:pt x="283467" y="57875"/>
                  </a:lnTo>
                  <a:lnTo>
                    <a:pt x="282084" y="52700"/>
                  </a:lnTo>
                  <a:lnTo>
                    <a:pt x="280535" y="47571"/>
                  </a:lnTo>
                  <a:lnTo>
                    <a:pt x="278822" y="42495"/>
                  </a:lnTo>
                  <a:lnTo>
                    <a:pt x="276948" y="37476"/>
                  </a:lnTo>
                  <a:lnTo>
                    <a:pt x="274914" y="32520"/>
                  </a:lnTo>
                  <a:lnTo>
                    <a:pt x="272722" y="27632"/>
                  </a:lnTo>
                  <a:lnTo>
                    <a:pt x="270374" y="22816"/>
                  </a:lnTo>
                  <a:lnTo>
                    <a:pt x="267874" y="18078"/>
                  </a:lnTo>
                  <a:lnTo>
                    <a:pt x="265223" y="13423"/>
                  </a:lnTo>
                  <a:lnTo>
                    <a:pt x="262424" y="8855"/>
                  </a:lnTo>
                  <a:lnTo>
                    <a:pt x="259480" y="4379"/>
                  </a:lnTo>
                  <a:lnTo>
                    <a:pt x="256394" y="0"/>
                  </a:lnTo>
                  <a:lnTo>
                    <a:pt x="121302" y="984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545258" y="1071028"/>
              <a:ext cx="135092" cy="167167"/>
            </a:xfrm>
            <a:custGeom>
              <a:avLst/>
              <a:pathLst>
                <a:path w="135092" h="167167">
                  <a:moveTo>
                    <a:pt x="135092" y="68704"/>
                  </a:moveTo>
                  <a:lnTo>
                    <a:pt x="131707" y="64220"/>
                  </a:lnTo>
                  <a:lnTo>
                    <a:pt x="128174" y="59853"/>
                  </a:lnTo>
                  <a:lnTo>
                    <a:pt x="124496" y="55607"/>
                  </a:lnTo>
                  <a:lnTo>
                    <a:pt x="120677" y="51487"/>
                  </a:lnTo>
                  <a:lnTo>
                    <a:pt x="116722" y="47498"/>
                  </a:lnTo>
                  <a:lnTo>
                    <a:pt x="112636" y="43643"/>
                  </a:lnTo>
                  <a:lnTo>
                    <a:pt x="108422" y="39929"/>
                  </a:lnTo>
                  <a:lnTo>
                    <a:pt x="104085" y="36358"/>
                  </a:lnTo>
                  <a:lnTo>
                    <a:pt x="99631" y="32934"/>
                  </a:lnTo>
                  <a:lnTo>
                    <a:pt x="95065" y="29662"/>
                  </a:lnTo>
                  <a:lnTo>
                    <a:pt x="90391" y="26546"/>
                  </a:lnTo>
                  <a:lnTo>
                    <a:pt x="85615" y="23588"/>
                  </a:lnTo>
                  <a:lnTo>
                    <a:pt x="80743" y="20793"/>
                  </a:lnTo>
                  <a:lnTo>
                    <a:pt x="75779" y="18162"/>
                  </a:lnTo>
                  <a:lnTo>
                    <a:pt x="70730" y="15700"/>
                  </a:lnTo>
                  <a:lnTo>
                    <a:pt x="65601" y="13409"/>
                  </a:lnTo>
                  <a:lnTo>
                    <a:pt x="60398" y="11292"/>
                  </a:lnTo>
                  <a:lnTo>
                    <a:pt x="55126" y="9351"/>
                  </a:lnTo>
                  <a:lnTo>
                    <a:pt x="49792" y="7587"/>
                  </a:lnTo>
                  <a:lnTo>
                    <a:pt x="44402" y="6005"/>
                  </a:lnTo>
                  <a:lnTo>
                    <a:pt x="38962" y="4604"/>
                  </a:lnTo>
                  <a:lnTo>
                    <a:pt x="33478" y="3386"/>
                  </a:lnTo>
                  <a:lnTo>
                    <a:pt x="27957" y="2354"/>
                  </a:lnTo>
                  <a:lnTo>
                    <a:pt x="22403" y="1508"/>
                  </a:lnTo>
                  <a:lnTo>
                    <a:pt x="16824" y="848"/>
                  </a:lnTo>
                  <a:lnTo>
                    <a:pt x="11227" y="377"/>
                  </a:lnTo>
                  <a:lnTo>
                    <a:pt x="561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37595" y="941493"/>
              <a:ext cx="85948" cy="167167"/>
            </a:xfrm>
            <a:custGeom>
              <a:avLst/>
              <a:pathLst>
                <a:path w="85948" h="167167">
                  <a:moveTo>
                    <a:pt x="85948" y="0"/>
                  </a:moveTo>
                  <a:lnTo>
                    <a:pt x="80307" y="95"/>
                  </a:lnTo>
                  <a:lnTo>
                    <a:pt x="74673" y="380"/>
                  </a:lnTo>
                  <a:lnTo>
                    <a:pt x="69051" y="856"/>
                  </a:lnTo>
                  <a:lnTo>
                    <a:pt x="63448" y="1521"/>
                  </a:lnTo>
                  <a:lnTo>
                    <a:pt x="57872" y="2374"/>
                  </a:lnTo>
                  <a:lnTo>
                    <a:pt x="52327" y="3415"/>
                  </a:lnTo>
                  <a:lnTo>
                    <a:pt x="46820" y="4643"/>
                  </a:lnTo>
                  <a:lnTo>
                    <a:pt x="41358" y="6056"/>
                  </a:lnTo>
                  <a:lnTo>
                    <a:pt x="35947" y="7653"/>
                  </a:lnTo>
                  <a:lnTo>
                    <a:pt x="30593" y="9431"/>
                  </a:lnTo>
                  <a:lnTo>
                    <a:pt x="25302" y="11388"/>
                  </a:lnTo>
                  <a:lnTo>
                    <a:pt x="20080" y="13524"/>
                  </a:lnTo>
                  <a:lnTo>
                    <a:pt x="14932" y="15834"/>
                  </a:lnTo>
                  <a:lnTo>
                    <a:pt x="9866" y="18316"/>
                  </a:lnTo>
                  <a:lnTo>
                    <a:pt x="4887" y="20968"/>
                  </a:lnTo>
                  <a:lnTo>
                    <a:pt x="0" y="23787"/>
                  </a:lnTo>
                  <a:lnTo>
                    <a:pt x="859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7595" y="965280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856393" y="947917"/>
              <a:ext cx="334310" cy="327909"/>
            </a:xfrm>
            <a:custGeom>
              <a:avLst/>
              <a:pathLst>
                <a:path w="334310" h="327909">
                  <a:moveTo>
                    <a:pt x="81202" y="17363"/>
                  </a:moveTo>
                  <a:lnTo>
                    <a:pt x="76690" y="20166"/>
                  </a:lnTo>
                  <a:lnTo>
                    <a:pt x="72270" y="23111"/>
                  </a:lnTo>
                  <a:lnTo>
                    <a:pt x="67946" y="26194"/>
                  </a:lnTo>
                  <a:lnTo>
                    <a:pt x="63721" y="29414"/>
                  </a:lnTo>
                  <a:lnTo>
                    <a:pt x="59602" y="32766"/>
                  </a:lnTo>
                  <a:lnTo>
                    <a:pt x="55590" y="36247"/>
                  </a:lnTo>
                  <a:lnTo>
                    <a:pt x="51691" y="39854"/>
                  </a:lnTo>
                  <a:lnTo>
                    <a:pt x="47909" y="43583"/>
                  </a:lnTo>
                  <a:lnTo>
                    <a:pt x="44248" y="47430"/>
                  </a:lnTo>
                  <a:lnTo>
                    <a:pt x="40710" y="51392"/>
                  </a:lnTo>
                  <a:lnTo>
                    <a:pt x="37300" y="55464"/>
                  </a:lnTo>
                  <a:lnTo>
                    <a:pt x="34021" y="59642"/>
                  </a:lnTo>
                  <a:lnTo>
                    <a:pt x="30876" y="63922"/>
                  </a:lnTo>
                  <a:lnTo>
                    <a:pt x="27869" y="68300"/>
                  </a:lnTo>
                  <a:lnTo>
                    <a:pt x="25003" y="72772"/>
                  </a:lnTo>
                  <a:lnTo>
                    <a:pt x="22280" y="77332"/>
                  </a:lnTo>
                  <a:lnTo>
                    <a:pt x="19703" y="81976"/>
                  </a:lnTo>
                  <a:lnTo>
                    <a:pt x="17275" y="86700"/>
                  </a:lnTo>
                  <a:lnTo>
                    <a:pt x="14999" y="91499"/>
                  </a:lnTo>
                  <a:lnTo>
                    <a:pt x="12876" y="96367"/>
                  </a:lnTo>
                  <a:lnTo>
                    <a:pt x="10908" y="101301"/>
                  </a:lnTo>
                  <a:lnTo>
                    <a:pt x="9099" y="106295"/>
                  </a:lnTo>
                  <a:lnTo>
                    <a:pt x="7449" y="111343"/>
                  </a:lnTo>
                  <a:lnTo>
                    <a:pt x="5960" y="116441"/>
                  </a:lnTo>
                  <a:lnTo>
                    <a:pt x="4634" y="121584"/>
                  </a:lnTo>
                  <a:lnTo>
                    <a:pt x="3472" y="126767"/>
                  </a:lnTo>
                  <a:lnTo>
                    <a:pt x="2475" y="131984"/>
                  </a:lnTo>
                  <a:lnTo>
                    <a:pt x="1645" y="137230"/>
                  </a:lnTo>
                  <a:lnTo>
                    <a:pt x="982" y="142500"/>
                  </a:lnTo>
                  <a:lnTo>
                    <a:pt x="486" y="147788"/>
                  </a:lnTo>
                  <a:lnTo>
                    <a:pt x="158" y="153089"/>
                  </a:lnTo>
                  <a:lnTo>
                    <a:pt x="0" y="158398"/>
                  </a:lnTo>
                  <a:lnTo>
                    <a:pt x="9" y="163709"/>
                  </a:lnTo>
                  <a:lnTo>
                    <a:pt x="188" y="169017"/>
                  </a:lnTo>
                  <a:lnTo>
                    <a:pt x="535" y="174317"/>
                  </a:lnTo>
                  <a:lnTo>
                    <a:pt x="1050" y="179604"/>
                  </a:lnTo>
                  <a:lnTo>
                    <a:pt x="1733" y="184871"/>
                  </a:lnTo>
                  <a:lnTo>
                    <a:pt x="2583" y="190114"/>
                  </a:lnTo>
                  <a:lnTo>
                    <a:pt x="3599" y="195327"/>
                  </a:lnTo>
                  <a:lnTo>
                    <a:pt x="4781" y="200505"/>
                  </a:lnTo>
                  <a:lnTo>
                    <a:pt x="6126" y="205643"/>
                  </a:lnTo>
                  <a:lnTo>
                    <a:pt x="7633" y="210736"/>
                  </a:lnTo>
                  <a:lnTo>
                    <a:pt x="9302" y="215778"/>
                  </a:lnTo>
                  <a:lnTo>
                    <a:pt x="11130" y="220765"/>
                  </a:lnTo>
                  <a:lnTo>
                    <a:pt x="13116" y="225691"/>
                  </a:lnTo>
                  <a:lnTo>
                    <a:pt x="15257" y="230552"/>
                  </a:lnTo>
                  <a:lnTo>
                    <a:pt x="17551" y="235342"/>
                  </a:lnTo>
                  <a:lnTo>
                    <a:pt x="19997" y="240057"/>
                  </a:lnTo>
                  <a:lnTo>
                    <a:pt x="22590" y="244692"/>
                  </a:lnTo>
                  <a:lnTo>
                    <a:pt x="25330" y="249242"/>
                  </a:lnTo>
                  <a:lnTo>
                    <a:pt x="28213" y="253702"/>
                  </a:lnTo>
                  <a:lnTo>
                    <a:pt x="31237" y="258069"/>
                  </a:lnTo>
                  <a:lnTo>
                    <a:pt x="34397" y="262338"/>
                  </a:lnTo>
                  <a:lnTo>
                    <a:pt x="37692" y="266504"/>
                  </a:lnTo>
                  <a:lnTo>
                    <a:pt x="41117" y="270563"/>
                  </a:lnTo>
                  <a:lnTo>
                    <a:pt x="44669" y="274512"/>
                  </a:lnTo>
                  <a:lnTo>
                    <a:pt x="48345" y="278345"/>
                  </a:lnTo>
                  <a:lnTo>
                    <a:pt x="52141" y="282060"/>
                  </a:lnTo>
                  <a:lnTo>
                    <a:pt x="56053" y="285653"/>
                  </a:lnTo>
                  <a:lnTo>
                    <a:pt x="60077" y="289119"/>
                  </a:lnTo>
                  <a:lnTo>
                    <a:pt x="64210" y="292456"/>
                  </a:lnTo>
                  <a:lnTo>
                    <a:pt x="68446" y="295659"/>
                  </a:lnTo>
                  <a:lnTo>
                    <a:pt x="72782" y="298727"/>
                  </a:lnTo>
                  <a:lnTo>
                    <a:pt x="77213" y="301655"/>
                  </a:lnTo>
                  <a:lnTo>
                    <a:pt x="81735" y="304441"/>
                  </a:lnTo>
                  <a:lnTo>
                    <a:pt x="86343" y="307082"/>
                  </a:lnTo>
                  <a:lnTo>
                    <a:pt x="91033" y="309575"/>
                  </a:lnTo>
                  <a:lnTo>
                    <a:pt x="95799" y="311918"/>
                  </a:lnTo>
                  <a:lnTo>
                    <a:pt x="100638" y="314109"/>
                  </a:lnTo>
                  <a:lnTo>
                    <a:pt x="105544" y="316144"/>
                  </a:lnTo>
                  <a:lnTo>
                    <a:pt x="110511" y="318023"/>
                  </a:lnTo>
                  <a:lnTo>
                    <a:pt x="115537" y="319743"/>
                  </a:lnTo>
                  <a:lnTo>
                    <a:pt x="120614" y="321302"/>
                  </a:lnTo>
                  <a:lnTo>
                    <a:pt x="125738" y="322700"/>
                  </a:lnTo>
                  <a:lnTo>
                    <a:pt x="130904" y="323934"/>
                  </a:lnTo>
                  <a:lnTo>
                    <a:pt x="136106" y="325003"/>
                  </a:lnTo>
                  <a:lnTo>
                    <a:pt x="141340" y="325906"/>
                  </a:lnTo>
                  <a:lnTo>
                    <a:pt x="146600" y="326643"/>
                  </a:lnTo>
                  <a:lnTo>
                    <a:pt x="151881" y="327212"/>
                  </a:lnTo>
                  <a:lnTo>
                    <a:pt x="157177" y="327613"/>
                  </a:lnTo>
                  <a:lnTo>
                    <a:pt x="162483" y="327845"/>
                  </a:lnTo>
                  <a:lnTo>
                    <a:pt x="167794" y="327909"/>
                  </a:lnTo>
                  <a:lnTo>
                    <a:pt x="173104" y="327805"/>
                  </a:lnTo>
                  <a:lnTo>
                    <a:pt x="178409" y="327531"/>
                  </a:lnTo>
                  <a:lnTo>
                    <a:pt x="183702" y="327089"/>
                  </a:lnTo>
                  <a:lnTo>
                    <a:pt x="188978" y="326479"/>
                  </a:lnTo>
                  <a:lnTo>
                    <a:pt x="194232" y="325702"/>
                  </a:lnTo>
                  <a:lnTo>
                    <a:pt x="199459" y="324759"/>
                  </a:lnTo>
                  <a:lnTo>
                    <a:pt x="204653" y="323650"/>
                  </a:lnTo>
                  <a:lnTo>
                    <a:pt x="209809" y="322376"/>
                  </a:lnTo>
                  <a:lnTo>
                    <a:pt x="214922" y="320939"/>
                  </a:lnTo>
                  <a:lnTo>
                    <a:pt x="219987" y="319341"/>
                  </a:lnTo>
                  <a:lnTo>
                    <a:pt x="224999" y="317582"/>
                  </a:lnTo>
                  <a:lnTo>
                    <a:pt x="229952" y="315665"/>
                  </a:lnTo>
                  <a:lnTo>
                    <a:pt x="234842" y="313592"/>
                  </a:lnTo>
                  <a:lnTo>
                    <a:pt x="239664" y="311364"/>
                  </a:lnTo>
                  <a:lnTo>
                    <a:pt x="244412" y="308985"/>
                  </a:lnTo>
                  <a:lnTo>
                    <a:pt x="249083" y="306455"/>
                  </a:lnTo>
                  <a:lnTo>
                    <a:pt x="253670" y="303779"/>
                  </a:lnTo>
                  <a:lnTo>
                    <a:pt x="258171" y="300958"/>
                  </a:lnTo>
                  <a:lnTo>
                    <a:pt x="262579" y="297996"/>
                  </a:lnTo>
                  <a:lnTo>
                    <a:pt x="266891" y="294895"/>
                  </a:lnTo>
                  <a:lnTo>
                    <a:pt x="271103" y="291659"/>
                  </a:lnTo>
                  <a:lnTo>
                    <a:pt x="275209" y="288290"/>
                  </a:lnTo>
                  <a:lnTo>
                    <a:pt x="279206" y="284793"/>
                  </a:lnTo>
                  <a:lnTo>
                    <a:pt x="283091" y="281171"/>
                  </a:lnTo>
                  <a:lnTo>
                    <a:pt x="286858" y="277427"/>
                  </a:lnTo>
                  <a:lnTo>
                    <a:pt x="290504" y="273565"/>
                  </a:lnTo>
                  <a:lnTo>
                    <a:pt x="294026" y="269589"/>
                  </a:lnTo>
                  <a:lnTo>
                    <a:pt x="297420" y="265504"/>
                  </a:lnTo>
                  <a:lnTo>
                    <a:pt x="300682" y="261312"/>
                  </a:lnTo>
                  <a:lnTo>
                    <a:pt x="303810" y="257020"/>
                  </a:lnTo>
                  <a:lnTo>
                    <a:pt x="306799" y="252630"/>
                  </a:lnTo>
                  <a:lnTo>
                    <a:pt x="309648" y="248147"/>
                  </a:lnTo>
                  <a:lnTo>
                    <a:pt x="312353" y="243576"/>
                  </a:lnTo>
                  <a:lnTo>
                    <a:pt x="314911" y="238921"/>
                  </a:lnTo>
                  <a:lnTo>
                    <a:pt x="317320" y="234188"/>
                  </a:lnTo>
                  <a:lnTo>
                    <a:pt x="319577" y="229380"/>
                  </a:lnTo>
                  <a:lnTo>
                    <a:pt x="321681" y="224503"/>
                  </a:lnTo>
                  <a:lnTo>
                    <a:pt x="323628" y="219562"/>
                  </a:lnTo>
                  <a:lnTo>
                    <a:pt x="325418" y="214561"/>
                  </a:lnTo>
                  <a:lnTo>
                    <a:pt x="327048" y="209506"/>
                  </a:lnTo>
                  <a:lnTo>
                    <a:pt x="328516" y="204402"/>
                  </a:lnTo>
                  <a:lnTo>
                    <a:pt x="329822" y="199253"/>
                  </a:lnTo>
                  <a:lnTo>
                    <a:pt x="330963" y="194066"/>
                  </a:lnTo>
                  <a:lnTo>
                    <a:pt x="331939" y="188845"/>
                  </a:lnTo>
                  <a:lnTo>
                    <a:pt x="332749" y="183596"/>
                  </a:lnTo>
                  <a:lnTo>
                    <a:pt x="333391" y="178324"/>
                  </a:lnTo>
                  <a:lnTo>
                    <a:pt x="333866" y="173034"/>
                  </a:lnTo>
                  <a:lnTo>
                    <a:pt x="334172" y="167731"/>
                  </a:lnTo>
                  <a:lnTo>
                    <a:pt x="334310" y="162422"/>
                  </a:lnTo>
                  <a:lnTo>
                    <a:pt x="334278" y="157111"/>
                  </a:lnTo>
                  <a:lnTo>
                    <a:pt x="334079" y="151803"/>
                  </a:lnTo>
                  <a:lnTo>
                    <a:pt x="333710" y="146505"/>
                  </a:lnTo>
                  <a:lnTo>
                    <a:pt x="333174" y="141220"/>
                  </a:lnTo>
                  <a:lnTo>
                    <a:pt x="332470" y="135956"/>
                  </a:lnTo>
                  <a:lnTo>
                    <a:pt x="331599" y="130717"/>
                  </a:lnTo>
                  <a:lnTo>
                    <a:pt x="330562" y="125507"/>
                  </a:lnTo>
                  <a:lnTo>
                    <a:pt x="329360" y="120334"/>
                  </a:lnTo>
                  <a:lnTo>
                    <a:pt x="327995" y="115201"/>
                  </a:lnTo>
                  <a:lnTo>
                    <a:pt x="326467" y="110115"/>
                  </a:lnTo>
                  <a:lnTo>
                    <a:pt x="324778" y="105079"/>
                  </a:lnTo>
                  <a:lnTo>
                    <a:pt x="322930" y="100099"/>
                  </a:lnTo>
                  <a:lnTo>
                    <a:pt x="320925" y="95181"/>
                  </a:lnTo>
                  <a:lnTo>
                    <a:pt x="318765" y="90329"/>
                  </a:lnTo>
                  <a:lnTo>
                    <a:pt x="316451" y="85548"/>
                  </a:lnTo>
                  <a:lnTo>
                    <a:pt x="313987" y="80843"/>
                  </a:lnTo>
                  <a:lnTo>
                    <a:pt x="311375" y="76219"/>
                  </a:lnTo>
                  <a:lnTo>
                    <a:pt x="308617" y="71680"/>
                  </a:lnTo>
                  <a:lnTo>
                    <a:pt x="305716" y="67230"/>
                  </a:lnTo>
                  <a:lnTo>
                    <a:pt x="302675" y="62876"/>
                  </a:lnTo>
                  <a:lnTo>
                    <a:pt x="299498" y="58620"/>
                  </a:lnTo>
                  <a:lnTo>
                    <a:pt x="296187" y="54467"/>
                  </a:lnTo>
                  <a:lnTo>
                    <a:pt x="292745" y="50421"/>
                  </a:lnTo>
                  <a:lnTo>
                    <a:pt x="289177" y="46487"/>
                  </a:lnTo>
                  <a:lnTo>
                    <a:pt x="285486" y="42668"/>
                  </a:lnTo>
                  <a:lnTo>
                    <a:pt x="281675" y="38968"/>
                  </a:lnTo>
                  <a:lnTo>
                    <a:pt x="277749" y="35392"/>
                  </a:lnTo>
                  <a:lnTo>
                    <a:pt x="273711" y="31941"/>
                  </a:lnTo>
                  <a:lnTo>
                    <a:pt x="269565" y="28621"/>
                  </a:lnTo>
                  <a:lnTo>
                    <a:pt x="265316" y="25434"/>
                  </a:lnTo>
                  <a:lnTo>
                    <a:pt x="260968" y="22384"/>
                  </a:lnTo>
                  <a:lnTo>
                    <a:pt x="256525" y="19474"/>
                  </a:lnTo>
                  <a:lnTo>
                    <a:pt x="251992" y="16706"/>
                  </a:lnTo>
                  <a:lnTo>
                    <a:pt x="247374" y="14083"/>
                  </a:lnTo>
                  <a:lnTo>
                    <a:pt x="242674" y="11608"/>
                  </a:lnTo>
                  <a:lnTo>
                    <a:pt x="237898" y="9284"/>
                  </a:lnTo>
                  <a:lnTo>
                    <a:pt x="233051" y="7113"/>
                  </a:lnTo>
                  <a:lnTo>
                    <a:pt x="228137" y="5097"/>
                  </a:lnTo>
                  <a:lnTo>
                    <a:pt x="223162" y="3239"/>
                  </a:lnTo>
                  <a:lnTo>
                    <a:pt x="218130" y="1539"/>
                  </a:lnTo>
                  <a:lnTo>
                    <a:pt x="213046" y="0"/>
                  </a:lnTo>
                  <a:lnTo>
                    <a:pt x="167150" y="1607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023544" y="941493"/>
              <a:ext cx="45895" cy="167167"/>
            </a:xfrm>
            <a:custGeom>
              <a:avLst/>
              <a:pathLst>
                <a:path w="45895" h="167167">
                  <a:moveTo>
                    <a:pt x="45895" y="6423"/>
                  </a:moveTo>
                  <a:lnTo>
                    <a:pt x="39474" y="4727"/>
                  </a:lnTo>
                  <a:lnTo>
                    <a:pt x="32991" y="3287"/>
                  </a:lnTo>
                  <a:lnTo>
                    <a:pt x="26455" y="2106"/>
                  </a:lnTo>
                  <a:lnTo>
                    <a:pt x="19878" y="1186"/>
                  </a:lnTo>
                  <a:lnTo>
                    <a:pt x="13269" y="527"/>
                  </a:lnTo>
                  <a:lnTo>
                    <a:pt x="6640" y="13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33432" y="941493"/>
              <a:ext cx="52782" cy="167167"/>
            </a:xfrm>
            <a:custGeom>
              <a:avLst/>
              <a:pathLst>
                <a:path w="52782" h="167167">
                  <a:moveTo>
                    <a:pt x="52782" y="0"/>
                  </a:moveTo>
                  <a:lnTo>
                    <a:pt x="46817" y="106"/>
                  </a:lnTo>
                  <a:lnTo>
                    <a:pt x="40859" y="425"/>
                  </a:lnTo>
                  <a:lnTo>
                    <a:pt x="34916" y="957"/>
                  </a:lnTo>
                  <a:lnTo>
                    <a:pt x="28996" y="1700"/>
                  </a:lnTo>
                  <a:lnTo>
                    <a:pt x="23106" y="2655"/>
                  </a:lnTo>
                  <a:lnTo>
                    <a:pt x="17254" y="3819"/>
                  </a:lnTo>
                  <a:lnTo>
                    <a:pt x="11448" y="5190"/>
                  </a:lnTo>
                  <a:lnTo>
                    <a:pt x="5694" y="6769"/>
                  </a:lnTo>
                  <a:lnTo>
                    <a:pt x="0" y="8551"/>
                  </a:lnTo>
                  <a:lnTo>
                    <a:pt x="5278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432" y="950045"/>
              <a:ext cx="52782" cy="158615"/>
            </a:xfrm>
            <a:custGeom>
              <a:avLst/>
              <a:pathLst>
                <a:path w="52782" h="158615">
                  <a:moveTo>
                    <a:pt x="0" y="0"/>
                  </a:moveTo>
                  <a:lnTo>
                    <a:pt x="52782" y="1586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319050" y="950045"/>
              <a:ext cx="167165" cy="325307"/>
            </a:xfrm>
            <a:custGeom>
              <a:avLst/>
              <a:pathLst>
                <a:path w="167165" h="325307">
                  <a:moveTo>
                    <a:pt x="114382" y="0"/>
                  </a:moveTo>
                  <a:lnTo>
                    <a:pt x="109347" y="1765"/>
                  </a:lnTo>
                  <a:lnTo>
                    <a:pt x="104371" y="3690"/>
                  </a:lnTo>
                  <a:lnTo>
                    <a:pt x="99459" y="5772"/>
                  </a:lnTo>
                  <a:lnTo>
                    <a:pt x="94616" y="8011"/>
                  </a:lnTo>
                  <a:lnTo>
                    <a:pt x="89847" y="10403"/>
                  </a:lnTo>
                  <a:lnTo>
                    <a:pt x="85157" y="12946"/>
                  </a:lnTo>
                  <a:lnTo>
                    <a:pt x="80550" y="15637"/>
                  </a:lnTo>
                  <a:lnTo>
                    <a:pt x="76032" y="18474"/>
                  </a:lnTo>
                  <a:lnTo>
                    <a:pt x="71606" y="21453"/>
                  </a:lnTo>
                  <a:lnTo>
                    <a:pt x="67277" y="24573"/>
                  </a:lnTo>
                  <a:lnTo>
                    <a:pt x="63051" y="27828"/>
                  </a:lnTo>
                  <a:lnTo>
                    <a:pt x="58930" y="31218"/>
                  </a:lnTo>
                  <a:lnTo>
                    <a:pt x="54920" y="34736"/>
                  </a:lnTo>
                  <a:lnTo>
                    <a:pt x="51024" y="38381"/>
                  </a:lnTo>
                  <a:lnTo>
                    <a:pt x="47246" y="42149"/>
                  </a:lnTo>
                  <a:lnTo>
                    <a:pt x="43590" y="46035"/>
                  </a:lnTo>
                  <a:lnTo>
                    <a:pt x="40061" y="50036"/>
                  </a:lnTo>
                  <a:lnTo>
                    <a:pt x="36661" y="54147"/>
                  </a:lnTo>
                  <a:lnTo>
                    <a:pt x="33393" y="58365"/>
                  </a:lnTo>
                  <a:lnTo>
                    <a:pt x="30262" y="62685"/>
                  </a:lnTo>
                  <a:lnTo>
                    <a:pt x="27271" y="67103"/>
                  </a:lnTo>
                  <a:lnTo>
                    <a:pt x="24422" y="71614"/>
                  </a:lnTo>
                  <a:lnTo>
                    <a:pt x="21718" y="76213"/>
                  </a:lnTo>
                  <a:lnTo>
                    <a:pt x="19162" y="80897"/>
                  </a:lnTo>
                  <a:lnTo>
                    <a:pt x="16758" y="85659"/>
                  </a:lnTo>
                  <a:lnTo>
                    <a:pt x="14506" y="90496"/>
                  </a:lnTo>
                  <a:lnTo>
                    <a:pt x="12410" y="95403"/>
                  </a:lnTo>
                  <a:lnTo>
                    <a:pt x="10472" y="100373"/>
                  </a:lnTo>
                  <a:lnTo>
                    <a:pt x="8693" y="105403"/>
                  </a:lnTo>
                  <a:lnTo>
                    <a:pt x="7075" y="110487"/>
                  </a:lnTo>
                  <a:lnTo>
                    <a:pt x="5621" y="115621"/>
                  </a:lnTo>
                  <a:lnTo>
                    <a:pt x="4331" y="120798"/>
                  </a:lnTo>
                  <a:lnTo>
                    <a:pt x="3207" y="126013"/>
                  </a:lnTo>
                  <a:lnTo>
                    <a:pt x="2251" y="131262"/>
                  </a:lnTo>
                  <a:lnTo>
                    <a:pt x="1462" y="136539"/>
                  </a:lnTo>
                  <a:lnTo>
                    <a:pt x="842" y="141838"/>
                  </a:lnTo>
                  <a:lnTo>
                    <a:pt x="391" y="147154"/>
                  </a:lnTo>
                  <a:lnTo>
                    <a:pt x="110" y="152482"/>
                  </a:lnTo>
                  <a:lnTo>
                    <a:pt x="0" y="157816"/>
                  </a:lnTo>
                  <a:lnTo>
                    <a:pt x="59" y="163151"/>
                  </a:lnTo>
                  <a:lnTo>
                    <a:pt x="289" y="168482"/>
                  </a:lnTo>
                  <a:lnTo>
                    <a:pt x="689" y="173802"/>
                  </a:lnTo>
                  <a:lnTo>
                    <a:pt x="1258" y="179107"/>
                  </a:lnTo>
                  <a:lnTo>
                    <a:pt x="1997" y="184391"/>
                  </a:lnTo>
                  <a:lnTo>
                    <a:pt x="2903" y="189648"/>
                  </a:lnTo>
                  <a:lnTo>
                    <a:pt x="3977" y="194874"/>
                  </a:lnTo>
                  <a:lnTo>
                    <a:pt x="5218" y="200063"/>
                  </a:lnTo>
                  <a:lnTo>
                    <a:pt x="6623" y="205210"/>
                  </a:lnTo>
                  <a:lnTo>
                    <a:pt x="8191" y="210310"/>
                  </a:lnTo>
                  <a:lnTo>
                    <a:pt x="9922" y="215357"/>
                  </a:lnTo>
                  <a:lnTo>
                    <a:pt x="11813" y="220346"/>
                  </a:lnTo>
                  <a:lnTo>
                    <a:pt x="13862" y="225272"/>
                  </a:lnTo>
                  <a:lnTo>
                    <a:pt x="16067" y="230130"/>
                  </a:lnTo>
                  <a:lnTo>
                    <a:pt x="18426" y="234915"/>
                  </a:lnTo>
                  <a:lnTo>
                    <a:pt x="20937" y="239623"/>
                  </a:lnTo>
                  <a:lnTo>
                    <a:pt x="23596" y="244248"/>
                  </a:lnTo>
                  <a:lnTo>
                    <a:pt x="26402" y="248786"/>
                  </a:lnTo>
                  <a:lnTo>
                    <a:pt x="29352" y="253232"/>
                  </a:lnTo>
                  <a:lnTo>
                    <a:pt x="32441" y="257582"/>
                  </a:lnTo>
                  <a:lnTo>
                    <a:pt x="35668" y="261831"/>
                  </a:lnTo>
                  <a:lnTo>
                    <a:pt x="39029" y="265975"/>
                  </a:lnTo>
                  <a:lnTo>
                    <a:pt x="42520" y="270009"/>
                  </a:lnTo>
                  <a:lnTo>
                    <a:pt x="46138" y="273930"/>
                  </a:lnTo>
                  <a:lnTo>
                    <a:pt x="49880" y="277733"/>
                  </a:lnTo>
                  <a:lnTo>
                    <a:pt x="53741" y="281415"/>
                  </a:lnTo>
                  <a:lnTo>
                    <a:pt x="57717" y="284972"/>
                  </a:lnTo>
                  <a:lnTo>
                    <a:pt x="61805" y="288401"/>
                  </a:lnTo>
                  <a:lnTo>
                    <a:pt x="66001" y="291697"/>
                  </a:lnTo>
                  <a:lnTo>
                    <a:pt x="70299" y="294857"/>
                  </a:lnTo>
                  <a:lnTo>
                    <a:pt x="74696" y="297879"/>
                  </a:lnTo>
                  <a:lnTo>
                    <a:pt x="79187" y="300759"/>
                  </a:lnTo>
                  <a:lnTo>
                    <a:pt x="83768" y="303494"/>
                  </a:lnTo>
                  <a:lnTo>
                    <a:pt x="88434" y="306082"/>
                  </a:lnTo>
                  <a:lnTo>
                    <a:pt x="93180" y="308519"/>
                  </a:lnTo>
                  <a:lnTo>
                    <a:pt x="98002" y="310804"/>
                  </a:lnTo>
                  <a:lnTo>
                    <a:pt x="102893" y="312933"/>
                  </a:lnTo>
                  <a:lnTo>
                    <a:pt x="107851" y="314906"/>
                  </a:lnTo>
                  <a:lnTo>
                    <a:pt x="112868" y="316719"/>
                  </a:lnTo>
                  <a:lnTo>
                    <a:pt x="117942" y="318371"/>
                  </a:lnTo>
                  <a:lnTo>
                    <a:pt x="123065" y="319861"/>
                  </a:lnTo>
                  <a:lnTo>
                    <a:pt x="128233" y="321186"/>
                  </a:lnTo>
                  <a:lnTo>
                    <a:pt x="133441" y="322345"/>
                  </a:lnTo>
                  <a:lnTo>
                    <a:pt x="138683" y="323338"/>
                  </a:lnTo>
                  <a:lnTo>
                    <a:pt x="143954" y="324163"/>
                  </a:lnTo>
                  <a:lnTo>
                    <a:pt x="149249" y="324820"/>
                  </a:lnTo>
                  <a:lnTo>
                    <a:pt x="154562" y="325307"/>
                  </a:lnTo>
                  <a:lnTo>
                    <a:pt x="167165" y="1586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473612" y="941493"/>
              <a:ext cx="179762" cy="334323"/>
            </a:xfrm>
            <a:custGeom>
              <a:avLst/>
              <a:pathLst>
                <a:path w="179762" h="334323">
                  <a:moveTo>
                    <a:pt x="0" y="333859"/>
                  </a:moveTo>
                  <a:lnTo>
                    <a:pt x="5314" y="334175"/>
                  </a:lnTo>
                  <a:lnTo>
                    <a:pt x="10637" y="334323"/>
                  </a:lnTo>
                  <a:lnTo>
                    <a:pt x="15961" y="334301"/>
                  </a:lnTo>
                  <a:lnTo>
                    <a:pt x="21282" y="334109"/>
                  </a:lnTo>
                  <a:lnTo>
                    <a:pt x="26594" y="333748"/>
                  </a:lnTo>
                  <a:lnTo>
                    <a:pt x="31892" y="333218"/>
                  </a:lnTo>
                  <a:lnTo>
                    <a:pt x="37171" y="332519"/>
                  </a:lnTo>
                  <a:lnTo>
                    <a:pt x="42424" y="331653"/>
                  </a:lnTo>
                  <a:lnTo>
                    <a:pt x="47647" y="330620"/>
                  </a:lnTo>
                  <a:lnTo>
                    <a:pt x="52835" y="329421"/>
                  </a:lnTo>
                  <a:lnTo>
                    <a:pt x="57982" y="328057"/>
                  </a:lnTo>
                  <a:lnTo>
                    <a:pt x="63083" y="326531"/>
                  </a:lnTo>
                  <a:lnTo>
                    <a:pt x="68132" y="324842"/>
                  </a:lnTo>
                  <a:lnTo>
                    <a:pt x="73125" y="322994"/>
                  </a:lnTo>
                  <a:lnTo>
                    <a:pt x="78057" y="320987"/>
                  </a:lnTo>
                  <a:lnTo>
                    <a:pt x="82923" y="318825"/>
                  </a:lnTo>
                  <a:lnTo>
                    <a:pt x="87717" y="316508"/>
                  </a:lnTo>
                  <a:lnTo>
                    <a:pt x="92435" y="314040"/>
                  </a:lnTo>
                  <a:lnTo>
                    <a:pt x="97072" y="311424"/>
                  </a:lnTo>
                  <a:lnTo>
                    <a:pt x="101623" y="308660"/>
                  </a:lnTo>
                  <a:lnTo>
                    <a:pt x="106084" y="305754"/>
                  </a:lnTo>
                  <a:lnTo>
                    <a:pt x="110450" y="302706"/>
                  </a:lnTo>
                  <a:lnTo>
                    <a:pt x="114717" y="299521"/>
                  </a:lnTo>
                  <a:lnTo>
                    <a:pt x="118880" y="296202"/>
                  </a:lnTo>
                  <a:lnTo>
                    <a:pt x="122936" y="292752"/>
                  </a:lnTo>
                  <a:lnTo>
                    <a:pt x="126879" y="289175"/>
                  </a:lnTo>
                  <a:lnTo>
                    <a:pt x="130707" y="285474"/>
                  </a:lnTo>
                  <a:lnTo>
                    <a:pt x="134414" y="281652"/>
                  </a:lnTo>
                  <a:lnTo>
                    <a:pt x="137999" y="277715"/>
                  </a:lnTo>
                  <a:lnTo>
                    <a:pt x="141456" y="273666"/>
                  </a:lnTo>
                  <a:lnTo>
                    <a:pt x="144782" y="269508"/>
                  </a:lnTo>
                  <a:lnTo>
                    <a:pt x="147974" y="265247"/>
                  </a:lnTo>
                  <a:lnTo>
                    <a:pt x="151029" y="260886"/>
                  </a:lnTo>
                  <a:lnTo>
                    <a:pt x="153943" y="256430"/>
                  </a:lnTo>
                  <a:lnTo>
                    <a:pt x="156714" y="251883"/>
                  </a:lnTo>
                  <a:lnTo>
                    <a:pt x="159339" y="247251"/>
                  </a:lnTo>
                  <a:lnTo>
                    <a:pt x="161815" y="242537"/>
                  </a:lnTo>
                  <a:lnTo>
                    <a:pt x="164140" y="237747"/>
                  </a:lnTo>
                  <a:lnTo>
                    <a:pt x="166311" y="232885"/>
                  </a:lnTo>
                  <a:lnTo>
                    <a:pt x="168326" y="227957"/>
                  </a:lnTo>
                  <a:lnTo>
                    <a:pt x="170183" y="222967"/>
                  </a:lnTo>
                  <a:lnTo>
                    <a:pt x="171880" y="217920"/>
                  </a:lnTo>
                  <a:lnTo>
                    <a:pt x="173415" y="212822"/>
                  </a:lnTo>
                  <a:lnTo>
                    <a:pt x="174788" y="207677"/>
                  </a:lnTo>
                  <a:lnTo>
                    <a:pt x="175995" y="202492"/>
                  </a:lnTo>
                  <a:lnTo>
                    <a:pt x="177038" y="197270"/>
                  </a:lnTo>
                  <a:lnTo>
                    <a:pt x="177913" y="192018"/>
                  </a:lnTo>
                  <a:lnTo>
                    <a:pt x="178620" y="186741"/>
                  </a:lnTo>
                  <a:lnTo>
                    <a:pt x="179160" y="181444"/>
                  </a:lnTo>
                  <a:lnTo>
                    <a:pt x="179530" y="176133"/>
                  </a:lnTo>
                  <a:lnTo>
                    <a:pt x="179731" y="170812"/>
                  </a:lnTo>
                  <a:lnTo>
                    <a:pt x="179762" y="165488"/>
                  </a:lnTo>
                  <a:lnTo>
                    <a:pt x="179624" y="160165"/>
                  </a:lnTo>
                  <a:lnTo>
                    <a:pt x="179316" y="154850"/>
                  </a:lnTo>
                  <a:lnTo>
                    <a:pt x="178839" y="149547"/>
                  </a:lnTo>
                  <a:lnTo>
                    <a:pt x="178194" y="144262"/>
                  </a:lnTo>
                  <a:lnTo>
                    <a:pt x="177380" y="139000"/>
                  </a:lnTo>
                  <a:lnTo>
                    <a:pt x="176400" y="133766"/>
                  </a:lnTo>
                  <a:lnTo>
                    <a:pt x="175253" y="128567"/>
                  </a:lnTo>
                  <a:lnTo>
                    <a:pt x="173941" y="123407"/>
                  </a:lnTo>
                  <a:lnTo>
                    <a:pt x="172466" y="118291"/>
                  </a:lnTo>
                  <a:lnTo>
                    <a:pt x="170828" y="113224"/>
                  </a:lnTo>
                  <a:lnTo>
                    <a:pt x="169030" y="108213"/>
                  </a:lnTo>
                  <a:lnTo>
                    <a:pt x="167073" y="103261"/>
                  </a:lnTo>
                  <a:lnTo>
                    <a:pt x="164959" y="98374"/>
                  </a:lnTo>
                  <a:lnTo>
                    <a:pt x="162691" y="93557"/>
                  </a:lnTo>
                  <a:lnTo>
                    <a:pt x="160271" y="88814"/>
                  </a:lnTo>
                  <a:lnTo>
                    <a:pt x="157701" y="84151"/>
                  </a:lnTo>
                  <a:lnTo>
                    <a:pt x="154983" y="79573"/>
                  </a:lnTo>
                  <a:lnTo>
                    <a:pt x="152122" y="75083"/>
                  </a:lnTo>
                  <a:lnTo>
                    <a:pt x="149118" y="70686"/>
                  </a:lnTo>
                  <a:lnTo>
                    <a:pt x="145976" y="66388"/>
                  </a:lnTo>
                  <a:lnTo>
                    <a:pt x="142699" y="62191"/>
                  </a:lnTo>
                  <a:lnTo>
                    <a:pt x="139290" y="58101"/>
                  </a:lnTo>
                  <a:lnTo>
                    <a:pt x="135753" y="54122"/>
                  </a:lnTo>
                  <a:lnTo>
                    <a:pt x="132090" y="50258"/>
                  </a:lnTo>
                  <a:lnTo>
                    <a:pt x="128306" y="46512"/>
                  </a:lnTo>
                  <a:lnTo>
                    <a:pt x="124405" y="42888"/>
                  </a:lnTo>
                  <a:lnTo>
                    <a:pt x="120391" y="39391"/>
                  </a:lnTo>
                  <a:lnTo>
                    <a:pt x="116267" y="36023"/>
                  </a:lnTo>
                  <a:lnTo>
                    <a:pt x="112037" y="32788"/>
                  </a:lnTo>
                  <a:lnTo>
                    <a:pt x="107708" y="29689"/>
                  </a:lnTo>
                  <a:lnTo>
                    <a:pt x="103281" y="26730"/>
                  </a:lnTo>
                  <a:lnTo>
                    <a:pt x="98763" y="23914"/>
                  </a:lnTo>
                  <a:lnTo>
                    <a:pt x="94157" y="21243"/>
                  </a:lnTo>
                  <a:lnTo>
                    <a:pt x="89468" y="18719"/>
                  </a:lnTo>
                  <a:lnTo>
                    <a:pt x="84702" y="16347"/>
                  </a:lnTo>
                  <a:lnTo>
                    <a:pt x="79862" y="14127"/>
                  </a:lnTo>
                  <a:lnTo>
                    <a:pt x="74954" y="12063"/>
                  </a:lnTo>
                  <a:lnTo>
                    <a:pt x="69983" y="10156"/>
                  </a:lnTo>
                  <a:lnTo>
                    <a:pt x="64953" y="8408"/>
                  </a:lnTo>
                  <a:lnTo>
                    <a:pt x="59871" y="6821"/>
                  </a:lnTo>
                  <a:lnTo>
                    <a:pt x="54741" y="5397"/>
                  </a:lnTo>
                  <a:lnTo>
                    <a:pt x="49567" y="4138"/>
                  </a:lnTo>
                  <a:lnTo>
                    <a:pt x="44357" y="3043"/>
                  </a:lnTo>
                  <a:lnTo>
                    <a:pt x="39114" y="2115"/>
                  </a:lnTo>
                  <a:lnTo>
                    <a:pt x="33844" y="1354"/>
                  </a:lnTo>
                  <a:lnTo>
                    <a:pt x="28553" y="762"/>
                  </a:lnTo>
                  <a:lnTo>
                    <a:pt x="23245" y="339"/>
                  </a:lnTo>
                  <a:lnTo>
                    <a:pt x="17927" y="84"/>
                  </a:lnTo>
                  <a:lnTo>
                    <a:pt x="12603" y="0"/>
                  </a:lnTo>
                  <a:lnTo>
                    <a:pt x="1260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9331" y="1071028"/>
              <a:ext cx="165169" cy="167167"/>
            </a:xfrm>
            <a:custGeom>
              <a:avLst/>
              <a:pathLst>
                <a:path w="165169" h="167167">
                  <a:moveTo>
                    <a:pt x="165169" y="0"/>
                  </a:moveTo>
                  <a:lnTo>
                    <a:pt x="159790" y="86"/>
                  </a:lnTo>
                  <a:lnTo>
                    <a:pt x="154417" y="346"/>
                  </a:lnTo>
                  <a:lnTo>
                    <a:pt x="149055" y="778"/>
                  </a:lnTo>
                  <a:lnTo>
                    <a:pt x="143709" y="1383"/>
                  </a:lnTo>
                  <a:lnTo>
                    <a:pt x="138386" y="2159"/>
                  </a:lnTo>
                  <a:lnTo>
                    <a:pt x="133090" y="3106"/>
                  </a:lnTo>
                  <a:lnTo>
                    <a:pt x="127828" y="4224"/>
                  </a:lnTo>
                  <a:lnTo>
                    <a:pt x="122604" y="5510"/>
                  </a:lnTo>
                  <a:lnTo>
                    <a:pt x="117424" y="6963"/>
                  </a:lnTo>
                  <a:lnTo>
                    <a:pt x="112294" y="8582"/>
                  </a:lnTo>
                  <a:lnTo>
                    <a:pt x="107218" y="10366"/>
                  </a:lnTo>
                  <a:lnTo>
                    <a:pt x="102203" y="12312"/>
                  </a:lnTo>
                  <a:lnTo>
                    <a:pt x="97253" y="14418"/>
                  </a:lnTo>
                  <a:lnTo>
                    <a:pt x="92373" y="16682"/>
                  </a:lnTo>
                  <a:lnTo>
                    <a:pt x="87568" y="19103"/>
                  </a:lnTo>
                  <a:lnTo>
                    <a:pt x="82844" y="21676"/>
                  </a:lnTo>
                  <a:lnTo>
                    <a:pt x="78205" y="24401"/>
                  </a:lnTo>
                  <a:lnTo>
                    <a:pt x="73657" y="27273"/>
                  </a:lnTo>
                  <a:lnTo>
                    <a:pt x="69203" y="30290"/>
                  </a:lnTo>
                  <a:lnTo>
                    <a:pt x="64848" y="33449"/>
                  </a:lnTo>
                  <a:lnTo>
                    <a:pt x="60597" y="36746"/>
                  </a:lnTo>
                  <a:lnTo>
                    <a:pt x="56455" y="40178"/>
                  </a:lnTo>
                  <a:lnTo>
                    <a:pt x="52425" y="43742"/>
                  </a:lnTo>
                  <a:lnTo>
                    <a:pt x="48512" y="47434"/>
                  </a:lnTo>
                  <a:lnTo>
                    <a:pt x="44719" y="51250"/>
                  </a:lnTo>
                  <a:lnTo>
                    <a:pt x="41052" y="55186"/>
                  </a:lnTo>
                  <a:lnTo>
                    <a:pt x="37513" y="59237"/>
                  </a:lnTo>
                  <a:lnTo>
                    <a:pt x="34106" y="63401"/>
                  </a:lnTo>
                  <a:lnTo>
                    <a:pt x="30835" y="67672"/>
                  </a:lnTo>
                  <a:lnTo>
                    <a:pt x="27703" y="72046"/>
                  </a:lnTo>
                  <a:lnTo>
                    <a:pt x="24714" y="76519"/>
                  </a:lnTo>
                  <a:lnTo>
                    <a:pt x="21869" y="81085"/>
                  </a:lnTo>
                  <a:lnTo>
                    <a:pt x="19174" y="85741"/>
                  </a:lnTo>
                  <a:lnTo>
                    <a:pt x="16629" y="90480"/>
                  </a:lnTo>
                  <a:lnTo>
                    <a:pt x="14239" y="95300"/>
                  </a:lnTo>
                  <a:lnTo>
                    <a:pt x="12004" y="100194"/>
                  </a:lnTo>
                  <a:lnTo>
                    <a:pt x="9929" y="105157"/>
                  </a:lnTo>
                  <a:lnTo>
                    <a:pt x="8014" y="110184"/>
                  </a:lnTo>
                  <a:lnTo>
                    <a:pt x="6262" y="115270"/>
                  </a:lnTo>
                  <a:lnTo>
                    <a:pt x="4674" y="120411"/>
                  </a:lnTo>
                  <a:lnTo>
                    <a:pt x="3253" y="125599"/>
                  </a:lnTo>
                  <a:lnTo>
                    <a:pt x="1999" y="130831"/>
                  </a:lnTo>
                  <a:lnTo>
                    <a:pt x="914" y="136100"/>
                  </a:lnTo>
                  <a:lnTo>
                    <a:pt x="0" y="141401"/>
                  </a:lnTo>
                  <a:lnTo>
                    <a:pt x="16516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9331" y="1212430"/>
              <a:ext cx="165169" cy="25765"/>
            </a:xfrm>
            <a:custGeom>
              <a:avLst/>
              <a:pathLst>
                <a:path w="165169" h="25765">
                  <a:moveTo>
                    <a:pt x="0" y="0"/>
                  </a:moveTo>
                  <a:lnTo>
                    <a:pt x="165169" y="257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335" y="1074260"/>
              <a:ext cx="334328" cy="331094"/>
            </a:xfrm>
            <a:custGeom>
              <a:avLst/>
              <a:pathLst>
                <a:path w="334328" h="331094">
                  <a:moveTo>
                    <a:pt x="1996" y="138169"/>
                  </a:moveTo>
                  <a:lnTo>
                    <a:pt x="1261" y="143429"/>
                  </a:lnTo>
                  <a:lnTo>
                    <a:pt x="693" y="148709"/>
                  </a:lnTo>
                  <a:lnTo>
                    <a:pt x="293" y="154005"/>
                  </a:lnTo>
                  <a:lnTo>
                    <a:pt x="62" y="159310"/>
                  </a:lnTo>
                  <a:lnTo>
                    <a:pt x="0" y="164620"/>
                  </a:lnTo>
                  <a:lnTo>
                    <a:pt x="106" y="169930"/>
                  </a:lnTo>
                  <a:lnTo>
                    <a:pt x="380" y="175234"/>
                  </a:lnTo>
                  <a:lnTo>
                    <a:pt x="823" y="180526"/>
                  </a:lnTo>
                  <a:lnTo>
                    <a:pt x="1434" y="185801"/>
                  </a:lnTo>
                  <a:lnTo>
                    <a:pt x="2213" y="191055"/>
                  </a:lnTo>
                  <a:lnTo>
                    <a:pt x="3157" y="196281"/>
                  </a:lnTo>
                  <a:lnTo>
                    <a:pt x="4267" y="201474"/>
                  </a:lnTo>
                  <a:lnTo>
                    <a:pt x="5542" y="206629"/>
                  </a:lnTo>
                  <a:lnTo>
                    <a:pt x="6980" y="211742"/>
                  </a:lnTo>
                  <a:lnTo>
                    <a:pt x="8579" y="216806"/>
                  </a:lnTo>
                  <a:lnTo>
                    <a:pt x="10339" y="221816"/>
                  </a:lnTo>
                  <a:lnTo>
                    <a:pt x="12256" y="226769"/>
                  </a:lnTo>
                  <a:lnTo>
                    <a:pt x="14330" y="231658"/>
                  </a:lnTo>
                  <a:lnTo>
                    <a:pt x="16559" y="236478"/>
                  </a:lnTo>
                  <a:lnTo>
                    <a:pt x="18939" y="241226"/>
                  </a:lnTo>
                  <a:lnTo>
                    <a:pt x="21469" y="245895"/>
                  </a:lnTo>
                  <a:lnTo>
                    <a:pt x="24146" y="250482"/>
                  </a:lnTo>
                  <a:lnTo>
                    <a:pt x="26967" y="254981"/>
                  </a:lnTo>
                  <a:lnTo>
                    <a:pt x="29930" y="259388"/>
                  </a:lnTo>
                  <a:lnTo>
                    <a:pt x="33031" y="263699"/>
                  </a:lnTo>
                  <a:lnTo>
                    <a:pt x="36268" y="267910"/>
                  </a:lnTo>
                  <a:lnTo>
                    <a:pt x="39637" y="272015"/>
                  </a:lnTo>
                  <a:lnTo>
                    <a:pt x="43134" y="276012"/>
                  </a:lnTo>
                  <a:lnTo>
                    <a:pt x="46757" y="279895"/>
                  </a:lnTo>
                  <a:lnTo>
                    <a:pt x="50501" y="283661"/>
                  </a:lnTo>
                  <a:lnTo>
                    <a:pt x="54363" y="287306"/>
                  </a:lnTo>
                  <a:lnTo>
                    <a:pt x="58339" y="290827"/>
                  </a:lnTo>
                  <a:lnTo>
                    <a:pt x="62424" y="294220"/>
                  </a:lnTo>
                  <a:lnTo>
                    <a:pt x="66616" y="297481"/>
                  </a:lnTo>
                  <a:lnTo>
                    <a:pt x="70908" y="300608"/>
                  </a:lnTo>
                  <a:lnTo>
                    <a:pt x="75298" y="303596"/>
                  </a:lnTo>
                  <a:lnTo>
                    <a:pt x="79781" y="306444"/>
                  </a:lnTo>
                  <a:lnTo>
                    <a:pt x="84352" y="309148"/>
                  </a:lnTo>
                  <a:lnTo>
                    <a:pt x="89006" y="311705"/>
                  </a:lnTo>
                  <a:lnTo>
                    <a:pt x="93740" y="314113"/>
                  </a:lnTo>
                  <a:lnTo>
                    <a:pt x="98547" y="316370"/>
                  </a:lnTo>
                  <a:lnTo>
                    <a:pt x="103424" y="318473"/>
                  </a:lnTo>
                  <a:lnTo>
                    <a:pt x="108365" y="320419"/>
                  </a:lnTo>
                  <a:lnTo>
                    <a:pt x="113365" y="322208"/>
                  </a:lnTo>
                  <a:lnTo>
                    <a:pt x="118420" y="323837"/>
                  </a:lnTo>
                  <a:lnTo>
                    <a:pt x="123523" y="325305"/>
                  </a:lnTo>
                  <a:lnTo>
                    <a:pt x="128671" y="326610"/>
                  </a:lnTo>
                  <a:lnTo>
                    <a:pt x="133858" y="327750"/>
                  </a:lnTo>
                  <a:lnTo>
                    <a:pt x="139078" y="328726"/>
                  </a:lnTo>
                  <a:lnTo>
                    <a:pt x="144327" y="329535"/>
                  </a:lnTo>
                  <a:lnTo>
                    <a:pt x="149599" y="330177"/>
                  </a:lnTo>
                  <a:lnTo>
                    <a:pt x="154888" y="330651"/>
                  </a:lnTo>
                  <a:lnTo>
                    <a:pt x="160190" y="330957"/>
                  </a:lnTo>
                  <a:lnTo>
                    <a:pt x="165499" y="331094"/>
                  </a:lnTo>
                  <a:lnTo>
                    <a:pt x="170809" y="331063"/>
                  </a:lnTo>
                  <a:lnTo>
                    <a:pt x="176116" y="330862"/>
                  </a:lnTo>
                  <a:lnTo>
                    <a:pt x="181414" y="330494"/>
                  </a:lnTo>
                  <a:lnTo>
                    <a:pt x="186698" y="329957"/>
                  </a:lnTo>
                  <a:lnTo>
                    <a:pt x="191961" y="329253"/>
                  </a:lnTo>
                  <a:lnTo>
                    <a:pt x="197200" y="328382"/>
                  </a:lnTo>
                  <a:lnTo>
                    <a:pt x="202409" y="327345"/>
                  </a:lnTo>
                  <a:lnTo>
                    <a:pt x="207582" y="326143"/>
                  </a:lnTo>
                  <a:lnTo>
                    <a:pt x="212714" y="324777"/>
                  </a:lnTo>
                  <a:lnTo>
                    <a:pt x="217800" y="323249"/>
                  </a:lnTo>
                  <a:lnTo>
                    <a:pt x="222835" y="321561"/>
                  </a:lnTo>
                  <a:lnTo>
                    <a:pt x="227814" y="319713"/>
                  </a:lnTo>
                  <a:lnTo>
                    <a:pt x="232731" y="317708"/>
                  </a:lnTo>
                  <a:lnTo>
                    <a:pt x="237583" y="315547"/>
                  </a:lnTo>
                  <a:lnTo>
                    <a:pt x="242363" y="313234"/>
                  </a:lnTo>
                  <a:lnTo>
                    <a:pt x="247067" y="310770"/>
                  </a:lnTo>
                  <a:lnTo>
                    <a:pt x="251691" y="308158"/>
                  </a:lnTo>
                  <a:lnTo>
                    <a:pt x="256230" y="305400"/>
                  </a:lnTo>
                  <a:lnTo>
                    <a:pt x="260678" y="302500"/>
                  </a:lnTo>
                  <a:lnTo>
                    <a:pt x="265033" y="299460"/>
                  </a:lnTo>
                  <a:lnTo>
                    <a:pt x="269288" y="296283"/>
                  </a:lnTo>
                  <a:lnTo>
                    <a:pt x="273441" y="292972"/>
                  </a:lnTo>
                  <a:lnTo>
                    <a:pt x="277486" y="289531"/>
                  </a:lnTo>
                  <a:lnTo>
                    <a:pt x="281420" y="285963"/>
                  </a:lnTo>
                  <a:lnTo>
                    <a:pt x="285238" y="282272"/>
                  </a:lnTo>
                  <a:lnTo>
                    <a:pt x="288938" y="278462"/>
                  </a:lnTo>
                  <a:lnTo>
                    <a:pt x="292514" y="274536"/>
                  </a:lnTo>
                  <a:lnTo>
                    <a:pt x="295964" y="270499"/>
                  </a:lnTo>
                  <a:lnTo>
                    <a:pt x="299284" y="266354"/>
                  </a:lnTo>
                  <a:lnTo>
                    <a:pt x="302471" y="262106"/>
                  </a:lnTo>
                  <a:lnTo>
                    <a:pt x="305521" y="257758"/>
                  </a:lnTo>
                  <a:lnTo>
                    <a:pt x="308431" y="253316"/>
                  </a:lnTo>
                  <a:lnTo>
                    <a:pt x="311199" y="248784"/>
                  </a:lnTo>
                  <a:lnTo>
                    <a:pt x="313821" y="244166"/>
                  </a:lnTo>
                  <a:lnTo>
                    <a:pt x="316296" y="239467"/>
                  </a:lnTo>
                  <a:lnTo>
                    <a:pt x="318620" y="234692"/>
                  </a:lnTo>
                  <a:lnTo>
                    <a:pt x="320791" y="229845"/>
                  </a:lnTo>
                  <a:lnTo>
                    <a:pt x="322807" y="224932"/>
                  </a:lnTo>
                  <a:lnTo>
                    <a:pt x="324666" y="219957"/>
                  </a:lnTo>
                  <a:lnTo>
                    <a:pt x="326366" y="214926"/>
                  </a:lnTo>
                  <a:lnTo>
                    <a:pt x="327906" y="209843"/>
                  </a:lnTo>
                  <a:lnTo>
                    <a:pt x="329283" y="204714"/>
                  </a:lnTo>
                  <a:lnTo>
                    <a:pt x="330496" y="199544"/>
                  </a:lnTo>
                  <a:lnTo>
                    <a:pt x="331545" y="194338"/>
                  </a:lnTo>
                  <a:lnTo>
                    <a:pt x="332428" y="189101"/>
                  </a:lnTo>
                  <a:lnTo>
                    <a:pt x="333144" y="183839"/>
                  </a:lnTo>
                  <a:lnTo>
                    <a:pt x="333692" y="178557"/>
                  </a:lnTo>
                  <a:lnTo>
                    <a:pt x="334073" y="173260"/>
                  </a:lnTo>
                  <a:lnTo>
                    <a:pt x="334285" y="167953"/>
                  </a:lnTo>
                  <a:lnTo>
                    <a:pt x="334328" y="162643"/>
                  </a:lnTo>
                  <a:lnTo>
                    <a:pt x="334203" y="157334"/>
                  </a:lnTo>
                  <a:lnTo>
                    <a:pt x="333909" y="152031"/>
                  </a:lnTo>
                  <a:lnTo>
                    <a:pt x="333446" y="146741"/>
                  </a:lnTo>
                  <a:lnTo>
                    <a:pt x="332816" y="141468"/>
                  </a:lnTo>
                  <a:lnTo>
                    <a:pt x="332019" y="136217"/>
                  </a:lnTo>
                  <a:lnTo>
                    <a:pt x="331055" y="130995"/>
                  </a:lnTo>
                  <a:lnTo>
                    <a:pt x="329926" y="125805"/>
                  </a:lnTo>
                  <a:lnTo>
                    <a:pt x="328633" y="120655"/>
                  </a:lnTo>
                  <a:lnTo>
                    <a:pt x="327177" y="115547"/>
                  </a:lnTo>
                  <a:lnTo>
                    <a:pt x="325559" y="110489"/>
                  </a:lnTo>
                  <a:lnTo>
                    <a:pt x="323781" y="105485"/>
                  </a:lnTo>
                  <a:lnTo>
                    <a:pt x="321846" y="100539"/>
                  </a:lnTo>
                  <a:lnTo>
                    <a:pt x="319754" y="95658"/>
                  </a:lnTo>
                  <a:lnTo>
                    <a:pt x="317508" y="90846"/>
                  </a:lnTo>
                  <a:lnTo>
                    <a:pt x="315111" y="86107"/>
                  </a:lnTo>
                  <a:lnTo>
                    <a:pt x="312564" y="81447"/>
                  </a:lnTo>
                  <a:lnTo>
                    <a:pt x="309870" y="76870"/>
                  </a:lnTo>
                  <a:lnTo>
                    <a:pt x="307033" y="72381"/>
                  </a:lnTo>
                  <a:lnTo>
                    <a:pt x="304054" y="67984"/>
                  </a:lnTo>
                  <a:lnTo>
                    <a:pt x="300937" y="63685"/>
                  </a:lnTo>
                  <a:lnTo>
                    <a:pt x="297685" y="59486"/>
                  </a:lnTo>
                  <a:lnTo>
                    <a:pt x="294302" y="55393"/>
                  </a:lnTo>
                  <a:lnTo>
                    <a:pt x="290790" y="51409"/>
                  </a:lnTo>
                  <a:lnTo>
                    <a:pt x="287153" y="47539"/>
                  </a:lnTo>
                  <a:lnTo>
                    <a:pt x="283395" y="43786"/>
                  </a:lnTo>
                  <a:lnTo>
                    <a:pt x="279520" y="40155"/>
                  </a:lnTo>
                  <a:lnTo>
                    <a:pt x="275531" y="36649"/>
                  </a:lnTo>
                  <a:lnTo>
                    <a:pt x="271434" y="33271"/>
                  </a:lnTo>
                  <a:lnTo>
                    <a:pt x="267230" y="30025"/>
                  </a:lnTo>
                  <a:lnTo>
                    <a:pt x="262926" y="26914"/>
                  </a:lnTo>
                  <a:lnTo>
                    <a:pt x="258526" y="23941"/>
                  </a:lnTo>
                  <a:lnTo>
                    <a:pt x="254033" y="21110"/>
                  </a:lnTo>
                  <a:lnTo>
                    <a:pt x="249452" y="18422"/>
                  </a:lnTo>
                  <a:lnTo>
                    <a:pt x="244788" y="15882"/>
                  </a:lnTo>
                  <a:lnTo>
                    <a:pt x="240046" y="13491"/>
                  </a:lnTo>
                  <a:lnTo>
                    <a:pt x="235231" y="11252"/>
                  </a:lnTo>
                  <a:lnTo>
                    <a:pt x="230347" y="9167"/>
                  </a:lnTo>
                  <a:lnTo>
                    <a:pt x="225399" y="7238"/>
                  </a:lnTo>
                  <a:lnTo>
                    <a:pt x="220392" y="5467"/>
                  </a:lnTo>
                  <a:lnTo>
                    <a:pt x="215331" y="3857"/>
                  </a:lnTo>
                  <a:lnTo>
                    <a:pt x="210222" y="2408"/>
                  </a:lnTo>
                  <a:lnTo>
                    <a:pt x="205070" y="1121"/>
                  </a:lnTo>
                  <a:lnTo>
                    <a:pt x="199879" y="0"/>
                  </a:lnTo>
                  <a:lnTo>
                    <a:pt x="167166" y="1639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64501" y="1071028"/>
              <a:ext cx="32713" cy="167167"/>
            </a:xfrm>
            <a:custGeom>
              <a:avLst/>
              <a:pathLst>
                <a:path w="32713" h="167167">
                  <a:moveTo>
                    <a:pt x="32713" y="3232"/>
                  </a:moveTo>
                  <a:lnTo>
                    <a:pt x="26231" y="2070"/>
                  </a:lnTo>
                  <a:lnTo>
                    <a:pt x="19709" y="1165"/>
                  </a:lnTo>
                  <a:lnTo>
                    <a:pt x="13156" y="518"/>
                  </a:lnTo>
                  <a:lnTo>
                    <a:pt x="6583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24409" y="1322571"/>
              <a:ext cx="64311" cy="167167"/>
            </a:xfrm>
            <a:custGeom>
              <a:avLst/>
              <a:pathLst>
                <a:path w="64311" h="167167">
                  <a:moveTo>
                    <a:pt x="64311" y="0"/>
                  </a:moveTo>
                  <a:lnTo>
                    <a:pt x="58311" y="107"/>
                  </a:lnTo>
                  <a:lnTo>
                    <a:pt x="52318" y="430"/>
                  </a:lnTo>
                  <a:lnTo>
                    <a:pt x="46342" y="968"/>
                  </a:lnTo>
                  <a:lnTo>
                    <a:pt x="40388" y="1720"/>
                  </a:lnTo>
                  <a:lnTo>
                    <a:pt x="34465" y="2685"/>
                  </a:lnTo>
                  <a:lnTo>
                    <a:pt x="28581" y="3862"/>
                  </a:lnTo>
                  <a:lnTo>
                    <a:pt x="22743" y="5250"/>
                  </a:lnTo>
                  <a:lnTo>
                    <a:pt x="16958" y="6846"/>
                  </a:lnTo>
                  <a:lnTo>
                    <a:pt x="11234" y="8649"/>
                  </a:lnTo>
                  <a:lnTo>
                    <a:pt x="5579" y="10656"/>
                  </a:lnTo>
                  <a:lnTo>
                    <a:pt x="0" y="12865"/>
                  </a:lnTo>
                  <a:lnTo>
                    <a:pt x="6431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4409" y="1335437"/>
              <a:ext cx="64311" cy="154301"/>
            </a:xfrm>
            <a:custGeom>
              <a:avLst/>
              <a:pathLst>
                <a:path w="64311" h="154301">
                  <a:moveTo>
                    <a:pt x="0" y="0"/>
                  </a:moveTo>
                  <a:lnTo>
                    <a:pt x="64311" y="1543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321554" y="1335437"/>
              <a:ext cx="334331" cy="321458"/>
            </a:xfrm>
            <a:custGeom>
              <a:avLst/>
              <a:pathLst>
                <a:path w="334331" h="321458">
                  <a:moveTo>
                    <a:pt x="102855" y="0"/>
                  </a:moveTo>
                  <a:lnTo>
                    <a:pt x="97996" y="2116"/>
                  </a:lnTo>
                  <a:lnTo>
                    <a:pt x="93207" y="4385"/>
                  </a:lnTo>
                  <a:lnTo>
                    <a:pt x="88492" y="6804"/>
                  </a:lnTo>
                  <a:lnTo>
                    <a:pt x="83856" y="9372"/>
                  </a:lnTo>
                  <a:lnTo>
                    <a:pt x="79304" y="12086"/>
                  </a:lnTo>
                  <a:lnTo>
                    <a:pt x="74841" y="14942"/>
                  </a:lnTo>
                  <a:lnTo>
                    <a:pt x="70470" y="17939"/>
                  </a:lnTo>
                  <a:lnTo>
                    <a:pt x="66196" y="21072"/>
                  </a:lnTo>
                  <a:lnTo>
                    <a:pt x="62023" y="24340"/>
                  </a:lnTo>
                  <a:lnTo>
                    <a:pt x="57957" y="27738"/>
                  </a:lnTo>
                  <a:lnTo>
                    <a:pt x="54000" y="31263"/>
                  </a:lnTo>
                  <a:lnTo>
                    <a:pt x="50157" y="34912"/>
                  </a:lnTo>
                  <a:lnTo>
                    <a:pt x="46431" y="38681"/>
                  </a:lnTo>
                  <a:lnTo>
                    <a:pt x="42827" y="42567"/>
                  </a:lnTo>
                  <a:lnTo>
                    <a:pt x="39347" y="46564"/>
                  </a:lnTo>
                  <a:lnTo>
                    <a:pt x="35997" y="50670"/>
                  </a:lnTo>
                  <a:lnTo>
                    <a:pt x="32778" y="54880"/>
                  </a:lnTo>
                  <a:lnTo>
                    <a:pt x="29694" y="59189"/>
                  </a:lnTo>
                  <a:lnTo>
                    <a:pt x="26748" y="63595"/>
                  </a:lnTo>
                  <a:lnTo>
                    <a:pt x="23943" y="68091"/>
                  </a:lnTo>
                  <a:lnTo>
                    <a:pt x="21283" y="72675"/>
                  </a:lnTo>
                  <a:lnTo>
                    <a:pt x="18768" y="77340"/>
                  </a:lnTo>
                  <a:lnTo>
                    <a:pt x="16404" y="82082"/>
                  </a:lnTo>
                  <a:lnTo>
                    <a:pt x="14190" y="86898"/>
                  </a:lnTo>
                  <a:lnTo>
                    <a:pt x="12130" y="91781"/>
                  </a:lnTo>
                  <a:lnTo>
                    <a:pt x="10227" y="96726"/>
                  </a:lnTo>
                  <a:lnTo>
                    <a:pt x="8480" y="101730"/>
                  </a:lnTo>
                  <a:lnTo>
                    <a:pt x="6894" y="106786"/>
                  </a:lnTo>
                  <a:lnTo>
                    <a:pt x="5468" y="111891"/>
                  </a:lnTo>
                  <a:lnTo>
                    <a:pt x="4205" y="117037"/>
                  </a:lnTo>
                  <a:lnTo>
                    <a:pt x="3106" y="122222"/>
                  </a:lnTo>
                  <a:lnTo>
                    <a:pt x="2171" y="127438"/>
                  </a:lnTo>
                  <a:lnTo>
                    <a:pt x="1403" y="132682"/>
                  </a:lnTo>
                  <a:lnTo>
                    <a:pt x="801" y="137947"/>
                  </a:lnTo>
                  <a:lnTo>
                    <a:pt x="366" y="143229"/>
                  </a:lnTo>
                  <a:lnTo>
                    <a:pt x="99" y="148521"/>
                  </a:lnTo>
                  <a:lnTo>
                    <a:pt x="0" y="153820"/>
                  </a:lnTo>
                  <a:lnTo>
                    <a:pt x="68" y="159119"/>
                  </a:lnTo>
                  <a:lnTo>
                    <a:pt x="305" y="164413"/>
                  </a:lnTo>
                  <a:lnTo>
                    <a:pt x="709" y="169697"/>
                  </a:lnTo>
                  <a:lnTo>
                    <a:pt x="1281" y="174966"/>
                  </a:lnTo>
                  <a:lnTo>
                    <a:pt x="2019" y="180214"/>
                  </a:lnTo>
                  <a:lnTo>
                    <a:pt x="2924" y="185436"/>
                  </a:lnTo>
                  <a:lnTo>
                    <a:pt x="3993" y="190626"/>
                  </a:lnTo>
                  <a:lnTo>
                    <a:pt x="5227" y="195780"/>
                  </a:lnTo>
                  <a:lnTo>
                    <a:pt x="6623" y="200893"/>
                  </a:lnTo>
                  <a:lnTo>
                    <a:pt x="8180" y="205958"/>
                  </a:lnTo>
                  <a:lnTo>
                    <a:pt x="9898" y="210972"/>
                  </a:lnTo>
                  <a:lnTo>
                    <a:pt x="11773" y="215928"/>
                  </a:lnTo>
                  <a:lnTo>
                    <a:pt x="13805" y="220823"/>
                  </a:lnTo>
                  <a:lnTo>
                    <a:pt x="15990" y="225651"/>
                  </a:lnTo>
                  <a:lnTo>
                    <a:pt x="18328" y="230407"/>
                  </a:lnTo>
                  <a:lnTo>
                    <a:pt x="20815" y="235087"/>
                  </a:lnTo>
                  <a:lnTo>
                    <a:pt x="23449" y="239685"/>
                  </a:lnTo>
                  <a:lnTo>
                    <a:pt x="26228" y="244198"/>
                  </a:lnTo>
                  <a:lnTo>
                    <a:pt x="29148" y="248620"/>
                  </a:lnTo>
                  <a:lnTo>
                    <a:pt x="32207" y="252947"/>
                  </a:lnTo>
                  <a:lnTo>
                    <a:pt x="35402" y="257176"/>
                  </a:lnTo>
                  <a:lnTo>
                    <a:pt x="38729" y="261301"/>
                  </a:lnTo>
                  <a:lnTo>
                    <a:pt x="42185" y="265318"/>
                  </a:lnTo>
                  <a:lnTo>
                    <a:pt x="45767" y="269224"/>
                  </a:lnTo>
                  <a:lnTo>
                    <a:pt x="49471" y="273014"/>
                  </a:lnTo>
                  <a:lnTo>
                    <a:pt x="53293" y="276685"/>
                  </a:lnTo>
                  <a:lnTo>
                    <a:pt x="57230" y="280233"/>
                  </a:lnTo>
                  <a:lnTo>
                    <a:pt x="61277" y="283655"/>
                  </a:lnTo>
                  <a:lnTo>
                    <a:pt x="65430" y="286946"/>
                  </a:lnTo>
                  <a:lnTo>
                    <a:pt x="69686" y="290105"/>
                  </a:lnTo>
                  <a:lnTo>
                    <a:pt x="74040" y="293126"/>
                  </a:lnTo>
                  <a:lnTo>
                    <a:pt x="78487" y="296008"/>
                  </a:lnTo>
                  <a:lnTo>
                    <a:pt x="83023" y="298748"/>
                  </a:lnTo>
                  <a:lnTo>
                    <a:pt x="87644" y="301343"/>
                  </a:lnTo>
                  <a:lnTo>
                    <a:pt x="92345" y="303790"/>
                  </a:lnTo>
                  <a:lnTo>
                    <a:pt x="97121" y="306086"/>
                  </a:lnTo>
                  <a:lnTo>
                    <a:pt x="101968" y="308230"/>
                  </a:lnTo>
                  <a:lnTo>
                    <a:pt x="106880" y="310219"/>
                  </a:lnTo>
                  <a:lnTo>
                    <a:pt x="111852" y="312052"/>
                  </a:lnTo>
                  <a:lnTo>
                    <a:pt x="116881" y="313726"/>
                  </a:lnTo>
                  <a:lnTo>
                    <a:pt x="121959" y="315240"/>
                  </a:lnTo>
                  <a:lnTo>
                    <a:pt x="127083" y="316592"/>
                  </a:lnTo>
                  <a:lnTo>
                    <a:pt x="132248" y="317781"/>
                  </a:lnTo>
                  <a:lnTo>
                    <a:pt x="137447" y="318806"/>
                  </a:lnTo>
                  <a:lnTo>
                    <a:pt x="142677" y="319665"/>
                  </a:lnTo>
                  <a:lnTo>
                    <a:pt x="147931" y="320358"/>
                  </a:lnTo>
                  <a:lnTo>
                    <a:pt x="153204" y="320885"/>
                  </a:lnTo>
                  <a:lnTo>
                    <a:pt x="158492" y="321243"/>
                  </a:lnTo>
                  <a:lnTo>
                    <a:pt x="163788" y="321435"/>
                  </a:lnTo>
                  <a:lnTo>
                    <a:pt x="169087" y="321458"/>
                  </a:lnTo>
                  <a:lnTo>
                    <a:pt x="174385" y="321313"/>
                  </a:lnTo>
                  <a:lnTo>
                    <a:pt x="179675" y="321000"/>
                  </a:lnTo>
                  <a:lnTo>
                    <a:pt x="184953" y="320520"/>
                  </a:lnTo>
                  <a:lnTo>
                    <a:pt x="190213" y="319872"/>
                  </a:lnTo>
                  <a:lnTo>
                    <a:pt x="195449" y="319059"/>
                  </a:lnTo>
                  <a:lnTo>
                    <a:pt x="200658" y="318079"/>
                  </a:lnTo>
                  <a:lnTo>
                    <a:pt x="205832" y="316936"/>
                  </a:lnTo>
                  <a:lnTo>
                    <a:pt x="210968" y="315628"/>
                  </a:lnTo>
                  <a:lnTo>
                    <a:pt x="216060" y="314159"/>
                  </a:lnTo>
                  <a:lnTo>
                    <a:pt x="221102" y="312529"/>
                  </a:lnTo>
                  <a:lnTo>
                    <a:pt x="226091" y="310739"/>
                  </a:lnTo>
                  <a:lnTo>
                    <a:pt x="231020" y="308793"/>
                  </a:lnTo>
                  <a:lnTo>
                    <a:pt x="235885" y="306691"/>
                  </a:lnTo>
                  <a:lnTo>
                    <a:pt x="240681" y="304436"/>
                  </a:lnTo>
                  <a:lnTo>
                    <a:pt x="245403" y="302031"/>
                  </a:lnTo>
                  <a:lnTo>
                    <a:pt x="250046" y="299477"/>
                  </a:lnTo>
                  <a:lnTo>
                    <a:pt x="254606" y="296776"/>
                  </a:lnTo>
                  <a:lnTo>
                    <a:pt x="259079" y="293933"/>
                  </a:lnTo>
                  <a:lnTo>
                    <a:pt x="263458" y="290950"/>
                  </a:lnTo>
                  <a:lnTo>
                    <a:pt x="267741" y="287829"/>
                  </a:lnTo>
                  <a:lnTo>
                    <a:pt x="271923" y="284574"/>
                  </a:lnTo>
                  <a:lnTo>
                    <a:pt x="276000" y="281187"/>
                  </a:lnTo>
                  <a:lnTo>
                    <a:pt x="279968" y="277674"/>
                  </a:lnTo>
                  <a:lnTo>
                    <a:pt x="283822" y="274036"/>
                  </a:lnTo>
                  <a:lnTo>
                    <a:pt x="287558" y="270278"/>
                  </a:lnTo>
                  <a:lnTo>
                    <a:pt x="291174" y="266404"/>
                  </a:lnTo>
                  <a:lnTo>
                    <a:pt x="294665" y="262417"/>
                  </a:lnTo>
                  <a:lnTo>
                    <a:pt x="298028" y="258321"/>
                  </a:lnTo>
                  <a:lnTo>
                    <a:pt x="301260" y="254121"/>
                  </a:lnTo>
                  <a:lnTo>
                    <a:pt x="304356" y="249820"/>
                  </a:lnTo>
                  <a:lnTo>
                    <a:pt x="307315" y="245423"/>
                  </a:lnTo>
                  <a:lnTo>
                    <a:pt x="310133" y="240935"/>
                  </a:lnTo>
                  <a:lnTo>
                    <a:pt x="312807" y="236360"/>
                  </a:lnTo>
                  <a:lnTo>
                    <a:pt x="315335" y="231702"/>
                  </a:lnTo>
                  <a:lnTo>
                    <a:pt x="317714" y="226967"/>
                  </a:lnTo>
                  <a:lnTo>
                    <a:pt x="319942" y="222158"/>
                  </a:lnTo>
                  <a:lnTo>
                    <a:pt x="322016" y="217281"/>
                  </a:lnTo>
                  <a:lnTo>
                    <a:pt x="323935" y="212341"/>
                  </a:lnTo>
                  <a:lnTo>
                    <a:pt x="325696" y="207343"/>
                  </a:lnTo>
                  <a:lnTo>
                    <a:pt x="327297" y="202291"/>
                  </a:lnTo>
                  <a:lnTo>
                    <a:pt x="328738" y="197191"/>
                  </a:lnTo>
                  <a:lnTo>
                    <a:pt x="330016" y="192048"/>
                  </a:lnTo>
                  <a:lnTo>
                    <a:pt x="331131" y="186867"/>
                  </a:lnTo>
                  <a:lnTo>
                    <a:pt x="332081" y="181653"/>
                  </a:lnTo>
                  <a:lnTo>
                    <a:pt x="332865" y="176412"/>
                  </a:lnTo>
                  <a:lnTo>
                    <a:pt x="333483" y="171149"/>
                  </a:lnTo>
                  <a:lnTo>
                    <a:pt x="333933" y="165868"/>
                  </a:lnTo>
                  <a:lnTo>
                    <a:pt x="334216" y="160576"/>
                  </a:lnTo>
                  <a:lnTo>
                    <a:pt x="334331" y="155278"/>
                  </a:lnTo>
                  <a:lnTo>
                    <a:pt x="334278" y="149979"/>
                  </a:lnTo>
                  <a:lnTo>
                    <a:pt x="334057" y="144684"/>
                  </a:lnTo>
                  <a:lnTo>
                    <a:pt x="333668" y="139398"/>
                  </a:lnTo>
                  <a:lnTo>
                    <a:pt x="333112" y="134128"/>
                  </a:lnTo>
                  <a:lnTo>
                    <a:pt x="332389" y="128878"/>
                  </a:lnTo>
                  <a:lnTo>
                    <a:pt x="331500" y="123654"/>
                  </a:lnTo>
                  <a:lnTo>
                    <a:pt x="330446" y="118460"/>
                  </a:lnTo>
                  <a:lnTo>
                    <a:pt x="329228" y="113302"/>
                  </a:lnTo>
                  <a:lnTo>
                    <a:pt x="327847" y="108186"/>
                  </a:lnTo>
                  <a:lnTo>
                    <a:pt x="326305" y="103116"/>
                  </a:lnTo>
                  <a:lnTo>
                    <a:pt x="324602" y="98097"/>
                  </a:lnTo>
                  <a:lnTo>
                    <a:pt x="322741" y="93135"/>
                  </a:lnTo>
                  <a:lnTo>
                    <a:pt x="320724" y="88234"/>
                  </a:lnTo>
                  <a:lnTo>
                    <a:pt x="318553" y="83400"/>
                  </a:lnTo>
                  <a:lnTo>
                    <a:pt x="316230" y="78637"/>
                  </a:lnTo>
                  <a:lnTo>
                    <a:pt x="313756" y="73950"/>
                  </a:lnTo>
                  <a:lnTo>
                    <a:pt x="311136" y="69344"/>
                  </a:lnTo>
                  <a:lnTo>
                    <a:pt x="308370" y="64823"/>
                  </a:lnTo>
                  <a:lnTo>
                    <a:pt x="305463" y="60392"/>
                  </a:lnTo>
                  <a:lnTo>
                    <a:pt x="302417" y="56056"/>
                  </a:lnTo>
                  <a:lnTo>
                    <a:pt x="299235" y="51818"/>
                  </a:lnTo>
                  <a:lnTo>
                    <a:pt x="295920" y="47683"/>
                  </a:lnTo>
                  <a:lnTo>
                    <a:pt x="292476" y="43655"/>
                  </a:lnTo>
                  <a:lnTo>
                    <a:pt x="288905" y="39739"/>
                  </a:lnTo>
                  <a:lnTo>
                    <a:pt x="285213" y="35937"/>
                  </a:lnTo>
                  <a:lnTo>
                    <a:pt x="281402" y="32255"/>
                  </a:lnTo>
                  <a:lnTo>
                    <a:pt x="277475" y="28695"/>
                  </a:lnTo>
                  <a:lnTo>
                    <a:pt x="273439" y="25262"/>
                  </a:lnTo>
                  <a:lnTo>
                    <a:pt x="269295" y="21958"/>
                  </a:lnTo>
                  <a:lnTo>
                    <a:pt x="265049" y="18787"/>
                  </a:lnTo>
                  <a:lnTo>
                    <a:pt x="260704" y="15753"/>
                  </a:lnTo>
                  <a:lnTo>
                    <a:pt x="256265" y="12857"/>
                  </a:lnTo>
                  <a:lnTo>
                    <a:pt x="251737" y="10104"/>
                  </a:lnTo>
                  <a:lnTo>
                    <a:pt x="247124" y="7496"/>
                  </a:lnTo>
                  <a:lnTo>
                    <a:pt x="242430" y="5035"/>
                  </a:lnTo>
                  <a:lnTo>
                    <a:pt x="237661" y="2725"/>
                  </a:lnTo>
                  <a:lnTo>
                    <a:pt x="232821" y="566"/>
                  </a:lnTo>
                  <a:lnTo>
                    <a:pt x="167166" y="1543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88720" y="1322571"/>
              <a:ext cx="65654" cy="167167"/>
            </a:xfrm>
            <a:custGeom>
              <a:avLst/>
              <a:pathLst>
                <a:path w="65654" h="167167">
                  <a:moveTo>
                    <a:pt x="65654" y="13432"/>
                  </a:moveTo>
                  <a:lnTo>
                    <a:pt x="59970" y="11127"/>
                  </a:lnTo>
                  <a:lnTo>
                    <a:pt x="54206" y="9032"/>
                  </a:lnTo>
                  <a:lnTo>
                    <a:pt x="48368" y="7150"/>
                  </a:lnTo>
                  <a:lnTo>
                    <a:pt x="42465" y="5483"/>
                  </a:lnTo>
                  <a:lnTo>
                    <a:pt x="36506" y="4034"/>
                  </a:lnTo>
                  <a:lnTo>
                    <a:pt x="30497" y="2805"/>
                  </a:lnTo>
                  <a:lnTo>
                    <a:pt x="24447" y="1797"/>
                  </a:lnTo>
                  <a:lnTo>
                    <a:pt x="18364" y="1011"/>
                  </a:lnTo>
                  <a:lnTo>
                    <a:pt x="12256" y="449"/>
                  </a:lnTo>
                  <a:lnTo>
                    <a:pt x="6132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76042" y="1681503"/>
              <a:ext cx="10482" cy="167167"/>
            </a:xfrm>
            <a:custGeom>
              <a:avLst/>
              <a:pathLst>
                <a:path w="10482" h="167167">
                  <a:moveTo>
                    <a:pt x="10482" y="0"/>
                  </a:moveTo>
                  <a:lnTo>
                    <a:pt x="0" y="328"/>
                  </a:lnTo>
                  <a:lnTo>
                    <a:pt x="104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6042" y="1681832"/>
              <a:ext cx="10482" cy="166838"/>
            </a:xfrm>
            <a:custGeom>
              <a:avLst/>
              <a:pathLst>
                <a:path w="10482" h="166838">
                  <a:moveTo>
                    <a:pt x="0" y="0"/>
                  </a:moveTo>
                  <a:lnTo>
                    <a:pt x="10482" y="1668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944553" y="1681832"/>
              <a:ext cx="141971" cy="166838"/>
            </a:xfrm>
            <a:custGeom>
              <a:avLst/>
              <a:pathLst>
                <a:path w="141971" h="166838">
                  <a:moveTo>
                    <a:pt x="131488" y="0"/>
                  </a:moveTo>
                  <a:lnTo>
                    <a:pt x="126019" y="433"/>
                  </a:lnTo>
                  <a:lnTo>
                    <a:pt x="120567" y="1046"/>
                  </a:lnTo>
                  <a:lnTo>
                    <a:pt x="115137" y="1838"/>
                  </a:lnTo>
                  <a:lnTo>
                    <a:pt x="109737" y="2808"/>
                  </a:lnTo>
                  <a:lnTo>
                    <a:pt x="104371" y="3954"/>
                  </a:lnTo>
                  <a:lnTo>
                    <a:pt x="99046" y="5275"/>
                  </a:lnTo>
                  <a:lnTo>
                    <a:pt x="93767" y="6771"/>
                  </a:lnTo>
                  <a:lnTo>
                    <a:pt x="88540" y="8439"/>
                  </a:lnTo>
                  <a:lnTo>
                    <a:pt x="83371" y="10278"/>
                  </a:lnTo>
                  <a:lnTo>
                    <a:pt x="78265" y="12285"/>
                  </a:lnTo>
                  <a:lnTo>
                    <a:pt x="73227" y="14459"/>
                  </a:lnTo>
                  <a:lnTo>
                    <a:pt x="68263" y="16797"/>
                  </a:lnTo>
                  <a:lnTo>
                    <a:pt x="63379" y="19297"/>
                  </a:lnTo>
                  <a:lnTo>
                    <a:pt x="58580" y="21956"/>
                  </a:lnTo>
                  <a:lnTo>
                    <a:pt x="53870" y="24770"/>
                  </a:lnTo>
                  <a:lnTo>
                    <a:pt x="49255" y="27738"/>
                  </a:lnTo>
                  <a:lnTo>
                    <a:pt x="44740" y="30856"/>
                  </a:lnTo>
                  <a:lnTo>
                    <a:pt x="40330" y="34120"/>
                  </a:lnTo>
                  <a:lnTo>
                    <a:pt x="36030" y="37527"/>
                  </a:lnTo>
                  <a:lnTo>
                    <a:pt x="31843" y="41073"/>
                  </a:lnTo>
                  <a:lnTo>
                    <a:pt x="27775" y="44755"/>
                  </a:lnTo>
                  <a:lnTo>
                    <a:pt x="23830" y="48568"/>
                  </a:lnTo>
                  <a:lnTo>
                    <a:pt x="20013" y="52509"/>
                  </a:lnTo>
                  <a:lnTo>
                    <a:pt x="16326" y="56573"/>
                  </a:lnTo>
                  <a:lnTo>
                    <a:pt x="12775" y="60755"/>
                  </a:lnTo>
                  <a:lnTo>
                    <a:pt x="9364" y="65052"/>
                  </a:lnTo>
                  <a:lnTo>
                    <a:pt x="6095" y="69459"/>
                  </a:lnTo>
                  <a:lnTo>
                    <a:pt x="2972" y="73971"/>
                  </a:lnTo>
                  <a:lnTo>
                    <a:pt x="0" y="78582"/>
                  </a:lnTo>
                  <a:lnTo>
                    <a:pt x="141971" y="16683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19376" y="1681503"/>
              <a:ext cx="334295" cy="334334"/>
            </a:xfrm>
            <a:custGeom>
              <a:avLst/>
              <a:pathLst>
                <a:path w="334295" h="334334">
                  <a:moveTo>
                    <a:pt x="25177" y="78911"/>
                  </a:moveTo>
                  <a:lnTo>
                    <a:pt x="22447" y="83461"/>
                  </a:lnTo>
                  <a:lnTo>
                    <a:pt x="19864" y="88095"/>
                  </a:lnTo>
                  <a:lnTo>
                    <a:pt x="17429" y="92808"/>
                  </a:lnTo>
                  <a:lnTo>
                    <a:pt x="15145" y="97597"/>
                  </a:lnTo>
                  <a:lnTo>
                    <a:pt x="13014" y="102455"/>
                  </a:lnTo>
                  <a:lnTo>
                    <a:pt x="11038" y="107379"/>
                  </a:lnTo>
                  <a:lnTo>
                    <a:pt x="9219" y="112363"/>
                  </a:lnTo>
                  <a:lnTo>
                    <a:pt x="7560" y="117402"/>
                  </a:lnTo>
                  <a:lnTo>
                    <a:pt x="6061" y="122491"/>
                  </a:lnTo>
                  <a:lnTo>
                    <a:pt x="4724" y="127626"/>
                  </a:lnTo>
                  <a:lnTo>
                    <a:pt x="3551" y="132800"/>
                  </a:lnTo>
                  <a:lnTo>
                    <a:pt x="2543" y="138009"/>
                  </a:lnTo>
                  <a:lnTo>
                    <a:pt x="1701" y="143247"/>
                  </a:lnTo>
                  <a:lnTo>
                    <a:pt x="1025" y="148509"/>
                  </a:lnTo>
                  <a:lnTo>
                    <a:pt x="517" y="153790"/>
                  </a:lnTo>
                  <a:lnTo>
                    <a:pt x="176" y="159084"/>
                  </a:lnTo>
                  <a:lnTo>
                    <a:pt x="4" y="164387"/>
                  </a:lnTo>
                  <a:lnTo>
                    <a:pt x="0" y="169692"/>
                  </a:lnTo>
                  <a:lnTo>
                    <a:pt x="164" y="174995"/>
                  </a:lnTo>
                  <a:lnTo>
                    <a:pt x="496" y="180290"/>
                  </a:lnTo>
                  <a:lnTo>
                    <a:pt x="997" y="185572"/>
                  </a:lnTo>
                  <a:lnTo>
                    <a:pt x="1664" y="190835"/>
                  </a:lnTo>
                  <a:lnTo>
                    <a:pt x="2499" y="196074"/>
                  </a:lnTo>
                  <a:lnTo>
                    <a:pt x="3499" y="201285"/>
                  </a:lnTo>
                  <a:lnTo>
                    <a:pt x="4664" y="206461"/>
                  </a:lnTo>
                  <a:lnTo>
                    <a:pt x="5993" y="211597"/>
                  </a:lnTo>
                  <a:lnTo>
                    <a:pt x="7484" y="216689"/>
                  </a:lnTo>
                  <a:lnTo>
                    <a:pt x="9136" y="221730"/>
                  </a:lnTo>
                  <a:lnTo>
                    <a:pt x="10947" y="226717"/>
                  </a:lnTo>
                  <a:lnTo>
                    <a:pt x="12915" y="231644"/>
                  </a:lnTo>
                  <a:lnTo>
                    <a:pt x="15039" y="236505"/>
                  </a:lnTo>
                  <a:lnTo>
                    <a:pt x="17316" y="241297"/>
                  </a:lnTo>
                  <a:lnTo>
                    <a:pt x="19744" y="246015"/>
                  </a:lnTo>
                  <a:lnTo>
                    <a:pt x="22320" y="250653"/>
                  </a:lnTo>
                  <a:lnTo>
                    <a:pt x="25042" y="255206"/>
                  </a:lnTo>
                  <a:lnTo>
                    <a:pt x="27908" y="259672"/>
                  </a:lnTo>
                  <a:lnTo>
                    <a:pt x="30913" y="264043"/>
                  </a:lnTo>
                  <a:lnTo>
                    <a:pt x="34056" y="268318"/>
                  </a:lnTo>
                  <a:lnTo>
                    <a:pt x="37333" y="272490"/>
                  </a:lnTo>
                  <a:lnTo>
                    <a:pt x="40740" y="276557"/>
                  </a:lnTo>
                  <a:lnTo>
                    <a:pt x="44275" y="280513"/>
                  </a:lnTo>
                  <a:lnTo>
                    <a:pt x="47934" y="284355"/>
                  </a:lnTo>
                  <a:lnTo>
                    <a:pt x="51713" y="288079"/>
                  </a:lnTo>
                  <a:lnTo>
                    <a:pt x="55608" y="291681"/>
                  </a:lnTo>
                  <a:lnTo>
                    <a:pt x="59615" y="295158"/>
                  </a:lnTo>
                  <a:lnTo>
                    <a:pt x="63731" y="298506"/>
                  </a:lnTo>
                  <a:lnTo>
                    <a:pt x="67951" y="301721"/>
                  </a:lnTo>
                  <a:lnTo>
                    <a:pt x="72271" y="304801"/>
                  </a:lnTo>
                  <a:lnTo>
                    <a:pt x="76686" y="307743"/>
                  </a:lnTo>
                  <a:lnTo>
                    <a:pt x="81192" y="310543"/>
                  </a:lnTo>
                  <a:lnTo>
                    <a:pt x="85785" y="313198"/>
                  </a:lnTo>
                  <a:lnTo>
                    <a:pt x="90460" y="315706"/>
                  </a:lnTo>
                  <a:lnTo>
                    <a:pt x="95213" y="318065"/>
                  </a:lnTo>
                  <a:lnTo>
                    <a:pt x="100037" y="320272"/>
                  </a:lnTo>
                  <a:lnTo>
                    <a:pt x="104930" y="322324"/>
                  </a:lnTo>
                  <a:lnTo>
                    <a:pt x="109885" y="324221"/>
                  </a:lnTo>
                  <a:lnTo>
                    <a:pt x="114897" y="325959"/>
                  </a:lnTo>
                  <a:lnTo>
                    <a:pt x="119962" y="327537"/>
                  </a:lnTo>
                  <a:lnTo>
                    <a:pt x="125075" y="328953"/>
                  </a:lnTo>
                  <a:lnTo>
                    <a:pt x="130230" y="330207"/>
                  </a:lnTo>
                  <a:lnTo>
                    <a:pt x="135423" y="331296"/>
                  </a:lnTo>
                  <a:lnTo>
                    <a:pt x="140647" y="332220"/>
                  </a:lnTo>
                  <a:lnTo>
                    <a:pt x="145898" y="332978"/>
                  </a:lnTo>
                  <a:lnTo>
                    <a:pt x="151171" y="333569"/>
                  </a:lnTo>
                  <a:lnTo>
                    <a:pt x="156459" y="333992"/>
                  </a:lnTo>
                  <a:lnTo>
                    <a:pt x="161758" y="334247"/>
                  </a:lnTo>
                  <a:lnTo>
                    <a:pt x="167063" y="334334"/>
                  </a:lnTo>
                  <a:lnTo>
                    <a:pt x="172368" y="334253"/>
                  </a:lnTo>
                  <a:lnTo>
                    <a:pt x="177667" y="334003"/>
                  </a:lnTo>
                  <a:lnTo>
                    <a:pt x="182956" y="333585"/>
                  </a:lnTo>
                  <a:lnTo>
                    <a:pt x="188229" y="333000"/>
                  </a:lnTo>
                  <a:lnTo>
                    <a:pt x="193481" y="332247"/>
                  </a:lnTo>
                  <a:lnTo>
                    <a:pt x="198706" y="331329"/>
                  </a:lnTo>
                  <a:lnTo>
                    <a:pt x="203900" y="330244"/>
                  </a:lnTo>
                  <a:lnTo>
                    <a:pt x="209056" y="328996"/>
                  </a:lnTo>
                  <a:lnTo>
                    <a:pt x="214170" y="327585"/>
                  </a:lnTo>
                  <a:lnTo>
                    <a:pt x="219237" y="326012"/>
                  </a:lnTo>
                  <a:lnTo>
                    <a:pt x="224252" y="324279"/>
                  </a:lnTo>
                  <a:lnTo>
                    <a:pt x="229208" y="322388"/>
                  </a:lnTo>
                  <a:lnTo>
                    <a:pt x="234103" y="320340"/>
                  </a:lnTo>
                  <a:lnTo>
                    <a:pt x="238930" y="318138"/>
                  </a:lnTo>
                  <a:lnTo>
                    <a:pt x="243684" y="315784"/>
                  </a:lnTo>
                  <a:lnTo>
                    <a:pt x="248362" y="313281"/>
                  </a:lnTo>
                  <a:lnTo>
                    <a:pt x="252958" y="310630"/>
                  </a:lnTo>
                  <a:lnTo>
                    <a:pt x="257467" y="307835"/>
                  </a:lnTo>
                  <a:lnTo>
                    <a:pt x="261885" y="304898"/>
                  </a:lnTo>
                  <a:lnTo>
                    <a:pt x="266208" y="301822"/>
                  </a:lnTo>
                  <a:lnTo>
                    <a:pt x="270431" y="298611"/>
                  </a:lnTo>
                  <a:lnTo>
                    <a:pt x="274550" y="295267"/>
                  </a:lnTo>
                  <a:lnTo>
                    <a:pt x="278561" y="291794"/>
                  </a:lnTo>
                  <a:lnTo>
                    <a:pt x="282460" y="288196"/>
                  </a:lnTo>
                  <a:lnTo>
                    <a:pt x="286243" y="284476"/>
                  </a:lnTo>
                  <a:lnTo>
                    <a:pt x="289905" y="280638"/>
                  </a:lnTo>
                  <a:lnTo>
                    <a:pt x="293444" y="276685"/>
                  </a:lnTo>
                  <a:lnTo>
                    <a:pt x="296856" y="272622"/>
                  </a:lnTo>
                  <a:lnTo>
                    <a:pt x="300137" y="268453"/>
                  </a:lnTo>
                  <a:lnTo>
                    <a:pt x="303284" y="264182"/>
                  </a:lnTo>
                  <a:lnTo>
                    <a:pt x="306294" y="259813"/>
                  </a:lnTo>
                  <a:lnTo>
                    <a:pt x="309164" y="255351"/>
                  </a:lnTo>
                  <a:lnTo>
                    <a:pt x="311891" y="250800"/>
                  </a:lnTo>
                  <a:lnTo>
                    <a:pt x="314472" y="246164"/>
                  </a:lnTo>
                  <a:lnTo>
                    <a:pt x="316904" y="241450"/>
                  </a:lnTo>
                  <a:lnTo>
                    <a:pt x="319186" y="236660"/>
                  </a:lnTo>
                  <a:lnTo>
                    <a:pt x="321315" y="231800"/>
                  </a:lnTo>
                  <a:lnTo>
                    <a:pt x="323288" y="226876"/>
                  </a:lnTo>
                  <a:lnTo>
                    <a:pt x="325104" y="221891"/>
                  </a:lnTo>
                  <a:lnTo>
                    <a:pt x="326761" y="216851"/>
                  </a:lnTo>
                  <a:lnTo>
                    <a:pt x="328258" y="211761"/>
                  </a:lnTo>
                  <a:lnTo>
                    <a:pt x="329592" y="206626"/>
                  </a:lnTo>
                  <a:lnTo>
                    <a:pt x="330762" y="201451"/>
                  </a:lnTo>
                  <a:lnTo>
                    <a:pt x="331767" y="196242"/>
                  </a:lnTo>
                  <a:lnTo>
                    <a:pt x="332607" y="191003"/>
                  </a:lnTo>
                  <a:lnTo>
                    <a:pt x="333280" y="185741"/>
                  </a:lnTo>
                  <a:lnTo>
                    <a:pt x="333786" y="180459"/>
                  </a:lnTo>
                  <a:lnTo>
                    <a:pt x="334124" y="175165"/>
                  </a:lnTo>
                  <a:lnTo>
                    <a:pt x="334294" y="169862"/>
                  </a:lnTo>
                  <a:lnTo>
                    <a:pt x="334295" y="164557"/>
                  </a:lnTo>
                  <a:lnTo>
                    <a:pt x="334128" y="159254"/>
                  </a:lnTo>
                  <a:lnTo>
                    <a:pt x="333793" y="153959"/>
                  </a:lnTo>
                  <a:lnTo>
                    <a:pt x="333290" y="148678"/>
                  </a:lnTo>
                  <a:lnTo>
                    <a:pt x="332619" y="143415"/>
                  </a:lnTo>
                  <a:lnTo>
                    <a:pt x="331782" y="138176"/>
                  </a:lnTo>
                  <a:lnTo>
                    <a:pt x="330779" y="132966"/>
                  </a:lnTo>
                  <a:lnTo>
                    <a:pt x="329612" y="127791"/>
                  </a:lnTo>
                  <a:lnTo>
                    <a:pt x="328280" y="122655"/>
                  </a:lnTo>
                  <a:lnTo>
                    <a:pt x="326787" y="117564"/>
                  </a:lnTo>
                  <a:lnTo>
                    <a:pt x="325132" y="112523"/>
                  </a:lnTo>
                  <a:lnTo>
                    <a:pt x="323319" y="107538"/>
                  </a:lnTo>
                  <a:lnTo>
                    <a:pt x="321348" y="102612"/>
                  </a:lnTo>
                  <a:lnTo>
                    <a:pt x="319222" y="97751"/>
                  </a:lnTo>
                  <a:lnTo>
                    <a:pt x="316942" y="92960"/>
                  </a:lnTo>
                  <a:lnTo>
                    <a:pt x="314512" y="88244"/>
                  </a:lnTo>
                  <a:lnTo>
                    <a:pt x="311933" y="83608"/>
                  </a:lnTo>
                  <a:lnTo>
                    <a:pt x="309209" y="79055"/>
                  </a:lnTo>
                  <a:lnTo>
                    <a:pt x="306341" y="74592"/>
                  </a:lnTo>
                  <a:lnTo>
                    <a:pt x="303333" y="70221"/>
                  </a:lnTo>
                  <a:lnTo>
                    <a:pt x="300188" y="65949"/>
                  </a:lnTo>
                  <a:lnTo>
                    <a:pt x="296909" y="61778"/>
                  </a:lnTo>
                  <a:lnTo>
                    <a:pt x="293500" y="57713"/>
                  </a:lnTo>
                  <a:lnTo>
                    <a:pt x="289963" y="53759"/>
                  </a:lnTo>
                  <a:lnTo>
                    <a:pt x="286302" y="49918"/>
                  </a:lnTo>
                  <a:lnTo>
                    <a:pt x="282522" y="46196"/>
                  </a:lnTo>
                  <a:lnTo>
                    <a:pt x="278625" y="42596"/>
                  </a:lnTo>
                  <a:lnTo>
                    <a:pt x="274615" y="39121"/>
                  </a:lnTo>
                  <a:lnTo>
                    <a:pt x="270498" y="35776"/>
                  </a:lnTo>
                  <a:lnTo>
                    <a:pt x="266277" y="32562"/>
                  </a:lnTo>
                  <a:lnTo>
                    <a:pt x="261955" y="29484"/>
                  </a:lnTo>
                  <a:lnTo>
                    <a:pt x="257538" y="26545"/>
                  </a:lnTo>
                  <a:lnTo>
                    <a:pt x="253031" y="23748"/>
                  </a:lnTo>
                  <a:lnTo>
                    <a:pt x="248436" y="21094"/>
                  </a:lnTo>
                  <a:lnTo>
                    <a:pt x="243760" y="18588"/>
                  </a:lnTo>
                  <a:lnTo>
                    <a:pt x="239006" y="16232"/>
                  </a:lnTo>
                  <a:lnTo>
                    <a:pt x="234181" y="14028"/>
                  </a:lnTo>
                  <a:lnTo>
                    <a:pt x="229287" y="11978"/>
                  </a:lnTo>
                  <a:lnTo>
                    <a:pt x="224331" y="10084"/>
                  </a:lnTo>
                  <a:lnTo>
                    <a:pt x="219318" y="8349"/>
                  </a:lnTo>
                  <a:lnTo>
                    <a:pt x="214252" y="6773"/>
                  </a:lnTo>
                  <a:lnTo>
                    <a:pt x="209138" y="5359"/>
                  </a:lnTo>
                  <a:lnTo>
                    <a:pt x="203982" y="4108"/>
                  </a:lnTo>
                  <a:lnTo>
                    <a:pt x="198790" y="3021"/>
                  </a:lnTo>
                  <a:lnTo>
                    <a:pt x="193565" y="2100"/>
                  </a:lnTo>
                  <a:lnTo>
                    <a:pt x="188313" y="1345"/>
                  </a:lnTo>
                  <a:lnTo>
                    <a:pt x="183041" y="757"/>
                  </a:lnTo>
                  <a:lnTo>
                    <a:pt x="177752" y="336"/>
                  </a:lnTo>
                  <a:lnTo>
                    <a:pt x="172453" y="84"/>
                  </a:lnTo>
                  <a:lnTo>
                    <a:pt x="167148" y="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51159" y="2126963"/>
              <a:ext cx="30127" cy="167167"/>
            </a:xfrm>
            <a:custGeom>
              <a:avLst/>
              <a:pathLst>
                <a:path w="30127" h="167167">
                  <a:moveTo>
                    <a:pt x="30127" y="0"/>
                  </a:moveTo>
                  <a:lnTo>
                    <a:pt x="22557" y="171"/>
                  </a:lnTo>
                  <a:lnTo>
                    <a:pt x="15001" y="685"/>
                  </a:lnTo>
                  <a:lnTo>
                    <a:pt x="7477" y="1541"/>
                  </a:lnTo>
                  <a:lnTo>
                    <a:pt x="0" y="2737"/>
                  </a:lnTo>
                  <a:lnTo>
                    <a:pt x="3012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51159" y="2129700"/>
              <a:ext cx="30127" cy="164430"/>
            </a:xfrm>
            <a:custGeom>
              <a:avLst/>
              <a:pathLst>
                <a:path w="30127" h="164430">
                  <a:moveTo>
                    <a:pt x="0" y="0"/>
                  </a:moveTo>
                  <a:lnTo>
                    <a:pt x="30127" y="1644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614120" y="2127627"/>
              <a:ext cx="334331" cy="333653"/>
            </a:xfrm>
            <a:custGeom>
              <a:avLst/>
              <a:pathLst>
                <a:path w="334331" h="333653">
                  <a:moveTo>
                    <a:pt x="137038" y="2073"/>
                  </a:moveTo>
                  <a:lnTo>
                    <a:pt x="131851" y="3108"/>
                  </a:lnTo>
                  <a:lnTo>
                    <a:pt x="126698" y="4308"/>
                  </a:lnTo>
                  <a:lnTo>
                    <a:pt x="121587" y="5669"/>
                  </a:lnTo>
                  <a:lnTo>
                    <a:pt x="116521" y="7192"/>
                  </a:lnTo>
                  <a:lnTo>
                    <a:pt x="111505" y="8874"/>
                  </a:lnTo>
                  <a:lnTo>
                    <a:pt x="106545" y="10714"/>
                  </a:lnTo>
                  <a:lnTo>
                    <a:pt x="101647" y="12711"/>
                  </a:lnTo>
                  <a:lnTo>
                    <a:pt x="96813" y="14861"/>
                  </a:lnTo>
                  <a:lnTo>
                    <a:pt x="92050" y="17163"/>
                  </a:lnTo>
                  <a:lnTo>
                    <a:pt x="87363" y="19614"/>
                  </a:lnTo>
                  <a:lnTo>
                    <a:pt x="82755" y="22213"/>
                  </a:lnTo>
                  <a:lnTo>
                    <a:pt x="78232" y="24956"/>
                  </a:lnTo>
                  <a:lnTo>
                    <a:pt x="73797" y="27841"/>
                  </a:lnTo>
                  <a:lnTo>
                    <a:pt x="69457" y="30865"/>
                  </a:lnTo>
                  <a:lnTo>
                    <a:pt x="65214" y="34024"/>
                  </a:lnTo>
                  <a:lnTo>
                    <a:pt x="61073" y="37316"/>
                  </a:lnTo>
                  <a:lnTo>
                    <a:pt x="57039" y="40738"/>
                  </a:lnTo>
                  <a:lnTo>
                    <a:pt x="53114" y="44285"/>
                  </a:lnTo>
                  <a:lnTo>
                    <a:pt x="49304" y="47955"/>
                  </a:lnTo>
                  <a:lnTo>
                    <a:pt x="45612" y="51744"/>
                  </a:lnTo>
                  <a:lnTo>
                    <a:pt x="42042" y="55648"/>
                  </a:lnTo>
                  <a:lnTo>
                    <a:pt x="38597" y="59662"/>
                  </a:lnTo>
                  <a:lnTo>
                    <a:pt x="35281" y="63784"/>
                  </a:lnTo>
                  <a:lnTo>
                    <a:pt x="32097" y="68008"/>
                  </a:lnTo>
                  <a:lnTo>
                    <a:pt x="29048" y="72331"/>
                  </a:lnTo>
                  <a:lnTo>
                    <a:pt x="26138" y="76749"/>
                  </a:lnTo>
                  <a:lnTo>
                    <a:pt x="23368" y="81256"/>
                  </a:lnTo>
                  <a:lnTo>
                    <a:pt x="20743" y="85848"/>
                  </a:lnTo>
                  <a:lnTo>
                    <a:pt x="18264" y="90522"/>
                  </a:lnTo>
                  <a:lnTo>
                    <a:pt x="15935" y="95271"/>
                  </a:lnTo>
                  <a:lnTo>
                    <a:pt x="13757" y="100092"/>
                  </a:lnTo>
                  <a:lnTo>
                    <a:pt x="11732" y="104979"/>
                  </a:lnTo>
                  <a:lnTo>
                    <a:pt x="9863" y="109928"/>
                  </a:lnTo>
                  <a:lnTo>
                    <a:pt x="8152" y="114934"/>
                  </a:lnTo>
                  <a:lnTo>
                    <a:pt x="6600" y="119991"/>
                  </a:lnTo>
                  <a:lnTo>
                    <a:pt x="5208" y="125095"/>
                  </a:lnTo>
                  <a:lnTo>
                    <a:pt x="3979" y="130240"/>
                  </a:lnTo>
                  <a:lnTo>
                    <a:pt x="2914" y="135422"/>
                  </a:lnTo>
                  <a:lnTo>
                    <a:pt x="2012" y="140634"/>
                  </a:lnTo>
                  <a:lnTo>
                    <a:pt x="1277" y="145873"/>
                  </a:lnTo>
                  <a:lnTo>
                    <a:pt x="707" y="151132"/>
                  </a:lnTo>
                  <a:lnTo>
                    <a:pt x="304" y="156407"/>
                  </a:lnTo>
                  <a:lnTo>
                    <a:pt x="68" y="161692"/>
                  </a:lnTo>
                  <a:lnTo>
                    <a:pt x="0" y="166981"/>
                  </a:lnTo>
                  <a:lnTo>
                    <a:pt x="98" y="172270"/>
                  </a:lnTo>
                  <a:lnTo>
                    <a:pt x="364" y="177554"/>
                  </a:lnTo>
                  <a:lnTo>
                    <a:pt x="798" y="182826"/>
                  </a:lnTo>
                  <a:lnTo>
                    <a:pt x="1397" y="188082"/>
                  </a:lnTo>
                  <a:lnTo>
                    <a:pt x="2163" y="193316"/>
                  </a:lnTo>
                  <a:lnTo>
                    <a:pt x="3094" y="198524"/>
                  </a:lnTo>
                  <a:lnTo>
                    <a:pt x="4190" y="203699"/>
                  </a:lnTo>
                  <a:lnTo>
                    <a:pt x="5448" y="208837"/>
                  </a:lnTo>
                  <a:lnTo>
                    <a:pt x="6869" y="213933"/>
                  </a:lnTo>
                  <a:lnTo>
                    <a:pt x="8450" y="218981"/>
                  </a:lnTo>
                  <a:lnTo>
                    <a:pt x="10189" y="223977"/>
                  </a:lnTo>
                  <a:lnTo>
                    <a:pt x="12087" y="228915"/>
                  </a:lnTo>
                  <a:lnTo>
                    <a:pt x="14139" y="233791"/>
                  </a:lnTo>
                  <a:lnTo>
                    <a:pt x="16345" y="238599"/>
                  </a:lnTo>
                  <a:lnTo>
                    <a:pt x="18701" y="243335"/>
                  </a:lnTo>
                  <a:lnTo>
                    <a:pt x="21207" y="247994"/>
                  </a:lnTo>
                  <a:lnTo>
                    <a:pt x="23858" y="252572"/>
                  </a:lnTo>
                  <a:lnTo>
                    <a:pt x="26653" y="257063"/>
                  </a:lnTo>
                  <a:lnTo>
                    <a:pt x="29589" y="261464"/>
                  </a:lnTo>
                  <a:lnTo>
                    <a:pt x="32663" y="265769"/>
                  </a:lnTo>
                  <a:lnTo>
                    <a:pt x="35871" y="269975"/>
                  </a:lnTo>
                  <a:lnTo>
                    <a:pt x="39211" y="274078"/>
                  </a:lnTo>
                  <a:lnTo>
                    <a:pt x="42679" y="278073"/>
                  </a:lnTo>
                  <a:lnTo>
                    <a:pt x="46271" y="281956"/>
                  </a:lnTo>
                  <a:lnTo>
                    <a:pt x="49985" y="285723"/>
                  </a:lnTo>
                  <a:lnTo>
                    <a:pt x="53816" y="289371"/>
                  </a:lnTo>
                  <a:lnTo>
                    <a:pt x="57760" y="292896"/>
                  </a:lnTo>
                  <a:lnTo>
                    <a:pt x="61814" y="296295"/>
                  </a:lnTo>
                  <a:lnTo>
                    <a:pt x="65973" y="299563"/>
                  </a:lnTo>
                  <a:lnTo>
                    <a:pt x="70234" y="302698"/>
                  </a:lnTo>
                  <a:lnTo>
                    <a:pt x="74592" y="305697"/>
                  </a:lnTo>
                  <a:lnTo>
                    <a:pt x="79043" y="308557"/>
                  </a:lnTo>
                  <a:lnTo>
                    <a:pt x="83582" y="311274"/>
                  </a:lnTo>
                  <a:lnTo>
                    <a:pt x="88204" y="313846"/>
                  </a:lnTo>
                  <a:lnTo>
                    <a:pt x="92906" y="316271"/>
                  </a:lnTo>
                  <a:lnTo>
                    <a:pt x="97682" y="318545"/>
                  </a:lnTo>
                  <a:lnTo>
                    <a:pt x="102527" y="320668"/>
                  </a:lnTo>
                  <a:lnTo>
                    <a:pt x="107438" y="322636"/>
                  </a:lnTo>
                  <a:lnTo>
                    <a:pt x="112408" y="324448"/>
                  </a:lnTo>
                  <a:lnTo>
                    <a:pt x="117433" y="326101"/>
                  </a:lnTo>
                  <a:lnTo>
                    <a:pt x="122508" y="327595"/>
                  </a:lnTo>
                  <a:lnTo>
                    <a:pt x="127627" y="328927"/>
                  </a:lnTo>
                  <a:lnTo>
                    <a:pt x="132786" y="330097"/>
                  </a:lnTo>
                  <a:lnTo>
                    <a:pt x="137980" y="331103"/>
                  </a:lnTo>
                  <a:lnTo>
                    <a:pt x="143202" y="331944"/>
                  </a:lnTo>
                  <a:lnTo>
                    <a:pt x="148449" y="332619"/>
                  </a:lnTo>
                  <a:lnTo>
                    <a:pt x="153715" y="333128"/>
                  </a:lnTo>
                  <a:lnTo>
                    <a:pt x="158994" y="333471"/>
                  </a:lnTo>
                  <a:lnTo>
                    <a:pt x="164281" y="333646"/>
                  </a:lnTo>
                  <a:lnTo>
                    <a:pt x="169571" y="333653"/>
                  </a:lnTo>
                  <a:lnTo>
                    <a:pt x="174858" y="333493"/>
                  </a:lnTo>
                  <a:lnTo>
                    <a:pt x="180138" y="333166"/>
                  </a:lnTo>
                  <a:lnTo>
                    <a:pt x="185405" y="332672"/>
                  </a:lnTo>
                  <a:lnTo>
                    <a:pt x="190654" y="332012"/>
                  </a:lnTo>
                  <a:lnTo>
                    <a:pt x="195879" y="331186"/>
                  </a:lnTo>
                  <a:lnTo>
                    <a:pt x="201075" y="330195"/>
                  </a:lnTo>
                  <a:lnTo>
                    <a:pt x="206238" y="329040"/>
                  </a:lnTo>
                  <a:lnTo>
                    <a:pt x="211361" y="327723"/>
                  </a:lnTo>
                  <a:lnTo>
                    <a:pt x="216440" y="326244"/>
                  </a:lnTo>
                  <a:lnTo>
                    <a:pt x="221470" y="324604"/>
                  </a:lnTo>
                  <a:lnTo>
                    <a:pt x="226445" y="322807"/>
                  </a:lnTo>
                  <a:lnTo>
                    <a:pt x="231361" y="320853"/>
                  </a:lnTo>
                  <a:lnTo>
                    <a:pt x="236213" y="318745"/>
                  </a:lnTo>
                  <a:lnTo>
                    <a:pt x="240995" y="316484"/>
                  </a:lnTo>
                  <a:lnTo>
                    <a:pt x="245704" y="314073"/>
                  </a:lnTo>
                  <a:lnTo>
                    <a:pt x="250334" y="311514"/>
                  </a:lnTo>
                  <a:lnTo>
                    <a:pt x="254880" y="308810"/>
                  </a:lnTo>
                  <a:lnTo>
                    <a:pt x="259339" y="305963"/>
                  </a:lnTo>
                  <a:lnTo>
                    <a:pt x="263706" y="302977"/>
                  </a:lnTo>
                  <a:lnTo>
                    <a:pt x="267976" y="299854"/>
                  </a:lnTo>
                  <a:lnTo>
                    <a:pt x="272145" y="296597"/>
                  </a:lnTo>
                  <a:lnTo>
                    <a:pt x="276208" y="293210"/>
                  </a:lnTo>
                  <a:lnTo>
                    <a:pt x="280163" y="289697"/>
                  </a:lnTo>
                  <a:lnTo>
                    <a:pt x="284004" y="286060"/>
                  </a:lnTo>
                  <a:lnTo>
                    <a:pt x="287729" y="282303"/>
                  </a:lnTo>
                  <a:lnTo>
                    <a:pt x="291332" y="278430"/>
                  </a:lnTo>
                  <a:lnTo>
                    <a:pt x="294812" y="274446"/>
                  </a:lnTo>
                  <a:lnTo>
                    <a:pt x="298163" y="270353"/>
                  </a:lnTo>
                  <a:lnTo>
                    <a:pt x="301384" y="266156"/>
                  </a:lnTo>
                  <a:lnTo>
                    <a:pt x="304469" y="261859"/>
                  </a:lnTo>
                  <a:lnTo>
                    <a:pt x="307418" y="257467"/>
                  </a:lnTo>
                  <a:lnTo>
                    <a:pt x="310226" y="252984"/>
                  </a:lnTo>
                  <a:lnTo>
                    <a:pt x="312891" y="248414"/>
                  </a:lnTo>
                  <a:lnTo>
                    <a:pt x="315409" y="243762"/>
                  </a:lnTo>
                  <a:lnTo>
                    <a:pt x="317780" y="239033"/>
                  </a:lnTo>
                  <a:lnTo>
                    <a:pt x="319999" y="234231"/>
                  </a:lnTo>
                  <a:lnTo>
                    <a:pt x="322066" y="229361"/>
                  </a:lnTo>
                  <a:lnTo>
                    <a:pt x="323977" y="224428"/>
                  </a:lnTo>
                  <a:lnTo>
                    <a:pt x="325731" y="219438"/>
                  </a:lnTo>
                  <a:lnTo>
                    <a:pt x="327327" y="214394"/>
                  </a:lnTo>
                  <a:lnTo>
                    <a:pt x="328762" y="209302"/>
                  </a:lnTo>
                  <a:lnTo>
                    <a:pt x="330035" y="204168"/>
                  </a:lnTo>
                  <a:lnTo>
                    <a:pt x="331145" y="198996"/>
                  </a:lnTo>
                  <a:lnTo>
                    <a:pt x="332091" y="193791"/>
                  </a:lnTo>
                  <a:lnTo>
                    <a:pt x="332872" y="188559"/>
                  </a:lnTo>
                  <a:lnTo>
                    <a:pt x="333487" y="183305"/>
                  </a:lnTo>
                  <a:lnTo>
                    <a:pt x="333936" y="178034"/>
                  </a:lnTo>
                  <a:lnTo>
                    <a:pt x="334217" y="172751"/>
                  </a:lnTo>
                  <a:lnTo>
                    <a:pt x="334331" y="167462"/>
                  </a:lnTo>
                  <a:lnTo>
                    <a:pt x="334278" y="162173"/>
                  </a:lnTo>
                  <a:lnTo>
                    <a:pt x="334057" y="156887"/>
                  </a:lnTo>
                  <a:lnTo>
                    <a:pt x="333669" y="151611"/>
                  </a:lnTo>
                  <a:lnTo>
                    <a:pt x="333115" y="146350"/>
                  </a:lnTo>
                  <a:lnTo>
                    <a:pt x="332394" y="141110"/>
                  </a:lnTo>
                  <a:lnTo>
                    <a:pt x="331508" y="135894"/>
                  </a:lnTo>
                  <a:lnTo>
                    <a:pt x="330457" y="130710"/>
                  </a:lnTo>
                  <a:lnTo>
                    <a:pt x="329243" y="125561"/>
                  </a:lnTo>
                  <a:lnTo>
                    <a:pt x="327866" y="120453"/>
                  </a:lnTo>
                  <a:lnTo>
                    <a:pt x="326328" y="115392"/>
                  </a:lnTo>
                  <a:lnTo>
                    <a:pt x="324631" y="110381"/>
                  </a:lnTo>
                  <a:lnTo>
                    <a:pt x="322777" y="105427"/>
                  </a:lnTo>
                  <a:lnTo>
                    <a:pt x="320766" y="100534"/>
                  </a:lnTo>
                  <a:lnTo>
                    <a:pt x="318602" y="95707"/>
                  </a:lnTo>
                  <a:lnTo>
                    <a:pt x="316286" y="90951"/>
                  </a:lnTo>
                  <a:lnTo>
                    <a:pt x="313821" y="86270"/>
                  </a:lnTo>
                  <a:lnTo>
                    <a:pt x="311209" y="81670"/>
                  </a:lnTo>
                  <a:lnTo>
                    <a:pt x="308453" y="77155"/>
                  </a:lnTo>
                  <a:lnTo>
                    <a:pt x="305555" y="72729"/>
                  </a:lnTo>
                  <a:lnTo>
                    <a:pt x="302518" y="68397"/>
                  </a:lnTo>
                  <a:lnTo>
                    <a:pt x="299346" y="64164"/>
                  </a:lnTo>
                  <a:lnTo>
                    <a:pt x="296042" y="60033"/>
                  </a:lnTo>
                  <a:lnTo>
                    <a:pt x="292609" y="56008"/>
                  </a:lnTo>
                  <a:lnTo>
                    <a:pt x="289050" y="52094"/>
                  </a:lnTo>
                  <a:lnTo>
                    <a:pt x="285369" y="48295"/>
                  </a:lnTo>
                  <a:lnTo>
                    <a:pt x="281569" y="44614"/>
                  </a:lnTo>
                  <a:lnTo>
                    <a:pt x="277655" y="41055"/>
                  </a:lnTo>
                  <a:lnTo>
                    <a:pt x="273631" y="37622"/>
                  </a:lnTo>
                  <a:lnTo>
                    <a:pt x="269499" y="34318"/>
                  </a:lnTo>
                  <a:lnTo>
                    <a:pt x="265266" y="31146"/>
                  </a:lnTo>
                  <a:lnTo>
                    <a:pt x="260934" y="28110"/>
                  </a:lnTo>
                  <a:lnTo>
                    <a:pt x="256508" y="25212"/>
                  </a:lnTo>
                  <a:lnTo>
                    <a:pt x="251993" y="22456"/>
                  </a:lnTo>
                  <a:lnTo>
                    <a:pt x="247392" y="19844"/>
                  </a:lnTo>
                  <a:lnTo>
                    <a:pt x="242712" y="17379"/>
                  </a:lnTo>
                  <a:lnTo>
                    <a:pt x="237955" y="15064"/>
                  </a:lnTo>
                  <a:lnTo>
                    <a:pt x="233128" y="12900"/>
                  </a:lnTo>
                  <a:lnTo>
                    <a:pt x="228235" y="10890"/>
                  </a:lnTo>
                  <a:lnTo>
                    <a:pt x="223281" y="9035"/>
                  </a:lnTo>
                  <a:lnTo>
                    <a:pt x="218270" y="7339"/>
                  </a:lnTo>
                  <a:lnTo>
                    <a:pt x="213208" y="5801"/>
                  </a:lnTo>
                  <a:lnTo>
                    <a:pt x="208101" y="4425"/>
                  </a:lnTo>
                  <a:lnTo>
                    <a:pt x="202952" y="3211"/>
                  </a:lnTo>
                  <a:lnTo>
                    <a:pt x="197767" y="2160"/>
                  </a:lnTo>
                  <a:lnTo>
                    <a:pt x="192552" y="1274"/>
                  </a:lnTo>
                  <a:lnTo>
                    <a:pt x="187311" y="554"/>
                  </a:lnTo>
                  <a:lnTo>
                    <a:pt x="182050" y="0"/>
                  </a:lnTo>
                  <a:lnTo>
                    <a:pt x="167166" y="1665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781287" y="2126963"/>
              <a:ext cx="14883" cy="167167"/>
            </a:xfrm>
            <a:custGeom>
              <a:avLst/>
              <a:pathLst>
                <a:path w="14883" h="167167">
                  <a:moveTo>
                    <a:pt x="14883" y="6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5201" y="2633064"/>
              <a:ext cx="5547" cy="167167"/>
            </a:xfrm>
            <a:custGeom>
              <a:avLst/>
              <a:pathLst>
                <a:path w="5547" h="167167">
                  <a:moveTo>
                    <a:pt x="5547" y="0"/>
                  </a:moveTo>
                  <a:lnTo>
                    <a:pt x="0" y="92"/>
                  </a:lnTo>
                  <a:lnTo>
                    <a:pt x="55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5201" y="2633156"/>
              <a:ext cx="5547" cy="167075"/>
            </a:xfrm>
            <a:custGeom>
              <a:avLst/>
              <a:pathLst>
                <a:path w="5547" h="167075">
                  <a:moveTo>
                    <a:pt x="0" y="0"/>
                  </a:moveTo>
                  <a:lnTo>
                    <a:pt x="5547" y="1670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423591" y="2633156"/>
              <a:ext cx="334324" cy="334232"/>
            </a:xfrm>
            <a:custGeom>
              <a:avLst/>
              <a:pathLst>
                <a:path w="334324" h="334232">
                  <a:moveTo>
                    <a:pt x="161609" y="0"/>
                  </a:moveTo>
                  <a:lnTo>
                    <a:pt x="156332" y="258"/>
                  </a:lnTo>
                  <a:lnTo>
                    <a:pt x="151066" y="684"/>
                  </a:lnTo>
                  <a:lnTo>
                    <a:pt x="145816" y="1275"/>
                  </a:lnTo>
                  <a:lnTo>
                    <a:pt x="140587" y="2032"/>
                  </a:lnTo>
                  <a:lnTo>
                    <a:pt x="135385" y="2954"/>
                  </a:lnTo>
                  <a:lnTo>
                    <a:pt x="130215" y="4040"/>
                  </a:lnTo>
                  <a:lnTo>
                    <a:pt x="125081" y="5289"/>
                  </a:lnTo>
                  <a:lnTo>
                    <a:pt x="119990" y="6700"/>
                  </a:lnTo>
                  <a:lnTo>
                    <a:pt x="114945" y="8270"/>
                  </a:lnTo>
                  <a:lnTo>
                    <a:pt x="109953" y="9999"/>
                  </a:lnTo>
                  <a:lnTo>
                    <a:pt x="105018" y="11886"/>
                  </a:lnTo>
                  <a:lnTo>
                    <a:pt x="100145" y="13927"/>
                  </a:lnTo>
                  <a:lnTo>
                    <a:pt x="95339" y="16121"/>
                  </a:lnTo>
                  <a:lnTo>
                    <a:pt x="90604" y="18466"/>
                  </a:lnTo>
                  <a:lnTo>
                    <a:pt x="85946" y="20959"/>
                  </a:lnTo>
                  <a:lnTo>
                    <a:pt x="81369" y="23598"/>
                  </a:lnTo>
                  <a:lnTo>
                    <a:pt x="76878" y="26381"/>
                  </a:lnTo>
                  <a:lnTo>
                    <a:pt x="72477" y="29304"/>
                  </a:lnTo>
                  <a:lnTo>
                    <a:pt x="68171" y="32365"/>
                  </a:lnTo>
                  <a:lnTo>
                    <a:pt x="63963" y="35560"/>
                  </a:lnTo>
                  <a:lnTo>
                    <a:pt x="59859" y="38887"/>
                  </a:lnTo>
                  <a:lnTo>
                    <a:pt x="55862" y="42342"/>
                  </a:lnTo>
                  <a:lnTo>
                    <a:pt x="51976" y="45921"/>
                  </a:lnTo>
                  <a:lnTo>
                    <a:pt x="48205" y="49621"/>
                  </a:lnTo>
                  <a:lnTo>
                    <a:pt x="44552" y="53439"/>
                  </a:lnTo>
                  <a:lnTo>
                    <a:pt x="41023" y="57370"/>
                  </a:lnTo>
                  <a:lnTo>
                    <a:pt x="37619" y="61411"/>
                  </a:lnTo>
                  <a:lnTo>
                    <a:pt x="34344" y="65557"/>
                  </a:lnTo>
                  <a:lnTo>
                    <a:pt x="31203" y="69805"/>
                  </a:lnTo>
                  <a:lnTo>
                    <a:pt x="28197" y="74150"/>
                  </a:lnTo>
                  <a:lnTo>
                    <a:pt x="25330" y="78587"/>
                  </a:lnTo>
                  <a:lnTo>
                    <a:pt x="22604" y="83113"/>
                  </a:lnTo>
                  <a:lnTo>
                    <a:pt x="20023" y="87723"/>
                  </a:lnTo>
                  <a:lnTo>
                    <a:pt x="17589" y="92412"/>
                  </a:lnTo>
                  <a:lnTo>
                    <a:pt x="15304" y="97176"/>
                  </a:lnTo>
                  <a:lnTo>
                    <a:pt x="13171" y="102010"/>
                  </a:lnTo>
                  <a:lnTo>
                    <a:pt x="11192" y="106908"/>
                  </a:lnTo>
                  <a:lnTo>
                    <a:pt x="9369" y="111867"/>
                  </a:lnTo>
                  <a:lnTo>
                    <a:pt x="7703" y="116881"/>
                  </a:lnTo>
                  <a:lnTo>
                    <a:pt x="6196" y="121945"/>
                  </a:lnTo>
                  <a:lnTo>
                    <a:pt x="4851" y="127054"/>
                  </a:lnTo>
                  <a:lnTo>
                    <a:pt x="3667" y="132203"/>
                  </a:lnTo>
                  <a:lnTo>
                    <a:pt x="2647" y="137386"/>
                  </a:lnTo>
                  <a:lnTo>
                    <a:pt x="1791" y="142600"/>
                  </a:lnTo>
                  <a:lnTo>
                    <a:pt x="1100" y="147838"/>
                  </a:lnTo>
                  <a:lnTo>
                    <a:pt x="575" y="153095"/>
                  </a:lnTo>
                  <a:lnTo>
                    <a:pt x="216" y="158366"/>
                  </a:lnTo>
                  <a:lnTo>
                    <a:pt x="24" y="163646"/>
                  </a:lnTo>
                  <a:lnTo>
                    <a:pt x="0" y="168929"/>
                  </a:lnTo>
                  <a:lnTo>
                    <a:pt x="142" y="174210"/>
                  </a:lnTo>
                  <a:lnTo>
                    <a:pt x="450" y="179485"/>
                  </a:lnTo>
                  <a:lnTo>
                    <a:pt x="926" y="184747"/>
                  </a:lnTo>
                  <a:lnTo>
                    <a:pt x="1567" y="189991"/>
                  </a:lnTo>
                  <a:lnTo>
                    <a:pt x="2374" y="195212"/>
                  </a:lnTo>
                  <a:lnTo>
                    <a:pt x="3346" y="200405"/>
                  </a:lnTo>
                  <a:lnTo>
                    <a:pt x="4481" y="205565"/>
                  </a:lnTo>
                  <a:lnTo>
                    <a:pt x="5778" y="210687"/>
                  </a:lnTo>
                  <a:lnTo>
                    <a:pt x="7237" y="215765"/>
                  </a:lnTo>
                  <a:lnTo>
                    <a:pt x="8856" y="220794"/>
                  </a:lnTo>
                  <a:lnTo>
                    <a:pt x="10632" y="225769"/>
                  </a:lnTo>
                  <a:lnTo>
                    <a:pt x="12565" y="230686"/>
                  </a:lnTo>
                  <a:lnTo>
                    <a:pt x="14653" y="235540"/>
                  </a:lnTo>
                  <a:lnTo>
                    <a:pt x="16892" y="240325"/>
                  </a:lnTo>
                  <a:lnTo>
                    <a:pt x="19282" y="245037"/>
                  </a:lnTo>
                  <a:lnTo>
                    <a:pt x="21820" y="249671"/>
                  </a:lnTo>
                  <a:lnTo>
                    <a:pt x="24502" y="254222"/>
                  </a:lnTo>
                  <a:lnTo>
                    <a:pt x="27327" y="258687"/>
                  </a:lnTo>
                  <a:lnTo>
                    <a:pt x="30292" y="263060"/>
                  </a:lnTo>
                  <a:lnTo>
                    <a:pt x="33394" y="267337"/>
                  </a:lnTo>
                  <a:lnTo>
                    <a:pt x="36629" y="271514"/>
                  </a:lnTo>
                  <a:lnTo>
                    <a:pt x="39995" y="275586"/>
                  </a:lnTo>
                  <a:lnTo>
                    <a:pt x="43487" y="279551"/>
                  </a:lnTo>
                  <a:lnTo>
                    <a:pt x="47103" y="283403"/>
                  </a:lnTo>
                  <a:lnTo>
                    <a:pt x="50839" y="287138"/>
                  </a:lnTo>
                  <a:lnTo>
                    <a:pt x="54691" y="290754"/>
                  </a:lnTo>
                  <a:lnTo>
                    <a:pt x="58656" y="294246"/>
                  </a:lnTo>
                  <a:lnTo>
                    <a:pt x="62729" y="297611"/>
                  </a:lnTo>
                  <a:lnTo>
                    <a:pt x="66906" y="300846"/>
                  </a:lnTo>
                  <a:lnTo>
                    <a:pt x="71183" y="303947"/>
                  </a:lnTo>
                  <a:lnTo>
                    <a:pt x="75557" y="306912"/>
                  </a:lnTo>
                  <a:lnTo>
                    <a:pt x="80021" y="309737"/>
                  </a:lnTo>
                  <a:lnTo>
                    <a:pt x="84573" y="312419"/>
                  </a:lnTo>
                  <a:lnTo>
                    <a:pt x="89207" y="314956"/>
                  </a:lnTo>
                  <a:lnTo>
                    <a:pt x="93919" y="317346"/>
                  </a:lnTo>
                  <a:lnTo>
                    <a:pt x="98705" y="319585"/>
                  </a:lnTo>
                  <a:lnTo>
                    <a:pt x="103558" y="321672"/>
                  </a:lnTo>
                  <a:lnTo>
                    <a:pt x="108476" y="323604"/>
                  </a:lnTo>
                  <a:lnTo>
                    <a:pt x="113451" y="325381"/>
                  </a:lnTo>
                  <a:lnTo>
                    <a:pt x="118481" y="326999"/>
                  </a:lnTo>
                  <a:lnTo>
                    <a:pt x="123559" y="328457"/>
                  </a:lnTo>
                  <a:lnTo>
                    <a:pt x="128680" y="329754"/>
                  </a:lnTo>
                  <a:lnTo>
                    <a:pt x="133840" y="330889"/>
                  </a:lnTo>
                  <a:lnTo>
                    <a:pt x="139034" y="331860"/>
                  </a:lnTo>
                  <a:lnTo>
                    <a:pt x="144255" y="332666"/>
                  </a:lnTo>
                  <a:lnTo>
                    <a:pt x="149499" y="333307"/>
                  </a:lnTo>
                  <a:lnTo>
                    <a:pt x="154761" y="333782"/>
                  </a:lnTo>
                  <a:lnTo>
                    <a:pt x="160035" y="334091"/>
                  </a:lnTo>
                  <a:lnTo>
                    <a:pt x="165317" y="334232"/>
                  </a:lnTo>
                  <a:lnTo>
                    <a:pt x="170600" y="334207"/>
                  </a:lnTo>
                  <a:lnTo>
                    <a:pt x="175880" y="334015"/>
                  </a:lnTo>
                  <a:lnTo>
                    <a:pt x="181151" y="333656"/>
                  </a:lnTo>
                  <a:lnTo>
                    <a:pt x="186408" y="333130"/>
                  </a:lnTo>
                  <a:lnTo>
                    <a:pt x="191646" y="332439"/>
                  </a:lnTo>
                  <a:lnTo>
                    <a:pt x="196859" y="331582"/>
                  </a:lnTo>
                  <a:lnTo>
                    <a:pt x="202043" y="330562"/>
                  </a:lnTo>
                  <a:lnTo>
                    <a:pt x="207192" y="329377"/>
                  </a:lnTo>
                  <a:lnTo>
                    <a:pt x="212301" y="328031"/>
                  </a:lnTo>
                  <a:lnTo>
                    <a:pt x="217365" y="326524"/>
                  </a:lnTo>
                  <a:lnTo>
                    <a:pt x="222378" y="324858"/>
                  </a:lnTo>
                  <a:lnTo>
                    <a:pt x="227337" y="323034"/>
                  </a:lnTo>
                  <a:lnTo>
                    <a:pt x="232235" y="321055"/>
                  </a:lnTo>
                  <a:lnTo>
                    <a:pt x="237069" y="318921"/>
                  </a:lnTo>
                  <a:lnTo>
                    <a:pt x="241832" y="316636"/>
                  </a:lnTo>
                  <a:lnTo>
                    <a:pt x="246521" y="314202"/>
                  </a:lnTo>
                  <a:lnTo>
                    <a:pt x="251131" y="311620"/>
                  </a:lnTo>
                  <a:lnTo>
                    <a:pt x="255657" y="308894"/>
                  </a:lnTo>
                  <a:lnTo>
                    <a:pt x="260094" y="306027"/>
                  </a:lnTo>
                  <a:lnTo>
                    <a:pt x="264439" y="303020"/>
                  </a:lnTo>
                  <a:lnTo>
                    <a:pt x="268686" y="299878"/>
                  </a:lnTo>
                  <a:lnTo>
                    <a:pt x="272832" y="296604"/>
                  </a:lnTo>
                  <a:lnTo>
                    <a:pt x="276872" y="293200"/>
                  </a:lnTo>
                  <a:lnTo>
                    <a:pt x="280803" y="289669"/>
                  </a:lnTo>
                  <a:lnTo>
                    <a:pt x="284621" y="286017"/>
                  </a:lnTo>
                  <a:lnTo>
                    <a:pt x="288321" y="282246"/>
                  </a:lnTo>
                  <a:lnTo>
                    <a:pt x="291899" y="278359"/>
                  </a:lnTo>
                  <a:lnTo>
                    <a:pt x="295354" y="274362"/>
                  </a:lnTo>
                  <a:lnTo>
                    <a:pt x="298680" y="270257"/>
                  </a:lnTo>
                  <a:lnTo>
                    <a:pt x="301875" y="266049"/>
                  </a:lnTo>
                  <a:lnTo>
                    <a:pt x="304936" y="261742"/>
                  </a:lnTo>
                  <a:lnTo>
                    <a:pt x="307858" y="257341"/>
                  </a:lnTo>
                  <a:lnTo>
                    <a:pt x="310640" y="252850"/>
                  </a:lnTo>
                  <a:lnTo>
                    <a:pt x="313279" y="248273"/>
                  </a:lnTo>
                  <a:lnTo>
                    <a:pt x="315772" y="243615"/>
                  </a:lnTo>
                  <a:lnTo>
                    <a:pt x="318117" y="238880"/>
                  </a:lnTo>
                  <a:lnTo>
                    <a:pt x="320311" y="234074"/>
                  </a:lnTo>
                  <a:lnTo>
                    <a:pt x="322351" y="229200"/>
                  </a:lnTo>
                  <a:lnTo>
                    <a:pt x="324237" y="224265"/>
                  </a:lnTo>
                  <a:lnTo>
                    <a:pt x="325966" y="219273"/>
                  </a:lnTo>
                  <a:lnTo>
                    <a:pt x="327536" y="214228"/>
                  </a:lnTo>
                  <a:lnTo>
                    <a:pt x="328946" y="209136"/>
                  </a:lnTo>
                  <a:lnTo>
                    <a:pt x="330194" y="204003"/>
                  </a:lnTo>
                  <a:lnTo>
                    <a:pt x="331280" y="198832"/>
                  </a:lnTo>
                  <a:lnTo>
                    <a:pt x="332201" y="193630"/>
                  </a:lnTo>
                  <a:lnTo>
                    <a:pt x="332958" y="188401"/>
                  </a:lnTo>
                  <a:lnTo>
                    <a:pt x="333549" y="183151"/>
                  </a:lnTo>
                  <a:lnTo>
                    <a:pt x="333974" y="177885"/>
                  </a:lnTo>
                  <a:lnTo>
                    <a:pt x="334233" y="172608"/>
                  </a:lnTo>
                  <a:lnTo>
                    <a:pt x="334324" y="167325"/>
                  </a:lnTo>
                  <a:lnTo>
                    <a:pt x="334248" y="162043"/>
                  </a:lnTo>
                  <a:lnTo>
                    <a:pt x="334006" y="156765"/>
                  </a:lnTo>
                  <a:lnTo>
                    <a:pt x="333597" y="151498"/>
                  </a:lnTo>
                  <a:lnTo>
                    <a:pt x="333021" y="146246"/>
                  </a:lnTo>
                  <a:lnTo>
                    <a:pt x="332280" y="141015"/>
                  </a:lnTo>
                  <a:lnTo>
                    <a:pt x="331374" y="135810"/>
                  </a:lnTo>
                  <a:lnTo>
                    <a:pt x="330304" y="130636"/>
                  </a:lnTo>
                  <a:lnTo>
                    <a:pt x="329071" y="125498"/>
                  </a:lnTo>
                  <a:lnTo>
                    <a:pt x="327677" y="120402"/>
                  </a:lnTo>
                  <a:lnTo>
                    <a:pt x="326122" y="115353"/>
                  </a:lnTo>
                  <a:lnTo>
                    <a:pt x="324408" y="110356"/>
                  </a:lnTo>
                  <a:lnTo>
                    <a:pt x="322537" y="105415"/>
                  </a:lnTo>
                  <a:lnTo>
                    <a:pt x="320511" y="100535"/>
                  </a:lnTo>
                  <a:lnTo>
                    <a:pt x="318331" y="95722"/>
                  </a:lnTo>
                  <a:lnTo>
                    <a:pt x="316001" y="90981"/>
                  </a:lnTo>
                  <a:lnTo>
                    <a:pt x="313522" y="86315"/>
                  </a:lnTo>
                  <a:lnTo>
                    <a:pt x="310897" y="81730"/>
                  </a:lnTo>
                  <a:lnTo>
                    <a:pt x="308128" y="77231"/>
                  </a:lnTo>
                  <a:lnTo>
                    <a:pt x="305219" y="72821"/>
                  </a:lnTo>
                  <a:lnTo>
                    <a:pt x="302171" y="68505"/>
                  </a:lnTo>
                  <a:lnTo>
                    <a:pt x="298989" y="64288"/>
                  </a:lnTo>
                  <a:lnTo>
                    <a:pt x="295675" y="60173"/>
                  </a:lnTo>
                  <a:lnTo>
                    <a:pt x="292232" y="56165"/>
                  </a:lnTo>
                  <a:lnTo>
                    <a:pt x="288665" y="52268"/>
                  </a:lnTo>
                  <a:lnTo>
                    <a:pt x="284976" y="48485"/>
                  </a:lnTo>
                  <a:lnTo>
                    <a:pt x="281170" y="44822"/>
                  </a:lnTo>
                  <a:lnTo>
                    <a:pt x="277250" y="41280"/>
                  </a:lnTo>
                  <a:lnTo>
                    <a:pt x="273220" y="37863"/>
                  </a:lnTo>
                  <a:lnTo>
                    <a:pt x="269083" y="34576"/>
                  </a:lnTo>
                  <a:lnTo>
                    <a:pt x="264846" y="31421"/>
                  </a:lnTo>
                  <a:lnTo>
                    <a:pt x="260510" y="28402"/>
                  </a:lnTo>
                  <a:lnTo>
                    <a:pt x="256081" y="25521"/>
                  </a:lnTo>
                  <a:lnTo>
                    <a:pt x="251564" y="22782"/>
                  </a:lnTo>
                  <a:lnTo>
                    <a:pt x="246962" y="20187"/>
                  </a:lnTo>
                  <a:lnTo>
                    <a:pt x="242280" y="17738"/>
                  </a:lnTo>
                  <a:lnTo>
                    <a:pt x="237523" y="15439"/>
                  </a:lnTo>
                  <a:lnTo>
                    <a:pt x="232696" y="13291"/>
                  </a:lnTo>
                  <a:lnTo>
                    <a:pt x="227804" y="11297"/>
                  </a:lnTo>
                  <a:lnTo>
                    <a:pt x="222851" y="9458"/>
                  </a:lnTo>
                  <a:lnTo>
                    <a:pt x="167157" y="1670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90748" y="2633064"/>
              <a:ext cx="55694" cy="167167"/>
            </a:xfrm>
            <a:custGeom>
              <a:avLst/>
              <a:pathLst>
                <a:path w="55694" h="167167">
                  <a:moveTo>
                    <a:pt x="55694" y="9550"/>
                  </a:moveTo>
                  <a:lnTo>
                    <a:pt x="49707" y="7561"/>
                  </a:lnTo>
                  <a:lnTo>
                    <a:pt x="43650" y="5799"/>
                  </a:lnTo>
                  <a:lnTo>
                    <a:pt x="37530" y="4267"/>
                  </a:lnTo>
                  <a:lnTo>
                    <a:pt x="31357" y="2967"/>
                  </a:lnTo>
                  <a:lnTo>
                    <a:pt x="25139" y="1901"/>
                  </a:lnTo>
                  <a:lnTo>
                    <a:pt x="18886" y="1070"/>
                  </a:lnTo>
                  <a:lnTo>
                    <a:pt x="12605" y="475"/>
                  </a:lnTo>
                  <a:lnTo>
                    <a:pt x="6307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3651" y="3170392"/>
              <a:ext cx="22329" cy="167167"/>
            </a:xfrm>
            <a:custGeom>
              <a:avLst/>
              <a:pathLst>
                <a:path w="22329" h="167167">
                  <a:moveTo>
                    <a:pt x="22329" y="0"/>
                  </a:moveTo>
                  <a:lnTo>
                    <a:pt x="14866" y="166"/>
                  </a:lnTo>
                  <a:lnTo>
                    <a:pt x="7418" y="666"/>
                  </a:lnTo>
                  <a:lnTo>
                    <a:pt x="0" y="1497"/>
                  </a:lnTo>
                  <a:lnTo>
                    <a:pt x="223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3651" y="3171890"/>
              <a:ext cx="22329" cy="165669"/>
            </a:xfrm>
            <a:custGeom>
              <a:avLst/>
              <a:pathLst>
                <a:path w="22329" h="165669">
                  <a:moveTo>
                    <a:pt x="0" y="0"/>
                  </a:moveTo>
                  <a:lnTo>
                    <a:pt x="22329" y="1656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358827" y="3171890"/>
              <a:ext cx="334313" cy="332836"/>
            </a:xfrm>
            <a:custGeom>
              <a:avLst/>
              <a:pathLst>
                <a:path w="334313" h="332836">
                  <a:moveTo>
                    <a:pt x="144824" y="0"/>
                  </a:moveTo>
                  <a:lnTo>
                    <a:pt x="139594" y="789"/>
                  </a:lnTo>
                  <a:lnTo>
                    <a:pt x="134392" y="1743"/>
                  </a:lnTo>
                  <a:lnTo>
                    <a:pt x="129223" y="2861"/>
                  </a:lnTo>
                  <a:lnTo>
                    <a:pt x="124092" y="4143"/>
                  </a:lnTo>
                  <a:lnTo>
                    <a:pt x="119004" y="5586"/>
                  </a:lnTo>
                  <a:lnTo>
                    <a:pt x="113964" y="7189"/>
                  </a:lnTo>
                  <a:lnTo>
                    <a:pt x="108977" y="8951"/>
                  </a:lnTo>
                  <a:lnTo>
                    <a:pt x="104049" y="10870"/>
                  </a:lnTo>
                  <a:lnTo>
                    <a:pt x="99184" y="12943"/>
                  </a:lnTo>
                  <a:lnTo>
                    <a:pt x="94386" y="15170"/>
                  </a:lnTo>
                  <a:lnTo>
                    <a:pt x="89662" y="17547"/>
                  </a:lnTo>
                  <a:lnTo>
                    <a:pt x="85015" y="20072"/>
                  </a:lnTo>
                  <a:lnTo>
                    <a:pt x="80451" y="22743"/>
                  </a:lnTo>
                  <a:lnTo>
                    <a:pt x="75973" y="25558"/>
                  </a:lnTo>
                  <a:lnTo>
                    <a:pt x="71586" y="28512"/>
                  </a:lnTo>
                  <a:lnTo>
                    <a:pt x="67295" y="31604"/>
                  </a:lnTo>
                  <a:lnTo>
                    <a:pt x="63104" y="34830"/>
                  </a:lnTo>
                  <a:lnTo>
                    <a:pt x="59018" y="38187"/>
                  </a:lnTo>
                  <a:lnTo>
                    <a:pt x="55039" y="41671"/>
                  </a:lnTo>
                  <a:lnTo>
                    <a:pt x="51173" y="45280"/>
                  </a:lnTo>
                  <a:lnTo>
                    <a:pt x="47422" y="49009"/>
                  </a:lnTo>
                  <a:lnTo>
                    <a:pt x="43792" y="52855"/>
                  </a:lnTo>
                  <a:lnTo>
                    <a:pt x="40285" y="56813"/>
                  </a:lnTo>
                  <a:lnTo>
                    <a:pt x="36905" y="60881"/>
                  </a:lnTo>
                  <a:lnTo>
                    <a:pt x="33655" y="65054"/>
                  </a:lnTo>
                  <a:lnTo>
                    <a:pt x="30539" y="69327"/>
                  </a:lnTo>
                  <a:lnTo>
                    <a:pt x="27560" y="73697"/>
                  </a:lnTo>
                  <a:lnTo>
                    <a:pt x="24721" y="78159"/>
                  </a:lnTo>
                  <a:lnTo>
                    <a:pt x="22024" y="82708"/>
                  </a:lnTo>
                  <a:lnTo>
                    <a:pt x="19472" y="87340"/>
                  </a:lnTo>
                  <a:lnTo>
                    <a:pt x="17068" y="92051"/>
                  </a:lnTo>
                  <a:lnTo>
                    <a:pt x="14814" y="96836"/>
                  </a:lnTo>
                  <a:lnTo>
                    <a:pt x="12713" y="101689"/>
                  </a:lnTo>
                  <a:lnTo>
                    <a:pt x="10767" y="106607"/>
                  </a:lnTo>
                  <a:lnTo>
                    <a:pt x="8976" y="111583"/>
                  </a:lnTo>
                  <a:lnTo>
                    <a:pt x="7345" y="116614"/>
                  </a:lnTo>
                  <a:lnTo>
                    <a:pt x="5873" y="121694"/>
                  </a:lnTo>
                  <a:lnTo>
                    <a:pt x="4563" y="126818"/>
                  </a:lnTo>
                  <a:lnTo>
                    <a:pt x="3415" y="131980"/>
                  </a:lnTo>
                  <a:lnTo>
                    <a:pt x="2431" y="137177"/>
                  </a:lnTo>
                  <a:lnTo>
                    <a:pt x="1612" y="142402"/>
                  </a:lnTo>
                  <a:lnTo>
                    <a:pt x="959" y="147650"/>
                  </a:lnTo>
                  <a:lnTo>
                    <a:pt x="472" y="152916"/>
                  </a:lnTo>
                  <a:lnTo>
                    <a:pt x="152" y="158195"/>
                  </a:lnTo>
                  <a:lnTo>
                    <a:pt x="0" y="163482"/>
                  </a:lnTo>
                  <a:lnTo>
                    <a:pt x="14" y="168770"/>
                  </a:lnTo>
                  <a:lnTo>
                    <a:pt x="196" y="174056"/>
                  </a:lnTo>
                  <a:lnTo>
                    <a:pt x="545" y="179333"/>
                  </a:lnTo>
                  <a:lnTo>
                    <a:pt x="1060" y="184597"/>
                  </a:lnTo>
                  <a:lnTo>
                    <a:pt x="1742" y="189841"/>
                  </a:lnTo>
                  <a:lnTo>
                    <a:pt x="2590" y="195062"/>
                  </a:lnTo>
                  <a:lnTo>
                    <a:pt x="3602" y="200253"/>
                  </a:lnTo>
                  <a:lnTo>
                    <a:pt x="4778" y="205409"/>
                  </a:lnTo>
                  <a:lnTo>
                    <a:pt x="6116" y="210526"/>
                  </a:lnTo>
                  <a:lnTo>
                    <a:pt x="7615" y="215597"/>
                  </a:lnTo>
                  <a:lnTo>
                    <a:pt x="9275" y="220619"/>
                  </a:lnTo>
                  <a:lnTo>
                    <a:pt x="11092" y="225586"/>
                  </a:lnTo>
                  <a:lnTo>
                    <a:pt x="13065" y="230493"/>
                  </a:lnTo>
                  <a:lnTo>
                    <a:pt x="15193" y="235334"/>
                  </a:lnTo>
                  <a:lnTo>
                    <a:pt x="17473" y="240107"/>
                  </a:lnTo>
                  <a:lnTo>
                    <a:pt x="19903" y="244804"/>
                  </a:lnTo>
                  <a:lnTo>
                    <a:pt x="22480" y="249423"/>
                  </a:lnTo>
                  <a:lnTo>
                    <a:pt x="25201" y="253957"/>
                  </a:lnTo>
                  <a:lnTo>
                    <a:pt x="28065" y="258403"/>
                  </a:lnTo>
                  <a:lnTo>
                    <a:pt x="31068" y="262757"/>
                  </a:lnTo>
                  <a:lnTo>
                    <a:pt x="34208" y="267013"/>
                  </a:lnTo>
                  <a:lnTo>
                    <a:pt x="37480" y="271168"/>
                  </a:lnTo>
                  <a:lnTo>
                    <a:pt x="40882" y="275217"/>
                  </a:lnTo>
                  <a:lnTo>
                    <a:pt x="44411" y="279156"/>
                  </a:lnTo>
                  <a:lnTo>
                    <a:pt x="48062" y="282982"/>
                  </a:lnTo>
                  <a:lnTo>
                    <a:pt x="51833" y="286691"/>
                  </a:lnTo>
                  <a:lnTo>
                    <a:pt x="55719" y="290278"/>
                  </a:lnTo>
                  <a:lnTo>
                    <a:pt x="59717" y="293741"/>
                  </a:lnTo>
                  <a:lnTo>
                    <a:pt x="63822" y="297075"/>
                  </a:lnTo>
                  <a:lnTo>
                    <a:pt x="68030" y="300278"/>
                  </a:lnTo>
                  <a:lnTo>
                    <a:pt x="72338" y="303347"/>
                  </a:lnTo>
                  <a:lnTo>
                    <a:pt x="76741" y="306277"/>
                  </a:lnTo>
                  <a:lnTo>
                    <a:pt x="81234" y="309067"/>
                  </a:lnTo>
                  <a:lnTo>
                    <a:pt x="85813" y="311713"/>
                  </a:lnTo>
                  <a:lnTo>
                    <a:pt x="90473" y="314213"/>
                  </a:lnTo>
                  <a:lnTo>
                    <a:pt x="95211" y="316564"/>
                  </a:lnTo>
                  <a:lnTo>
                    <a:pt x="100020" y="318764"/>
                  </a:lnTo>
                  <a:lnTo>
                    <a:pt x="104897" y="320811"/>
                  </a:lnTo>
                  <a:lnTo>
                    <a:pt x="109835" y="322703"/>
                  </a:lnTo>
                  <a:lnTo>
                    <a:pt x="114832" y="324438"/>
                  </a:lnTo>
                  <a:lnTo>
                    <a:pt x="119880" y="326013"/>
                  </a:lnTo>
                  <a:lnTo>
                    <a:pt x="124976" y="327428"/>
                  </a:lnTo>
                  <a:lnTo>
                    <a:pt x="130114" y="328682"/>
                  </a:lnTo>
                  <a:lnTo>
                    <a:pt x="135289" y="329772"/>
                  </a:lnTo>
                  <a:lnTo>
                    <a:pt x="140496" y="330697"/>
                  </a:lnTo>
                  <a:lnTo>
                    <a:pt x="145730" y="331458"/>
                  </a:lnTo>
                  <a:lnTo>
                    <a:pt x="150985" y="332053"/>
                  </a:lnTo>
                  <a:lnTo>
                    <a:pt x="156257" y="332481"/>
                  </a:lnTo>
                  <a:lnTo>
                    <a:pt x="161539" y="332742"/>
                  </a:lnTo>
                  <a:lnTo>
                    <a:pt x="166827" y="332836"/>
                  </a:lnTo>
                  <a:lnTo>
                    <a:pt x="172115" y="332763"/>
                  </a:lnTo>
                  <a:lnTo>
                    <a:pt x="177398" y="332522"/>
                  </a:lnTo>
                  <a:lnTo>
                    <a:pt x="182671" y="332115"/>
                  </a:lnTo>
                  <a:lnTo>
                    <a:pt x="187929" y="331540"/>
                  </a:lnTo>
                  <a:lnTo>
                    <a:pt x="193166" y="330800"/>
                  </a:lnTo>
                  <a:lnTo>
                    <a:pt x="198376" y="329895"/>
                  </a:lnTo>
                  <a:lnTo>
                    <a:pt x="203556" y="328825"/>
                  </a:lnTo>
                  <a:lnTo>
                    <a:pt x="208698" y="327591"/>
                  </a:lnTo>
                  <a:lnTo>
                    <a:pt x="213800" y="326196"/>
                  </a:lnTo>
                  <a:lnTo>
                    <a:pt x="218855" y="324640"/>
                  </a:lnTo>
                  <a:lnTo>
                    <a:pt x="223857" y="322925"/>
                  </a:lnTo>
                  <a:lnTo>
                    <a:pt x="228804" y="321053"/>
                  </a:lnTo>
                  <a:lnTo>
                    <a:pt x="233688" y="319025"/>
                  </a:lnTo>
                  <a:lnTo>
                    <a:pt x="238506" y="316843"/>
                  </a:lnTo>
                  <a:lnTo>
                    <a:pt x="243252" y="314510"/>
                  </a:lnTo>
                  <a:lnTo>
                    <a:pt x="247923" y="312029"/>
                  </a:lnTo>
                  <a:lnTo>
                    <a:pt x="252512" y="309400"/>
                  </a:lnTo>
                  <a:lnTo>
                    <a:pt x="257016" y="306628"/>
                  </a:lnTo>
                  <a:lnTo>
                    <a:pt x="261430" y="303715"/>
                  </a:lnTo>
                  <a:lnTo>
                    <a:pt x="265750" y="300664"/>
                  </a:lnTo>
                  <a:lnTo>
                    <a:pt x="269971" y="297477"/>
                  </a:lnTo>
                  <a:lnTo>
                    <a:pt x="274089" y="294159"/>
                  </a:lnTo>
                  <a:lnTo>
                    <a:pt x="278100" y="290712"/>
                  </a:lnTo>
                  <a:lnTo>
                    <a:pt x="282000" y="287139"/>
                  </a:lnTo>
                  <a:lnTo>
                    <a:pt x="285785" y="283446"/>
                  </a:lnTo>
                  <a:lnTo>
                    <a:pt x="289451" y="279634"/>
                  </a:lnTo>
                  <a:lnTo>
                    <a:pt x="292995" y="275708"/>
                  </a:lnTo>
                  <a:lnTo>
                    <a:pt x="296413" y="271672"/>
                  </a:lnTo>
                  <a:lnTo>
                    <a:pt x="299702" y="267530"/>
                  </a:lnTo>
                  <a:lnTo>
                    <a:pt x="302857" y="263286"/>
                  </a:lnTo>
                  <a:lnTo>
                    <a:pt x="305878" y="258945"/>
                  </a:lnTo>
                  <a:lnTo>
                    <a:pt x="308759" y="254510"/>
                  </a:lnTo>
                  <a:lnTo>
                    <a:pt x="311498" y="249986"/>
                  </a:lnTo>
                  <a:lnTo>
                    <a:pt x="314093" y="245377"/>
                  </a:lnTo>
                  <a:lnTo>
                    <a:pt x="316541" y="240689"/>
                  </a:lnTo>
                  <a:lnTo>
                    <a:pt x="318839" y="235926"/>
                  </a:lnTo>
                  <a:lnTo>
                    <a:pt x="320986" y="231093"/>
                  </a:lnTo>
                  <a:lnTo>
                    <a:pt x="322979" y="226194"/>
                  </a:lnTo>
                  <a:lnTo>
                    <a:pt x="324815" y="221234"/>
                  </a:lnTo>
                  <a:lnTo>
                    <a:pt x="326494" y="216219"/>
                  </a:lnTo>
                  <a:lnTo>
                    <a:pt x="328013" y="211153"/>
                  </a:lnTo>
                  <a:lnTo>
                    <a:pt x="329372" y="206042"/>
                  </a:lnTo>
                  <a:lnTo>
                    <a:pt x="330568" y="200890"/>
                  </a:lnTo>
                  <a:lnTo>
                    <a:pt x="331600" y="195703"/>
                  </a:lnTo>
                  <a:lnTo>
                    <a:pt x="332468" y="190486"/>
                  </a:lnTo>
                  <a:lnTo>
                    <a:pt x="333170" y="185244"/>
                  </a:lnTo>
                  <a:lnTo>
                    <a:pt x="333706" y="179982"/>
                  </a:lnTo>
                  <a:lnTo>
                    <a:pt x="334076" y="174707"/>
                  </a:lnTo>
                  <a:lnTo>
                    <a:pt x="334278" y="169422"/>
                  </a:lnTo>
                  <a:lnTo>
                    <a:pt x="334313" y="164133"/>
                  </a:lnTo>
                  <a:lnTo>
                    <a:pt x="334181" y="158846"/>
                  </a:lnTo>
                  <a:lnTo>
                    <a:pt x="333881" y="153566"/>
                  </a:lnTo>
                  <a:lnTo>
                    <a:pt x="333415" y="148298"/>
                  </a:lnTo>
                  <a:lnTo>
                    <a:pt x="332782" y="143047"/>
                  </a:lnTo>
                  <a:lnTo>
                    <a:pt x="331984" y="137819"/>
                  </a:lnTo>
                  <a:lnTo>
                    <a:pt x="331020" y="132619"/>
                  </a:lnTo>
                  <a:lnTo>
                    <a:pt x="329893" y="127452"/>
                  </a:lnTo>
                  <a:lnTo>
                    <a:pt x="328602" y="122323"/>
                  </a:lnTo>
                  <a:lnTo>
                    <a:pt x="327150" y="117237"/>
                  </a:lnTo>
                  <a:lnTo>
                    <a:pt x="325538" y="112200"/>
                  </a:lnTo>
                  <a:lnTo>
                    <a:pt x="323768" y="107217"/>
                  </a:lnTo>
                  <a:lnTo>
                    <a:pt x="321840" y="102292"/>
                  </a:lnTo>
                  <a:lnTo>
                    <a:pt x="319758" y="97430"/>
                  </a:lnTo>
                  <a:lnTo>
                    <a:pt x="317523" y="92637"/>
                  </a:lnTo>
                  <a:lnTo>
                    <a:pt x="315137" y="87917"/>
                  </a:lnTo>
                  <a:lnTo>
                    <a:pt x="312604" y="83274"/>
                  </a:lnTo>
                  <a:lnTo>
                    <a:pt x="309925" y="78714"/>
                  </a:lnTo>
                  <a:lnTo>
                    <a:pt x="307103" y="74241"/>
                  </a:lnTo>
                  <a:lnTo>
                    <a:pt x="304140" y="69860"/>
                  </a:lnTo>
                  <a:lnTo>
                    <a:pt x="301041" y="65575"/>
                  </a:lnTo>
                  <a:lnTo>
                    <a:pt x="297808" y="61389"/>
                  </a:lnTo>
                  <a:lnTo>
                    <a:pt x="294444" y="57309"/>
                  </a:lnTo>
                  <a:lnTo>
                    <a:pt x="290952" y="53336"/>
                  </a:lnTo>
                  <a:lnTo>
                    <a:pt x="287337" y="49476"/>
                  </a:lnTo>
                  <a:lnTo>
                    <a:pt x="283601" y="45733"/>
                  </a:lnTo>
                  <a:lnTo>
                    <a:pt x="279749" y="42109"/>
                  </a:lnTo>
                  <a:lnTo>
                    <a:pt x="275784" y="38609"/>
                  </a:lnTo>
                  <a:lnTo>
                    <a:pt x="271710" y="35236"/>
                  </a:lnTo>
                  <a:lnTo>
                    <a:pt x="267532" y="31994"/>
                  </a:lnTo>
                  <a:lnTo>
                    <a:pt x="263253" y="28886"/>
                  </a:lnTo>
                  <a:lnTo>
                    <a:pt x="167153" y="1656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5980" y="3170392"/>
              <a:ext cx="96100" cy="167167"/>
            </a:xfrm>
            <a:custGeom>
              <a:avLst/>
              <a:pathLst>
                <a:path w="96100" h="167167">
                  <a:moveTo>
                    <a:pt x="96100" y="30384"/>
                  </a:moveTo>
                  <a:lnTo>
                    <a:pt x="91391" y="27194"/>
                  </a:lnTo>
                  <a:lnTo>
                    <a:pt x="86576" y="24166"/>
                  </a:lnTo>
                  <a:lnTo>
                    <a:pt x="81662" y="21303"/>
                  </a:lnTo>
                  <a:lnTo>
                    <a:pt x="76652" y="18610"/>
                  </a:lnTo>
                  <a:lnTo>
                    <a:pt x="71554" y="16088"/>
                  </a:lnTo>
                  <a:lnTo>
                    <a:pt x="66373" y="13741"/>
                  </a:lnTo>
                  <a:lnTo>
                    <a:pt x="61116" y="11572"/>
                  </a:lnTo>
                  <a:lnTo>
                    <a:pt x="55787" y="9583"/>
                  </a:lnTo>
                  <a:lnTo>
                    <a:pt x="50394" y="7776"/>
                  </a:lnTo>
                  <a:lnTo>
                    <a:pt x="44943" y="6154"/>
                  </a:lnTo>
                  <a:lnTo>
                    <a:pt x="39439" y="4719"/>
                  </a:lnTo>
                  <a:lnTo>
                    <a:pt x="33890" y="3471"/>
                  </a:lnTo>
                  <a:lnTo>
                    <a:pt x="28302" y="2413"/>
                  </a:lnTo>
                  <a:lnTo>
                    <a:pt x="22681" y="1545"/>
                  </a:lnTo>
                  <a:lnTo>
                    <a:pt x="17034" y="870"/>
                  </a:lnTo>
                  <a:lnTo>
                    <a:pt x="11366" y="386"/>
                  </a:lnTo>
                  <a:lnTo>
                    <a:pt x="568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4594" y="3707720"/>
              <a:ext cx="6154" cy="167167"/>
            </a:xfrm>
            <a:custGeom>
              <a:avLst/>
              <a:pathLst>
                <a:path w="6154" h="167167">
                  <a:moveTo>
                    <a:pt x="6154" y="0"/>
                  </a:moveTo>
                  <a:lnTo>
                    <a:pt x="0" y="113"/>
                  </a:lnTo>
                  <a:lnTo>
                    <a:pt x="6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594" y="37078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423599" y="3707834"/>
              <a:ext cx="334310" cy="334220"/>
            </a:xfrm>
            <a:custGeom>
              <a:avLst/>
              <a:pathLst>
                <a:path w="334310" h="334220">
                  <a:moveTo>
                    <a:pt x="160994" y="0"/>
                  </a:moveTo>
                  <a:lnTo>
                    <a:pt x="155711" y="278"/>
                  </a:lnTo>
                  <a:lnTo>
                    <a:pt x="150439" y="723"/>
                  </a:lnTo>
                  <a:lnTo>
                    <a:pt x="145184" y="1336"/>
                  </a:lnTo>
                  <a:lnTo>
                    <a:pt x="139950" y="2114"/>
                  </a:lnTo>
                  <a:lnTo>
                    <a:pt x="134744" y="3057"/>
                  </a:lnTo>
                  <a:lnTo>
                    <a:pt x="129571" y="4165"/>
                  </a:lnTo>
                  <a:lnTo>
                    <a:pt x="124435" y="5435"/>
                  </a:lnTo>
                  <a:lnTo>
                    <a:pt x="119341" y="6868"/>
                  </a:lnTo>
                  <a:lnTo>
                    <a:pt x="114296" y="8461"/>
                  </a:lnTo>
                  <a:lnTo>
                    <a:pt x="109304" y="10213"/>
                  </a:lnTo>
                  <a:lnTo>
                    <a:pt x="104369" y="12122"/>
                  </a:lnTo>
                  <a:lnTo>
                    <a:pt x="99498" y="14187"/>
                  </a:lnTo>
                  <a:lnTo>
                    <a:pt x="94694" y="16404"/>
                  </a:lnTo>
                  <a:lnTo>
                    <a:pt x="89963" y="18772"/>
                  </a:lnTo>
                  <a:lnTo>
                    <a:pt x="85309" y="21289"/>
                  </a:lnTo>
                  <a:lnTo>
                    <a:pt x="80737" y="23952"/>
                  </a:lnTo>
                  <a:lnTo>
                    <a:pt x="76252" y="26758"/>
                  </a:lnTo>
                  <a:lnTo>
                    <a:pt x="71858" y="29705"/>
                  </a:lnTo>
                  <a:lnTo>
                    <a:pt x="67559" y="32790"/>
                  </a:lnTo>
                  <a:lnTo>
                    <a:pt x="63360" y="36008"/>
                  </a:lnTo>
                  <a:lnTo>
                    <a:pt x="59265" y="39359"/>
                  </a:lnTo>
                  <a:lnTo>
                    <a:pt x="55278" y="42837"/>
                  </a:lnTo>
                  <a:lnTo>
                    <a:pt x="51403" y="46439"/>
                  </a:lnTo>
                  <a:lnTo>
                    <a:pt x="47644" y="50162"/>
                  </a:lnTo>
                  <a:lnTo>
                    <a:pt x="44005" y="54003"/>
                  </a:lnTo>
                  <a:lnTo>
                    <a:pt x="40489" y="57956"/>
                  </a:lnTo>
                  <a:lnTo>
                    <a:pt x="37100" y="62019"/>
                  </a:lnTo>
                  <a:lnTo>
                    <a:pt x="33841" y="66187"/>
                  </a:lnTo>
                  <a:lnTo>
                    <a:pt x="30716" y="70457"/>
                  </a:lnTo>
                  <a:lnTo>
                    <a:pt x="27727" y="74823"/>
                  </a:lnTo>
                  <a:lnTo>
                    <a:pt x="24878" y="79281"/>
                  </a:lnTo>
                  <a:lnTo>
                    <a:pt x="22172" y="83827"/>
                  </a:lnTo>
                  <a:lnTo>
                    <a:pt x="19611" y="88457"/>
                  </a:lnTo>
                  <a:lnTo>
                    <a:pt x="17197" y="93165"/>
                  </a:lnTo>
                  <a:lnTo>
                    <a:pt x="14934" y="97947"/>
                  </a:lnTo>
                  <a:lnTo>
                    <a:pt x="12824" y="102799"/>
                  </a:lnTo>
                  <a:lnTo>
                    <a:pt x="10867" y="107715"/>
                  </a:lnTo>
                  <a:lnTo>
                    <a:pt x="9068" y="112690"/>
                  </a:lnTo>
                  <a:lnTo>
                    <a:pt x="7427" y="117720"/>
                  </a:lnTo>
                  <a:lnTo>
                    <a:pt x="5945" y="122799"/>
                  </a:lnTo>
                  <a:lnTo>
                    <a:pt x="4626" y="127923"/>
                  </a:lnTo>
                  <a:lnTo>
                    <a:pt x="3469" y="133086"/>
                  </a:lnTo>
                  <a:lnTo>
                    <a:pt x="2476" y="138283"/>
                  </a:lnTo>
                  <a:lnTo>
                    <a:pt x="1648" y="143508"/>
                  </a:lnTo>
                  <a:lnTo>
                    <a:pt x="986" y="148757"/>
                  </a:lnTo>
                  <a:lnTo>
                    <a:pt x="490" y="154025"/>
                  </a:lnTo>
                  <a:lnTo>
                    <a:pt x="161" y="159306"/>
                  </a:lnTo>
                  <a:lnTo>
                    <a:pt x="0" y="164594"/>
                  </a:lnTo>
                  <a:lnTo>
                    <a:pt x="5" y="169885"/>
                  </a:lnTo>
                  <a:lnTo>
                    <a:pt x="179" y="175173"/>
                  </a:lnTo>
                  <a:lnTo>
                    <a:pt x="519" y="180453"/>
                  </a:lnTo>
                  <a:lnTo>
                    <a:pt x="1027" y="185719"/>
                  </a:lnTo>
                  <a:lnTo>
                    <a:pt x="1701" y="190967"/>
                  </a:lnTo>
                  <a:lnTo>
                    <a:pt x="2540" y="196191"/>
                  </a:lnTo>
                  <a:lnTo>
                    <a:pt x="3545" y="201385"/>
                  </a:lnTo>
                  <a:lnTo>
                    <a:pt x="4713" y="206545"/>
                  </a:lnTo>
                  <a:lnTo>
                    <a:pt x="6044" y="211666"/>
                  </a:lnTo>
                  <a:lnTo>
                    <a:pt x="7537" y="216742"/>
                  </a:lnTo>
                  <a:lnTo>
                    <a:pt x="9189" y="221768"/>
                  </a:lnTo>
                  <a:lnTo>
                    <a:pt x="11000" y="226740"/>
                  </a:lnTo>
                  <a:lnTo>
                    <a:pt x="12967" y="231651"/>
                  </a:lnTo>
                  <a:lnTo>
                    <a:pt x="15088" y="236498"/>
                  </a:lnTo>
                  <a:lnTo>
                    <a:pt x="17362" y="241275"/>
                  </a:lnTo>
                  <a:lnTo>
                    <a:pt x="19786" y="245978"/>
                  </a:lnTo>
                  <a:lnTo>
                    <a:pt x="22357" y="250602"/>
                  </a:lnTo>
                  <a:lnTo>
                    <a:pt x="25074" y="255142"/>
                  </a:lnTo>
                  <a:lnTo>
                    <a:pt x="27933" y="259594"/>
                  </a:lnTo>
                  <a:lnTo>
                    <a:pt x="30931" y="263954"/>
                  </a:lnTo>
                  <a:lnTo>
                    <a:pt x="34066" y="268216"/>
                  </a:lnTo>
                  <a:lnTo>
                    <a:pt x="37334" y="272377"/>
                  </a:lnTo>
                  <a:lnTo>
                    <a:pt x="40732" y="276432"/>
                  </a:lnTo>
                  <a:lnTo>
                    <a:pt x="44256" y="280378"/>
                  </a:lnTo>
                  <a:lnTo>
                    <a:pt x="47904" y="284210"/>
                  </a:lnTo>
                  <a:lnTo>
                    <a:pt x="51672" y="287925"/>
                  </a:lnTo>
                  <a:lnTo>
                    <a:pt x="55554" y="291519"/>
                  </a:lnTo>
                  <a:lnTo>
                    <a:pt x="59549" y="294988"/>
                  </a:lnTo>
                  <a:lnTo>
                    <a:pt x="63652" y="298329"/>
                  </a:lnTo>
                  <a:lnTo>
                    <a:pt x="67858" y="301539"/>
                  </a:lnTo>
                  <a:lnTo>
                    <a:pt x="72163" y="304614"/>
                  </a:lnTo>
                  <a:lnTo>
                    <a:pt x="76564" y="307551"/>
                  </a:lnTo>
                  <a:lnTo>
                    <a:pt x="81056" y="310347"/>
                  </a:lnTo>
                  <a:lnTo>
                    <a:pt x="85634" y="313000"/>
                  </a:lnTo>
                  <a:lnTo>
                    <a:pt x="90293" y="315506"/>
                  </a:lnTo>
                  <a:lnTo>
                    <a:pt x="95029" y="317864"/>
                  </a:lnTo>
                  <a:lnTo>
                    <a:pt x="99838" y="320071"/>
                  </a:lnTo>
                  <a:lnTo>
                    <a:pt x="104714" y="322124"/>
                  </a:lnTo>
                  <a:lnTo>
                    <a:pt x="109653" y="324022"/>
                  </a:lnTo>
                  <a:lnTo>
                    <a:pt x="114649" y="325763"/>
                  </a:lnTo>
                  <a:lnTo>
                    <a:pt x="119698" y="327345"/>
                  </a:lnTo>
                  <a:lnTo>
                    <a:pt x="124794" y="328766"/>
                  </a:lnTo>
                  <a:lnTo>
                    <a:pt x="129933" y="330026"/>
                  </a:lnTo>
                  <a:lnTo>
                    <a:pt x="135109" y="331122"/>
                  </a:lnTo>
                  <a:lnTo>
                    <a:pt x="140317" y="332054"/>
                  </a:lnTo>
                  <a:lnTo>
                    <a:pt x="145552" y="332820"/>
                  </a:lnTo>
                  <a:lnTo>
                    <a:pt x="150809" y="333421"/>
                  </a:lnTo>
                  <a:lnTo>
                    <a:pt x="156082" y="333854"/>
                  </a:lnTo>
                  <a:lnTo>
                    <a:pt x="161366" y="334121"/>
                  </a:lnTo>
                  <a:lnTo>
                    <a:pt x="166656" y="334220"/>
                  </a:lnTo>
                  <a:lnTo>
                    <a:pt x="171946" y="334152"/>
                  </a:lnTo>
                  <a:lnTo>
                    <a:pt x="177232" y="333917"/>
                  </a:lnTo>
                  <a:lnTo>
                    <a:pt x="182507" y="333514"/>
                  </a:lnTo>
                  <a:lnTo>
                    <a:pt x="187767" y="332945"/>
                  </a:lnTo>
                  <a:lnTo>
                    <a:pt x="193007" y="332209"/>
                  </a:lnTo>
                  <a:lnTo>
                    <a:pt x="198220" y="331308"/>
                  </a:lnTo>
                  <a:lnTo>
                    <a:pt x="203403" y="330243"/>
                  </a:lnTo>
                  <a:lnTo>
                    <a:pt x="208549" y="329013"/>
                  </a:lnTo>
                  <a:lnTo>
                    <a:pt x="213653" y="327622"/>
                  </a:lnTo>
                  <a:lnTo>
                    <a:pt x="218711" y="326070"/>
                  </a:lnTo>
                  <a:lnTo>
                    <a:pt x="223718" y="324359"/>
                  </a:lnTo>
                  <a:lnTo>
                    <a:pt x="228668" y="322490"/>
                  </a:lnTo>
                  <a:lnTo>
                    <a:pt x="233556" y="320465"/>
                  </a:lnTo>
                  <a:lnTo>
                    <a:pt x="238377" y="318287"/>
                  </a:lnTo>
                  <a:lnTo>
                    <a:pt x="243128" y="315957"/>
                  </a:lnTo>
                  <a:lnTo>
                    <a:pt x="247802" y="313478"/>
                  </a:lnTo>
                  <a:lnTo>
                    <a:pt x="252395" y="310852"/>
                  </a:lnTo>
                  <a:lnTo>
                    <a:pt x="256903" y="308083"/>
                  </a:lnTo>
                  <a:lnTo>
                    <a:pt x="261321" y="305172"/>
                  </a:lnTo>
                  <a:lnTo>
                    <a:pt x="265645" y="302122"/>
                  </a:lnTo>
                  <a:lnTo>
                    <a:pt x="269870" y="298938"/>
                  </a:lnTo>
                  <a:lnTo>
                    <a:pt x="273992" y="295621"/>
                  </a:lnTo>
                  <a:lnTo>
                    <a:pt x="278007" y="292175"/>
                  </a:lnTo>
                  <a:lnTo>
                    <a:pt x="281911" y="288604"/>
                  </a:lnTo>
                  <a:lnTo>
                    <a:pt x="285700" y="284912"/>
                  </a:lnTo>
                  <a:lnTo>
                    <a:pt x="289370" y="281101"/>
                  </a:lnTo>
                  <a:lnTo>
                    <a:pt x="292918" y="277176"/>
                  </a:lnTo>
                  <a:lnTo>
                    <a:pt x="296340" y="273141"/>
                  </a:lnTo>
                  <a:lnTo>
                    <a:pt x="299633" y="268999"/>
                  </a:lnTo>
                  <a:lnTo>
                    <a:pt x="302793" y="264756"/>
                  </a:lnTo>
                  <a:lnTo>
                    <a:pt x="305817" y="260414"/>
                  </a:lnTo>
                  <a:lnTo>
                    <a:pt x="308702" y="255979"/>
                  </a:lnTo>
                  <a:lnTo>
                    <a:pt x="311445" y="251455"/>
                  </a:lnTo>
                  <a:lnTo>
                    <a:pt x="314044" y="246846"/>
                  </a:lnTo>
                  <a:lnTo>
                    <a:pt x="316495" y="242158"/>
                  </a:lnTo>
                  <a:lnTo>
                    <a:pt x="318797" y="237394"/>
                  </a:lnTo>
                  <a:lnTo>
                    <a:pt x="320947" y="232560"/>
                  </a:lnTo>
                  <a:lnTo>
                    <a:pt x="322943" y="227660"/>
                  </a:lnTo>
                  <a:lnTo>
                    <a:pt x="324783" y="222699"/>
                  </a:lnTo>
                  <a:lnTo>
                    <a:pt x="326465" y="217683"/>
                  </a:lnTo>
                  <a:lnTo>
                    <a:pt x="327987" y="212616"/>
                  </a:lnTo>
                  <a:lnTo>
                    <a:pt x="329349" y="207503"/>
                  </a:lnTo>
                  <a:lnTo>
                    <a:pt x="330548" y="202350"/>
                  </a:lnTo>
                  <a:lnTo>
                    <a:pt x="331583" y="197161"/>
                  </a:lnTo>
                  <a:lnTo>
                    <a:pt x="332453" y="191943"/>
                  </a:lnTo>
                  <a:lnTo>
                    <a:pt x="333158" y="186699"/>
                  </a:lnTo>
                  <a:lnTo>
                    <a:pt x="333696" y="181436"/>
                  </a:lnTo>
                  <a:lnTo>
                    <a:pt x="334068" y="176158"/>
                  </a:lnTo>
                  <a:lnTo>
                    <a:pt x="334273" y="170871"/>
                  </a:lnTo>
                  <a:lnTo>
                    <a:pt x="334310" y="165580"/>
                  </a:lnTo>
                  <a:lnTo>
                    <a:pt x="334179" y="160291"/>
                  </a:lnTo>
                  <a:lnTo>
                    <a:pt x="333882" y="155009"/>
                  </a:lnTo>
                  <a:lnTo>
                    <a:pt x="333417" y="149738"/>
                  </a:lnTo>
                  <a:lnTo>
                    <a:pt x="332786" y="144485"/>
                  </a:lnTo>
                  <a:lnTo>
                    <a:pt x="331989" y="139255"/>
                  </a:lnTo>
                  <a:lnTo>
                    <a:pt x="331026" y="134052"/>
                  </a:lnTo>
                  <a:lnTo>
                    <a:pt x="329900" y="128883"/>
                  </a:lnTo>
                  <a:lnTo>
                    <a:pt x="328610" y="123751"/>
                  </a:lnTo>
                  <a:lnTo>
                    <a:pt x="327159" y="118663"/>
                  </a:lnTo>
                  <a:lnTo>
                    <a:pt x="325548" y="113624"/>
                  </a:lnTo>
                  <a:lnTo>
                    <a:pt x="323778" y="108638"/>
                  </a:lnTo>
                  <a:lnTo>
                    <a:pt x="321851" y="103711"/>
                  </a:lnTo>
                  <a:lnTo>
                    <a:pt x="319769" y="98847"/>
                  </a:lnTo>
                  <a:lnTo>
                    <a:pt x="317534" y="94051"/>
                  </a:lnTo>
                  <a:lnTo>
                    <a:pt x="315148" y="89329"/>
                  </a:lnTo>
                  <a:lnTo>
                    <a:pt x="312614" y="84684"/>
                  </a:lnTo>
                  <a:lnTo>
                    <a:pt x="309935" y="80122"/>
                  </a:lnTo>
                  <a:lnTo>
                    <a:pt x="307112" y="75647"/>
                  </a:lnTo>
                  <a:lnTo>
                    <a:pt x="304149" y="71263"/>
                  </a:lnTo>
                  <a:lnTo>
                    <a:pt x="301049" y="66976"/>
                  </a:lnTo>
                  <a:lnTo>
                    <a:pt x="297815" y="62788"/>
                  </a:lnTo>
                  <a:lnTo>
                    <a:pt x="294450" y="58706"/>
                  </a:lnTo>
                  <a:lnTo>
                    <a:pt x="290958" y="54731"/>
                  </a:lnTo>
                  <a:lnTo>
                    <a:pt x="287341" y="50869"/>
                  </a:lnTo>
                  <a:lnTo>
                    <a:pt x="283604" y="47124"/>
                  </a:lnTo>
                  <a:lnTo>
                    <a:pt x="279751" y="43499"/>
                  </a:lnTo>
                  <a:lnTo>
                    <a:pt x="275784" y="39997"/>
                  </a:lnTo>
                  <a:lnTo>
                    <a:pt x="271709" y="36623"/>
                  </a:lnTo>
                  <a:lnTo>
                    <a:pt x="267529" y="33380"/>
                  </a:lnTo>
                  <a:lnTo>
                    <a:pt x="263249" y="30270"/>
                  </a:lnTo>
                  <a:lnTo>
                    <a:pt x="258872" y="27297"/>
                  </a:lnTo>
                  <a:lnTo>
                    <a:pt x="254403" y="24465"/>
                  </a:lnTo>
                  <a:lnTo>
                    <a:pt x="249847" y="21775"/>
                  </a:lnTo>
                  <a:lnTo>
                    <a:pt x="245208" y="19230"/>
                  </a:lnTo>
                  <a:lnTo>
                    <a:pt x="240491" y="16834"/>
                  </a:lnTo>
                  <a:lnTo>
                    <a:pt x="235700" y="14588"/>
                  </a:lnTo>
                  <a:lnTo>
                    <a:pt x="230841" y="12495"/>
                  </a:lnTo>
                  <a:lnTo>
                    <a:pt x="225918" y="10557"/>
                  </a:lnTo>
                  <a:lnTo>
                    <a:pt x="220936" y="8776"/>
                  </a:lnTo>
                  <a:lnTo>
                    <a:pt x="215900" y="7153"/>
                  </a:lnTo>
                  <a:lnTo>
                    <a:pt x="210816" y="5690"/>
                  </a:lnTo>
                  <a:lnTo>
                    <a:pt x="205688" y="4389"/>
                  </a:lnTo>
                  <a:lnTo>
                    <a:pt x="200521" y="3251"/>
                  </a:lnTo>
                  <a:lnTo>
                    <a:pt x="195320" y="2277"/>
                  </a:lnTo>
                  <a:lnTo>
                    <a:pt x="190092" y="1468"/>
                  </a:lnTo>
                  <a:lnTo>
                    <a:pt x="184840" y="825"/>
                  </a:lnTo>
                  <a:lnTo>
                    <a:pt x="179571" y="348"/>
                  </a:lnTo>
                  <a:lnTo>
                    <a:pt x="167149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90748" y="3707720"/>
              <a:ext cx="12421" cy="167167"/>
            </a:xfrm>
            <a:custGeom>
              <a:avLst/>
              <a:pathLst>
                <a:path w="12421" h="167167">
                  <a:moveTo>
                    <a:pt x="12421" y="4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5133" y="4213821"/>
              <a:ext cx="6154" cy="167167"/>
            </a:xfrm>
            <a:custGeom>
              <a:avLst/>
              <a:pathLst>
                <a:path w="6154" h="167167">
                  <a:moveTo>
                    <a:pt x="6154" y="0"/>
                  </a:moveTo>
                  <a:lnTo>
                    <a:pt x="0" y="113"/>
                  </a:lnTo>
                  <a:lnTo>
                    <a:pt x="6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5133" y="4213934"/>
              <a:ext cx="6154" cy="167054"/>
            </a:xfrm>
            <a:custGeom>
              <a:avLst/>
              <a:pathLst>
                <a:path w="6154" h="167054">
                  <a:moveTo>
                    <a:pt x="0" y="0"/>
                  </a:moveTo>
                  <a:lnTo>
                    <a:pt x="6154" y="1670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14138" y="4213934"/>
              <a:ext cx="334310" cy="334220"/>
            </a:xfrm>
            <a:custGeom>
              <a:avLst/>
              <a:pathLst>
                <a:path w="334310" h="334220">
                  <a:moveTo>
                    <a:pt x="160994" y="0"/>
                  </a:moveTo>
                  <a:lnTo>
                    <a:pt x="155711" y="278"/>
                  </a:lnTo>
                  <a:lnTo>
                    <a:pt x="150439" y="723"/>
                  </a:lnTo>
                  <a:lnTo>
                    <a:pt x="145184" y="1336"/>
                  </a:lnTo>
                  <a:lnTo>
                    <a:pt x="139950" y="2114"/>
                  </a:lnTo>
                  <a:lnTo>
                    <a:pt x="134744" y="3057"/>
                  </a:lnTo>
                  <a:lnTo>
                    <a:pt x="129571" y="4165"/>
                  </a:lnTo>
                  <a:lnTo>
                    <a:pt x="124435" y="5435"/>
                  </a:lnTo>
                  <a:lnTo>
                    <a:pt x="119341" y="6868"/>
                  </a:lnTo>
                  <a:lnTo>
                    <a:pt x="114296" y="8461"/>
                  </a:lnTo>
                  <a:lnTo>
                    <a:pt x="109304" y="10213"/>
                  </a:lnTo>
                  <a:lnTo>
                    <a:pt x="104369" y="12122"/>
                  </a:lnTo>
                  <a:lnTo>
                    <a:pt x="99498" y="14187"/>
                  </a:lnTo>
                  <a:lnTo>
                    <a:pt x="94694" y="16404"/>
                  </a:lnTo>
                  <a:lnTo>
                    <a:pt x="89963" y="18772"/>
                  </a:lnTo>
                  <a:lnTo>
                    <a:pt x="85309" y="21289"/>
                  </a:lnTo>
                  <a:lnTo>
                    <a:pt x="80737" y="23952"/>
                  </a:lnTo>
                  <a:lnTo>
                    <a:pt x="76252" y="26758"/>
                  </a:lnTo>
                  <a:lnTo>
                    <a:pt x="71858" y="29705"/>
                  </a:lnTo>
                  <a:lnTo>
                    <a:pt x="67559" y="32790"/>
                  </a:lnTo>
                  <a:lnTo>
                    <a:pt x="63360" y="36008"/>
                  </a:lnTo>
                  <a:lnTo>
                    <a:pt x="59265" y="39359"/>
                  </a:lnTo>
                  <a:lnTo>
                    <a:pt x="55278" y="42837"/>
                  </a:lnTo>
                  <a:lnTo>
                    <a:pt x="51403" y="46439"/>
                  </a:lnTo>
                  <a:lnTo>
                    <a:pt x="47644" y="50162"/>
                  </a:lnTo>
                  <a:lnTo>
                    <a:pt x="44005" y="54003"/>
                  </a:lnTo>
                  <a:lnTo>
                    <a:pt x="40489" y="57956"/>
                  </a:lnTo>
                  <a:lnTo>
                    <a:pt x="37100" y="62019"/>
                  </a:lnTo>
                  <a:lnTo>
                    <a:pt x="33841" y="66187"/>
                  </a:lnTo>
                  <a:lnTo>
                    <a:pt x="30716" y="70457"/>
                  </a:lnTo>
                  <a:lnTo>
                    <a:pt x="27727" y="74823"/>
                  </a:lnTo>
                  <a:lnTo>
                    <a:pt x="24878" y="79281"/>
                  </a:lnTo>
                  <a:lnTo>
                    <a:pt x="22172" y="83827"/>
                  </a:lnTo>
                  <a:lnTo>
                    <a:pt x="19611" y="88457"/>
                  </a:lnTo>
                  <a:lnTo>
                    <a:pt x="17197" y="93165"/>
                  </a:lnTo>
                  <a:lnTo>
                    <a:pt x="14934" y="97947"/>
                  </a:lnTo>
                  <a:lnTo>
                    <a:pt x="12824" y="102799"/>
                  </a:lnTo>
                  <a:lnTo>
                    <a:pt x="10867" y="107715"/>
                  </a:lnTo>
                  <a:lnTo>
                    <a:pt x="9068" y="112690"/>
                  </a:lnTo>
                  <a:lnTo>
                    <a:pt x="7427" y="117720"/>
                  </a:lnTo>
                  <a:lnTo>
                    <a:pt x="5945" y="122799"/>
                  </a:lnTo>
                  <a:lnTo>
                    <a:pt x="4626" y="127923"/>
                  </a:lnTo>
                  <a:lnTo>
                    <a:pt x="3469" y="133086"/>
                  </a:lnTo>
                  <a:lnTo>
                    <a:pt x="2476" y="138283"/>
                  </a:lnTo>
                  <a:lnTo>
                    <a:pt x="1648" y="143508"/>
                  </a:lnTo>
                  <a:lnTo>
                    <a:pt x="986" y="148757"/>
                  </a:lnTo>
                  <a:lnTo>
                    <a:pt x="490" y="154025"/>
                  </a:lnTo>
                  <a:lnTo>
                    <a:pt x="161" y="159306"/>
                  </a:lnTo>
                  <a:lnTo>
                    <a:pt x="0" y="164594"/>
                  </a:lnTo>
                  <a:lnTo>
                    <a:pt x="5" y="169885"/>
                  </a:lnTo>
                  <a:lnTo>
                    <a:pt x="179" y="175173"/>
                  </a:lnTo>
                  <a:lnTo>
                    <a:pt x="519" y="180453"/>
                  </a:lnTo>
                  <a:lnTo>
                    <a:pt x="1027" y="185719"/>
                  </a:lnTo>
                  <a:lnTo>
                    <a:pt x="1701" y="190967"/>
                  </a:lnTo>
                  <a:lnTo>
                    <a:pt x="2540" y="196191"/>
                  </a:lnTo>
                  <a:lnTo>
                    <a:pt x="3545" y="201385"/>
                  </a:lnTo>
                  <a:lnTo>
                    <a:pt x="4713" y="206545"/>
                  </a:lnTo>
                  <a:lnTo>
                    <a:pt x="6044" y="211666"/>
                  </a:lnTo>
                  <a:lnTo>
                    <a:pt x="7537" y="216742"/>
                  </a:lnTo>
                  <a:lnTo>
                    <a:pt x="9189" y="221768"/>
                  </a:lnTo>
                  <a:lnTo>
                    <a:pt x="11000" y="226740"/>
                  </a:lnTo>
                  <a:lnTo>
                    <a:pt x="12967" y="231651"/>
                  </a:lnTo>
                  <a:lnTo>
                    <a:pt x="15088" y="236498"/>
                  </a:lnTo>
                  <a:lnTo>
                    <a:pt x="17362" y="241275"/>
                  </a:lnTo>
                  <a:lnTo>
                    <a:pt x="19786" y="245978"/>
                  </a:lnTo>
                  <a:lnTo>
                    <a:pt x="22357" y="250602"/>
                  </a:lnTo>
                  <a:lnTo>
                    <a:pt x="25074" y="255142"/>
                  </a:lnTo>
                  <a:lnTo>
                    <a:pt x="27933" y="259594"/>
                  </a:lnTo>
                  <a:lnTo>
                    <a:pt x="30931" y="263954"/>
                  </a:lnTo>
                  <a:lnTo>
                    <a:pt x="34066" y="268216"/>
                  </a:lnTo>
                  <a:lnTo>
                    <a:pt x="37334" y="272377"/>
                  </a:lnTo>
                  <a:lnTo>
                    <a:pt x="40732" y="276432"/>
                  </a:lnTo>
                  <a:lnTo>
                    <a:pt x="44256" y="280378"/>
                  </a:lnTo>
                  <a:lnTo>
                    <a:pt x="47904" y="284210"/>
                  </a:lnTo>
                  <a:lnTo>
                    <a:pt x="51672" y="287925"/>
                  </a:lnTo>
                  <a:lnTo>
                    <a:pt x="55554" y="291519"/>
                  </a:lnTo>
                  <a:lnTo>
                    <a:pt x="59549" y="294988"/>
                  </a:lnTo>
                  <a:lnTo>
                    <a:pt x="63652" y="298329"/>
                  </a:lnTo>
                  <a:lnTo>
                    <a:pt x="67858" y="301539"/>
                  </a:lnTo>
                  <a:lnTo>
                    <a:pt x="72163" y="304614"/>
                  </a:lnTo>
                  <a:lnTo>
                    <a:pt x="76564" y="307551"/>
                  </a:lnTo>
                  <a:lnTo>
                    <a:pt x="81056" y="310347"/>
                  </a:lnTo>
                  <a:lnTo>
                    <a:pt x="85634" y="313000"/>
                  </a:lnTo>
                  <a:lnTo>
                    <a:pt x="90293" y="315506"/>
                  </a:lnTo>
                  <a:lnTo>
                    <a:pt x="95029" y="317864"/>
                  </a:lnTo>
                  <a:lnTo>
                    <a:pt x="99838" y="320071"/>
                  </a:lnTo>
                  <a:lnTo>
                    <a:pt x="104714" y="322124"/>
                  </a:lnTo>
                  <a:lnTo>
                    <a:pt x="109653" y="324022"/>
                  </a:lnTo>
                  <a:lnTo>
                    <a:pt x="114649" y="325763"/>
                  </a:lnTo>
                  <a:lnTo>
                    <a:pt x="119698" y="327345"/>
                  </a:lnTo>
                  <a:lnTo>
                    <a:pt x="124794" y="328766"/>
                  </a:lnTo>
                  <a:lnTo>
                    <a:pt x="129933" y="330026"/>
                  </a:lnTo>
                  <a:lnTo>
                    <a:pt x="135109" y="331122"/>
                  </a:lnTo>
                  <a:lnTo>
                    <a:pt x="140317" y="332054"/>
                  </a:lnTo>
                  <a:lnTo>
                    <a:pt x="145552" y="332820"/>
                  </a:lnTo>
                  <a:lnTo>
                    <a:pt x="150809" y="333421"/>
                  </a:lnTo>
                  <a:lnTo>
                    <a:pt x="156082" y="333854"/>
                  </a:lnTo>
                  <a:lnTo>
                    <a:pt x="161366" y="334121"/>
                  </a:lnTo>
                  <a:lnTo>
                    <a:pt x="166656" y="334220"/>
                  </a:lnTo>
                  <a:lnTo>
                    <a:pt x="171946" y="334152"/>
                  </a:lnTo>
                  <a:lnTo>
                    <a:pt x="177232" y="333917"/>
                  </a:lnTo>
                  <a:lnTo>
                    <a:pt x="182507" y="333514"/>
                  </a:lnTo>
                  <a:lnTo>
                    <a:pt x="187767" y="332945"/>
                  </a:lnTo>
                  <a:lnTo>
                    <a:pt x="193007" y="332209"/>
                  </a:lnTo>
                  <a:lnTo>
                    <a:pt x="198220" y="331308"/>
                  </a:lnTo>
                  <a:lnTo>
                    <a:pt x="203403" y="330243"/>
                  </a:lnTo>
                  <a:lnTo>
                    <a:pt x="208549" y="329013"/>
                  </a:lnTo>
                  <a:lnTo>
                    <a:pt x="213653" y="327622"/>
                  </a:lnTo>
                  <a:lnTo>
                    <a:pt x="218711" y="326070"/>
                  </a:lnTo>
                  <a:lnTo>
                    <a:pt x="223718" y="324359"/>
                  </a:lnTo>
                  <a:lnTo>
                    <a:pt x="228668" y="322490"/>
                  </a:lnTo>
                  <a:lnTo>
                    <a:pt x="233556" y="320465"/>
                  </a:lnTo>
                  <a:lnTo>
                    <a:pt x="238377" y="318287"/>
                  </a:lnTo>
                  <a:lnTo>
                    <a:pt x="243128" y="315957"/>
                  </a:lnTo>
                  <a:lnTo>
                    <a:pt x="247802" y="313478"/>
                  </a:lnTo>
                  <a:lnTo>
                    <a:pt x="252395" y="310852"/>
                  </a:lnTo>
                  <a:lnTo>
                    <a:pt x="256903" y="308083"/>
                  </a:lnTo>
                  <a:lnTo>
                    <a:pt x="261321" y="305172"/>
                  </a:lnTo>
                  <a:lnTo>
                    <a:pt x="265645" y="302122"/>
                  </a:lnTo>
                  <a:lnTo>
                    <a:pt x="269870" y="298938"/>
                  </a:lnTo>
                  <a:lnTo>
                    <a:pt x="273992" y="295621"/>
                  </a:lnTo>
                  <a:lnTo>
                    <a:pt x="278007" y="292175"/>
                  </a:lnTo>
                  <a:lnTo>
                    <a:pt x="281911" y="288604"/>
                  </a:lnTo>
                  <a:lnTo>
                    <a:pt x="285700" y="284912"/>
                  </a:lnTo>
                  <a:lnTo>
                    <a:pt x="289370" y="281101"/>
                  </a:lnTo>
                  <a:lnTo>
                    <a:pt x="292918" y="277176"/>
                  </a:lnTo>
                  <a:lnTo>
                    <a:pt x="296340" y="273141"/>
                  </a:lnTo>
                  <a:lnTo>
                    <a:pt x="299633" y="268999"/>
                  </a:lnTo>
                  <a:lnTo>
                    <a:pt x="302793" y="264756"/>
                  </a:lnTo>
                  <a:lnTo>
                    <a:pt x="305817" y="260414"/>
                  </a:lnTo>
                  <a:lnTo>
                    <a:pt x="308702" y="255979"/>
                  </a:lnTo>
                  <a:lnTo>
                    <a:pt x="311445" y="251455"/>
                  </a:lnTo>
                  <a:lnTo>
                    <a:pt x="314044" y="246846"/>
                  </a:lnTo>
                  <a:lnTo>
                    <a:pt x="316495" y="242158"/>
                  </a:lnTo>
                  <a:lnTo>
                    <a:pt x="318797" y="237394"/>
                  </a:lnTo>
                  <a:lnTo>
                    <a:pt x="320947" y="232560"/>
                  </a:lnTo>
                  <a:lnTo>
                    <a:pt x="322943" y="227660"/>
                  </a:lnTo>
                  <a:lnTo>
                    <a:pt x="324783" y="222699"/>
                  </a:lnTo>
                  <a:lnTo>
                    <a:pt x="326465" y="217683"/>
                  </a:lnTo>
                  <a:lnTo>
                    <a:pt x="327987" y="212616"/>
                  </a:lnTo>
                  <a:lnTo>
                    <a:pt x="329349" y="207503"/>
                  </a:lnTo>
                  <a:lnTo>
                    <a:pt x="330548" y="202350"/>
                  </a:lnTo>
                  <a:lnTo>
                    <a:pt x="331583" y="197161"/>
                  </a:lnTo>
                  <a:lnTo>
                    <a:pt x="332453" y="191943"/>
                  </a:lnTo>
                  <a:lnTo>
                    <a:pt x="333158" y="186699"/>
                  </a:lnTo>
                  <a:lnTo>
                    <a:pt x="333696" y="181436"/>
                  </a:lnTo>
                  <a:lnTo>
                    <a:pt x="334068" y="176158"/>
                  </a:lnTo>
                  <a:lnTo>
                    <a:pt x="334273" y="170871"/>
                  </a:lnTo>
                  <a:lnTo>
                    <a:pt x="334310" y="165580"/>
                  </a:lnTo>
                  <a:lnTo>
                    <a:pt x="334179" y="160291"/>
                  </a:lnTo>
                  <a:lnTo>
                    <a:pt x="333882" y="155009"/>
                  </a:lnTo>
                  <a:lnTo>
                    <a:pt x="333417" y="149738"/>
                  </a:lnTo>
                  <a:lnTo>
                    <a:pt x="332786" y="144485"/>
                  </a:lnTo>
                  <a:lnTo>
                    <a:pt x="331989" y="139255"/>
                  </a:lnTo>
                  <a:lnTo>
                    <a:pt x="331026" y="134052"/>
                  </a:lnTo>
                  <a:lnTo>
                    <a:pt x="329900" y="128883"/>
                  </a:lnTo>
                  <a:lnTo>
                    <a:pt x="328610" y="123751"/>
                  </a:lnTo>
                  <a:lnTo>
                    <a:pt x="327159" y="118663"/>
                  </a:lnTo>
                  <a:lnTo>
                    <a:pt x="325548" y="113624"/>
                  </a:lnTo>
                  <a:lnTo>
                    <a:pt x="323778" y="108638"/>
                  </a:lnTo>
                  <a:lnTo>
                    <a:pt x="321851" y="103711"/>
                  </a:lnTo>
                  <a:lnTo>
                    <a:pt x="319769" y="98847"/>
                  </a:lnTo>
                  <a:lnTo>
                    <a:pt x="317534" y="94051"/>
                  </a:lnTo>
                  <a:lnTo>
                    <a:pt x="315148" y="89329"/>
                  </a:lnTo>
                  <a:lnTo>
                    <a:pt x="312614" y="84684"/>
                  </a:lnTo>
                  <a:lnTo>
                    <a:pt x="309935" y="80122"/>
                  </a:lnTo>
                  <a:lnTo>
                    <a:pt x="307112" y="75647"/>
                  </a:lnTo>
                  <a:lnTo>
                    <a:pt x="304149" y="71263"/>
                  </a:lnTo>
                  <a:lnTo>
                    <a:pt x="301049" y="66976"/>
                  </a:lnTo>
                  <a:lnTo>
                    <a:pt x="297815" y="62788"/>
                  </a:lnTo>
                  <a:lnTo>
                    <a:pt x="294450" y="58706"/>
                  </a:lnTo>
                  <a:lnTo>
                    <a:pt x="290958" y="54731"/>
                  </a:lnTo>
                  <a:lnTo>
                    <a:pt x="287341" y="50869"/>
                  </a:lnTo>
                  <a:lnTo>
                    <a:pt x="283604" y="47124"/>
                  </a:lnTo>
                  <a:lnTo>
                    <a:pt x="279751" y="43499"/>
                  </a:lnTo>
                  <a:lnTo>
                    <a:pt x="275784" y="39997"/>
                  </a:lnTo>
                  <a:lnTo>
                    <a:pt x="271709" y="36623"/>
                  </a:lnTo>
                  <a:lnTo>
                    <a:pt x="267529" y="33380"/>
                  </a:lnTo>
                  <a:lnTo>
                    <a:pt x="263249" y="30270"/>
                  </a:lnTo>
                  <a:lnTo>
                    <a:pt x="258872" y="27297"/>
                  </a:lnTo>
                  <a:lnTo>
                    <a:pt x="254403" y="24465"/>
                  </a:lnTo>
                  <a:lnTo>
                    <a:pt x="249847" y="21775"/>
                  </a:lnTo>
                  <a:lnTo>
                    <a:pt x="245208" y="19230"/>
                  </a:lnTo>
                  <a:lnTo>
                    <a:pt x="240491" y="16834"/>
                  </a:lnTo>
                  <a:lnTo>
                    <a:pt x="235700" y="14588"/>
                  </a:lnTo>
                  <a:lnTo>
                    <a:pt x="230841" y="12495"/>
                  </a:lnTo>
                  <a:lnTo>
                    <a:pt x="225918" y="10557"/>
                  </a:lnTo>
                  <a:lnTo>
                    <a:pt x="220936" y="8776"/>
                  </a:lnTo>
                  <a:lnTo>
                    <a:pt x="215900" y="7153"/>
                  </a:lnTo>
                  <a:lnTo>
                    <a:pt x="210816" y="5690"/>
                  </a:lnTo>
                  <a:lnTo>
                    <a:pt x="205688" y="4389"/>
                  </a:lnTo>
                  <a:lnTo>
                    <a:pt x="200521" y="3251"/>
                  </a:lnTo>
                  <a:lnTo>
                    <a:pt x="195320" y="2277"/>
                  </a:lnTo>
                  <a:lnTo>
                    <a:pt x="190092" y="1468"/>
                  </a:lnTo>
                  <a:lnTo>
                    <a:pt x="184840" y="825"/>
                  </a:lnTo>
                  <a:lnTo>
                    <a:pt x="179571" y="348"/>
                  </a:lnTo>
                  <a:lnTo>
                    <a:pt x="167149" y="167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4213821"/>
              <a:ext cx="12421" cy="167167"/>
            </a:xfrm>
            <a:custGeom>
              <a:avLst/>
              <a:pathLst>
                <a:path w="12421" h="167167">
                  <a:moveTo>
                    <a:pt x="12421" y="4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269" y="4659281"/>
              <a:ext cx="1255" cy="167167"/>
            </a:xfrm>
            <a:custGeom>
              <a:avLst/>
              <a:pathLst>
                <a:path w="1255" h="167167">
                  <a:moveTo>
                    <a:pt x="1255" y="0"/>
                  </a:moveTo>
                  <a:lnTo>
                    <a:pt x="0" y="4"/>
                  </a:lnTo>
                  <a:lnTo>
                    <a:pt x="125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5269" y="4659286"/>
              <a:ext cx="1255" cy="167162"/>
            </a:xfrm>
            <a:custGeom>
              <a:avLst/>
              <a:pathLst>
                <a:path w="1255" h="167162">
                  <a:moveTo>
                    <a:pt x="0" y="0"/>
                  </a:moveTo>
                  <a:lnTo>
                    <a:pt x="125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921726" y="4659286"/>
              <a:ext cx="164798" cy="167162"/>
            </a:xfrm>
            <a:custGeom>
              <a:avLst/>
              <a:pathLst>
                <a:path w="164798" h="167162">
                  <a:moveTo>
                    <a:pt x="163542" y="0"/>
                  </a:moveTo>
                  <a:lnTo>
                    <a:pt x="158122" y="128"/>
                  </a:lnTo>
                  <a:lnTo>
                    <a:pt x="152709" y="432"/>
                  </a:lnTo>
                  <a:lnTo>
                    <a:pt x="147308" y="912"/>
                  </a:lnTo>
                  <a:lnTo>
                    <a:pt x="141926" y="1567"/>
                  </a:lnTo>
                  <a:lnTo>
                    <a:pt x="136567" y="2396"/>
                  </a:lnTo>
                  <a:lnTo>
                    <a:pt x="131239" y="3398"/>
                  </a:lnTo>
                  <a:lnTo>
                    <a:pt x="125946" y="4572"/>
                  </a:lnTo>
                  <a:lnTo>
                    <a:pt x="120693" y="5918"/>
                  </a:lnTo>
                  <a:lnTo>
                    <a:pt x="115487" y="7433"/>
                  </a:lnTo>
                  <a:lnTo>
                    <a:pt x="110333" y="9116"/>
                  </a:lnTo>
                  <a:lnTo>
                    <a:pt x="105237" y="10966"/>
                  </a:lnTo>
                  <a:lnTo>
                    <a:pt x="100203" y="12979"/>
                  </a:lnTo>
                  <a:lnTo>
                    <a:pt x="95236" y="15155"/>
                  </a:lnTo>
                  <a:lnTo>
                    <a:pt x="90343" y="17491"/>
                  </a:lnTo>
                  <a:lnTo>
                    <a:pt x="85529" y="19984"/>
                  </a:lnTo>
                  <a:lnTo>
                    <a:pt x="80797" y="22632"/>
                  </a:lnTo>
                  <a:lnTo>
                    <a:pt x="76155" y="25432"/>
                  </a:lnTo>
                  <a:lnTo>
                    <a:pt x="71605" y="28382"/>
                  </a:lnTo>
                  <a:lnTo>
                    <a:pt x="67153" y="31477"/>
                  </a:lnTo>
                  <a:lnTo>
                    <a:pt x="62804" y="34715"/>
                  </a:lnTo>
                  <a:lnTo>
                    <a:pt x="58563" y="38092"/>
                  </a:lnTo>
                  <a:lnTo>
                    <a:pt x="54433" y="41605"/>
                  </a:lnTo>
                  <a:lnTo>
                    <a:pt x="50419" y="45250"/>
                  </a:lnTo>
                  <a:lnTo>
                    <a:pt x="46526" y="49024"/>
                  </a:lnTo>
                  <a:lnTo>
                    <a:pt x="42757" y="52922"/>
                  </a:lnTo>
                  <a:lnTo>
                    <a:pt x="39116" y="56939"/>
                  </a:lnTo>
                  <a:lnTo>
                    <a:pt x="35608" y="61073"/>
                  </a:lnTo>
                  <a:lnTo>
                    <a:pt x="32235" y="65319"/>
                  </a:lnTo>
                  <a:lnTo>
                    <a:pt x="29002" y="69671"/>
                  </a:lnTo>
                  <a:lnTo>
                    <a:pt x="25912" y="74126"/>
                  </a:lnTo>
                  <a:lnTo>
                    <a:pt x="22968" y="78679"/>
                  </a:lnTo>
                  <a:lnTo>
                    <a:pt x="20173" y="83325"/>
                  </a:lnTo>
                  <a:lnTo>
                    <a:pt x="17530" y="88060"/>
                  </a:lnTo>
                  <a:lnTo>
                    <a:pt x="15042" y="92877"/>
                  </a:lnTo>
                  <a:lnTo>
                    <a:pt x="12712" y="97773"/>
                  </a:lnTo>
                  <a:lnTo>
                    <a:pt x="10542" y="102741"/>
                  </a:lnTo>
                  <a:lnTo>
                    <a:pt x="8534" y="107778"/>
                  </a:lnTo>
                  <a:lnTo>
                    <a:pt x="6690" y="112877"/>
                  </a:lnTo>
                  <a:lnTo>
                    <a:pt x="5013" y="118033"/>
                  </a:lnTo>
                  <a:lnTo>
                    <a:pt x="3504" y="123240"/>
                  </a:lnTo>
                  <a:lnTo>
                    <a:pt x="2164" y="128494"/>
                  </a:lnTo>
                  <a:lnTo>
                    <a:pt x="996" y="133789"/>
                  </a:lnTo>
                  <a:lnTo>
                    <a:pt x="0" y="139118"/>
                  </a:lnTo>
                  <a:lnTo>
                    <a:pt x="164798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19366" y="4659281"/>
              <a:ext cx="334310" cy="334333"/>
            </a:xfrm>
            <a:custGeom>
              <a:avLst/>
              <a:pathLst>
                <a:path w="334310" h="334333">
                  <a:moveTo>
                    <a:pt x="2360" y="139123"/>
                  </a:moveTo>
                  <a:lnTo>
                    <a:pt x="1554" y="144359"/>
                  </a:lnTo>
                  <a:lnTo>
                    <a:pt x="915" y="149619"/>
                  </a:lnTo>
                  <a:lnTo>
                    <a:pt x="442" y="154896"/>
                  </a:lnTo>
                  <a:lnTo>
                    <a:pt x="137" y="160185"/>
                  </a:lnTo>
                  <a:lnTo>
                    <a:pt x="0" y="165481"/>
                  </a:lnTo>
                  <a:lnTo>
                    <a:pt x="30" y="170779"/>
                  </a:lnTo>
                  <a:lnTo>
                    <a:pt x="228" y="176073"/>
                  </a:lnTo>
                  <a:lnTo>
                    <a:pt x="595" y="181359"/>
                  </a:lnTo>
                  <a:lnTo>
                    <a:pt x="1128" y="186630"/>
                  </a:lnTo>
                  <a:lnTo>
                    <a:pt x="1828" y="191882"/>
                  </a:lnTo>
                  <a:lnTo>
                    <a:pt x="2694" y="197108"/>
                  </a:lnTo>
                  <a:lnTo>
                    <a:pt x="3726" y="202305"/>
                  </a:lnTo>
                  <a:lnTo>
                    <a:pt x="4921" y="207466"/>
                  </a:lnTo>
                  <a:lnTo>
                    <a:pt x="6280" y="212587"/>
                  </a:lnTo>
                  <a:lnTo>
                    <a:pt x="7800" y="217663"/>
                  </a:lnTo>
                  <a:lnTo>
                    <a:pt x="9480" y="222687"/>
                  </a:lnTo>
                  <a:lnTo>
                    <a:pt x="11319" y="227656"/>
                  </a:lnTo>
                  <a:lnTo>
                    <a:pt x="13314" y="232564"/>
                  </a:lnTo>
                  <a:lnTo>
                    <a:pt x="15463" y="237406"/>
                  </a:lnTo>
                  <a:lnTo>
                    <a:pt x="17765" y="242178"/>
                  </a:lnTo>
                  <a:lnTo>
                    <a:pt x="20218" y="246875"/>
                  </a:lnTo>
                  <a:lnTo>
                    <a:pt x="22817" y="251491"/>
                  </a:lnTo>
                  <a:lnTo>
                    <a:pt x="25562" y="256023"/>
                  </a:lnTo>
                  <a:lnTo>
                    <a:pt x="28449" y="260465"/>
                  </a:lnTo>
                  <a:lnTo>
                    <a:pt x="31475" y="264814"/>
                  </a:lnTo>
                  <a:lnTo>
                    <a:pt x="34637" y="269065"/>
                  </a:lnTo>
                  <a:lnTo>
                    <a:pt x="37933" y="273213"/>
                  </a:lnTo>
                  <a:lnTo>
                    <a:pt x="41358" y="277255"/>
                  </a:lnTo>
                  <a:lnTo>
                    <a:pt x="44910" y="281186"/>
                  </a:lnTo>
                  <a:lnTo>
                    <a:pt x="48585" y="285003"/>
                  </a:lnTo>
                  <a:lnTo>
                    <a:pt x="52378" y="288701"/>
                  </a:lnTo>
                  <a:lnTo>
                    <a:pt x="56287" y="292277"/>
                  </a:lnTo>
                  <a:lnTo>
                    <a:pt x="60308" y="295728"/>
                  </a:lnTo>
                  <a:lnTo>
                    <a:pt x="64435" y="299049"/>
                  </a:lnTo>
                  <a:lnTo>
                    <a:pt x="68666" y="302238"/>
                  </a:lnTo>
                  <a:lnTo>
                    <a:pt x="72996" y="305291"/>
                  </a:lnTo>
                  <a:lnTo>
                    <a:pt x="77420" y="308206"/>
                  </a:lnTo>
                  <a:lnTo>
                    <a:pt x="81935" y="310979"/>
                  </a:lnTo>
                  <a:lnTo>
                    <a:pt x="86535" y="313607"/>
                  </a:lnTo>
                  <a:lnTo>
                    <a:pt x="91216" y="316089"/>
                  </a:lnTo>
                  <a:lnTo>
                    <a:pt x="95973" y="318420"/>
                  </a:lnTo>
                  <a:lnTo>
                    <a:pt x="100802" y="320600"/>
                  </a:lnTo>
                  <a:lnTo>
                    <a:pt x="105698" y="322626"/>
                  </a:lnTo>
                  <a:lnTo>
                    <a:pt x="110655" y="324496"/>
                  </a:lnTo>
                  <a:lnTo>
                    <a:pt x="115669" y="326207"/>
                  </a:lnTo>
                  <a:lnTo>
                    <a:pt x="120735" y="327759"/>
                  </a:lnTo>
                  <a:lnTo>
                    <a:pt x="125847" y="329149"/>
                  </a:lnTo>
                  <a:lnTo>
                    <a:pt x="131001" y="330377"/>
                  </a:lnTo>
                  <a:lnTo>
                    <a:pt x="136191" y="331441"/>
                  </a:lnTo>
                  <a:lnTo>
                    <a:pt x="141412" y="332340"/>
                  </a:lnTo>
                  <a:lnTo>
                    <a:pt x="146659" y="333073"/>
                  </a:lnTo>
                  <a:lnTo>
                    <a:pt x="151927" y="333639"/>
                  </a:lnTo>
                  <a:lnTo>
                    <a:pt x="157210" y="334038"/>
                  </a:lnTo>
                  <a:lnTo>
                    <a:pt x="162503" y="334270"/>
                  </a:lnTo>
                  <a:lnTo>
                    <a:pt x="167801" y="334333"/>
                  </a:lnTo>
                  <a:lnTo>
                    <a:pt x="173098" y="334229"/>
                  </a:lnTo>
                  <a:lnTo>
                    <a:pt x="178389" y="333957"/>
                  </a:lnTo>
                  <a:lnTo>
                    <a:pt x="183669" y="333517"/>
                  </a:lnTo>
                  <a:lnTo>
                    <a:pt x="188932" y="332910"/>
                  </a:lnTo>
                  <a:lnTo>
                    <a:pt x="194173" y="332137"/>
                  </a:lnTo>
                  <a:lnTo>
                    <a:pt x="199387" y="331198"/>
                  </a:lnTo>
                  <a:lnTo>
                    <a:pt x="204569" y="330095"/>
                  </a:lnTo>
                  <a:lnTo>
                    <a:pt x="209713" y="328827"/>
                  </a:lnTo>
                  <a:lnTo>
                    <a:pt x="214815" y="327397"/>
                  </a:lnTo>
                  <a:lnTo>
                    <a:pt x="219868" y="325807"/>
                  </a:lnTo>
                  <a:lnTo>
                    <a:pt x="224869" y="324057"/>
                  </a:lnTo>
                  <a:lnTo>
                    <a:pt x="229812" y="322149"/>
                  </a:lnTo>
                  <a:lnTo>
                    <a:pt x="234692" y="320086"/>
                  </a:lnTo>
                  <a:lnTo>
                    <a:pt x="239504" y="317869"/>
                  </a:lnTo>
                  <a:lnTo>
                    <a:pt x="244243" y="315501"/>
                  </a:lnTo>
                  <a:lnTo>
                    <a:pt x="248905" y="312984"/>
                  </a:lnTo>
                  <a:lnTo>
                    <a:pt x="253485" y="310320"/>
                  </a:lnTo>
                  <a:lnTo>
                    <a:pt x="257978" y="307512"/>
                  </a:lnTo>
                  <a:lnTo>
                    <a:pt x="262379" y="304564"/>
                  </a:lnTo>
                  <a:lnTo>
                    <a:pt x="266686" y="301477"/>
                  </a:lnTo>
                  <a:lnTo>
                    <a:pt x="270892" y="298256"/>
                  </a:lnTo>
                  <a:lnTo>
                    <a:pt x="274994" y="294903"/>
                  </a:lnTo>
                  <a:lnTo>
                    <a:pt x="278987" y="291422"/>
                  </a:lnTo>
                  <a:lnTo>
                    <a:pt x="282869" y="287815"/>
                  </a:lnTo>
                  <a:lnTo>
                    <a:pt x="286634" y="284088"/>
                  </a:lnTo>
                  <a:lnTo>
                    <a:pt x="290279" y="280243"/>
                  </a:lnTo>
                  <a:lnTo>
                    <a:pt x="293801" y="276285"/>
                  </a:lnTo>
                  <a:lnTo>
                    <a:pt x="297195" y="272217"/>
                  </a:lnTo>
                  <a:lnTo>
                    <a:pt x="300458" y="268043"/>
                  </a:lnTo>
                  <a:lnTo>
                    <a:pt x="303588" y="263769"/>
                  </a:lnTo>
                  <a:lnTo>
                    <a:pt x="306581" y="259397"/>
                  </a:lnTo>
                  <a:lnTo>
                    <a:pt x="309434" y="254932"/>
                  </a:lnTo>
                  <a:lnTo>
                    <a:pt x="312143" y="250380"/>
                  </a:lnTo>
                  <a:lnTo>
                    <a:pt x="314707" y="245743"/>
                  </a:lnTo>
                  <a:lnTo>
                    <a:pt x="317123" y="241028"/>
                  </a:lnTo>
                  <a:lnTo>
                    <a:pt x="319389" y="236239"/>
                  </a:lnTo>
                  <a:lnTo>
                    <a:pt x="321501" y="231380"/>
                  </a:lnTo>
                  <a:lnTo>
                    <a:pt x="323458" y="226457"/>
                  </a:lnTo>
                  <a:lnTo>
                    <a:pt x="325259" y="221474"/>
                  </a:lnTo>
                  <a:lnTo>
                    <a:pt x="326900" y="216437"/>
                  </a:lnTo>
                  <a:lnTo>
                    <a:pt x="328381" y="211350"/>
                  </a:lnTo>
                  <a:lnTo>
                    <a:pt x="329700" y="206219"/>
                  </a:lnTo>
                  <a:lnTo>
                    <a:pt x="330856" y="201048"/>
                  </a:lnTo>
                  <a:lnTo>
                    <a:pt x="331848" y="195844"/>
                  </a:lnTo>
                  <a:lnTo>
                    <a:pt x="332674" y="190611"/>
                  </a:lnTo>
                  <a:lnTo>
                    <a:pt x="333334" y="185354"/>
                  </a:lnTo>
                  <a:lnTo>
                    <a:pt x="333826" y="180079"/>
                  </a:lnTo>
                  <a:lnTo>
                    <a:pt x="334152" y="174791"/>
                  </a:lnTo>
                  <a:lnTo>
                    <a:pt x="334310" y="169495"/>
                  </a:lnTo>
                  <a:lnTo>
                    <a:pt x="334299" y="164197"/>
                  </a:lnTo>
                  <a:lnTo>
                    <a:pt x="334121" y="158902"/>
                  </a:lnTo>
                  <a:lnTo>
                    <a:pt x="333776" y="153615"/>
                  </a:lnTo>
                  <a:lnTo>
                    <a:pt x="333263" y="148342"/>
                  </a:lnTo>
                  <a:lnTo>
                    <a:pt x="332583" y="143088"/>
                  </a:lnTo>
                  <a:lnTo>
                    <a:pt x="331736" y="137858"/>
                  </a:lnTo>
                  <a:lnTo>
                    <a:pt x="330725" y="132657"/>
                  </a:lnTo>
                  <a:lnTo>
                    <a:pt x="329549" y="127491"/>
                  </a:lnTo>
                  <a:lnTo>
                    <a:pt x="328210" y="122365"/>
                  </a:lnTo>
                  <a:lnTo>
                    <a:pt x="326710" y="117284"/>
                  </a:lnTo>
                  <a:lnTo>
                    <a:pt x="325049" y="112253"/>
                  </a:lnTo>
                  <a:lnTo>
                    <a:pt x="323229" y="107277"/>
                  </a:lnTo>
                  <a:lnTo>
                    <a:pt x="321253" y="102361"/>
                  </a:lnTo>
                  <a:lnTo>
                    <a:pt x="319122" y="97511"/>
                  </a:lnTo>
                  <a:lnTo>
                    <a:pt x="316838" y="92730"/>
                  </a:lnTo>
                  <a:lnTo>
                    <a:pt x="314404" y="88024"/>
                  </a:lnTo>
                  <a:lnTo>
                    <a:pt x="311823" y="83398"/>
                  </a:lnTo>
                  <a:lnTo>
                    <a:pt x="309095" y="78856"/>
                  </a:lnTo>
                  <a:lnTo>
                    <a:pt x="306226" y="74402"/>
                  </a:lnTo>
                  <a:lnTo>
                    <a:pt x="303216" y="70042"/>
                  </a:lnTo>
                  <a:lnTo>
                    <a:pt x="300070" y="65779"/>
                  </a:lnTo>
                  <a:lnTo>
                    <a:pt x="296790" y="61618"/>
                  </a:lnTo>
                  <a:lnTo>
                    <a:pt x="293380" y="57563"/>
                  </a:lnTo>
                  <a:lnTo>
                    <a:pt x="289844" y="53618"/>
                  </a:lnTo>
                  <a:lnTo>
                    <a:pt x="286184" y="49788"/>
                  </a:lnTo>
                  <a:lnTo>
                    <a:pt x="282404" y="46075"/>
                  </a:lnTo>
                  <a:lnTo>
                    <a:pt x="278509" y="42484"/>
                  </a:lnTo>
                  <a:lnTo>
                    <a:pt x="274502" y="39018"/>
                  </a:lnTo>
                  <a:lnTo>
                    <a:pt x="270387" y="35680"/>
                  </a:lnTo>
                  <a:lnTo>
                    <a:pt x="266169" y="32475"/>
                  </a:lnTo>
                  <a:lnTo>
                    <a:pt x="261851" y="29405"/>
                  </a:lnTo>
                  <a:lnTo>
                    <a:pt x="257438" y="26474"/>
                  </a:lnTo>
                  <a:lnTo>
                    <a:pt x="252934" y="23683"/>
                  </a:lnTo>
                  <a:lnTo>
                    <a:pt x="248344" y="21037"/>
                  </a:lnTo>
                  <a:lnTo>
                    <a:pt x="243672" y="18538"/>
                  </a:lnTo>
                  <a:lnTo>
                    <a:pt x="238924" y="16188"/>
                  </a:lnTo>
                  <a:lnTo>
                    <a:pt x="234104" y="13990"/>
                  </a:lnTo>
                  <a:lnTo>
                    <a:pt x="229216" y="11945"/>
                  </a:lnTo>
                  <a:lnTo>
                    <a:pt x="224266" y="10057"/>
                  </a:lnTo>
                  <a:lnTo>
                    <a:pt x="219259" y="8326"/>
                  </a:lnTo>
                  <a:lnTo>
                    <a:pt x="214199" y="6755"/>
                  </a:lnTo>
                  <a:lnTo>
                    <a:pt x="209092" y="5344"/>
                  </a:lnTo>
                  <a:lnTo>
                    <a:pt x="203943" y="4097"/>
                  </a:lnTo>
                  <a:lnTo>
                    <a:pt x="198757" y="3013"/>
                  </a:lnTo>
                  <a:lnTo>
                    <a:pt x="193539" y="2094"/>
                  </a:lnTo>
                  <a:lnTo>
                    <a:pt x="188295" y="1341"/>
                  </a:lnTo>
                  <a:lnTo>
                    <a:pt x="183029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242" y="0"/>
                  </a:moveTo>
                  <a:lnTo>
                    <a:pt x="0" y="0"/>
                  </a:ln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477" y="5018213"/>
              <a:ext cx="242" cy="167167"/>
            </a:xfrm>
            <a:custGeom>
              <a:avLst/>
              <a:pathLst>
                <a:path w="242" h="167167">
                  <a:moveTo>
                    <a:pt x="0" y="0"/>
                  </a:moveTo>
                  <a:lnTo>
                    <a:pt x="24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321567" y="5018213"/>
              <a:ext cx="334320" cy="334329"/>
            </a:xfrm>
            <a:custGeom>
              <a:avLst/>
              <a:pathLst>
                <a:path w="334320" h="334329">
                  <a:moveTo>
                    <a:pt x="166910" y="0"/>
                  </a:moveTo>
                  <a:lnTo>
                    <a:pt x="161622" y="91"/>
                  </a:lnTo>
                  <a:lnTo>
                    <a:pt x="156339" y="349"/>
                  </a:lnTo>
                  <a:lnTo>
                    <a:pt x="151067" y="775"/>
                  </a:lnTo>
                  <a:lnTo>
                    <a:pt x="145811" y="1367"/>
                  </a:lnTo>
                  <a:lnTo>
                    <a:pt x="140577" y="2125"/>
                  </a:lnTo>
                  <a:lnTo>
                    <a:pt x="135369" y="3049"/>
                  </a:lnTo>
                  <a:lnTo>
                    <a:pt x="130193" y="4137"/>
                  </a:lnTo>
                  <a:lnTo>
                    <a:pt x="125054" y="5387"/>
                  </a:lnTo>
                  <a:lnTo>
                    <a:pt x="119957" y="6800"/>
                  </a:lnTo>
                  <a:lnTo>
                    <a:pt x="114907" y="8374"/>
                  </a:lnTo>
                  <a:lnTo>
                    <a:pt x="109909" y="10106"/>
                  </a:lnTo>
                  <a:lnTo>
                    <a:pt x="104969" y="11996"/>
                  </a:lnTo>
                  <a:lnTo>
                    <a:pt x="100091" y="14041"/>
                  </a:lnTo>
                  <a:lnTo>
                    <a:pt x="95281" y="16239"/>
                  </a:lnTo>
                  <a:lnTo>
                    <a:pt x="90542" y="18588"/>
                  </a:lnTo>
                  <a:lnTo>
                    <a:pt x="85880" y="21086"/>
                  </a:lnTo>
                  <a:lnTo>
                    <a:pt x="81299" y="23730"/>
                  </a:lnTo>
                  <a:lnTo>
                    <a:pt x="76804" y="26518"/>
                  </a:lnTo>
                  <a:lnTo>
                    <a:pt x="72400" y="29447"/>
                  </a:lnTo>
                  <a:lnTo>
                    <a:pt x="68091" y="32514"/>
                  </a:lnTo>
                  <a:lnTo>
                    <a:pt x="63880" y="35715"/>
                  </a:lnTo>
                  <a:lnTo>
                    <a:pt x="59773" y="39048"/>
                  </a:lnTo>
                  <a:lnTo>
                    <a:pt x="55774" y="42509"/>
                  </a:lnTo>
                  <a:lnTo>
                    <a:pt x="51886" y="46095"/>
                  </a:lnTo>
                  <a:lnTo>
                    <a:pt x="48113" y="49802"/>
                  </a:lnTo>
                  <a:lnTo>
                    <a:pt x="44460" y="53627"/>
                  </a:lnTo>
                  <a:lnTo>
                    <a:pt x="40930" y="57565"/>
                  </a:lnTo>
                  <a:lnTo>
                    <a:pt x="37525" y="61613"/>
                  </a:lnTo>
                  <a:lnTo>
                    <a:pt x="34251" y="65767"/>
                  </a:lnTo>
                  <a:lnTo>
                    <a:pt x="31110" y="70022"/>
                  </a:lnTo>
                  <a:lnTo>
                    <a:pt x="28104" y="74375"/>
                  </a:lnTo>
                  <a:lnTo>
                    <a:pt x="25238" y="78820"/>
                  </a:lnTo>
                  <a:lnTo>
                    <a:pt x="22515" y="83354"/>
                  </a:lnTo>
                  <a:lnTo>
                    <a:pt x="19935" y="87972"/>
                  </a:lnTo>
                  <a:lnTo>
                    <a:pt x="17504" y="92669"/>
                  </a:lnTo>
                  <a:lnTo>
                    <a:pt x="15222" y="97440"/>
                  </a:lnTo>
                  <a:lnTo>
                    <a:pt x="13092" y="102282"/>
                  </a:lnTo>
                  <a:lnTo>
                    <a:pt x="11116" y="107188"/>
                  </a:lnTo>
                  <a:lnTo>
                    <a:pt x="9297" y="112155"/>
                  </a:lnTo>
                  <a:lnTo>
                    <a:pt x="7636" y="117176"/>
                  </a:lnTo>
                  <a:lnTo>
                    <a:pt x="6134" y="122248"/>
                  </a:lnTo>
                  <a:lnTo>
                    <a:pt x="4794" y="127364"/>
                  </a:lnTo>
                  <a:lnTo>
                    <a:pt x="3616" y="132520"/>
                  </a:lnTo>
                  <a:lnTo>
                    <a:pt x="2601" y="137711"/>
                  </a:lnTo>
                  <a:lnTo>
                    <a:pt x="1752" y="142932"/>
                  </a:lnTo>
                  <a:lnTo>
                    <a:pt x="1068" y="148177"/>
                  </a:lnTo>
                  <a:lnTo>
                    <a:pt x="550" y="153441"/>
                  </a:lnTo>
                  <a:lnTo>
                    <a:pt x="200" y="158718"/>
                  </a:lnTo>
                  <a:lnTo>
                    <a:pt x="16" y="164004"/>
                  </a:lnTo>
                  <a:lnTo>
                    <a:pt x="0" y="169293"/>
                  </a:lnTo>
                  <a:lnTo>
                    <a:pt x="150" y="174580"/>
                  </a:lnTo>
                  <a:lnTo>
                    <a:pt x="469" y="179860"/>
                  </a:lnTo>
                  <a:lnTo>
                    <a:pt x="954" y="185127"/>
                  </a:lnTo>
                  <a:lnTo>
                    <a:pt x="1605" y="190376"/>
                  </a:lnTo>
                  <a:lnTo>
                    <a:pt x="2422" y="195601"/>
                  </a:lnTo>
                  <a:lnTo>
                    <a:pt x="3404" y="200798"/>
                  </a:lnTo>
                  <a:lnTo>
                    <a:pt x="4550" y="205962"/>
                  </a:lnTo>
                  <a:lnTo>
                    <a:pt x="5859" y="211087"/>
                  </a:lnTo>
                  <a:lnTo>
                    <a:pt x="7329" y="216167"/>
                  </a:lnTo>
                  <a:lnTo>
                    <a:pt x="8959" y="221199"/>
                  </a:lnTo>
                  <a:lnTo>
                    <a:pt x="10748" y="226177"/>
                  </a:lnTo>
                  <a:lnTo>
                    <a:pt x="12693" y="231095"/>
                  </a:lnTo>
                  <a:lnTo>
                    <a:pt x="14792" y="235950"/>
                  </a:lnTo>
                  <a:lnTo>
                    <a:pt x="17045" y="240735"/>
                  </a:lnTo>
                  <a:lnTo>
                    <a:pt x="19447" y="245447"/>
                  </a:lnTo>
                  <a:lnTo>
                    <a:pt x="21998" y="250081"/>
                  </a:lnTo>
                  <a:lnTo>
                    <a:pt x="24693" y="254632"/>
                  </a:lnTo>
                  <a:lnTo>
                    <a:pt x="27532" y="259095"/>
                  </a:lnTo>
                  <a:lnTo>
                    <a:pt x="30510" y="263466"/>
                  </a:lnTo>
                  <a:lnTo>
                    <a:pt x="33625" y="267740"/>
                  </a:lnTo>
                  <a:lnTo>
                    <a:pt x="36873" y="271914"/>
                  </a:lnTo>
                  <a:lnTo>
                    <a:pt x="40252" y="275984"/>
                  </a:lnTo>
                  <a:lnTo>
                    <a:pt x="43758" y="279944"/>
                  </a:lnTo>
                  <a:lnTo>
                    <a:pt x="47388" y="283791"/>
                  </a:lnTo>
                  <a:lnTo>
                    <a:pt x="51138" y="287522"/>
                  </a:lnTo>
                  <a:lnTo>
                    <a:pt x="55003" y="291132"/>
                  </a:lnTo>
                  <a:lnTo>
                    <a:pt x="58981" y="294617"/>
                  </a:lnTo>
                  <a:lnTo>
                    <a:pt x="63067" y="297976"/>
                  </a:lnTo>
                  <a:lnTo>
                    <a:pt x="67258" y="301203"/>
                  </a:lnTo>
                  <a:lnTo>
                    <a:pt x="71548" y="304296"/>
                  </a:lnTo>
                  <a:lnTo>
                    <a:pt x="75934" y="307252"/>
                  </a:lnTo>
                  <a:lnTo>
                    <a:pt x="80411" y="310068"/>
                  </a:lnTo>
                  <a:lnTo>
                    <a:pt x="84976" y="312741"/>
                  </a:lnTo>
                  <a:lnTo>
                    <a:pt x="89622" y="315268"/>
                  </a:lnTo>
                  <a:lnTo>
                    <a:pt x="94346" y="317646"/>
                  </a:lnTo>
                  <a:lnTo>
                    <a:pt x="99143" y="319874"/>
                  </a:lnTo>
                  <a:lnTo>
                    <a:pt x="104008" y="321949"/>
                  </a:lnTo>
                  <a:lnTo>
                    <a:pt x="108937" y="323870"/>
                  </a:lnTo>
                  <a:lnTo>
                    <a:pt x="113923" y="325633"/>
                  </a:lnTo>
                  <a:lnTo>
                    <a:pt x="118963" y="327238"/>
                  </a:lnTo>
                  <a:lnTo>
                    <a:pt x="124051" y="328682"/>
                  </a:lnTo>
                  <a:lnTo>
                    <a:pt x="129183" y="329965"/>
                  </a:lnTo>
                  <a:lnTo>
                    <a:pt x="134352" y="331084"/>
                  </a:lnTo>
                  <a:lnTo>
                    <a:pt x="139554" y="332040"/>
                  </a:lnTo>
                  <a:lnTo>
                    <a:pt x="144784" y="332831"/>
                  </a:lnTo>
                  <a:lnTo>
                    <a:pt x="150036" y="333455"/>
                  </a:lnTo>
                  <a:lnTo>
                    <a:pt x="155305" y="333914"/>
                  </a:lnTo>
                  <a:lnTo>
                    <a:pt x="160586" y="334205"/>
                  </a:lnTo>
                  <a:lnTo>
                    <a:pt x="165874" y="334329"/>
                  </a:lnTo>
                  <a:lnTo>
                    <a:pt x="171163" y="334286"/>
                  </a:lnTo>
                  <a:lnTo>
                    <a:pt x="176448" y="334076"/>
                  </a:lnTo>
                  <a:lnTo>
                    <a:pt x="181724" y="333698"/>
                  </a:lnTo>
                  <a:lnTo>
                    <a:pt x="186985" y="333154"/>
                  </a:lnTo>
                  <a:lnTo>
                    <a:pt x="192226" y="332443"/>
                  </a:lnTo>
                  <a:lnTo>
                    <a:pt x="197442" y="331567"/>
                  </a:lnTo>
                  <a:lnTo>
                    <a:pt x="202628" y="330527"/>
                  </a:lnTo>
                  <a:lnTo>
                    <a:pt x="207778" y="329323"/>
                  </a:lnTo>
                  <a:lnTo>
                    <a:pt x="212888" y="327956"/>
                  </a:lnTo>
                  <a:lnTo>
                    <a:pt x="217952" y="326429"/>
                  </a:lnTo>
                  <a:lnTo>
                    <a:pt x="222965" y="324742"/>
                  </a:lnTo>
                  <a:lnTo>
                    <a:pt x="227922" y="322898"/>
                  </a:lnTo>
                  <a:lnTo>
                    <a:pt x="232818" y="320897"/>
                  </a:lnTo>
                  <a:lnTo>
                    <a:pt x="237649" y="318743"/>
                  </a:lnTo>
                  <a:lnTo>
                    <a:pt x="242409" y="316437"/>
                  </a:lnTo>
                  <a:lnTo>
                    <a:pt x="247093" y="313982"/>
                  </a:lnTo>
                  <a:lnTo>
                    <a:pt x="251698" y="311379"/>
                  </a:lnTo>
                  <a:lnTo>
                    <a:pt x="256218" y="308632"/>
                  </a:lnTo>
                  <a:lnTo>
                    <a:pt x="260649" y="305744"/>
                  </a:lnTo>
                  <a:lnTo>
                    <a:pt x="264986" y="302717"/>
                  </a:lnTo>
                  <a:lnTo>
                    <a:pt x="269225" y="299554"/>
                  </a:lnTo>
                  <a:lnTo>
                    <a:pt x="273362" y="296258"/>
                  </a:lnTo>
                  <a:lnTo>
                    <a:pt x="277393" y="292834"/>
                  </a:lnTo>
                  <a:lnTo>
                    <a:pt x="281313" y="289283"/>
                  </a:lnTo>
                  <a:lnTo>
                    <a:pt x="285120" y="285611"/>
                  </a:lnTo>
                  <a:lnTo>
                    <a:pt x="288808" y="281819"/>
                  </a:lnTo>
                  <a:lnTo>
                    <a:pt x="292374" y="277913"/>
                  </a:lnTo>
                  <a:lnTo>
                    <a:pt x="295815" y="273896"/>
                  </a:lnTo>
                  <a:lnTo>
                    <a:pt x="299127" y="269773"/>
                  </a:lnTo>
                  <a:lnTo>
                    <a:pt x="302307" y="265546"/>
                  </a:lnTo>
                  <a:lnTo>
                    <a:pt x="305352" y="261221"/>
                  </a:lnTo>
                  <a:lnTo>
                    <a:pt x="308258" y="256802"/>
                  </a:lnTo>
                  <a:lnTo>
                    <a:pt x="311023" y="252293"/>
                  </a:lnTo>
                  <a:lnTo>
                    <a:pt x="313644" y="247699"/>
                  </a:lnTo>
                  <a:lnTo>
                    <a:pt x="316118" y="243024"/>
                  </a:lnTo>
                  <a:lnTo>
                    <a:pt x="318444" y="238274"/>
                  </a:lnTo>
                  <a:lnTo>
                    <a:pt x="320617" y="233452"/>
                  </a:lnTo>
                  <a:lnTo>
                    <a:pt x="322638" y="228564"/>
                  </a:lnTo>
                  <a:lnTo>
                    <a:pt x="324502" y="223614"/>
                  </a:lnTo>
                  <a:lnTo>
                    <a:pt x="326209" y="218608"/>
                  </a:lnTo>
                  <a:lnTo>
                    <a:pt x="327757" y="213550"/>
                  </a:lnTo>
                  <a:lnTo>
                    <a:pt x="329144" y="208446"/>
                  </a:lnTo>
                  <a:lnTo>
                    <a:pt x="330369" y="203301"/>
                  </a:lnTo>
                  <a:lnTo>
                    <a:pt x="331430" y="198119"/>
                  </a:lnTo>
                  <a:lnTo>
                    <a:pt x="332327" y="192907"/>
                  </a:lnTo>
                  <a:lnTo>
                    <a:pt x="333059" y="187669"/>
                  </a:lnTo>
                  <a:lnTo>
                    <a:pt x="333624" y="182410"/>
                  </a:lnTo>
                  <a:lnTo>
                    <a:pt x="334023" y="177136"/>
                  </a:lnTo>
                  <a:lnTo>
                    <a:pt x="334255" y="171852"/>
                  </a:lnTo>
                  <a:lnTo>
                    <a:pt x="334320" y="166563"/>
                  </a:lnTo>
                  <a:lnTo>
                    <a:pt x="334217" y="161275"/>
                  </a:lnTo>
                  <a:lnTo>
                    <a:pt x="333947" y="155992"/>
                  </a:lnTo>
                  <a:lnTo>
                    <a:pt x="333510" y="150721"/>
                  </a:lnTo>
                  <a:lnTo>
                    <a:pt x="332906" y="145467"/>
                  </a:lnTo>
                  <a:lnTo>
                    <a:pt x="332137" y="140234"/>
                  </a:lnTo>
                  <a:lnTo>
                    <a:pt x="331202" y="135028"/>
                  </a:lnTo>
                  <a:lnTo>
                    <a:pt x="330103" y="129854"/>
                  </a:lnTo>
                  <a:lnTo>
                    <a:pt x="328841" y="124718"/>
                  </a:lnTo>
                  <a:lnTo>
                    <a:pt x="327418" y="119624"/>
                  </a:lnTo>
                  <a:lnTo>
                    <a:pt x="325833" y="114577"/>
                  </a:lnTo>
                  <a:lnTo>
                    <a:pt x="324090" y="109584"/>
                  </a:lnTo>
                  <a:lnTo>
                    <a:pt x="322190" y="104648"/>
                  </a:lnTo>
                  <a:lnTo>
                    <a:pt x="320134" y="99774"/>
                  </a:lnTo>
                  <a:lnTo>
                    <a:pt x="317926" y="94968"/>
                  </a:lnTo>
                  <a:lnTo>
                    <a:pt x="315566" y="90235"/>
                  </a:lnTo>
                  <a:lnTo>
                    <a:pt x="313058" y="85578"/>
                  </a:lnTo>
                  <a:lnTo>
                    <a:pt x="310404" y="81003"/>
                  </a:lnTo>
                  <a:lnTo>
                    <a:pt x="307606" y="76514"/>
                  </a:lnTo>
                  <a:lnTo>
                    <a:pt x="304668" y="72116"/>
                  </a:lnTo>
                  <a:lnTo>
                    <a:pt x="301592" y="67813"/>
                  </a:lnTo>
                  <a:lnTo>
                    <a:pt x="298382" y="63610"/>
                  </a:lnTo>
                  <a:lnTo>
                    <a:pt x="295040" y="59510"/>
                  </a:lnTo>
                  <a:lnTo>
                    <a:pt x="291570" y="55518"/>
                  </a:lnTo>
                  <a:lnTo>
                    <a:pt x="287976" y="51638"/>
                  </a:lnTo>
                  <a:lnTo>
                    <a:pt x="284261" y="47874"/>
                  </a:lnTo>
                  <a:lnTo>
                    <a:pt x="280428" y="44229"/>
                  </a:lnTo>
                  <a:lnTo>
                    <a:pt x="276482" y="40706"/>
                  </a:lnTo>
                  <a:lnTo>
                    <a:pt x="272427" y="37311"/>
                  </a:lnTo>
                  <a:lnTo>
                    <a:pt x="268266" y="34046"/>
                  </a:lnTo>
                  <a:lnTo>
                    <a:pt x="264004" y="30913"/>
                  </a:lnTo>
                  <a:lnTo>
                    <a:pt x="259645" y="27918"/>
                  </a:lnTo>
                  <a:lnTo>
                    <a:pt x="255193" y="25061"/>
                  </a:lnTo>
                  <a:lnTo>
                    <a:pt x="250654" y="22347"/>
                  </a:lnTo>
                  <a:lnTo>
                    <a:pt x="246030" y="19778"/>
                  </a:lnTo>
                  <a:lnTo>
                    <a:pt x="241328" y="17357"/>
                  </a:lnTo>
                  <a:lnTo>
                    <a:pt x="236551" y="15085"/>
                  </a:lnTo>
                  <a:lnTo>
                    <a:pt x="231705" y="12966"/>
                  </a:lnTo>
                  <a:lnTo>
                    <a:pt x="226795" y="11001"/>
                  </a:lnTo>
                  <a:lnTo>
                    <a:pt x="221825" y="9192"/>
                  </a:lnTo>
                  <a:lnTo>
                    <a:pt x="216799" y="7542"/>
                  </a:lnTo>
                  <a:lnTo>
                    <a:pt x="211725" y="6051"/>
                  </a:lnTo>
                  <a:lnTo>
                    <a:pt x="206605" y="4721"/>
                  </a:lnTo>
                  <a:lnTo>
                    <a:pt x="201446" y="3555"/>
                  </a:lnTo>
                  <a:lnTo>
                    <a:pt x="196253" y="2552"/>
                  </a:lnTo>
                  <a:lnTo>
                    <a:pt x="191031" y="1713"/>
                  </a:lnTo>
                  <a:lnTo>
                    <a:pt x="185785" y="104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488720" y="5018213"/>
              <a:ext cx="18631" cy="167167"/>
            </a:xfrm>
            <a:custGeom>
              <a:avLst/>
              <a:pathLst>
                <a:path w="18631" h="167167">
                  <a:moveTo>
                    <a:pt x="18631" y="1041"/>
                  </a:moveTo>
                  <a:lnTo>
                    <a:pt x="9330" y="26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798940" y="5269756"/>
              <a:ext cx="165560" cy="167167"/>
            </a:xfrm>
            <a:custGeom>
              <a:avLst/>
              <a:pathLst>
                <a:path w="165560" h="167167">
                  <a:moveTo>
                    <a:pt x="165560" y="0"/>
                  </a:moveTo>
                  <a:lnTo>
                    <a:pt x="160120" y="88"/>
                  </a:lnTo>
                  <a:lnTo>
                    <a:pt x="154687" y="354"/>
                  </a:lnTo>
                  <a:lnTo>
                    <a:pt x="149264" y="796"/>
                  </a:lnTo>
                  <a:lnTo>
                    <a:pt x="143859" y="1414"/>
                  </a:lnTo>
                  <a:lnTo>
                    <a:pt x="138477" y="2208"/>
                  </a:lnTo>
                  <a:lnTo>
                    <a:pt x="133123" y="3177"/>
                  </a:lnTo>
                  <a:lnTo>
                    <a:pt x="127804" y="4319"/>
                  </a:lnTo>
                  <a:lnTo>
                    <a:pt x="122525" y="5634"/>
                  </a:lnTo>
                  <a:lnTo>
                    <a:pt x="117291" y="7120"/>
                  </a:lnTo>
                  <a:lnTo>
                    <a:pt x="112109" y="8775"/>
                  </a:lnTo>
                  <a:lnTo>
                    <a:pt x="106983" y="10599"/>
                  </a:lnTo>
                  <a:lnTo>
                    <a:pt x="101919" y="12588"/>
                  </a:lnTo>
                  <a:lnTo>
                    <a:pt x="96923" y="14740"/>
                  </a:lnTo>
                  <a:lnTo>
                    <a:pt x="91999" y="17055"/>
                  </a:lnTo>
                  <a:lnTo>
                    <a:pt x="87153" y="19528"/>
                  </a:lnTo>
                  <a:lnTo>
                    <a:pt x="82391" y="22157"/>
                  </a:lnTo>
                  <a:lnTo>
                    <a:pt x="77716" y="24941"/>
                  </a:lnTo>
                  <a:lnTo>
                    <a:pt x="73134" y="27874"/>
                  </a:lnTo>
                  <a:lnTo>
                    <a:pt x="68651" y="30956"/>
                  </a:lnTo>
                  <a:lnTo>
                    <a:pt x="64270" y="34181"/>
                  </a:lnTo>
                  <a:lnTo>
                    <a:pt x="59996" y="37548"/>
                  </a:lnTo>
                  <a:lnTo>
                    <a:pt x="55834" y="41052"/>
                  </a:lnTo>
                  <a:lnTo>
                    <a:pt x="51788" y="44689"/>
                  </a:lnTo>
                  <a:lnTo>
                    <a:pt x="47863" y="48456"/>
                  </a:lnTo>
                  <a:lnTo>
                    <a:pt x="44062" y="52349"/>
                  </a:lnTo>
                  <a:lnTo>
                    <a:pt x="40390" y="56363"/>
                  </a:lnTo>
                  <a:lnTo>
                    <a:pt x="36851" y="60495"/>
                  </a:lnTo>
                  <a:lnTo>
                    <a:pt x="33448" y="64740"/>
                  </a:lnTo>
                  <a:lnTo>
                    <a:pt x="30185" y="69093"/>
                  </a:lnTo>
                  <a:lnTo>
                    <a:pt x="27065" y="73550"/>
                  </a:lnTo>
                  <a:lnTo>
                    <a:pt x="24092" y="78107"/>
                  </a:lnTo>
                  <a:lnTo>
                    <a:pt x="21269" y="82757"/>
                  </a:lnTo>
                  <a:lnTo>
                    <a:pt x="18599" y="87497"/>
                  </a:lnTo>
                  <a:lnTo>
                    <a:pt x="16084" y="92322"/>
                  </a:lnTo>
                  <a:lnTo>
                    <a:pt x="13728" y="97225"/>
                  </a:lnTo>
                  <a:lnTo>
                    <a:pt x="11532" y="102203"/>
                  </a:lnTo>
                  <a:lnTo>
                    <a:pt x="9500" y="107250"/>
                  </a:lnTo>
                  <a:lnTo>
                    <a:pt x="7633" y="112360"/>
                  </a:lnTo>
                  <a:lnTo>
                    <a:pt x="5933" y="117528"/>
                  </a:lnTo>
                  <a:lnTo>
                    <a:pt x="4402" y="122748"/>
                  </a:lnTo>
                  <a:lnTo>
                    <a:pt x="3042" y="128016"/>
                  </a:lnTo>
                  <a:lnTo>
                    <a:pt x="1854" y="133325"/>
                  </a:lnTo>
                  <a:lnTo>
                    <a:pt x="840" y="138670"/>
                  </a:lnTo>
                  <a:lnTo>
                    <a:pt x="0" y="144045"/>
                  </a:lnTo>
                  <a:lnTo>
                    <a:pt x="16556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345" y="5269756"/>
              <a:ext cx="334305" cy="334334"/>
            </a:xfrm>
            <a:custGeom>
              <a:avLst/>
              <a:pathLst>
                <a:path w="334305" h="334334">
                  <a:moveTo>
                    <a:pt x="1594" y="144045"/>
                  </a:moveTo>
                  <a:lnTo>
                    <a:pt x="945" y="149306"/>
                  </a:lnTo>
                  <a:lnTo>
                    <a:pt x="462" y="154584"/>
                  </a:lnTo>
                  <a:lnTo>
                    <a:pt x="147" y="159874"/>
                  </a:lnTo>
                  <a:lnTo>
                    <a:pt x="0" y="165173"/>
                  </a:lnTo>
                  <a:lnTo>
                    <a:pt x="20" y="170473"/>
                  </a:lnTo>
                  <a:lnTo>
                    <a:pt x="209" y="175769"/>
                  </a:lnTo>
                  <a:lnTo>
                    <a:pt x="566" y="181058"/>
                  </a:lnTo>
                  <a:lnTo>
                    <a:pt x="1090" y="186332"/>
                  </a:lnTo>
                  <a:lnTo>
                    <a:pt x="1781" y="191587"/>
                  </a:lnTo>
                  <a:lnTo>
                    <a:pt x="2638" y="196817"/>
                  </a:lnTo>
                  <a:lnTo>
                    <a:pt x="3661" y="202017"/>
                  </a:lnTo>
                  <a:lnTo>
                    <a:pt x="4848" y="207183"/>
                  </a:lnTo>
                  <a:lnTo>
                    <a:pt x="6198" y="212308"/>
                  </a:lnTo>
                  <a:lnTo>
                    <a:pt x="7710" y="217388"/>
                  </a:lnTo>
                  <a:lnTo>
                    <a:pt x="9382" y="222418"/>
                  </a:lnTo>
                  <a:lnTo>
                    <a:pt x="11213" y="227391"/>
                  </a:lnTo>
                  <a:lnTo>
                    <a:pt x="13200" y="232305"/>
                  </a:lnTo>
                  <a:lnTo>
                    <a:pt x="15343" y="237153"/>
                  </a:lnTo>
                  <a:lnTo>
                    <a:pt x="17638" y="241930"/>
                  </a:lnTo>
                  <a:lnTo>
                    <a:pt x="20083" y="246632"/>
                  </a:lnTo>
                  <a:lnTo>
                    <a:pt x="22676" y="251255"/>
                  </a:lnTo>
                  <a:lnTo>
                    <a:pt x="25414" y="255793"/>
                  </a:lnTo>
                  <a:lnTo>
                    <a:pt x="28295" y="260242"/>
                  </a:lnTo>
                  <a:lnTo>
                    <a:pt x="31316" y="264597"/>
                  </a:lnTo>
                  <a:lnTo>
                    <a:pt x="34473" y="268854"/>
                  </a:lnTo>
                  <a:lnTo>
                    <a:pt x="37763" y="273009"/>
                  </a:lnTo>
                  <a:lnTo>
                    <a:pt x="41183" y="277058"/>
                  </a:lnTo>
                  <a:lnTo>
                    <a:pt x="44730" y="280996"/>
                  </a:lnTo>
                  <a:lnTo>
                    <a:pt x="48401" y="284820"/>
                  </a:lnTo>
                  <a:lnTo>
                    <a:pt x="52190" y="288526"/>
                  </a:lnTo>
                  <a:lnTo>
                    <a:pt x="56095" y="292109"/>
                  </a:lnTo>
                  <a:lnTo>
                    <a:pt x="60112" y="295567"/>
                  </a:lnTo>
                  <a:lnTo>
                    <a:pt x="64236" y="298896"/>
                  </a:lnTo>
                  <a:lnTo>
                    <a:pt x="68464" y="302093"/>
                  </a:lnTo>
                  <a:lnTo>
                    <a:pt x="72791" y="305154"/>
                  </a:lnTo>
                  <a:lnTo>
                    <a:pt x="77213" y="308076"/>
                  </a:lnTo>
                  <a:lnTo>
                    <a:pt x="81725" y="310856"/>
                  </a:lnTo>
                  <a:lnTo>
                    <a:pt x="86323" y="313492"/>
                  </a:lnTo>
                  <a:lnTo>
                    <a:pt x="91002" y="315981"/>
                  </a:lnTo>
                  <a:lnTo>
                    <a:pt x="95758" y="318321"/>
                  </a:lnTo>
                  <a:lnTo>
                    <a:pt x="100586" y="320508"/>
                  </a:lnTo>
                  <a:lnTo>
                    <a:pt x="105480" y="322541"/>
                  </a:lnTo>
                  <a:lnTo>
                    <a:pt x="110437" y="324418"/>
                  </a:lnTo>
                  <a:lnTo>
                    <a:pt x="115451" y="326137"/>
                  </a:lnTo>
                  <a:lnTo>
                    <a:pt x="120516" y="327697"/>
                  </a:lnTo>
                  <a:lnTo>
                    <a:pt x="125629" y="329094"/>
                  </a:lnTo>
                  <a:lnTo>
                    <a:pt x="130783" y="330330"/>
                  </a:lnTo>
                  <a:lnTo>
                    <a:pt x="135974" y="331401"/>
                  </a:lnTo>
                  <a:lnTo>
                    <a:pt x="141196" y="332307"/>
                  </a:lnTo>
                  <a:lnTo>
                    <a:pt x="146444" y="333046"/>
                  </a:lnTo>
                  <a:lnTo>
                    <a:pt x="151713" y="333620"/>
                  </a:lnTo>
                  <a:lnTo>
                    <a:pt x="156998" y="334026"/>
                  </a:lnTo>
                  <a:lnTo>
                    <a:pt x="162293" y="334264"/>
                  </a:lnTo>
                  <a:lnTo>
                    <a:pt x="167592" y="334334"/>
                  </a:lnTo>
                  <a:lnTo>
                    <a:pt x="172891" y="334236"/>
                  </a:lnTo>
                  <a:lnTo>
                    <a:pt x="178185" y="333970"/>
                  </a:lnTo>
                  <a:lnTo>
                    <a:pt x="183467" y="333537"/>
                  </a:lnTo>
                  <a:lnTo>
                    <a:pt x="188733" y="332936"/>
                  </a:lnTo>
                  <a:lnTo>
                    <a:pt x="193978" y="332168"/>
                  </a:lnTo>
                  <a:lnTo>
                    <a:pt x="199195" y="331235"/>
                  </a:lnTo>
                  <a:lnTo>
                    <a:pt x="204380" y="330137"/>
                  </a:lnTo>
                  <a:lnTo>
                    <a:pt x="209528" y="328875"/>
                  </a:lnTo>
                  <a:lnTo>
                    <a:pt x="214633" y="327451"/>
                  </a:lnTo>
                  <a:lnTo>
                    <a:pt x="219690" y="325865"/>
                  </a:lnTo>
                  <a:lnTo>
                    <a:pt x="224695" y="324120"/>
                  </a:lnTo>
                  <a:lnTo>
                    <a:pt x="229641" y="322217"/>
                  </a:lnTo>
                  <a:lnTo>
                    <a:pt x="234525" y="320158"/>
                  </a:lnTo>
                  <a:lnTo>
                    <a:pt x="239341" y="317945"/>
                  </a:lnTo>
                  <a:lnTo>
                    <a:pt x="244085" y="315581"/>
                  </a:lnTo>
                  <a:lnTo>
                    <a:pt x="248751" y="313068"/>
                  </a:lnTo>
                  <a:lnTo>
                    <a:pt x="253336" y="310408"/>
                  </a:lnTo>
                  <a:lnTo>
                    <a:pt x="257833" y="307603"/>
                  </a:lnTo>
                  <a:lnTo>
                    <a:pt x="262240" y="304658"/>
                  </a:lnTo>
                  <a:lnTo>
                    <a:pt x="266551" y="301575"/>
                  </a:lnTo>
                  <a:lnTo>
                    <a:pt x="270762" y="298356"/>
                  </a:lnTo>
                  <a:lnTo>
                    <a:pt x="274868" y="295006"/>
                  </a:lnTo>
                  <a:lnTo>
                    <a:pt x="278867" y="291527"/>
                  </a:lnTo>
                  <a:lnTo>
                    <a:pt x="282753" y="287923"/>
                  </a:lnTo>
                  <a:lnTo>
                    <a:pt x="286523" y="284198"/>
                  </a:lnTo>
                  <a:lnTo>
                    <a:pt x="290173" y="280355"/>
                  </a:lnTo>
                  <a:lnTo>
                    <a:pt x="293700" y="276398"/>
                  </a:lnTo>
                  <a:lnTo>
                    <a:pt x="297099" y="272331"/>
                  </a:lnTo>
                  <a:lnTo>
                    <a:pt x="300367" y="268159"/>
                  </a:lnTo>
                  <a:lnTo>
                    <a:pt x="303502" y="263885"/>
                  </a:lnTo>
                  <a:lnTo>
                    <a:pt x="306500" y="259514"/>
                  </a:lnTo>
                  <a:lnTo>
                    <a:pt x="309357" y="255050"/>
                  </a:lnTo>
                  <a:lnTo>
                    <a:pt x="312072" y="250498"/>
                  </a:lnTo>
                  <a:lnTo>
                    <a:pt x="314641" y="245862"/>
                  </a:lnTo>
                  <a:lnTo>
                    <a:pt x="317061" y="241147"/>
                  </a:lnTo>
                  <a:lnTo>
                    <a:pt x="319331" y="236358"/>
                  </a:lnTo>
                  <a:lnTo>
                    <a:pt x="321448" y="231499"/>
                  </a:lnTo>
                  <a:lnTo>
                    <a:pt x="323410" y="226575"/>
                  </a:lnTo>
                  <a:lnTo>
                    <a:pt x="325215" y="221592"/>
                  </a:lnTo>
                  <a:lnTo>
                    <a:pt x="326861" y="216554"/>
                  </a:lnTo>
                  <a:lnTo>
                    <a:pt x="328346" y="211466"/>
                  </a:lnTo>
                  <a:lnTo>
                    <a:pt x="329669" y="206334"/>
                  </a:lnTo>
                  <a:lnTo>
                    <a:pt x="330829" y="201162"/>
                  </a:lnTo>
                  <a:lnTo>
                    <a:pt x="331825" y="195956"/>
                  </a:lnTo>
                  <a:lnTo>
                    <a:pt x="332655" y="190721"/>
                  </a:lnTo>
                  <a:lnTo>
                    <a:pt x="333318" y="185463"/>
                  </a:lnTo>
                  <a:lnTo>
                    <a:pt x="333815" y="180186"/>
                  </a:lnTo>
                  <a:lnTo>
                    <a:pt x="334144" y="174896"/>
                  </a:lnTo>
                  <a:lnTo>
                    <a:pt x="334305" y="169598"/>
                  </a:lnTo>
                  <a:lnTo>
                    <a:pt x="334298" y="164298"/>
                  </a:lnTo>
                  <a:lnTo>
                    <a:pt x="334123" y="159001"/>
                  </a:lnTo>
                  <a:lnTo>
                    <a:pt x="333780" y="153712"/>
                  </a:lnTo>
                  <a:lnTo>
                    <a:pt x="333270" y="148437"/>
                  </a:lnTo>
                  <a:lnTo>
                    <a:pt x="332593" y="143180"/>
                  </a:lnTo>
                  <a:lnTo>
                    <a:pt x="331749" y="137947"/>
                  </a:lnTo>
                  <a:lnTo>
                    <a:pt x="330740" y="132744"/>
                  </a:lnTo>
                  <a:lnTo>
                    <a:pt x="329566" y="127576"/>
                  </a:lnTo>
                  <a:lnTo>
                    <a:pt x="328230" y="122447"/>
                  </a:lnTo>
                  <a:lnTo>
                    <a:pt x="326731" y="117363"/>
                  </a:lnTo>
                  <a:lnTo>
                    <a:pt x="325072" y="112329"/>
                  </a:lnTo>
                  <a:lnTo>
                    <a:pt x="323254" y="107350"/>
                  </a:lnTo>
                  <a:lnTo>
                    <a:pt x="321279" y="102432"/>
                  </a:lnTo>
                  <a:lnTo>
                    <a:pt x="319150" y="97579"/>
                  </a:lnTo>
                  <a:lnTo>
                    <a:pt x="316867" y="92795"/>
                  </a:lnTo>
                  <a:lnTo>
                    <a:pt x="314434" y="88086"/>
                  </a:lnTo>
                  <a:lnTo>
                    <a:pt x="311853" y="83457"/>
                  </a:lnTo>
                  <a:lnTo>
                    <a:pt x="309127" y="78912"/>
                  </a:lnTo>
                  <a:lnTo>
                    <a:pt x="306258" y="74456"/>
                  </a:lnTo>
                  <a:lnTo>
                    <a:pt x="303249" y="70092"/>
                  </a:lnTo>
                  <a:lnTo>
                    <a:pt x="300103" y="65827"/>
                  </a:lnTo>
                  <a:lnTo>
                    <a:pt x="296823" y="61663"/>
                  </a:lnTo>
                  <a:lnTo>
                    <a:pt x="293414" y="57605"/>
                  </a:lnTo>
                  <a:lnTo>
                    <a:pt x="289877" y="53658"/>
                  </a:lnTo>
                  <a:lnTo>
                    <a:pt x="286217" y="49825"/>
                  </a:lnTo>
                  <a:lnTo>
                    <a:pt x="282437" y="46109"/>
                  </a:lnTo>
                  <a:lnTo>
                    <a:pt x="278541" y="42515"/>
                  </a:lnTo>
                  <a:lnTo>
                    <a:pt x="274534" y="39047"/>
                  </a:lnTo>
                  <a:lnTo>
                    <a:pt x="270418" y="35707"/>
                  </a:lnTo>
                  <a:lnTo>
                    <a:pt x="266199" y="32500"/>
                  </a:lnTo>
                  <a:lnTo>
                    <a:pt x="261880" y="29427"/>
                  </a:lnTo>
                  <a:lnTo>
                    <a:pt x="257466" y="26494"/>
                  </a:lnTo>
                  <a:lnTo>
                    <a:pt x="252961" y="23702"/>
                  </a:lnTo>
                  <a:lnTo>
                    <a:pt x="248370" y="21053"/>
                  </a:lnTo>
                  <a:lnTo>
                    <a:pt x="243697" y="18552"/>
                  </a:lnTo>
                  <a:lnTo>
                    <a:pt x="238947" y="16200"/>
                  </a:lnTo>
                  <a:lnTo>
                    <a:pt x="234125" y="14000"/>
                  </a:lnTo>
                  <a:lnTo>
                    <a:pt x="229236" y="11954"/>
                  </a:lnTo>
                  <a:lnTo>
                    <a:pt x="224284" y="10064"/>
                  </a:lnTo>
                  <a:lnTo>
                    <a:pt x="219275" y="8332"/>
                  </a:lnTo>
                  <a:lnTo>
                    <a:pt x="214213" y="6760"/>
                  </a:lnTo>
                  <a:lnTo>
                    <a:pt x="209105" y="5349"/>
                  </a:lnTo>
                  <a:lnTo>
                    <a:pt x="203954" y="4100"/>
                  </a:lnTo>
                  <a:lnTo>
                    <a:pt x="198766" y="3015"/>
                  </a:lnTo>
                  <a:lnTo>
                    <a:pt x="193546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5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79049" y="5399291"/>
              <a:ext cx="7166" cy="167167"/>
            </a:xfrm>
            <a:custGeom>
              <a:avLst/>
              <a:pathLst>
                <a:path w="7166" h="167167">
                  <a:moveTo>
                    <a:pt x="7166" y="0"/>
                  </a:moveTo>
                  <a:lnTo>
                    <a:pt x="0" y="153"/>
                  </a:lnTo>
                  <a:lnTo>
                    <a:pt x="716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9049" y="5399445"/>
              <a:ext cx="7166" cy="167013"/>
            </a:xfrm>
            <a:custGeom>
              <a:avLst/>
              <a:pathLst>
                <a:path w="7166" h="167013">
                  <a:moveTo>
                    <a:pt x="0" y="0"/>
                  </a:moveTo>
                  <a:lnTo>
                    <a:pt x="7166" y="1670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049" y="5399445"/>
              <a:ext cx="7166" cy="167013"/>
            </a:xfrm>
            <a:custGeom>
              <a:avLst/>
              <a:pathLst>
                <a:path w="7166" h="167013">
                  <a:moveTo>
                    <a:pt x="0" y="0"/>
                  </a:moveTo>
                  <a:lnTo>
                    <a:pt x="7166" y="1670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049" y="5399445"/>
              <a:ext cx="7166" cy="167013"/>
            </a:xfrm>
            <a:custGeom>
              <a:avLst/>
              <a:pathLst>
                <a:path w="7166" h="167013">
                  <a:moveTo>
                    <a:pt x="0" y="0"/>
                  </a:moveTo>
                  <a:lnTo>
                    <a:pt x="7166" y="1670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049" y="5399445"/>
              <a:ext cx="7166" cy="167013"/>
            </a:xfrm>
            <a:custGeom>
              <a:avLst/>
              <a:pathLst>
                <a:path w="7166" h="167013">
                  <a:moveTo>
                    <a:pt x="0" y="0"/>
                  </a:moveTo>
                  <a:lnTo>
                    <a:pt x="7166" y="1670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049" y="5399445"/>
              <a:ext cx="7166" cy="167013"/>
            </a:xfrm>
            <a:custGeom>
              <a:avLst/>
              <a:pathLst>
                <a:path w="7166" h="167013">
                  <a:moveTo>
                    <a:pt x="0" y="0"/>
                  </a:moveTo>
                  <a:lnTo>
                    <a:pt x="7166" y="1670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049" y="5399445"/>
              <a:ext cx="7166" cy="167013"/>
            </a:xfrm>
            <a:custGeom>
              <a:avLst/>
              <a:pathLst>
                <a:path w="7166" h="167013">
                  <a:moveTo>
                    <a:pt x="0" y="0"/>
                  </a:moveTo>
                  <a:lnTo>
                    <a:pt x="7166" y="1670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319060" y="5399445"/>
              <a:ext cx="334321" cy="334180"/>
            </a:xfrm>
            <a:custGeom>
              <a:avLst/>
              <a:pathLst>
                <a:path w="334321" h="334180">
                  <a:moveTo>
                    <a:pt x="159989" y="0"/>
                  </a:moveTo>
                  <a:lnTo>
                    <a:pt x="154719" y="309"/>
                  </a:lnTo>
                  <a:lnTo>
                    <a:pt x="149461" y="785"/>
                  </a:lnTo>
                  <a:lnTo>
                    <a:pt x="144221" y="1426"/>
                  </a:lnTo>
                  <a:lnTo>
                    <a:pt x="139004" y="2233"/>
                  </a:lnTo>
                  <a:lnTo>
                    <a:pt x="133815" y="3204"/>
                  </a:lnTo>
                  <a:lnTo>
                    <a:pt x="128659" y="4339"/>
                  </a:lnTo>
                  <a:lnTo>
                    <a:pt x="123542" y="5635"/>
                  </a:lnTo>
                  <a:lnTo>
                    <a:pt x="118468" y="7093"/>
                  </a:lnTo>
                  <a:lnTo>
                    <a:pt x="113442" y="8710"/>
                  </a:lnTo>
                  <a:lnTo>
                    <a:pt x="108470" y="10485"/>
                  </a:lnTo>
                  <a:lnTo>
                    <a:pt x="103557" y="12416"/>
                  </a:lnTo>
                  <a:lnTo>
                    <a:pt x="98707" y="14501"/>
                  </a:lnTo>
                  <a:lnTo>
                    <a:pt x="93926" y="16739"/>
                  </a:lnTo>
                  <a:lnTo>
                    <a:pt x="89217" y="19126"/>
                  </a:lnTo>
                  <a:lnTo>
                    <a:pt x="84586" y="21661"/>
                  </a:lnTo>
                  <a:lnTo>
                    <a:pt x="80038" y="24340"/>
                  </a:lnTo>
                  <a:lnTo>
                    <a:pt x="75576" y="27162"/>
                  </a:lnTo>
                  <a:lnTo>
                    <a:pt x="71206" y="30124"/>
                  </a:lnTo>
                  <a:lnTo>
                    <a:pt x="66931" y="33222"/>
                  </a:lnTo>
                  <a:lnTo>
                    <a:pt x="62757" y="36453"/>
                  </a:lnTo>
                  <a:lnTo>
                    <a:pt x="58686" y="39815"/>
                  </a:lnTo>
                  <a:lnTo>
                    <a:pt x="54724" y="43303"/>
                  </a:lnTo>
                  <a:lnTo>
                    <a:pt x="50874" y="46915"/>
                  </a:lnTo>
                  <a:lnTo>
                    <a:pt x="47139" y="50646"/>
                  </a:lnTo>
                  <a:lnTo>
                    <a:pt x="43525" y="54494"/>
                  </a:lnTo>
                  <a:lnTo>
                    <a:pt x="40034" y="58454"/>
                  </a:lnTo>
                  <a:lnTo>
                    <a:pt x="36669" y="62522"/>
                  </a:lnTo>
                  <a:lnTo>
                    <a:pt x="33435" y="66694"/>
                  </a:lnTo>
                  <a:lnTo>
                    <a:pt x="30334" y="70967"/>
                  </a:lnTo>
                  <a:lnTo>
                    <a:pt x="27369" y="75335"/>
                  </a:lnTo>
                  <a:lnTo>
                    <a:pt x="24544" y="79794"/>
                  </a:lnTo>
                  <a:lnTo>
                    <a:pt x="21861" y="84341"/>
                  </a:lnTo>
                  <a:lnTo>
                    <a:pt x="19323" y="88970"/>
                  </a:lnTo>
                  <a:lnTo>
                    <a:pt x="16933" y="93677"/>
                  </a:lnTo>
                  <a:lnTo>
                    <a:pt x="14692" y="98457"/>
                  </a:lnTo>
                  <a:lnTo>
                    <a:pt x="12603" y="103305"/>
                  </a:lnTo>
                  <a:lnTo>
                    <a:pt x="10669" y="108217"/>
                  </a:lnTo>
                  <a:lnTo>
                    <a:pt x="8890" y="113188"/>
                  </a:lnTo>
                  <a:lnTo>
                    <a:pt x="7269" y="118212"/>
                  </a:lnTo>
                  <a:lnTo>
                    <a:pt x="5808" y="123285"/>
                  </a:lnTo>
                  <a:lnTo>
                    <a:pt x="4508" y="128401"/>
                  </a:lnTo>
                  <a:lnTo>
                    <a:pt x="3370" y="133556"/>
                  </a:lnTo>
                  <a:lnTo>
                    <a:pt x="2395" y="138745"/>
                  </a:lnTo>
                  <a:lnTo>
                    <a:pt x="1584" y="143961"/>
                  </a:lnTo>
                  <a:lnTo>
                    <a:pt x="939" y="149201"/>
                  </a:lnTo>
                  <a:lnTo>
                    <a:pt x="460" y="154458"/>
                  </a:lnTo>
                  <a:lnTo>
                    <a:pt x="146" y="159728"/>
                  </a:lnTo>
                  <a:lnTo>
                    <a:pt x="0" y="165005"/>
                  </a:lnTo>
                  <a:lnTo>
                    <a:pt x="19" y="170284"/>
                  </a:lnTo>
                  <a:lnTo>
                    <a:pt x="206" y="175560"/>
                  </a:lnTo>
                  <a:lnTo>
                    <a:pt x="559" y="180827"/>
                  </a:lnTo>
                  <a:lnTo>
                    <a:pt x="1078" y="186081"/>
                  </a:lnTo>
                  <a:lnTo>
                    <a:pt x="1763" y="191315"/>
                  </a:lnTo>
                  <a:lnTo>
                    <a:pt x="2613" y="196526"/>
                  </a:lnTo>
                  <a:lnTo>
                    <a:pt x="3627" y="201706"/>
                  </a:lnTo>
                  <a:lnTo>
                    <a:pt x="4804" y="206853"/>
                  </a:lnTo>
                  <a:lnTo>
                    <a:pt x="6143" y="211959"/>
                  </a:lnTo>
                  <a:lnTo>
                    <a:pt x="7643" y="217021"/>
                  </a:lnTo>
                  <a:lnTo>
                    <a:pt x="9301" y="222033"/>
                  </a:lnTo>
                  <a:lnTo>
                    <a:pt x="11117" y="226990"/>
                  </a:lnTo>
                  <a:lnTo>
                    <a:pt x="13089" y="231887"/>
                  </a:lnTo>
                  <a:lnTo>
                    <a:pt x="15214" y="236719"/>
                  </a:lnTo>
                  <a:lnTo>
                    <a:pt x="17491" y="241482"/>
                  </a:lnTo>
                  <a:lnTo>
                    <a:pt x="19917" y="246171"/>
                  </a:lnTo>
                  <a:lnTo>
                    <a:pt x="22490" y="250781"/>
                  </a:lnTo>
                  <a:lnTo>
                    <a:pt x="25207" y="255307"/>
                  </a:lnTo>
                  <a:lnTo>
                    <a:pt x="28066" y="259745"/>
                  </a:lnTo>
                  <a:lnTo>
                    <a:pt x="31063" y="264091"/>
                  </a:lnTo>
                  <a:lnTo>
                    <a:pt x="34196" y="268339"/>
                  </a:lnTo>
                  <a:lnTo>
                    <a:pt x="37462" y="272487"/>
                  </a:lnTo>
                  <a:lnTo>
                    <a:pt x="40857" y="276530"/>
                  </a:lnTo>
                  <a:lnTo>
                    <a:pt x="44378" y="280463"/>
                  </a:lnTo>
                  <a:lnTo>
                    <a:pt x="48022" y="284283"/>
                  </a:lnTo>
                  <a:lnTo>
                    <a:pt x="51784" y="287987"/>
                  </a:lnTo>
                  <a:lnTo>
                    <a:pt x="55662" y="291569"/>
                  </a:lnTo>
                  <a:lnTo>
                    <a:pt x="59650" y="295028"/>
                  </a:lnTo>
                  <a:lnTo>
                    <a:pt x="63746" y="298358"/>
                  </a:lnTo>
                  <a:lnTo>
                    <a:pt x="67945" y="301558"/>
                  </a:lnTo>
                  <a:lnTo>
                    <a:pt x="72243" y="304624"/>
                  </a:lnTo>
                  <a:lnTo>
                    <a:pt x="76635" y="307552"/>
                  </a:lnTo>
                  <a:lnTo>
                    <a:pt x="81118" y="310340"/>
                  </a:lnTo>
                  <a:lnTo>
                    <a:pt x="85687" y="312985"/>
                  </a:lnTo>
                  <a:lnTo>
                    <a:pt x="90336" y="315485"/>
                  </a:lnTo>
                  <a:lnTo>
                    <a:pt x="95063" y="317837"/>
                  </a:lnTo>
                  <a:lnTo>
                    <a:pt x="99861" y="320038"/>
                  </a:lnTo>
                  <a:lnTo>
                    <a:pt x="104727" y="322086"/>
                  </a:lnTo>
                  <a:lnTo>
                    <a:pt x="109654" y="323980"/>
                  </a:lnTo>
                  <a:lnTo>
                    <a:pt x="114640" y="325718"/>
                  </a:lnTo>
                  <a:lnTo>
                    <a:pt x="119677" y="327297"/>
                  </a:lnTo>
                  <a:lnTo>
                    <a:pt x="124762" y="328716"/>
                  </a:lnTo>
                  <a:lnTo>
                    <a:pt x="129889" y="329974"/>
                  </a:lnTo>
                  <a:lnTo>
                    <a:pt x="135053" y="331069"/>
                  </a:lnTo>
                  <a:lnTo>
                    <a:pt x="140249" y="332001"/>
                  </a:lnTo>
                  <a:lnTo>
                    <a:pt x="145472" y="332769"/>
                  </a:lnTo>
                  <a:lnTo>
                    <a:pt x="150717" y="333371"/>
                  </a:lnTo>
                  <a:lnTo>
                    <a:pt x="155978" y="333807"/>
                  </a:lnTo>
                  <a:lnTo>
                    <a:pt x="161250" y="334076"/>
                  </a:lnTo>
                  <a:lnTo>
                    <a:pt x="166529" y="334180"/>
                  </a:lnTo>
                  <a:lnTo>
                    <a:pt x="171807" y="334116"/>
                  </a:lnTo>
                  <a:lnTo>
                    <a:pt x="177081" y="333886"/>
                  </a:lnTo>
                  <a:lnTo>
                    <a:pt x="182346" y="333489"/>
                  </a:lnTo>
                  <a:lnTo>
                    <a:pt x="187595" y="332926"/>
                  </a:lnTo>
                  <a:lnTo>
                    <a:pt x="192823" y="332198"/>
                  </a:lnTo>
                  <a:lnTo>
                    <a:pt x="198027" y="331305"/>
                  </a:lnTo>
                  <a:lnTo>
                    <a:pt x="203199" y="330249"/>
                  </a:lnTo>
                  <a:lnTo>
                    <a:pt x="208335" y="329029"/>
                  </a:lnTo>
                  <a:lnTo>
                    <a:pt x="213430" y="327648"/>
                  </a:lnTo>
                  <a:lnTo>
                    <a:pt x="218480" y="326107"/>
                  </a:lnTo>
                  <a:lnTo>
                    <a:pt x="223478" y="324407"/>
                  </a:lnTo>
                  <a:lnTo>
                    <a:pt x="228419" y="322550"/>
                  </a:lnTo>
                  <a:lnTo>
                    <a:pt x="233300" y="320538"/>
                  </a:lnTo>
                  <a:lnTo>
                    <a:pt x="238115" y="318373"/>
                  </a:lnTo>
                  <a:lnTo>
                    <a:pt x="242859" y="316057"/>
                  </a:lnTo>
                  <a:lnTo>
                    <a:pt x="247527" y="313592"/>
                  </a:lnTo>
                  <a:lnTo>
                    <a:pt x="252115" y="310981"/>
                  </a:lnTo>
                  <a:lnTo>
                    <a:pt x="256619" y="308226"/>
                  </a:lnTo>
                  <a:lnTo>
                    <a:pt x="261033" y="305331"/>
                  </a:lnTo>
                  <a:lnTo>
                    <a:pt x="265354" y="302298"/>
                  </a:lnTo>
                  <a:lnTo>
                    <a:pt x="269577" y="299130"/>
                  </a:lnTo>
                  <a:lnTo>
                    <a:pt x="273697" y="295830"/>
                  </a:lnTo>
                  <a:lnTo>
                    <a:pt x="277712" y="292401"/>
                  </a:lnTo>
                  <a:lnTo>
                    <a:pt x="281616" y="288848"/>
                  </a:lnTo>
                  <a:lnTo>
                    <a:pt x="285406" y="285173"/>
                  </a:lnTo>
                  <a:lnTo>
                    <a:pt x="289078" y="281380"/>
                  </a:lnTo>
                  <a:lnTo>
                    <a:pt x="292628" y="277473"/>
                  </a:lnTo>
                  <a:lnTo>
                    <a:pt x="296054" y="273456"/>
                  </a:lnTo>
                  <a:lnTo>
                    <a:pt x="299350" y="269333"/>
                  </a:lnTo>
                  <a:lnTo>
                    <a:pt x="302515" y="265108"/>
                  </a:lnTo>
                  <a:lnTo>
                    <a:pt x="305545" y="260784"/>
                  </a:lnTo>
                  <a:lnTo>
                    <a:pt x="308437" y="256368"/>
                  </a:lnTo>
                  <a:lnTo>
                    <a:pt x="311188" y="251862"/>
                  </a:lnTo>
                  <a:lnTo>
                    <a:pt x="313796" y="247272"/>
                  </a:lnTo>
                  <a:lnTo>
                    <a:pt x="316257" y="242602"/>
                  </a:lnTo>
                  <a:lnTo>
                    <a:pt x="318569" y="237856"/>
                  </a:lnTo>
                  <a:lnTo>
                    <a:pt x="320731" y="233039"/>
                  </a:lnTo>
                  <a:lnTo>
                    <a:pt x="322739" y="228157"/>
                  </a:lnTo>
                  <a:lnTo>
                    <a:pt x="324592" y="223214"/>
                  </a:lnTo>
                  <a:lnTo>
                    <a:pt x="326288" y="218215"/>
                  </a:lnTo>
                  <a:lnTo>
                    <a:pt x="327825" y="213164"/>
                  </a:lnTo>
                  <a:lnTo>
                    <a:pt x="329203" y="208068"/>
                  </a:lnTo>
                  <a:lnTo>
                    <a:pt x="330418" y="202931"/>
                  </a:lnTo>
                  <a:lnTo>
                    <a:pt x="331471" y="197758"/>
                  </a:lnTo>
                  <a:lnTo>
                    <a:pt x="332360" y="192554"/>
                  </a:lnTo>
                  <a:lnTo>
                    <a:pt x="333084" y="187325"/>
                  </a:lnTo>
                  <a:lnTo>
                    <a:pt x="333642" y="182075"/>
                  </a:lnTo>
                  <a:lnTo>
                    <a:pt x="334035" y="176811"/>
                  </a:lnTo>
                  <a:lnTo>
                    <a:pt x="334261" y="171536"/>
                  </a:lnTo>
                  <a:lnTo>
                    <a:pt x="334321" y="166257"/>
                  </a:lnTo>
                  <a:lnTo>
                    <a:pt x="334213" y="160979"/>
                  </a:lnTo>
                  <a:lnTo>
                    <a:pt x="333940" y="155707"/>
                  </a:lnTo>
                  <a:lnTo>
                    <a:pt x="333499" y="150447"/>
                  </a:lnTo>
                  <a:lnTo>
                    <a:pt x="332893" y="145202"/>
                  </a:lnTo>
                  <a:lnTo>
                    <a:pt x="332122" y="139980"/>
                  </a:lnTo>
                  <a:lnTo>
                    <a:pt x="331186" y="134784"/>
                  </a:lnTo>
                  <a:lnTo>
                    <a:pt x="330087" y="129621"/>
                  </a:lnTo>
                  <a:lnTo>
                    <a:pt x="328825" y="124495"/>
                  </a:lnTo>
                  <a:lnTo>
                    <a:pt x="327402" y="119411"/>
                  </a:lnTo>
                  <a:lnTo>
                    <a:pt x="325819" y="114375"/>
                  </a:lnTo>
                  <a:lnTo>
                    <a:pt x="324077" y="109391"/>
                  </a:lnTo>
                  <a:lnTo>
                    <a:pt x="322180" y="104465"/>
                  </a:lnTo>
                  <a:lnTo>
                    <a:pt x="320127" y="99601"/>
                  </a:lnTo>
                  <a:lnTo>
                    <a:pt x="317922" y="94805"/>
                  </a:lnTo>
                  <a:lnTo>
                    <a:pt x="315567" y="90080"/>
                  </a:lnTo>
                  <a:lnTo>
                    <a:pt x="313064" y="85432"/>
                  </a:lnTo>
                  <a:lnTo>
                    <a:pt x="310415" y="80865"/>
                  </a:lnTo>
                  <a:lnTo>
                    <a:pt x="307623" y="76385"/>
                  </a:lnTo>
                  <a:lnTo>
                    <a:pt x="304692" y="71995"/>
                  </a:lnTo>
                  <a:lnTo>
                    <a:pt x="301623" y="67699"/>
                  </a:lnTo>
                  <a:lnTo>
                    <a:pt x="298420" y="63503"/>
                  </a:lnTo>
                  <a:lnTo>
                    <a:pt x="295086" y="59409"/>
                  </a:lnTo>
                  <a:lnTo>
                    <a:pt x="291624" y="55423"/>
                  </a:lnTo>
                  <a:lnTo>
                    <a:pt x="288039" y="51549"/>
                  </a:lnTo>
                  <a:lnTo>
                    <a:pt x="284333" y="47789"/>
                  </a:lnTo>
                  <a:lnTo>
                    <a:pt x="280510" y="44149"/>
                  </a:lnTo>
                  <a:lnTo>
                    <a:pt x="276573" y="40631"/>
                  </a:lnTo>
                  <a:lnTo>
                    <a:pt x="272528" y="37239"/>
                  </a:lnTo>
                  <a:lnTo>
                    <a:pt x="268378" y="33976"/>
                  </a:lnTo>
                  <a:lnTo>
                    <a:pt x="264127" y="30846"/>
                  </a:lnTo>
                  <a:lnTo>
                    <a:pt x="259779" y="27852"/>
                  </a:lnTo>
                  <a:lnTo>
                    <a:pt x="255338" y="24997"/>
                  </a:lnTo>
                  <a:lnTo>
                    <a:pt x="250810" y="22283"/>
                  </a:lnTo>
                  <a:lnTo>
                    <a:pt x="246198" y="19714"/>
                  </a:lnTo>
                  <a:lnTo>
                    <a:pt x="241508" y="17292"/>
                  </a:lnTo>
                  <a:lnTo>
                    <a:pt x="236743" y="15018"/>
                  </a:lnTo>
                  <a:lnTo>
                    <a:pt x="231909" y="12897"/>
                  </a:lnTo>
                  <a:lnTo>
                    <a:pt x="227010" y="10929"/>
                  </a:lnTo>
                  <a:lnTo>
                    <a:pt x="222052" y="9117"/>
                  </a:lnTo>
                  <a:lnTo>
                    <a:pt x="217039" y="7462"/>
                  </a:lnTo>
                  <a:lnTo>
                    <a:pt x="211976" y="5967"/>
                  </a:lnTo>
                  <a:lnTo>
                    <a:pt x="206869" y="4632"/>
                  </a:lnTo>
                  <a:lnTo>
                    <a:pt x="201721" y="3459"/>
                  </a:lnTo>
                  <a:lnTo>
                    <a:pt x="196540" y="2449"/>
                  </a:lnTo>
                  <a:lnTo>
                    <a:pt x="191329" y="1603"/>
                  </a:lnTo>
                  <a:lnTo>
                    <a:pt x="167155" y="1670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486215" y="5399291"/>
              <a:ext cx="24173" cy="167167"/>
            </a:xfrm>
            <a:custGeom>
              <a:avLst/>
              <a:pathLst>
                <a:path w="24173" h="167167">
                  <a:moveTo>
                    <a:pt x="24173" y="1757"/>
                  </a:moveTo>
                  <a:lnTo>
                    <a:pt x="16147" y="781"/>
                  </a:lnTo>
                  <a:lnTo>
                    <a:pt x="8083" y="1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936486" y="5399291"/>
              <a:ext cx="87057" cy="167167"/>
            </a:xfrm>
            <a:custGeom>
              <a:avLst/>
              <a:pathLst>
                <a:path w="87057" h="167167">
                  <a:moveTo>
                    <a:pt x="87057" y="0"/>
                  </a:moveTo>
                  <a:lnTo>
                    <a:pt x="81335" y="97"/>
                  </a:lnTo>
                  <a:lnTo>
                    <a:pt x="75620" y="391"/>
                  </a:lnTo>
                  <a:lnTo>
                    <a:pt x="69918" y="880"/>
                  </a:lnTo>
                  <a:lnTo>
                    <a:pt x="64236" y="1564"/>
                  </a:lnTo>
                  <a:lnTo>
                    <a:pt x="58581" y="2443"/>
                  </a:lnTo>
                  <a:lnTo>
                    <a:pt x="52960" y="3514"/>
                  </a:lnTo>
                  <a:lnTo>
                    <a:pt x="47378" y="4777"/>
                  </a:lnTo>
                  <a:lnTo>
                    <a:pt x="41843" y="6230"/>
                  </a:lnTo>
                  <a:lnTo>
                    <a:pt x="36361" y="7872"/>
                  </a:lnTo>
                  <a:lnTo>
                    <a:pt x="30938" y="9701"/>
                  </a:lnTo>
                  <a:lnTo>
                    <a:pt x="25581" y="11714"/>
                  </a:lnTo>
                  <a:lnTo>
                    <a:pt x="20296" y="13909"/>
                  </a:lnTo>
                  <a:lnTo>
                    <a:pt x="15090" y="16284"/>
                  </a:lnTo>
                  <a:lnTo>
                    <a:pt x="9967" y="18836"/>
                  </a:lnTo>
                  <a:lnTo>
                    <a:pt x="4935" y="21561"/>
                  </a:lnTo>
                  <a:lnTo>
                    <a:pt x="0" y="24458"/>
                  </a:lnTo>
                  <a:lnTo>
                    <a:pt x="870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6486" y="5423749"/>
              <a:ext cx="87057" cy="142709"/>
            </a:xfrm>
            <a:custGeom>
              <a:avLst/>
              <a:pathLst>
                <a:path w="87057" h="142709">
                  <a:moveTo>
                    <a:pt x="0" y="0"/>
                  </a:moveTo>
                  <a:lnTo>
                    <a:pt x="87057" y="1427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6486" y="5423749"/>
              <a:ext cx="87057" cy="142709"/>
            </a:xfrm>
            <a:custGeom>
              <a:avLst/>
              <a:pathLst>
                <a:path w="87057" h="142709">
                  <a:moveTo>
                    <a:pt x="0" y="0"/>
                  </a:moveTo>
                  <a:lnTo>
                    <a:pt x="87057" y="1427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6486" y="5423749"/>
              <a:ext cx="87057" cy="142709"/>
            </a:xfrm>
            <a:custGeom>
              <a:avLst/>
              <a:pathLst>
                <a:path w="87057" h="142709">
                  <a:moveTo>
                    <a:pt x="0" y="0"/>
                  </a:moveTo>
                  <a:lnTo>
                    <a:pt x="87057" y="1427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6486" y="5423749"/>
              <a:ext cx="87057" cy="142709"/>
            </a:xfrm>
            <a:custGeom>
              <a:avLst/>
              <a:pathLst>
                <a:path w="87057" h="142709">
                  <a:moveTo>
                    <a:pt x="0" y="0"/>
                  </a:moveTo>
                  <a:lnTo>
                    <a:pt x="87057" y="1427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6486" y="5423749"/>
              <a:ext cx="87057" cy="142709"/>
            </a:xfrm>
            <a:custGeom>
              <a:avLst/>
              <a:pathLst>
                <a:path w="87057" h="142709">
                  <a:moveTo>
                    <a:pt x="0" y="0"/>
                  </a:moveTo>
                  <a:lnTo>
                    <a:pt x="87057" y="1427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856376" y="5423749"/>
              <a:ext cx="219815" cy="309876"/>
            </a:xfrm>
            <a:custGeom>
              <a:avLst/>
              <a:pathLst>
                <a:path w="219815" h="309876">
                  <a:moveTo>
                    <a:pt x="80109" y="0"/>
                  </a:moveTo>
                  <a:lnTo>
                    <a:pt x="75584" y="2860"/>
                  </a:lnTo>
                  <a:lnTo>
                    <a:pt x="71154" y="5864"/>
                  </a:lnTo>
                  <a:lnTo>
                    <a:pt x="66821" y="9009"/>
                  </a:lnTo>
                  <a:lnTo>
                    <a:pt x="62592" y="12290"/>
                  </a:lnTo>
                  <a:lnTo>
                    <a:pt x="58469" y="15705"/>
                  </a:lnTo>
                  <a:lnTo>
                    <a:pt x="54459" y="19251"/>
                  </a:lnTo>
                  <a:lnTo>
                    <a:pt x="50563" y="22923"/>
                  </a:lnTo>
                  <a:lnTo>
                    <a:pt x="46788" y="26718"/>
                  </a:lnTo>
                  <a:lnTo>
                    <a:pt x="43136" y="30632"/>
                  </a:lnTo>
                  <a:lnTo>
                    <a:pt x="39611" y="34661"/>
                  </a:lnTo>
                  <a:lnTo>
                    <a:pt x="36216" y="38800"/>
                  </a:lnTo>
                  <a:lnTo>
                    <a:pt x="32957" y="43046"/>
                  </a:lnTo>
                  <a:lnTo>
                    <a:pt x="29834" y="47395"/>
                  </a:lnTo>
                  <a:lnTo>
                    <a:pt x="26853" y="51841"/>
                  </a:lnTo>
                  <a:lnTo>
                    <a:pt x="24015" y="56380"/>
                  </a:lnTo>
                  <a:lnTo>
                    <a:pt x="21324" y="61008"/>
                  </a:lnTo>
                  <a:lnTo>
                    <a:pt x="18783" y="65720"/>
                  </a:lnTo>
                  <a:lnTo>
                    <a:pt x="16394" y="70510"/>
                  </a:lnTo>
                  <a:lnTo>
                    <a:pt x="14160" y="75375"/>
                  </a:lnTo>
                  <a:lnTo>
                    <a:pt x="12082" y="80308"/>
                  </a:lnTo>
                  <a:lnTo>
                    <a:pt x="10164" y="85306"/>
                  </a:lnTo>
                  <a:lnTo>
                    <a:pt x="8406" y="90363"/>
                  </a:lnTo>
                  <a:lnTo>
                    <a:pt x="6812" y="95473"/>
                  </a:lnTo>
                  <a:lnTo>
                    <a:pt x="5381" y="100631"/>
                  </a:lnTo>
                  <a:lnTo>
                    <a:pt x="4117" y="105833"/>
                  </a:lnTo>
                  <a:lnTo>
                    <a:pt x="3020" y="111073"/>
                  </a:lnTo>
                  <a:lnTo>
                    <a:pt x="2091" y="116345"/>
                  </a:lnTo>
                  <a:lnTo>
                    <a:pt x="1332" y="121644"/>
                  </a:lnTo>
                  <a:lnTo>
                    <a:pt x="742" y="126965"/>
                  </a:lnTo>
                  <a:lnTo>
                    <a:pt x="324" y="132301"/>
                  </a:lnTo>
                  <a:lnTo>
                    <a:pt x="76" y="137649"/>
                  </a:lnTo>
                  <a:lnTo>
                    <a:pt x="0" y="143002"/>
                  </a:lnTo>
                  <a:lnTo>
                    <a:pt x="95" y="148354"/>
                  </a:lnTo>
                  <a:lnTo>
                    <a:pt x="361" y="153700"/>
                  </a:lnTo>
                  <a:lnTo>
                    <a:pt x="798" y="159036"/>
                  </a:lnTo>
                  <a:lnTo>
                    <a:pt x="1407" y="164354"/>
                  </a:lnTo>
                  <a:lnTo>
                    <a:pt x="2185" y="169651"/>
                  </a:lnTo>
                  <a:lnTo>
                    <a:pt x="3132" y="174919"/>
                  </a:lnTo>
                  <a:lnTo>
                    <a:pt x="4247" y="180155"/>
                  </a:lnTo>
                  <a:lnTo>
                    <a:pt x="5530" y="185352"/>
                  </a:lnTo>
                  <a:lnTo>
                    <a:pt x="6978" y="190506"/>
                  </a:lnTo>
                  <a:lnTo>
                    <a:pt x="8591" y="195611"/>
                  </a:lnTo>
                  <a:lnTo>
                    <a:pt x="10366" y="200661"/>
                  </a:lnTo>
                  <a:lnTo>
                    <a:pt x="12302" y="205652"/>
                  </a:lnTo>
                  <a:lnTo>
                    <a:pt x="14397" y="210578"/>
                  </a:lnTo>
                  <a:lnTo>
                    <a:pt x="16648" y="215435"/>
                  </a:lnTo>
                  <a:lnTo>
                    <a:pt x="19054" y="220217"/>
                  </a:lnTo>
                  <a:lnTo>
                    <a:pt x="21612" y="224920"/>
                  </a:lnTo>
                  <a:lnTo>
                    <a:pt x="24318" y="229538"/>
                  </a:lnTo>
                  <a:lnTo>
                    <a:pt x="27172" y="234067"/>
                  </a:lnTo>
                  <a:lnTo>
                    <a:pt x="30169" y="238503"/>
                  </a:lnTo>
                  <a:lnTo>
                    <a:pt x="33306" y="242841"/>
                  </a:lnTo>
                  <a:lnTo>
                    <a:pt x="36581" y="247075"/>
                  </a:lnTo>
                  <a:lnTo>
                    <a:pt x="39990" y="251203"/>
                  </a:lnTo>
                  <a:lnTo>
                    <a:pt x="43529" y="255219"/>
                  </a:lnTo>
                  <a:lnTo>
                    <a:pt x="47195" y="259120"/>
                  </a:lnTo>
                  <a:lnTo>
                    <a:pt x="50984" y="262902"/>
                  </a:lnTo>
                  <a:lnTo>
                    <a:pt x="54892" y="266561"/>
                  </a:lnTo>
                  <a:lnTo>
                    <a:pt x="58915" y="270092"/>
                  </a:lnTo>
                  <a:lnTo>
                    <a:pt x="63049" y="273493"/>
                  </a:lnTo>
                  <a:lnTo>
                    <a:pt x="67290" y="276760"/>
                  </a:lnTo>
                  <a:lnTo>
                    <a:pt x="71633" y="279889"/>
                  </a:lnTo>
                  <a:lnTo>
                    <a:pt x="76075" y="282877"/>
                  </a:lnTo>
                  <a:lnTo>
                    <a:pt x="80609" y="285722"/>
                  </a:lnTo>
                  <a:lnTo>
                    <a:pt x="85233" y="288420"/>
                  </a:lnTo>
                  <a:lnTo>
                    <a:pt x="89941" y="290969"/>
                  </a:lnTo>
                  <a:lnTo>
                    <a:pt x="94727" y="293366"/>
                  </a:lnTo>
                  <a:lnTo>
                    <a:pt x="99588" y="295608"/>
                  </a:lnTo>
                  <a:lnTo>
                    <a:pt x="104519" y="297693"/>
                  </a:lnTo>
                  <a:lnTo>
                    <a:pt x="109513" y="299620"/>
                  </a:lnTo>
                  <a:lnTo>
                    <a:pt x="114567" y="301385"/>
                  </a:lnTo>
                  <a:lnTo>
                    <a:pt x="119675" y="302988"/>
                  </a:lnTo>
                  <a:lnTo>
                    <a:pt x="124831" y="304427"/>
                  </a:lnTo>
                  <a:lnTo>
                    <a:pt x="130031" y="305699"/>
                  </a:lnTo>
                  <a:lnTo>
                    <a:pt x="135268" y="306805"/>
                  </a:lnTo>
                  <a:lnTo>
                    <a:pt x="140539" y="307742"/>
                  </a:lnTo>
                  <a:lnTo>
                    <a:pt x="145837" y="308510"/>
                  </a:lnTo>
                  <a:lnTo>
                    <a:pt x="151157" y="309108"/>
                  </a:lnTo>
                  <a:lnTo>
                    <a:pt x="156493" y="309535"/>
                  </a:lnTo>
                  <a:lnTo>
                    <a:pt x="161840" y="309791"/>
                  </a:lnTo>
                  <a:lnTo>
                    <a:pt x="167192" y="309876"/>
                  </a:lnTo>
                  <a:lnTo>
                    <a:pt x="172545" y="309790"/>
                  </a:lnTo>
                  <a:lnTo>
                    <a:pt x="177892" y="309532"/>
                  </a:lnTo>
                  <a:lnTo>
                    <a:pt x="183228" y="309103"/>
                  </a:lnTo>
                  <a:lnTo>
                    <a:pt x="188547" y="308503"/>
                  </a:lnTo>
                  <a:lnTo>
                    <a:pt x="193845" y="307734"/>
                  </a:lnTo>
                  <a:lnTo>
                    <a:pt x="199115" y="306795"/>
                  </a:lnTo>
                  <a:lnTo>
                    <a:pt x="204353" y="305688"/>
                  </a:lnTo>
                  <a:lnTo>
                    <a:pt x="209552" y="304414"/>
                  </a:lnTo>
                  <a:lnTo>
                    <a:pt x="214708" y="302974"/>
                  </a:lnTo>
                  <a:lnTo>
                    <a:pt x="219815" y="301369"/>
                  </a:lnTo>
                  <a:lnTo>
                    <a:pt x="167167" y="1427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023544" y="5399291"/>
              <a:ext cx="167167" cy="325827"/>
            </a:xfrm>
            <a:custGeom>
              <a:avLst/>
              <a:pathLst>
                <a:path w="167167" h="325827">
                  <a:moveTo>
                    <a:pt x="52648" y="325827"/>
                  </a:moveTo>
                  <a:lnTo>
                    <a:pt x="57706" y="324058"/>
                  </a:lnTo>
                  <a:lnTo>
                    <a:pt x="62706" y="322128"/>
                  </a:lnTo>
                  <a:lnTo>
                    <a:pt x="67641" y="320038"/>
                  </a:lnTo>
                  <a:lnTo>
                    <a:pt x="72506" y="317792"/>
                  </a:lnTo>
                  <a:lnTo>
                    <a:pt x="77297" y="315390"/>
                  </a:lnTo>
                  <a:lnTo>
                    <a:pt x="82008" y="312836"/>
                  </a:lnTo>
                  <a:lnTo>
                    <a:pt x="86635" y="310133"/>
                  </a:lnTo>
                  <a:lnTo>
                    <a:pt x="91173" y="307282"/>
                  </a:lnTo>
                  <a:lnTo>
                    <a:pt x="95617" y="304288"/>
                  </a:lnTo>
                  <a:lnTo>
                    <a:pt x="99964" y="301153"/>
                  </a:lnTo>
                  <a:lnTo>
                    <a:pt x="104207" y="297879"/>
                  </a:lnTo>
                  <a:lnTo>
                    <a:pt x="108343" y="294472"/>
                  </a:lnTo>
                  <a:lnTo>
                    <a:pt x="112368" y="290934"/>
                  </a:lnTo>
                  <a:lnTo>
                    <a:pt x="116277" y="287268"/>
                  </a:lnTo>
                  <a:lnTo>
                    <a:pt x="120067" y="283480"/>
                  </a:lnTo>
                  <a:lnTo>
                    <a:pt x="123734" y="279571"/>
                  </a:lnTo>
                  <a:lnTo>
                    <a:pt x="127273" y="275547"/>
                  </a:lnTo>
                  <a:lnTo>
                    <a:pt x="130682" y="271412"/>
                  </a:lnTo>
                  <a:lnTo>
                    <a:pt x="133956" y="267170"/>
                  </a:lnTo>
                  <a:lnTo>
                    <a:pt x="137093" y="262825"/>
                  </a:lnTo>
                  <a:lnTo>
                    <a:pt x="140089" y="258381"/>
                  </a:lnTo>
                  <a:lnTo>
                    <a:pt x="142940" y="253844"/>
                  </a:lnTo>
                  <a:lnTo>
                    <a:pt x="145645" y="249218"/>
                  </a:lnTo>
                  <a:lnTo>
                    <a:pt x="148200" y="244507"/>
                  </a:lnTo>
                  <a:lnTo>
                    <a:pt x="150603" y="239717"/>
                  </a:lnTo>
                  <a:lnTo>
                    <a:pt x="152851" y="234852"/>
                  </a:lnTo>
                  <a:lnTo>
                    <a:pt x="154942" y="229918"/>
                  </a:lnTo>
                  <a:lnTo>
                    <a:pt x="156874" y="224919"/>
                  </a:lnTo>
                  <a:lnTo>
                    <a:pt x="158645" y="219861"/>
                  </a:lnTo>
                  <a:lnTo>
                    <a:pt x="160252" y="214749"/>
                  </a:lnTo>
                  <a:lnTo>
                    <a:pt x="161695" y="209588"/>
                  </a:lnTo>
                  <a:lnTo>
                    <a:pt x="162972" y="204383"/>
                  </a:lnTo>
                  <a:lnTo>
                    <a:pt x="164081" y="199140"/>
                  </a:lnTo>
                  <a:lnTo>
                    <a:pt x="165021" y="193864"/>
                  </a:lnTo>
                  <a:lnTo>
                    <a:pt x="165792" y="188561"/>
                  </a:lnTo>
                  <a:lnTo>
                    <a:pt x="166393" y="183236"/>
                  </a:lnTo>
                  <a:lnTo>
                    <a:pt x="166822" y="177894"/>
                  </a:lnTo>
                  <a:lnTo>
                    <a:pt x="167081" y="172541"/>
                  </a:lnTo>
                  <a:lnTo>
                    <a:pt x="167167" y="167183"/>
                  </a:lnTo>
                  <a:lnTo>
                    <a:pt x="167082" y="161825"/>
                  </a:lnTo>
                  <a:lnTo>
                    <a:pt x="166824" y="156472"/>
                  </a:lnTo>
                  <a:lnTo>
                    <a:pt x="166396" y="151130"/>
                  </a:lnTo>
                  <a:lnTo>
                    <a:pt x="165796" y="145805"/>
                  </a:lnTo>
                  <a:lnTo>
                    <a:pt x="165026" y="140501"/>
                  </a:lnTo>
                  <a:lnTo>
                    <a:pt x="164087" y="135225"/>
                  </a:lnTo>
                  <a:lnTo>
                    <a:pt x="162979" y="129982"/>
                  </a:lnTo>
                  <a:lnTo>
                    <a:pt x="161703" y="124777"/>
                  </a:lnTo>
                  <a:lnTo>
                    <a:pt x="160261" y="119616"/>
                  </a:lnTo>
                  <a:lnTo>
                    <a:pt x="158655" y="114503"/>
                  </a:lnTo>
                  <a:lnTo>
                    <a:pt x="156885" y="109445"/>
                  </a:lnTo>
                  <a:lnTo>
                    <a:pt x="154954" y="104446"/>
                  </a:lnTo>
                  <a:lnTo>
                    <a:pt x="152864" y="99511"/>
                  </a:lnTo>
                  <a:lnTo>
                    <a:pt x="150617" y="94646"/>
                  </a:lnTo>
                  <a:lnTo>
                    <a:pt x="148215" y="89856"/>
                  </a:lnTo>
                  <a:lnTo>
                    <a:pt x="145661" y="85144"/>
                  </a:lnTo>
                  <a:lnTo>
                    <a:pt x="142957" y="80518"/>
                  </a:lnTo>
                  <a:lnTo>
                    <a:pt x="140106" y="75980"/>
                  </a:lnTo>
                  <a:lnTo>
                    <a:pt x="137111" y="71536"/>
                  </a:lnTo>
                  <a:lnTo>
                    <a:pt x="133975" y="67190"/>
                  </a:lnTo>
                  <a:lnTo>
                    <a:pt x="130702" y="62947"/>
                  </a:lnTo>
                  <a:lnTo>
                    <a:pt x="127294" y="58811"/>
                  </a:lnTo>
                  <a:lnTo>
                    <a:pt x="123756" y="54786"/>
                  </a:lnTo>
                  <a:lnTo>
                    <a:pt x="120090" y="50877"/>
                  </a:lnTo>
                  <a:lnTo>
                    <a:pt x="116301" y="47088"/>
                  </a:lnTo>
                  <a:lnTo>
                    <a:pt x="112392" y="43422"/>
                  </a:lnTo>
                  <a:lnTo>
                    <a:pt x="108368" y="39883"/>
                  </a:lnTo>
                  <a:lnTo>
                    <a:pt x="104232" y="36474"/>
                  </a:lnTo>
                  <a:lnTo>
                    <a:pt x="99989" y="33201"/>
                  </a:lnTo>
                  <a:lnTo>
                    <a:pt x="95644" y="30064"/>
                  </a:lnTo>
                  <a:lnTo>
                    <a:pt x="91200" y="27069"/>
                  </a:lnTo>
                  <a:lnTo>
                    <a:pt x="86663" y="24218"/>
                  </a:lnTo>
                  <a:lnTo>
                    <a:pt x="82036" y="21513"/>
                  </a:lnTo>
                  <a:lnTo>
                    <a:pt x="77325" y="18959"/>
                  </a:lnTo>
                  <a:lnTo>
                    <a:pt x="72535" y="16556"/>
                  </a:lnTo>
                  <a:lnTo>
                    <a:pt x="67670" y="14309"/>
                  </a:lnTo>
                  <a:lnTo>
                    <a:pt x="62736" y="12218"/>
                  </a:lnTo>
                  <a:lnTo>
                    <a:pt x="57737" y="10287"/>
                  </a:lnTo>
                  <a:lnTo>
                    <a:pt x="52678" y="8517"/>
                  </a:lnTo>
                  <a:lnTo>
                    <a:pt x="47566" y="6910"/>
                  </a:lnTo>
                  <a:lnTo>
                    <a:pt x="42405" y="5467"/>
                  </a:lnTo>
                  <a:lnTo>
                    <a:pt x="37200" y="4191"/>
                  </a:lnTo>
                  <a:lnTo>
                    <a:pt x="31957" y="3083"/>
                  </a:lnTo>
                  <a:lnTo>
                    <a:pt x="26681" y="2143"/>
                  </a:lnTo>
                  <a:lnTo>
                    <a:pt x="21378" y="1372"/>
                  </a:lnTo>
                  <a:lnTo>
                    <a:pt x="16052" y="772"/>
                  </a:lnTo>
                  <a:lnTo>
                    <a:pt x="10711" y="343"/>
                  </a:lnTo>
                  <a:lnTo>
                    <a:pt x="535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13459" y="5269756"/>
              <a:ext cx="31799" cy="167167"/>
            </a:xfrm>
            <a:custGeom>
              <a:avLst/>
              <a:pathLst>
                <a:path w="31799" h="167167">
                  <a:moveTo>
                    <a:pt x="31799" y="0"/>
                  </a:moveTo>
                  <a:lnTo>
                    <a:pt x="25402" y="122"/>
                  </a:lnTo>
                  <a:lnTo>
                    <a:pt x="19014" y="489"/>
                  </a:lnTo>
                  <a:lnTo>
                    <a:pt x="12644" y="1101"/>
                  </a:lnTo>
                  <a:lnTo>
                    <a:pt x="6303" y="1955"/>
                  </a:lnTo>
                  <a:lnTo>
                    <a:pt x="0" y="3052"/>
                  </a:lnTo>
                  <a:lnTo>
                    <a:pt x="317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3459" y="5272808"/>
              <a:ext cx="31799" cy="164115"/>
            </a:xfrm>
            <a:custGeom>
              <a:avLst/>
              <a:pathLst>
                <a:path w="31799" h="164115">
                  <a:moveTo>
                    <a:pt x="0" y="0"/>
                  </a:moveTo>
                  <a:lnTo>
                    <a:pt x="31799" y="164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3459" y="5272808"/>
              <a:ext cx="31799" cy="164115"/>
            </a:xfrm>
            <a:custGeom>
              <a:avLst/>
              <a:pathLst>
                <a:path w="31799" h="164115">
                  <a:moveTo>
                    <a:pt x="0" y="0"/>
                  </a:moveTo>
                  <a:lnTo>
                    <a:pt x="31799" y="1641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3459" y="5272808"/>
              <a:ext cx="31799" cy="164115"/>
            </a:xfrm>
            <a:custGeom>
              <a:avLst/>
              <a:pathLst>
                <a:path w="31799" h="164115">
                  <a:moveTo>
                    <a:pt x="0" y="0"/>
                  </a:moveTo>
                  <a:lnTo>
                    <a:pt x="31799" y="1641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3459" y="5272808"/>
              <a:ext cx="31799" cy="164115"/>
            </a:xfrm>
            <a:custGeom>
              <a:avLst/>
              <a:pathLst>
                <a:path w="31799" h="164115">
                  <a:moveTo>
                    <a:pt x="0" y="0"/>
                  </a:moveTo>
                  <a:lnTo>
                    <a:pt x="31799" y="1641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381126" y="5272808"/>
              <a:ext cx="164132" cy="164115"/>
            </a:xfrm>
            <a:custGeom>
              <a:avLst/>
              <a:pathLst>
                <a:path w="164132" h="164115">
                  <a:moveTo>
                    <a:pt x="132333" y="0"/>
                  </a:moveTo>
                  <a:lnTo>
                    <a:pt x="126933" y="1139"/>
                  </a:lnTo>
                  <a:lnTo>
                    <a:pt x="121573" y="2455"/>
                  </a:lnTo>
                  <a:lnTo>
                    <a:pt x="116260" y="3948"/>
                  </a:lnTo>
                  <a:lnTo>
                    <a:pt x="110999" y="5616"/>
                  </a:lnTo>
                  <a:lnTo>
                    <a:pt x="105796" y="7456"/>
                  </a:lnTo>
                  <a:lnTo>
                    <a:pt x="100657" y="9467"/>
                  </a:lnTo>
                  <a:lnTo>
                    <a:pt x="95586" y="11647"/>
                  </a:lnTo>
                  <a:lnTo>
                    <a:pt x="90591" y="13992"/>
                  </a:lnTo>
                  <a:lnTo>
                    <a:pt x="85675" y="16502"/>
                  </a:lnTo>
                  <a:lnTo>
                    <a:pt x="80845" y="19172"/>
                  </a:lnTo>
                  <a:lnTo>
                    <a:pt x="76106" y="22000"/>
                  </a:lnTo>
                  <a:lnTo>
                    <a:pt x="71463" y="24983"/>
                  </a:lnTo>
                  <a:lnTo>
                    <a:pt x="66921" y="28118"/>
                  </a:lnTo>
                  <a:lnTo>
                    <a:pt x="62485" y="31401"/>
                  </a:lnTo>
                  <a:lnTo>
                    <a:pt x="58159" y="34829"/>
                  </a:lnTo>
                  <a:lnTo>
                    <a:pt x="53950" y="38397"/>
                  </a:lnTo>
                  <a:lnTo>
                    <a:pt x="49860" y="42103"/>
                  </a:lnTo>
                  <a:lnTo>
                    <a:pt x="45894" y="45942"/>
                  </a:lnTo>
                  <a:lnTo>
                    <a:pt x="42058" y="49909"/>
                  </a:lnTo>
                  <a:lnTo>
                    <a:pt x="38355" y="54001"/>
                  </a:lnTo>
                  <a:lnTo>
                    <a:pt x="34788" y="58213"/>
                  </a:lnTo>
                  <a:lnTo>
                    <a:pt x="31363" y="62540"/>
                  </a:lnTo>
                  <a:lnTo>
                    <a:pt x="28083" y="66978"/>
                  </a:lnTo>
                  <a:lnTo>
                    <a:pt x="24950" y="71522"/>
                  </a:lnTo>
                  <a:lnTo>
                    <a:pt x="21970" y="76167"/>
                  </a:lnTo>
                  <a:lnTo>
                    <a:pt x="19144" y="80907"/>
                  </a:lnTo>
                  <a:lnTo>
                    <a:pt x="16476" y="85739"/>
                  </a:lnTo>
                  <a:lnTo>
                    <a:pt x="13970" y="90655"/>
                  </a:lnTo>
                  <a:lnTo>
                    <a:pt x="11627" y="95652"/>
                  </a:lnTo>
                  <a:lnTo>
                    <a:pt x="9450" y="100724"/>
                  </a:lnTo>
                  <a:lnTo>
                    <a:pt x="7442" y="105864"/>
                  </a:lnTo>
                  <a:lnTo>
                    <a:pt x="5604" y="111068"/>
                  </a:lnTo>
                  <a:lnTo>
                    <a:pt x="3940" y="116330"/>
                  </a:lnTo>
                  <a:lnTo>
                    <a:pt x="2450" y="121644"/>
                  </a:lnTo>
                  <a:lnTo>
                    <a:pt x="1136" y="127004"/>
                  </a:lnTo>
                  <a:lnTo>
                    <a:pt x="0" y="132405"/>
                  </a:lnTo>
                  <a:lnTo>
                    <a:pt x="164132" y="1641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78091" y="5269756"/>
              <a:ext cx="334324" cy="334326"/>
            </a:xfrm>
            <a:custGeom>
              <a:avLst/>
              <a:pathLst>
                <a:path w="334324" h="334326">
                  <a:moveTo>
                    <a:pt x="3034" y="135457"/>
                  </a:moveTo>
                  <a:lnTo>
                    <a:pt x="2114" y="140664"/>
                  </a:lnTo>
                  <a:lnTo>
                    <a:pt x="1358" y="145898"/>
                  </a:lnTo>
                  <a:lnTo>
                    <a:pt x="768" y="151153"/>
                  </a:lnTo>
                  <a:lnTo>
                    <a:pt x="345" y="156424"/>
                  </a:lnTo>
                  <a:lnTo>
                    <a:pt x="89" y="161705"/>
                  </a:lnTo>
                  <a:lnTo>
                    <a:pt x="0" y="166993"/>
                  </a:lnTo>
                  <a:lnTo>
                    <a:pt x="78" y="172280"/>
                  </a:lnTo>
                  <a:lnTo>
                    <a:pt x="323" y="177562"/>
                  </a:lnTo>
                  <a:lnTo>
                    <a:pt x="735" y="182834"/>
                  </a:lnTo>
                  <a:lnTo>
                    <a:pt x="1314" y="188090"/>
                  </a:lnTo>
                  <a:lnTo>
                    <a:pt x="2059" y="193325"/>
                  </a:lnTo>
                  <a:lnTo>
                    <a:pt x="2969" y="198534"/>
                  </a:lnTo>
                  <a:lnTo>
                    <a:pt x="4043" y="203712"/>
                  </a:lnTo>
                  <a:lnTo>
                    <a:pt x="5280" y="208853"/>
                  </a:lnTo>
                  <a:lnTo>
                    <a:pt x="6680" y="213952"/>
                  </a:lnTo>
                  <a:lnTo>
                    <a:pt x="8240" y="219005"/>
                  </a:lnTo>
                  <a:lnTo>
                    <a:pt x="9959" y="224006"/>
                  </a:lnTo>
                  <a:lnTo>
                    <a:pt x="11835" y="228950"/>
                  </a:lnTo>
                  <a:lnTo>
                    <a:pt x="13867" y="233832"/>
                  </a:lnTo>
                  <a:lnTo>
                    <a:pt x="16052" y="238647"/>
                  </a:lnTo>
                  <a:lnTo>
                    <a:pt x="18389" y="243391"/>
                  </a:lnTo>
                  <a:lnTo>
                    <a:pt x="20874" y="248058"/>
                  </a:lnTo>
                  <a:lnTo>
                    <a:pt x="23506" y="252645"/>
                  </a:lnTo>
                  <a:lnTo>
                    <a:pt x="26281" y="257146"/>
                  </a:lnTo>
                  <a:lnTo>
                    <a:pt x="29197" y="261557"/>
                  </a:lnTo>
                  <a:lnTo>
                    <a:pt x="32252" y="265873"/>
                  </a:lnTo>
                  <a:lnTo>
                    <a:pt x="35441" y="270091"/>
                  </a:lnTo>
                  <a:lnTo>
                    <a:pt x="38763" y="274206"/>
                  </a:lnTo>
                  <a:lnTo>
                    <a:pt x="42212" y="278213"/>
                  </a:lnTo>
                  <a:lnTo>
                    <a:pt x="45787" y="282110"/>
                  </a:lnTo>
                  <a:lnTo>
                    <a:pt x="49483" y="285892"/>
                  </a:lnTo>
                  <a:lnTo>
                    <a:pt x="53297" y="289554"/>
                  </a:lnTo>
                  <a:lnTo>
                    <a:pt x="57225" y="293095"/>
                  </a:lnTo>
                  <a:lnTo>
                    <a:pt x="61263" y="296509"/>
                  </a:lnTo>
                  <a:lnTo>
                    <a:pt x="65407" y="299794"/>
                  </a:lnTo>
                  <a:lnTo>
                    <a:pt x="69653" y="302946"/>
                  </a:lnTo>
                  <a:lnTo>
                    <a:pt x="73996" y="305962"/>
                  </a:lnTo>
                  <a:lnTo>
                    <a:pt x="78432" y="308840"/>
                  </a:lnTo>
                  <a:lnTo>
                    <a:pt x="82958" y="311575"/>
                  </a:lnTo>
                  <a:lnTo>
                    <a:pt x="87567" y="314166"/>
                  </a:lnTo>
                  <a:lnTo>
                    <a:pt x="92256" y="316610"/>
                  </a:lnTo>
                  <a:lnTo>
                    <a:pt x="97021" y="318905"/>
                  </a:lnTo>
                  <a:lnTo>
                    <a:pt x="101855" y="321048"/>
                  </a:lnTo>
                  <a:lnTo>
                    <a:pt x="106755" y="323036"/>
                  </a:lnTo>
                  <a:lnTo>
                    <a:pt x="111715" y="324869"/>
                  </a:lnTo>
                  <a:lnTo>
                    <a:pt x="116730" y="326544"/>
                  </a:lnTo>
                  <a:lnTo>
                    <a:pt x="121796" y="328060"/>
                  </a:lnTo>
                  <a:lnTo>
                    <a:pt x="126908" y="329414"/>
                  </a:lnTo>
                  <a:lnTo>
                    <a:pt x="132060" y="330606"/>
                  </a:lnTo>
                  <a:lnTo>
                    <a:pt x="137247" y="331635"/>
                  </a:lnTo>
                  <a:lnTo>
                    <a:pt x="142463" y="332499"/>
                  </a:lnTo>
                  <a:lnTo>
                    <a:pt x="147705" y="333198"/>
                  </a:lnTo>
                  <a:lnTo>
                    <a:pt x="152966" y="333730"/>
                  </a:lnTo>
                  <a:lnTo>
                    <a:pt x="158241" y="334096"/>
                  </a:lnTo>
                  <a:lnTo>
                    <a:pt x="163525" y="334295"/>
                  </a:lnTo>
                  <a:lnTo>
                    <a:pt x="168813" y="334326"/>
                  </a:lnTo>
                  <a:lnTo>
                    <a:pt x="174099" y="334191"/>
                  </a:lnTo>
                  <a:lnTo>
                    <a:pt x="179379" y="333888"/>
                  </a:lnTo>
                  <a:lnTo>
                    <a:pt x="184646" y="333418"/>
                  </a:lnTo>
                  <a:lnTo>
                    <a:pt x="189895" y="332782"/>
                  </a:lnTo>
                  <a:lnTo>
                    <a:pt x="195122" y="331980"/>
                  </a:lnTo>
                  <a:lnTo>
                    <a:pt x="200321" y="331014"/>
                  </a:lnTo>
                  <a:lnTo>
                    <a:pt x="205487" y="329883"/>
                  </a:lnTo>
                  <a:lnTo>
                    <a:pt x="210614" y="328590"/>
                  </a:lnTo>
                  <a:lnTo>
                    <a:pt x="215698" y="327135"/>
                  </a:lnTo>
                  <a:lnTo>
                    <a:pt x="220733" y="325520"/>
                  </a:lnTo>
                  <a:lnTo>
                    <a:pt x="225715" y="323746"/>
                  </a:lnTo>
                  <a:lnTo>
                    <a:pt x="230638" y="321816"/>
                  </a:lnTo>
                  <a:lnTo>
                    <a:pt x="235497" y="319731"/>
                  </a:lnTo>
                  <a:lnTo>
                    <a:pt x="240288" y="317494"/>
                  </a:lnTo>
                  <a:lnTo>
                    <a:pt x="245006" y="315106"/>
                  </a:lnTo>
                  <a:lnTo>
                    <a:pt x="249647" y="312570"/>
                  </a:lnTo>
                  <a:lnTo>
                    <a:pt x="254204" y="309889"/>
                  </a:lnTo>
                  <a:lnTo>
                    <a:pt x="258675" y="307064"/>
                  </a:lnTo>
                  <a:lnTo>
                    <a:pt x="263054" y="304100"/>
                  </a:lnTo>
                  <a:lnTo>
                    <a:pt x="267337" y="300999"/>
                  </a:lnTo>
                  <a:lnTo>
                    <a:pt x="271519" y="297764"/>
                  </a:lnTo>
                  <a:lnTo>
                    <a:pt x="275598" y="294398"/>
                  </a:lnTo>
                  <a:lnTo>
                    <a:pt x="279568" y="290905"/>
                  </a:lnTo>
                  <a:lnTo>
                    <a:pt x="283425" y="287288"/>
                  </a:lnTo>
                  <a:lnTo>
                    <a:pt x="287166" y="283550"/>
                  </a:lnTo>
                  <a:lnTo>
                    <a:pt x="290787" y="279697"/>
                  </a:lnTo>
                  <a:lnTo>
                    <a:pt x="294284" y="275731"/>
                  </a:lnTo>
                  <a:lnTo>
                    <a:pt x="297655" y="271656"/>
                  </a:lnTo>
                  <a:lnTo>
                    <a:pt x="300894" y="267476"/>
                  </a:lnTo>
                  <a:lnTo>
                    <a:pt x="304000" y="263197"/>
                  </a:lnTo>
                  <a:lnTo>
                    <a:pt x="306969" y="258821"/>
                  </a:lnTo>
                  <a:lnTo>
                    <a:pt x="309798" y="254353"/>
                  </a:lnTo>
                  <a:lnTo>
                    <a:pt x="312484" y="249798"/>
                  </a:lnTo>
                  <a:lnTo>
                    <a:pt x="315025" y="245161"/>
                  </a:lnTo>
                  <a:lnTo>
                    <a:pt x="317417" y="240445"/>
                  </a:lnTo>
                  <a:lnTo>
                    <a:pt x="319660" y="235656"/>
                  </a:lnTo>
                  <a:lnTo>
                    <a:pt x="321750" y="230799"/>
                  </a:lnTo>
                  <a:lnTo>
                    <a:pt x="323685" y="225878"/>
                  </a:lnTo>
                  <a:lnTo>
                    <a:pt x="325464" y="220898"/>
                  </a:lnTo>
                  <a:lnTo>
                    <a:pt x="327084" y="215865"/>
                  </a:lnTo>
                  <a:lnTo>
                    <a:pt x="328544" y="210782"/>
                  </a:lnTo>
                  <a:lnTo>
                    <a:pt x="329843" y="205656"/>
                  </a:lnTo>
                  <a:lnTo>
                    <a:pt x="330979" y="200492"/>
                  </a:lnTo>
                  <a:lnTo>
                    <a:pt x="331951" y="195294"/>
                  </a:lnTo>
                  <a:lnTo>
                    <a:pt x="332758" y="190068"/>
                  </a:lnTo>
                  <a:lnTo>
                    <a:pt x="333400" y="184819"/>
                  </a:lnTo>
                  <a:lnTo>
                    <a:pt x="333875" y="179553"/>
                  </a:lnTo>
                  <a:lnTo>
                    <a:pt x="334183" y="174274"/>
                  </a:lnTo>
                  <a:lnTo>
                    <a:pt x="334324" y="168988"/>
                  </a:lnTo>
                  <a:lnTo>
                    <a:pt x="334298" y="163700"/>
                  </a:lnTo>
                  <a:lnTo>
                    <a:pt x="334105" y="158415"/>
                  </a:lnTo>
                  <a:lnTo>
                    <a:pt x="333745" y="153140"/>
                  </a:lnTo>
                  <a:lnTo>
                    <a:pt x="333218" y="147878"/>
                  </a:lnTo>
                  <a:lnTo>
                    <a:pt x="332525" y="142636"/>
                  </a:lnTo>
                  <a:lnTo>
                    <a:pt x="331666" y="137418"/>
                  </a:lnTo>
                  <a:lnTo>
                    <a:pt x="330643" y="132230"/>
                  </a:lnTo>
                  <a:lnTo>
                    <a:pt x="329456" y="127077"/>
                  </a:lnTo>
                  <a:lnTo>
                    <a:pt x="328107" y="121964"/>
                  </a:lnTo>
                  <a:lnTo>
                    <a:pt x="326597" y="116897"/>
                  </a:lnTo>
                  <a:lnTo>
                    <a:pt x="324927" y="111879"/>
                  </a:lnTo>
                  <a:lnTo>
                    <a:pt x="323099" y="106917"/>
                  </a:lnTo>
                  <a:lnTo>
                    <a:pt x="321116" y="102015"/>
                  </a:lnTo>
                  <a:lnTo>
                    <a:pt x="318978" y="97179"/>
                  </a:lnTo>
                  <a:lnTo>
                    <a:pt x="316688" y="92412"/>
                  </a:lnTo>
                  <a:lnTo>
                    <a:pt x="314249" y="87721"/>
                  </a:lnTo>
                  <a:lnTo>
                    <a:pt x="311663" y="83108"/>
                  </a:lnTo>
                  <a:lnTo>
                    <a:pt x="308932" y="78580"/>
                  </a:lnTo>
                  <a:lnTo>
                    <a:pt x="306059" y="74141"/>
                  </a:lnTo>
                  <a:lnTo>
                    <a:pt x="303047" y="69794"/>
                  </a:lnTo>
                  <a:lnTo>
                    <a:pt x="299900" y="65545"/>
                  </a:lnTo>
                  <a:lnTo>
                    <a:pt x="296619" y="61398"/>
                  </a:lnTo>
                  <a:lnTo>
                    <a:pt x="293209" y="57357"/>
                  </a:lnTo>
                  <a:lnTo>
                    <a:pt x="289673" y="53425"/>
                  </a:lnTo>
                  <a:lnTo>
                    <a:pt x="286014" y="49607"/>
                  </a:lnTo>
                  <a:lnTo>
                    <a:pt x="282236" y="45907"/>
                  </a:lnTo>
                  <a:lnTo>
                    <a:pt x="278344" y="42328"/>
                  </a:lnTo>
                  <a:lnTo>
                    <a:pt x="274339" y="38874"/>
                  </a:lnTo>
                  <a:lnTo>
                    <a:pt x="270228" y="35549"/>
                  </a:lnTo>
                  <a:lnTo>
                    <a:pt x="266014" y="32355"/>
                  </a:lnTo>
                  <a:lnTo>
                    <a:pt x="261700" y="29296"/>
                  </a:lnTo>
                  <a:lnTo>
                    <a:pt x="257292" y="26375"/>
                  </a:lnTo>
                  <a:lnTo>
                    <a:pt x="252794" y="23595"/>
                  </a:lnTo>
                  <a:lnTo>
                    <a:pt x="248210" y="20959"/>
                  </a:lnTo>
                  <a:lnTo>
                    <a:pt x="243546" y="18468"/>
                  </a:lnTo>
                  <a:lnTo>
                    <a:pt x="238804" y="16127"/>
                  </a:lnTo>
                  <a:lnTo>
                    <a:pt x="233991" y="13937"/>
                  </a:lnTo>
                  <a:lnTo>
                    <a:pt x="229111" y="11900"/>
                  </a:lnTo>
                  <a:lnTo>
                    <a:pt x="224170" y="10018"/>
                  </a:lnTo>
                  <a:lnTo>
                    <a:pt x="219171" y="8294"/>
                  </a:lnTo>
                  <a:lnTo>
                    <a:pt x="214120" y="6729"/>
                  </a:lnTo>
                  <a:lnTo>
                    <a:pt x="209022" y="5324"/>
                  </a:lnTo>
                  <a:lnTo>
                    <a:pt x="203882" y="4081"/>
                  </a:lnTo>
                  <a:lnTo>
                    <a:pt x="198706" y="3002"/>
                  </a:lnTo>
                  <a:lnTo>
                    <a:pt x="193497" y="2086"/>
                  </a:lnTo>
                  <a:lnTo>
                    <a:pt x="188263" y="1336"/>
                  </a:lnTo>
                  <a:lnTo>
                    <a:pt x="183007" y="752"/>
                  </a:lnTo>
                  <a:lnTo>
                    <a:pt x="177736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976273" y="5018213"/>
              <a:ext cx="44765" cy="167167"/>
            </a:xfrm>
            <a:custGeom>
              <a:avLst/>
              <a:pathLst>
                <a:path w="44765" h="167167">
                  <a:moveTo>
                    <a:pt x="44765" y="0"/>
                  </a:moveTo>
                  <a:lnTo>
                    <a:pt x="38292" y="125"/>
                  </a:lnTo>
                  <a:lnTo>
                    <a:pt x="31830" y="501"/>
                  </a:lnTo>
                  <a:lnTo>
                    <a:pt x="25386" y="1127"/>
                  </a:lnTo>
                  <a:lnTo>
                    <a:pt x="18972" y="2001"/>
                  </a:lnTo>
                  <a:lnTo>
                    <a:pt x="12596" y="3124"/>
                  </a:lnTo>
                  <a:lnTo>
                    <a:pt x="6269" y="4492"/>
                  </a:lnTo>
                  <a:lnTo>
                    <a:pt x="0" y="6105"/>
                  </a:lnTo>
                  <a:lnTo>
                    <a:pt x="447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6273" y="5024318"/>
              <a:ext cx="44765" cy="161062"/>
            </a:xfrm>
            <a:custGeom>
              <a:avLst/>
              <a:pathLst>
                <a:path w="44765" h="161062">
                  <a:moveTo>
                    <a:pt x="0" y="0"/>
                  </a:moveTo>
                  <a:lnTo>
                    <a:pt x="44765" y="1610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6273" y="5024318"/>
              <a:ext cx="44765" cy="161062"/>
            </a:xfrm>
            <a:custGeom>
              <a:avLst/>
              <a:pathLst>
                <a:path w="44765" h="161062">
                  <a:moveTo>
                    <a:pt x="0" y="0"/>
                  </a:moveTo>
                  <a:lnTo>
                    <a:pt x="44765" y="1610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6273" y="5024318"/>
              <a:ext cx="44765" cy="161062"/>
            </a:xfrm>
            <a:custGeom>
              <a:avLst/>
              <a:pathLst>
                <a:path w="44765" h="161062">
                  <a:moveTo>
                    <a:pt x="0" y="0"/>
                  </a:moveTo>
                  <a:lnTo>
                    <a:pt x="44765" y="1610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853872" y="5024318"/>
              <a:ext cx="167166" cy="214967"/>
            </a:xfrm>
            <a:custGeom>
              <a:avLst/>
              <a:pathLst>
                <a:path w="167166" h="214967">
                  <a:moveTo>
                    <a:pt x="122401" y="0"/>
                  </a:moveTo>
                  <a:lnTo>
                    <a:pt x="117181" y="1542"/>
                  </a:lnTo>
                  <a:lnTo>
                    <a:pt x="112015" y="3254"/>
                  </a:lnTo>
                  <a:lnTo>
                    <a:pt x="106906" y="5133"/>
                  </a:lnTo>
                  <a:lnTo>
                    <a:pt x="101862" y="7178"/>
                  </a:lnTo>
                  <a:lnTo>
                    <a:pt x="96887" y="9385"/>
                  </a:lnTo>
                  <a:lnTo>
                    <a:pt x="91987" y="11753"/>
                  </a:lnTo>
                  <a:lnTo>
                    <a:pt x="87166" y="14280"/>
                  </a:lnTo>
                  <a:lnTo>
                    <a:pt x="82430" y="16962"/>
                  </a:lnTo>
                  <a:lnTo>
                    <a:pt x="77783" y="19797"/>
                  </a:lnTo>
                  <a:lnTo>
                    <a:pt x="73232" y="22782"/>
                  </a:lnTo>
                  <a:lnTo>
                    <a:pt x="68780" y="25913"/>
                  </a:lnTo>
                  <a:lnTo>
                    <a:pt x="64432" y="29188"/>
                  </a:lnTo>
                  <a:lnTo>
                    <a:pt x="60194" y="32602"/>
                  </a:lnTo>
                  <a:lnTo>
                    <a:pt x="56068" y="36153"/>
                  </a:lnTo>
                  <a:lnTo>
                    <a:pt x="52061" y="39836"/>
                  </a:lnTo>
                  <a:lnTo>
                    <a:pt x="48175" y="43647"/>
                  </a:lnTo>
                  <a:lnTo>
                    <a:pt x="44416" y="47583"/>
                  </a:lnTo>
                  <a:lnTo>
                    <a:pt x="40787" y="51639"/>
                  </a:lnTo>
                  <a:lnTo>
                    <a:pt x="37292" y="55812"/>
                  </a:lnTo>
                  <a:lnTo>
                    <a:pt x="33934" y="60096"/>
                  </a:lnTo>
                  <a:lnTo>
                    <a:pt x="30718" y="64486"/>
                  </a:lnTo>
                  <a:lnTo>
                    <a:pt x="27646" y="68980"/>
                  </a:lnTo>
                  <a:lnTo>
                    <a:pt x="24722" y="73571"/>
                  </a:lnTo>
                  <a:lnTo>
                    <a:pt x="21950" y="78254"/>
                  </a:lnTo>
                  <a:lnTo>
                    <a:pt x="19331" y="83026"/>
                  </a:lnTo>
                  <a:lnTo>
                    <a:pt x="16869" y="87880"/>
                  </a:lnTo>
                  <a:lnTo>
                    <a:pt x="14566" y="92811"/>
                  </a:lnTo>
                  <a:lnTo>
                    <a:pt x="12425" y="97816"/>
                  </a:lnTo>
                  <a:lnTo>
                    <a:pt x="10448" y="102887"/>
                  </a:lnTo>
                  <a:lnTo>
                    <a:pt x="8637" y="108019"/>
                  </a:lnTo>
                  <a:lnTo>
                    <a:pt x="6994" y="113208"/>
                  </a:lnTo>
                  <a:lnTo>
                    <a:pt x="5522" y="118448"/>
                  </a:lnTo>
                  <a:lnTo>
                    <a:pt x="4220" y="123733"/>
                  </a:lnTo>
                  <a:lnTo>
                    <a:pt x="3091" y="129058"/>
                  </a:lnTo>
                  <a:lnTo>
                    <a:pt x="2136" y="134416"/>
                  </a:lnTo>
                  <a:lnTo>
                    <a:pt x="1356" y="139803"/>
                  </a:lnTo>
                  <a:lnTo>
                    <a:pt x="752" y="145212"/>
                  </a:lnTo>
                  <a:lnTo>
                    <a:pt x="324" y="150638"/>
                  </a:lnTo>
                  <a:lnTo>
                    <a:pt x="73" y="156075"/>
                  </a:lnTo>
                  <a:lnTo>
                    <a:pt x="0" y="161517"/>
                  </a:lnTo>
                  <a:lnTo>
                    <a:pt x="103" y="166959"/>
                  </a:lnTo>
                  <a:lnTo>
                    <a:pt x="383" y="172395"/>
                  </a:lnTo>
                  <a:lnTo>
                    <a:pt x="841" y="177818"/>
                  </a:lnTo>
                  <a:lnTo>
                    <a:pt x="1475" y="183224"/>
                  </a:lnTo>
                  <a:lnTo>
                    <a:pt x="2284" y="188606"/>
                  </a:lnTo>
                  <a:lnTo>
                    <a:pt x="3268" y="193960"/>
                  </a:lnTo>
                  <a:lnTo>
                    <a:pt x="4426" y="199278"/>
                  </a:lnTo>
                  <a:lnTo>
                    <a:pt x="5756" y="204556"/>
                  </a:lnTo>
                  <a:lnTo>
                    <a:pt x="7258" y="209787"/>
                  </a:lnTo>
                  <a:lnTo>
                    <a:pt x="8929" y="214967"/>
                  </a:lnTo>
                  <a:lnTo>
                    <a:pt x="167166" y="1610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62801" y="5018213"/>
              <a:ext cx="325388" cy="334333"/>
            </a:xfrm>
            <a:custGeom>
              <a:avLst/>
              <a:pathLst>
                <a:path w="325388" h="334333">
                  <a:moveTo>
                    <a:pt x="0" y="221072"/>
                  </a:moveTo>
                  <a:lnTo>
                    <a:pt x="1792" y="226071"/>
                  </a:lnTo>
                  <a:lnTo>
                    <a:pt x="3741" y="231011"/>
                  </a:lnTo>
                  <a:lnTo>
                    <a:pt x="5847" y="235886"/>
                  </a:lnTo>
                  <a:lnTo>
                    <a:pt x="8107" y="240692"/>
                  </a:lnTo>
                  <a:lnTo>
                    <a:pt x="10518" y="245423"/>
                  </a:lnTo>
                  <a:lnTo>
                    <a:pt x="13078" y="250076"/>
                  </a:lnTo>
                  <a:lnTo>
                    <a:pt x="15785" y="254645"/>
                  </a:lnTo>
                  <a:lnTo>
                    <a:pt x="18635" y="259125"/>
                  </a:lnTo>
                  <a:lnTo>
                    <a:pt x="21627" y="263513"/>
                  </a:lnTo>
                  <a:lnTo>
                    <a:pt x="24756" y="267804"/>
                  </a:lnTo>
                  <a:lnTo>
                    <a:pt x="28020" y="271993"/>
                  </a:lnTo>
                  <a:lnTo>
                    <a:pt x="31415" y="276076"/>
                  </a:lnTo>
                  <a:lnTo>
                    <a:pt x="34938" y="280049"/>
                  </a:lnTo>
                  <a:lnTo>
                    <a:pt x="38586" y="283909"/>
                  </a:lnTo>
                  <a:lnTo>
                    <a:pt x="42355" y="287650"/>
                  </a:lnTo>
                  <a:lnTo>
                    <a:pt x="46240" y="291270"/>
                  </a:lnTo>
                  <a:lnTo>
                    <a:pt x="50238" y="294765"/>
                  </a:lnTo>
                  <a:lnTo>
                    <a:pt x="54346" y="298131"/>
                  </a:lnTo>
                  <a:lnTo>
                    <a:pt x="58558" y="301365"/>
                  </a:lnTo>
                  <a:lnTo>
                    <a:pt x="62871" y="304463"/>
                  </a:lnTo>
                  <a:lnTo>
                    <a:pt x="67280" y="307423"/>
                  </a:lnTo>
                  <a:lnTo>
                    <a:pt x="71781" y="310241"/>
                  </a:lnTo>
                  <a:lnTo>
                    <a:pt x="76369" y="312915"/>
                  </a:lnTo>
                  <a:lnTo>
                    <a:pt x="81040" y="315442"/>
                  </a:lnTo>
                  <a:lnTo>
                    <a:pt x="85788" y="317819"/>
                  </a:lnTo>
                  <a:lnTo>
                    <a:pt x="90610" y="320044"/>
                  </a:lnTo>
                  <a:lnTo>
                    <a:pt x="95500" y="322115"/>
                  </a:lnTo>
                  <a:lnTo>
                    <a:pt x="100453" y="324030"/>
                  </a:lnTo>
                  <a:lnTo>
                    <a:pt x="105465" y="325786"/>
                  </a:lnTo>
                  <a:lnTo>
                    <a:pt x="110530" y="327382"/>
                  </a:lnTo>
                  <a:lnTo>
                    <a:pt x="115643" y="328817"/>
                  </a:lnTo>
                  <a:lnTo>
                    <a:pt x="120799" y="330088"/>
                  </a:lnTo>
                  <a:lnTo>
                    <a:pt x="125993" y="331195"/>
                  </a:lnTo>
                  <a:lnTo>
                    <a:pt x="131219" y="332137"/>
                  </a:lnTo>
                  <a:lnTo>
                    <a:pt x="136473" y="332912"/>
                  </a:lnTo>
                  <a:lnTo>
                    <a:pt x="141748" y="333519"/>
                  </a:lnTo>
                  <a:lnTo>
                    <a:pt x="147040" y="333959"/>
                  </a:lnTo>
                  <a:lnTo>
                    <a:pt x="152344" y="334230"/>
                  </a:lnTo>
                  <a:lnTo>
                    <a:pt x="157653" y="334333"/>
                  </a:lnTo>
                  <a:lnTo>
                    <a:pt x="162963" y="334268"/>
                  </a:lnTo>
                  <a:lnTo>
                    <a:pt x="168269" y="334033"/>
                  </a:lnTo>
                  <a:lnTo>
                    <a:pt x="173564" y="333630"/>
                  </a:lnTo>
                  <a:lnTo>
                    <a:pt x="178844" y="333059"/>
                  </a:lnTo>
                  <a:lnTo>
                    <a:pt x="184102" y="332321"/>
                  </a:lnTo>
                  <a:lnTo>
                    <a:pt x="189335" y="331416"/>
                  </a:lnTo>
                  <a:lnTo>
                    <a:pt x="194537" y="330346"/>
                  </a:lnTo>
                  <a:lnTo>
                    <a:pt x="199701" y="329110"/>
                  </a:lnTo>
                  <a:lnTo>
                    <a:pt x="204824" y="327712"/>
                  </a:lnTo>
                  <a:lnTo>
                    <a:pt x="209900" y="326151"/>
                  </a:lnTo>
                  <a:lnTo>
                    <a:pt x="214924" y="324430"/>
                  </a:lnTo>
                  <a:lnTo>
                    <a:pt x="219890" y="322550"/>
                  </a:lnTo>
                  <a:lnTo>
                    <a:pt x="224795" y="320513"/>
                  </a:lnTo>
                  <a:lnTo>
                    <a:pt x="229632" y="318322"/>
                  </a:lnTo>
                  <a:lnTo>
                    <a:pt x="234397" y="315978"/>
                  </a:lnTo>
                  <a:lnTo>
                    <a:pt x="239085" y="313483"/>
                  </a:lnTo>
                  <a:lnTo>
                    <a:pt x="243692" y="310842"/>
                  </a:lnTo>
                  <a:lnTo>
                    <a:pt x="248213" y="308055"/>
                  </a:lnTo>
                  <a:lnTo>
                    <a:pt x="252642" y="305126"/>
                  </a:lnTo>
                  <a:lnTo>
                    <a:pt x="256977" y="302058"/>
                  </a:lnTo>
                  <a:lnTo>
                    <a:pt x="261211" y="298853"/>
                  </a:lnTo>
                  <a:lnTo>
                    <a:pt x="265342" y="295516"/>
                  </a:lnTo>
                  <a:lnTo>
                    <a:pt x="269365" y="292049"/>
                  </a:lnTo>
                  <a:lnTo>
                    <a:pt x="273275" y="288456"/>
                  </a:lnTo>
                  <a:lnTo>
                    <a:pt x="277070" y="284741"/>
                  </a:lnTo>
                  <a:lnTo>
                    <a:pt x="280744" y="280907"/>
                  </a:lnTo>
                  <a:lnTo>
                    <a:pt x="284295" y="276959"/>
                  </a:lnTo>
                  <a:lnTo>
                    <a:pt x="287719" y="272899"/>
                  </a:lnTo>
                  <a:lnTo>
                    <a:pt x="291012" y="268733"/>
                  </a:lnTo>
                  <a:lnTo>
                    <a:pt x="294171" y="264465"/>
                  </a:lnTo>
                  <a:lnTo>
                    <a:pt x="297193" y="260098"/>
                  </a:lnTo>
                  <a:lnTo>
                    <a:pt x="300075" y="255637"/>
                  </a:lnTo>
                  <a:lnTo>
                    <a:pt x="302813" y="251087"/>
                  </a:lnTo>
                  <a:lnTo>
                    <a:pt x="305406" y="246453"/>
                  </a:lnTo>
                  <a:lnTo>
                    <a:pt x="307850" y="241738"/>
                  </a:lnTo>
                  <a:lnTo>
                    <a:pt x="310143" y="236949"/>
                  </a:lnTo>
                  <a:lnTo>
                    <a:pt x="312283" y="232088"/>
                  </a:lnTo>
                  <a:lnTo>
                    <a:pt x="314268" y="227163"/>
                  </a:lnTo>
                  <a:lnTo>
                    <a:pt x="316094" y="222176"/>
                  </a:lnTo>
                  <a:lnTo>
                    <a:pt x="317762" y="217134"/>
                  </a:lnTo>
                  <a:lnTo>
                    <a:pt x="319269" y="212042"/>
                  </a:lnTo>
                  <a:lnTo>
                    <a:pt x="320613" y="206905"/>
                  </a:lnTo>
                  <a:lnTo>
                    <a:pt x="321793" y="201727"/>
                  </a:lnTo>
                  <a:lnTo>
                    <a:pt x="322808" y="196515"/>
                  </a:lnTo>
                  <a:lnTo>
                    <a:pt x="323657" y="191272"/>
                  </a:lnTo>
                  <a:lnTo>
                    <a:pt x="324340" y="186006"/>
                  </a:lnTo>
                  <a:lnTo>
                    <a:pt x="324854" y="180721"/>
                  </a:lnTo>
                  <a:lnTo>
                    <a:pt x="325201" y="175421"/>
                  </a:lnTo>
                  <a:lnTo>
                    <a:pt x="325379" y="170114"/>
                  </a:lnTo>
                  <a:lnTo>
                    <a:pt x="325388" y="164804"/>
                  </a:lnTo>
                  <a:lnTo>
                    <a:pt x="325228" y="159495"/>
                  </a:lnTo>
                  <a:lnTo>
                    <a:pt x="324901" y="154195"/>
                  </a:lnTo>
                  <a:lnTo>
                    <a:pt x="324404" y="148908"/>
                  </a:lnTo>
                  <a:lnTo>
                    <a:pt x="323741" y="143639"/>
                  </a:lnTo>
                  <a:lnTo>
                    <a:pt x="322910" y="138394"/>
                  </a:lnTo>
                  <a:lnTo>
                    <a:pt x="321913" y="133178"/>
                  </a:lnTo>
                  <a:lnTo>
                    <a:pt x="320751" y="127996"/>
                  </a:lnTo>
                  <a:lnTo>
                    <a:pt x="319424" y="122854"/>
                  </a:lnTo>
                  <a:lnTo>
                    <a:pt x="317936" y="117757"/>
                  </a:lnTo>
                  <a:lnTo>
                    <a:pt x="316286" y="112709"/>
                  </a:lnTo>
                  <a:lnTo>
                    <a:pt x="314476" y="107717"/>
                  </a:lnTo>
                  <a:lnTo>
                    <a:pt x="312509" y="102784"/>
                  </a:lnTo>
                  <a:lnTo>
                    <a:pt x="310386" y="97916"/>
                  </a:lnTo>
                  <a:lnTo>
                    <a:pt x="308110" y="93118"/>
                  </a:lnTo>
                  <a:lnTo>
                    <a:pt x="305682" y="88395"/>
                  </a:lnTo>
                  <a:lnTo>
                    <a:pt x="303106" y="83752"/>
                  </a:lnTo>
                  <a:lnTo>
                    <a:pt x="300383" y="79192"/>
                  </a:lnTo>
                  <a:lnTo>
                    <a:pt x="297517" y="74722"/>
                  </a:lnTo>
                  <a:lnTo>
                    <a:pt x="294510" y="70344"/>
                  </a:lnTo>
                  <a:lnTo>
                    <a:pt x="291366" y="66065"/>
                  </a:lnTo>
                  <a:lnTo>
                    <a:pt x="288088" y="61887"/>
                  </a:lnTo>
                  <a:lnTo>
                    <a:pt x="284678" y="57816"/>
                  </a:lnTo>
                  <a:lnTo>
                    <a:pt x="281141" y="53855"/>
                  </a:lnTo>
                  <a:lnTo>
                    <a:pt x="277480" y="50008"/>
                  </a:lnTo>
                  <a:lnTo>
                    <a:pt x="273698" y="46280"/>
                  </a:lnTo>
                  <a:lnTo>
                    <a:pt x="269800" y="42673"/>
                  </a:lnTo>
                  <a:lnTo>
                    <a:pt x="265790" y="39193"/>
                  </a:lnTo>
                  <a:lnTo>
                    <a:pt x="261670" y="35841"/>
                  </a:lnTo>
                  <a:lnTo>
                    <a:pt x="257447" y="32622"/>
                  </a:lnTo>
                  <a:lnTo>
                    <a:pt x="253123" y="29539"/>
                  </a:lnTo>
                  <a:lnTo>
                    <a:pt x="248704" y="26594"/>
                  </a:lnTo>
                  <a:lnTo>
                    <a:pt x="244193" y="23792"/>
                  </a:lnTo>
                  <a:lnTo>
                    <a:pt x="239596" y="21134"/>
                  </a:lnTo>
                  <a:lnTo>
                    <a:pt x="234916" y="18623"/>
                  </a:lnTo>
                  <a:lnTo>
                    <a:pt x="230159" y="16263"/>
                  </a:lnTo>
                  <a:lnTo>
                    <a:pt x="225330" y="14054"/>
                  </a:lnTo>
                  <a:lnTo>
                    <a:pt x="220433" y="12000"/>
                  </a:lnTo>
                  <a:lnTo>
                    <a:pt x="215473" y="10103"/>
                  </a:lnTo>
                  <a:lnTo>
                    <a:pt x="210455" y="8364"/>
                  </a:lnTo>
                  <a:lnTo>
                    <a:pt x="205385" y="6786"/>
                  </a:lnTo>
                  <a:lnTo>
                    <a:pt x="200267" y="5369"/>
                  </a:lnTo>
                  <a:lnTo>
                    <a:pt x="195106" y="4116"/>
                  </a:lnTo>
                  <a:lnTo>
                    <a:pt x="189909" y="3027"/>
                  </a:lnTo>
                  <a:lnTo>
                    <a:pt x="184679" y="2104"/>
                  </a:lnTo>
                  <a:lnTo>
                    <a:pt x="179423" y="1347"/>
                  </a:lnTo>
                  <a:lnTo>
                    <a:pt x="174145" y="758"/>
                  </a:lnTo>
                  <a:lnTo>
                    <a:pt x="168851" y="337"/>
                  </a:lnTo>
                  <a:lnTo>
                    <a:pt x="163547" y="84"/>
                  </a:lnTo>
                  <a:lnTo>
                    <a:pt x="158237" y="0"/>
                  </a:lnTo>
                  <a:lnTo>
                    <a:pt x="15823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317393" y="4659281"/>
              <a:ext cx="105841" cy="167167"/>
            </a:xfrm>
            <a:custGeom>
              <a:avLst/>
              <a:pathLst>
                <a:path w="105841" h="167167">
                  <a:moveTo>
                    <a:pt x="105841" y="0"/>
                  </a:moveTo>
                  <a:lnTo>
                    <a:pt x="100112" y="98"/>
                  </a:lnTo>
                  <a:lnTo>
                    <a:pt x="94389" y="392"/>
                  </a:lnTo>
                  <a:lnTo>
                    <a:pt x="88680" y="883"/>
                  </a:lnTo>
                  <a:lnTo>
                    <a:pt x="82991" y="1569"/>
                  </a:lnTo>
                  <a:lnTo>
                    <a:pt x="77328" y="2449"/>
                  </a:lnTo>
                  <a:lnTo>
                    <a:pt x="71700" y="3523"/>
                  </a:lnTo>
                  <a:lnTo>
                    <a:pt x="66111" y="4789"/>
                  </a:lnTo>
                  <a:lnTo>
                    <a:pt x="60569" y="6247"/>
                  </a:lnTo>
                  <a:lnTo>
                    <a:pt x="55080" y="7893"/>
                  </a:lnTo>
                  <a:lnTo>
                    <a:pt x="49651" y="9726"/>
                  </a:lnTo>
                  <a:lnTo>
                    <a:pt x="44288" y="11745"/>
                  </a:lnTo>
                  <a:lnTo>
                    <a:pt x="38997" y="13946"/>
                  </a:lnTo>
                  <a:lnTo>
                    <a:pt x="33785" y="16327"/>
                  </a:lnTo>
                  <a:lnTo>
                    <a:pt x="28657" y="18885"/>
                  </a:lnTo>
                  <a:lnTo>
                    <a:pt x="23620" y="21617"/>
                  </a:lnTo>
                  <a:lnTo>
                    <a:pt x="18680" y="24521"/>
                  </a:lnTo>
                  <a:lnTo>
                    <a:pt x="13842" y="27592"/>
                  </a:lnTo>
                  <a:lnTo>
                    <a:pt x="9113" y="30827"/>
                  </a:lnTo>
                  <a:lnTo>
                    <a:pt x="4496" y="34223"/>
                  </a:lnTo>
                  <a:lnTo>
                    <a:pt x="0" y="37774"/>
                  </a:lnTo>
                  <a:lnTo>
                    <a:pt x="10584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7393" y="4697056"/>
              <a:ext cx="105841" cy="129392"/>
            </a:xfrm>
            <a:custGeom>
              <a:avLst/>
              <a:pathLst>
                <a:path w="105841" h="129392">
                  <a:moveTo>
                    <a:pt x="0" y="0"/>
                  </a:moveTo>
                  <a:lnTo>
                    <a:pt x="105841" y="1293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7393" y="4697056"/>
              <a:ext cx="105841" cy="129392"/>
            </a:xfrm>
            <a:custGeom>
              <a:avLst/>
              <a:pathLst>
                <a:path w="105841" h="129392">
                  <a:moveTo>
                    <a:pt x="0" y="0"/>
                  </a:moveTo>
                  <a:lnTo>
                    <a:pt x="105841" y="1293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256077" y="4697056"/>
              <a:ext cx="280295" cy="296555"/>
            </a:xfrm>
            <a:custGeom>
              <a:avLst/>
              <a:pathLst>
                <a:path w="280295" h="296555">
                  <a:moveTo>
                    <a:pt x="61316" y="0"/>
                  </a:moveTo>
                  <a:lnTo>
                    <a:pt x="57231" y="3451"/>
                  </a:lnTo>
                  <a:lnTo>
                    <a:pt x="53258" y="7032"/>
                  </a:lnTo>
                  <a:lnTo>
                    <a:pt x="49403" y="10738"/>
                  </a:lnTo>
                  <a:lnTo>
                    <a:pt x="45667" y="14566"/>
                  </a:lnTo>
                  <a:lnTo>
                    <a:pt x="42056" y="18511"/>
                  </a:lnTo>
                  <a:lnTo>
                    <a:pt x="38573" y="22569"/>
                  </a:lnTo>
                  <a:lnTo>
                    <a:pt x="35222" y="26737"/>
                  </a:lnTo>
                  <a:lnTo>
                    <a:pt x="32006" y="31010"/>
                  </a:lnTo>
                  <a:lnTo>
                    <a:pt x="28928" y="35384"/>
                  </a:lnTo>
                  <a:lnTo>
                    <a:pt x="25992" y="39854"/>
                  </a:lnTo>
                  <a:lnTo>
                    <a:pt x="23200" y="44415"/>
                  </a:lnTo>
                  <a:lnTo>
                    <a:pt x="20555" y="49063"/>
                  </a:lnTo>
                  <a:lnTo>
                    <a:pt x="18061" y="53794"/>
                  </a:lnTo>
                  <a:lnTo>
                    <a:pt x="15719" y="58602"/>
                  </a:lnTo>
                  <a:lnTo>
                    <a:pt x="13532" y="63483"/>
                  </a:lnTo>
                  <a:lnTo>
                    <a:pt x="11502" y="68431"/>
                  </a:lnTo>
                  <a:lnTo>
                    <a:pt x="9632" y="73441"/>
                  </a:lnTo>
                  <a:lnTo>
                    <a:pt x="7922" y="78509"/>
                  </a:lnTo>
                  <a:lnTo>
                    <a:pt x="6376" y="83628"/>
                  </a:lnTo>
                  <a:lnTo>
                    <a:pt x="4995" y="88795"/>
                  </a:lnTo>
                  <a:lnTo>
                    <a:pt x="3779" y="94003"/>
                  </a:lnTo>
                  <a:lnTo>
                    <a:pt x="2730" y="99247"/>
                  </a:lnTo>
                  <a:lnTo>
                    <a:pt x="1850" y="104522"/>
                  </a:lnTo>
                  <a:lnTo>
                    <a:pt x="1139" y="109823"/>
                  </a:lnTo>
                  <a:lnTo>
                    <a:pt x="598" y="115144"/>
                  </a:lnTo>
                  <a:lnTo>
                    <a:pt x="228" y="120479"/>
                  </a:lnTo>
                  <a:lnTo>
                    <a:pt x="28" y="125823"/>
                  </a:lnTo>
                  <a:lnTo>
                    <a:pt x="0" y="131171"/>
                  </a:lnTo>
                  <a:lnTo>
                    <a:pt x="142" y="136517"/>
                  </a:lnTo>
                  <a:lnTo>
                    <a:pt x="455" y="141856"/>
                  </a:lnTo>
                  <a:lnTo>
                    <a:pt x="939" y="147182"/>
                  </a:lnTo>
                  <a:lnTo>
                    <a:pt x="1594" y="152490"/>
                  </a:lnTo>
                  <a:lnTo>
                    <a:pt x="2417" y="157775"/>
                  </a:lnTo>
                  <a:lnTo>
                    <a:pt x="3409" y="163030"/>
                  </a:lnTo>
                  <a:lnTo>
                    <a:pt x="4569" y="168251"/>
                  </a:lnTo>
                  <a:lnTo>
                    <a:pt x="5895" y="173432"/>
                  </a:lnTo>
                  <a:lnTo>
                    <a:pt x="7387" y="178568"/>
                  </a:lnTo>
                  <a:lnTo>
                    <a:pt x="9041" y="183653"/>
                  </a:lnTo>
                  <a:lnTo>
                    <a:pt x="10858" y="188683"/>
                  </a:lnTo>
                  <a:lnTo>
                    <a:pt x="12835" y="193653"/>
                  </a:lnTo>
                  <a:lnTo>
                    <a:pt x="14969" y="198556"/>
                  </a:lnTo>
                  <a:lnTo>
                    <a:pt x="17260" y="203389"/>
                  </a:lnTo>
                  <a:lnTo>
                    <a:pt x="19703" y="208146"/>
                  </a:lnTo>
                  <a:lnTo>
                    <a:pt x="22298" y="212823"/>
                  </a:lnTo>
                  <a:lnTo>
                    <a:pt x="25041" y="217414"/>
                  </a:lnTo>
                  <a:lnTo>
                    <a:pt x="27929" y="221915"/>
                  </a:lnTo>
                  <a:lnTo>
                    <a:pt x="30960" y="226321"/>
                  </a:lnTo>
                  <a:lnTo>
                    <a:pt x="34131" y="230628"/>
                  </a:lnTo>
                  <a:lnTo>
                    <a:pt x="37437" y="234832"/>
                  </a:lnTo>
                  <a:lnTo>
                    <a:pt x="40876" y="238928"/>
                  </a:lnTo>
                  <a:lnTo>
                    <a:pt x="44445" y="242911"/>
                  </a:lnTo>
                  <a:lnTo>
                    <a:pt x="48139" y="246778"/>
                  </a:lnTo>
                  <a:lnTo>
                    <a:pt x="51955" y="250525"/>
                  </a:lnTo>
                  <a:lnTo>
                    <a:pt x="55888" y="254149"/>
                  </a:lnTo>
                  <a:lnTo>
                    <a:pt x="59936" y="257644"/>
                  </a:lnTo>
                  <a:lnTo>
                    <a:pt x="64094" y="261008"/>
                  </a:lnTo>
                  <a:lnTo>
                    <a:pt x="68356" y="264238"/>
                  </a:lnTo>
                  <a:lnTo>
                    <a:pt x="72721" y="267329"/>
                  </a:lnTo>
                  <a:lnTo>
                    <a:pt x="77181" y="270279"/>
                  </a:lnTo>
                  <a:lnTo>
                    <a:pt x="81734" y="273085"/>
                  </a:lnTo>
                  <a:lnTo>
                    <a:pt x="86374" y="275745"/>
                  </a:lnTo>
                  <a:lnTo>
                    <a:pt x="91097" y="278254"/>
                  </a:lnTo>
                  <a:lnTo>
                    <a:pt x="95898" y="280611"/>
                  </a:lnTo>
                  <a:lnTo>
                    <a:pt x="100772" y="282813"/>
                  </a:lnTo>
                  <a:lnTo>
                    <a:pt x="105713" y="284858"/>
                  </a:lnTo>
                  <a:lnTo>
                    <a:pt x="110718" y="286744"/>
                  </a:lnTo>
                  <a:lnTo>
                    <a:pt x="115780" y="288469"/>
                  </a:lnTo>
                  <a:lnTo>
                    <a:pt x="120895" y="290031"/>
                  </a:lnTo>
                  <a:lnTo>
                    <a:pt x="126057" y="291428"/>
                  </a:lnTo>
                  <a:lnTo>
                    <a:pt x="131261" y="292660"/>
                  </a:lnTo>
                  <a:lnTo>
                    <a:pt x="136502" y="293725"/>
                  </a:lnTo>
                  <a:lnTo>
                    <a:pt x="141775" y="294621"/>
                  </a:lnTo>
                  <a:lnTo>
                    <a:pt x="147073" y="295349"/>
                  </a:lnTo>
                  <a:lnTo>
                    <a:pt x="152392" y="295906"/>
                  </a:lnTo>
                  <a:lnTo>
                    <a:pt x="157726" y="296293"/>
                  </a:lnTo>
                  <a:lnTo>
                    <a:pt x="163070" y="296510"/>
                  </a:lnTo>
                  <a:lnTo>
                    <a:pt x="168418" y="296555"/>
                  </a:lnTo>
                  <a:lnTo>
                    <a:pt x="173764" y="296429"/>
                  </a:lnTo>
                  <a:lnTo>
                    <a:pt x="179104" y="296132"/>
                  </a:lnTo>
                  <a:lnTo>
                    <a:pt x="184432" y="295665"/>
                  </a:lnTo>
                  <a:lnTo>
                    <a:pt x="189742" y="295027"/>
                  </a:lnTo>
                  <a:lnTo>
                    <a:pt x="195029" y="294220"/>
                  </a:lnTo>
                  <a:lnTo>
                    <a:pt x="200287" y="293244"/>
                  </a:lnTo>
                  <a:lnTo>
                    <a:pt x="205511" y="292100"/>
                  </a:lnTo>
                  <a:lnTo>
                    <a:pt x="210696" y="290790"/>
                  </a:lnTo>
                  <a:lnTo>
                    <a:pt x="215837" y="289315"/>
                  </a:lnTo>
                  <a:lnTo>
                    <a:pt x="220928" y="287676"/>
                  </a:lnTo>
                  <a:lnTo>
                    <a:pt x="225963" y="285875"/>
                  </a:lnTo>
                  <a:lnTo>
                    <a:pt x="230939" y="283914"/>
                  </a:lnTo>
                  <a:lnTo>
                    <a:pt x="235849" y="281794"/>
                  </a:lnTo>
                  <a:lnTo>
                    <a:pt x="240689" y="279519"/>
                  </a:lnTo>
                  <a:lnTo>
                    <a:pt x="245454" y="277090"/>
                  </a:lnTo>
                  <a:lnTo>
                    <a:pt x="250138" y="274510"/>
                  </a:lnTo>
                  <a:lnTo>
                    <a:pt x="254738" y="271781"/>
                  </a:lnTo>
                  <a:lnTo>
                    <a:pt x="259248" y="268907"/>
                  </a:lnTo>
                  <a:lnTo>
                    <a:pt x="263664" y="265890"/>
                  </a:lnTo>
                  <a:lnTo>
                    <a:pt x="267980" y="262733"/>
                  </a:lnTo>
                  <a:lnTo>
                    <a:pt x="272194" y="259439"/>
                  </a:lnTo>
                  <a:lnTo>
                    <a:pt x="276300" y="256013"/>
                  </a:lnTo>
                  <a:lnTo>
                    <a:pt x="280295" y="252457"/>
                  </a:lnTo>
                  <a:lnTo>
                    <a:pt x="167157" y="1293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423235" y="4659281"/>
              <a:ext cx="167166" cy="290231"/>
            </a:xfrm>
            <a:custGeom>
              <a:avLst/>
              <a:pathLst>
                <a:path w="167166" h="290231">
                  <a:moveTo>
                    <a:pt x="113137" y="290231"/>
                  </a:moveTo>
                  <a:lnTo>
                    <a:pt x="117014" y="286551"/>
                  </a:lnTo>
                  <a:lnTo>
                    <a:pt x="120771" y="282749"/>
                  </a:lnTo>
                  <a:lnTo>
                    <a:pt x="124404" y="278829"/>
                  </a:lnTo>
                  <a:lnTo>
                    <a:pt x="127910" y="274795"/>
                  </a:lnTo>
                  <a:lnTo>
                    <a:pt x="131286" y="270650"/>
                  </a:lnTo>
                  <a:lnTo>
                    <a:pt x="134527" y="266400"/>
                  </a:lnTo>
                  <a:lnTo>
                    <a:pt x="137631" y="262049"/>
                  </a:lnTo>
                  <a:lnTo>
                    <a:pt x="140594" y="257600"/>
                  </a:lnTo>
                  <a:lnTo>
                    <a:pt x="143413" y="253059"/>
                  </a:lnTo>
                  <a:lnTo>
                    <a:pt x="146086" y="248430"/>
                  </a:lnTo>
                  <a:lnTo>
                    <a:pt x="148609" y="243718"/>
                  </a:lnTo>
                  <a:lnTo>
                    <a:pt x="150981" y="238928"/>
                  </a:lnTo>
                  <a:lnTo>
                    <a:pt x="153198" y="234064"/>
                  </a:lnTo>
                  <a:lnTo>
                    <a:pt x="155258" y="229132"/>
                  </a:lnTo>
                  <a:lnTo>
                    <a:pt x="157160" y="224137"/>
                  </a:lnTo>
                  <a:lnTo>
                    <a:pt x="158901" y="219083"/>
                  </a:lnTo>
                  <a:lnTo>
                    <a:pt x="160480" y="213976"/>
                  </a:lnTo>
                  <a:lnTo>
                    <a:pt x="161894" y="208822"/>
                  </a:lnTo>
                  <a:lnTo>
                    <a:pt x="163143" y="203625"/>
                  </a:lnTo>
                  <a:lnTo>
                    <a:pt x="164225" y="198390"/>
                  </a:lnTo>
                  <a:lnTo>
                    <a:pt x="165139" y="193124"/>
                  </a:lnTo>
                  <a:lnTo>
                    <a:pt x="165885" y="187831"/>
                  </a:lnTo>
                  <a:lnTo>
                    <a:pt x="166461" y="182517"/>
                  </a:lnTo>
                  <a:lnTo>
                    <a:pt x="166866" y="177187"/>
                  </a:lnTo>
                  <a:lnTo>
                    <a:pt x="167101" y="171847"/>
                  </a:lnTo>
                  <a:lnTo>
                    <a:pt x="167166" y="166503"/>
                  </a:lnTo>
                  <a:lnTo>
                    <a:pt x="167059" y="161159"/>
                  </a:lnTo>
                  <a:lnTo>
                    <a:pt x="166781" y="155821"/>
                  </a:lnTo>
                  <a:lnTo>
                    <a:pt x="166333" y="150494"/>
                  </a:lnTo>
                  <a:lnTo>
                    <a:pt x="165715" y="145185"/>
                  </a:lnTo>
                  <a:lnTo>
                    <a:pt x="164928" y="139898"/>
                  </a:lnTo>
                  <a:lnTo>
                    <a:pt x="163972" y="134639"/>
                  </a:lnTo>
                  <a:lnTo>
                    <a:pt x="162848" y="129414"/>
                  </a:lnTo>
                  <a:lnTo>
                    <a:pt x="161558" y="124227"/>
                  </a:lnTo>
                  <a:lnTo>
                    <a:pt x="160102" y="119084"/>
                  </a:lnTo>
                  <a:lnTo>
                    <a:pt x="158483" y="113990"/>
                  </a:lnTo>
                  <a:lnTo>
                    <a:pt x="156702" y="108950"/>
                  </a:lnTo>
                  <a:lnTo>
                    <a:pt x="154761" y="103970"/>
                  </a:lnTo>
                  <a:lnTo>
                    <a:pt x="152661" y="99054"/>
                  </a:lnTo>
                  <a:lnTo>
                    <a:pt x="150406" y="94208"/>
                  </a:lnTo>
                  <a:lnTo>
                    <a:pt x="147996" y="89437"/>
                  </a:lnTo>
                  <a:lnTo>
                    <a:pt x="145436" y="84745"/>
                  </a:lnTo>
                  <a:lnTo>
                    <a:pt x="142726" y="80138"/>
                  </a:lnTo>
                  <a:lnTo>
                    <a:pt x="139871" y="75619"/>
                  </a:lnTo>
                  <a:lnTo>
                    <a:pt x="136872" y="71194"/>
                  </a:lnTo>
                  <a:lnTo>
                    <a:pt x="133734" y="66868"/>
                  </a:lnTo>
                  <a:lnTo>
                    <a:pt x="130459" y="62643"/>
                  </a:lnTo>
                  <a:lnTo>
                    <a:pt x="127051" y="58526"/>
                  </a:lnTo>
                  <a:lnTo>
                    <a:pt x="123513" y="54519"/>
                  </a:lnTo>
                  <a:lnTo>
                    <a:pt x="119848" y="50628"/>
                  </a:lnTo>
                  <a:lnTo>
                    <a:pt x="116061" y="46856"/>
                  </a:lnTo>
                  <a:lnTo>
                    <a:pt x="112155" y="43207"/>
                  </a:lnTo>
                  <a:lnTo>
                    <a:pt x="108135" y="39685"/>
                  </a:lnTo>
                  <a:lnTo>
                    <a:pt x="104004" y="36293"/>
                  </a:lnTo>
                  <a:lnTo>
                    <a:pt x="99767" y="33035"/>
                  </a:lnTo>
                  <a:lnTo>
                    <a:pt x="95427" y="29914"/>
                  </a:lnTo>
                  <a:lnTo>
                    <a:pt x="90991" y="26933"/>
                  </a:lnTo>
                  <a:lnTo>
                    <a:pt x="86461" y="24096"/>
                  </a:lnTo>
                  <a:lnTo>
                    <a:pt x="81842" y="21404"/>
                  </a:lnTo>
                  <a:lnTo>
                    <a:pt x="77140" y="18862"/>
                  </a:lnTo>
                  <a:lnTo>
                    <a:pt x="72360" y="16472"/>
                  </a:lnTo>
                  <a:lnTo>
                    <a:pt x="67505" y="14236"/>
                  </a:lnTo>
                  <a:lnTo>
                    <a:pt x="62581" y="12156"/>
                  </a:lnTo>
                  <a:lnTo>
                    <a:pt x="57593" y="10234"/>
                  </a:lnTo>
                  <a:lnTo>
                    <a:pt x="52547" y="8473"/>
                  </a:lnTo>
                  <a:lnTo>
                    <a:pt x="47446" y="6874"/>
                  </a:lnTo>
                  <a:lnTo>
                    <a:pt x="42297" y="5439"/>
                  </a:lnTo>
                  <a:lnTo>
                    <a:pt x="37105" y="4170"/>
                  </a:lnTo>
                  <a:lnTo>
                    <a:pt x="31875" y="3067"/>
                  </a:lnTo>
                  <a:lnTo>
                    <a:pt x="26612" y="2131"/>
                  </a:lnTo>
                  <a:lnTo>
                    <a:pt x="21323" y="1365"/>
                  </a:lnTo>
                  <a:lnTo>
                    <a:pt x="16011" y="768"/>
                  </a:lnTo>
                  <a:lnTo>
                    <a:pt x="10683" y="341"/>
                  </a:lnTo>
                  <a:lnTo>
                    <a:pt x="534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598510" y="4213821"/>
              <a:ext cx="129961" cy="167167"/>
            </a:xfrm>
            <a:custGeom>
              <a:avLst/>
              <a:pathLst>
                <a:path w="129961" h="167167">
                  <a:moveTo>
                    <a:pt x="129961" y="0"/>
                  </a:moveTo>
                  <a:lnTo>
                    <a:pt x="124448" y="90"/>
                  </a:lnTo>
                  <a:lnTo>
                    <a:pt x="118941" y="363"/>
                  </a:lnTo>
                  <a:lnTo>
                    <a:pt x="113446" y="817"/>
                  </a:lnTo>
                  <a:lnTo>
                    <a:pt x="107969" y="1452"/>
                  </a:lnTo>
                  <a:lnTo>
                    <a:pt x="102516" y="2268"/>
                  </a:lnTo>
                  <a:lnTo>
                    <a:pt x="97093" y="3262"/>
                  </a:lnTo>
                  <a:lnTo>
                    <a:pt x="91706" y="4436"/>
                  </a:lnTo>
                  <a:lnTo>
                    <a:pt x="86360" y="5786"/>
                  </a:lnTo>
                  <a:lnTo>
                    <a:pt x="81062" y="7311"/>
                  </a:lnTo>
                  <a:lnTo>
                    <a:pt x="75816" y="9011"/>
                  </a:lnTo>
                  <a:lnTo>
                    <a:pt x="70630" y="10882"/>
                  </a:lnTo>
                  <a:lnTo>
                    <a:pt x="65508" y="12924"/>
                  </a:lnTo>
                  <a:lnTo>
                    <a:pt x="60457" y="15134"/>
                  </a:lnTo>
                  <a:lnTo>
                    <a:pt x="55481" y="17508"/>
                  </a:lnTo>
                  <a:lnTo>
                    <a:pt x="50586" y="20046"/>
                  </a:lnTo>
                  <a:lnTo>
                    <a:pt x="45777" y="22744"/>
                  </a:lnTo>
                  <a:lnTo>
                    <a:pt x="41060" y="25598"/>
                  </a:lnTo>
                  <a:lnTo>
                    <a:pt x="36440" y="28607"/>
                  </a:lnTo>
                  <a:lnTo>
                    <a:pt x="31921" y="31767"/>
                  </a:lnTo>
                  <a:lnTo>
                    <a:pt x="27509" y="35073"/>
                  </a:lnTo>
                  <a:lnTo>
                    <a:pt x="23209" y="38524"/>
                  </a:lnTo>
                  <a:lnTo>
                    <a:pt x="19025" y="42114"/>
                  </a:lnTo>
                  <a:lnTo>
                    <a:pt x="14961" y="45841"/>
                  </a:lnTo>
                  <a:lnTo>
                    <a:pt x="11022" y="49699"/>
                  </a:lnTo>
                  <a:lnTo>
                    <a:pt x="7213" y="53686"/>
                  </a:lnTo>
                  <a:lnTo>
                    <a:pt x="3538" y="57795"/>
                  </a:lnTo>
                  <a:lnTo>
                    <a:pt x="0" y="62024"/>
                  </a:lnTo>
                  <a:lnTo>
                    <a:pt x="1299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8510" y="4275846"/>
              <a:ext cx="129961" cy="105142"/>
            </a:xfrm>
            <a:custGeom>
              <a:avLst/>
              <a:pathLst>
                <a:path w="129961" h="105142">
                  <a:moveTo>
                    <a:pt x="0" y="0"/>
                  </a:moveTo>
                  <a:lnTo>
                    <a:pt x="129961" y="105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61322" y="4275846"/>
              <a:ext cx="334291" cy="272310"/>
            </a:xfrm>
            <a:custGeom>
              <a:avLst/>
              <a:pathLst>
                <a:path w="334291" h="272310">
                  <a:moveTo>
                    <a:pt x="37188" y="0"/>
                  </a:moveTo>
                  <a:lnTo>
                    <a:pt x="33921" y="4172"/>
                  </a:lnTo>
                  <a:lnTo>
                    <a:pt x="30787" y="8445"/>
                  </a:lnTo>
                  <a:lnTo>
                    <a:pt x="27791" y="12816"/>
                  </a:lnTo>
                  <a:lnTo>
                    <a:pt x="24934" y="17280"/>
                  </a:lnTo>
                  <a:lnTo>
                    <a:pt x="22221" y="21832"/>
                  </a:lnTo>
                  <a:lnTo>
                    <a:pt x="19653" y="26468"/>
                  </a:lnTo>
                  <a:lnTo>
                    <a:pt x="17233" y="31183"/>
                  </a:lnTo>
                  <a:lnTo>
                    <a:pt x="14964" y="35972"/>
                  </a:lnTo>
                  <a:lnTo>
                    <a:pt x="12848" y="40830"/>
                  </a:lnTo>
                  <a:lnTo>
                    <a:pt x="10887" y="45754"/>
                  </a:lnTo>
                  <a:lnTo>
                    <a:pt x="9083" y="50736"/>
                  </a:lnTo>
                  <a:lnTo>
                    <a:pt x="7438" y="55774"/>
                  </a:lnTo>
                  <a:lnTo>
                    <a:pt x="5953" y="60861"/>
                  </a:lnTo>
                  <a:lnTo>
                    <a:pt x="4631" y="65993"/>
                  </a:lnTo>
                  <a:lnTo>
                    <a:pt x="3472" y="71164"/>
                  </a:lnTo>
                  <a:lnTo>
                    <a:pt x="2477" y="76369"/>
                  </a:lnTo>
                  <a:lnTo>
                    <a:pt x="1648" y="81603"/>
                  </a:lnTo>
                  <a:lnTo>
                    <a:pt x="985" y="86861"/>
                  </a:lnTo>
                  <a:lnTo>
                    <a:pt x="489" y="92137"/>
                  </a:lnTo>
                  <a:lnTo>
                    <a:pt x="160" y="97427"/>
                  </a:lnTo>
                  <a:lnTo>
                    <a:pt x="0" y="102724"/>
                  </a:lnTo>
                  <a:lnTo>
                    <a:pt x="7" y="108023"/>
                  </a:lnTo>
                  <a:lnTo>
                    <a:pt x="182" y="113320"/>
                  </a:lnTo>
                  <a:lnTo>
                    <a:pt x="525" y="118608"/>
                  </a:lnTo>
                  <a:lnTo>
                    <a:pt x="1036" y="123883"/>
                  </a:lnTo>
                  <a:lnTo>
                    <a:pt x="1713" y="129139"/>
                  </a:lnTo>
                  <a:lnTo>
                    <a:pt x="2557" y="134370"/>
                  </a:lnTo>
                  <a:lnTo>
                    <a:pt x="3566" y="139573"/>
                  </a:lnTo>
                  <a:lnTo>
                    <a:pt x="4740" y="144741"/>
                  </a:lnTo>
                  <a:lnTo>
                    <a:pt x="6076" y="149869"/>
                  </a:lnTo>
                  <a:lnTo>
                    <a:pt x="7575" y="154952"/>
                  </a:lnTo>
                  <a:lnTo>
                    <a:pt x="9234" y="159985"/>
                  </a:lnTo>
                  <a:lnTo>
                    <a:pt x="11052" y="164963"/>
                  </a:lnTo>
                  <a:lnTo>
                    <a:pt x="13026" y="169881"/>
                  </a:lnTo>
                  <a:lnTo>
                    <a:pt x="15156" y="174733"/>
                  </a:lnTo>
                  <a:lnTo>
                    <a:pt x="17438" y="179516"/>
                  </a:lnTo>
                  <a:lnTo>
                    <a:pt x="19871" y="184224"/>
                  </a:lnTo>
                  <a:lnTo>
                    <a:pt x="22451" y="188853"/>
                  </a:lnTo>
                  <a:lnTo>
                    <a:pt x="25178" y="193397"/>
                  </a:lnTo>
                  <a:lnTo>
                    <a:pt x="28046" y="197853"/>
                  </a:lnTo>
                  <a:lnTo>
                    <a:pt x="31055" y="202216"/>
                  </a:lnTo>
                  <a:lnTo>
                    <a:pt x="34200" y="206481"/>
                  </a:lnTo>
                  <a:lnTo>
                    <a:pt x="37479" y="210644"/>
                  </a:lnTo>
                  <a:lnTo>
                    <a:pt x="40889" y="214701"/>
                  </a:lnTo>
                  <a:lnTo>
                    <a:pt x="44425" y="218648"/>
                  </a:lnTo>
                  <a:lnTo>
                    <a:pt x="48084" y="222481"/>
                  </a:lnTo>
                  <a:lnTo>
                    <a:pt x="51863" y="226196"/>
                  </a:lnTo>
                  <a:lnTo>
                    <a:pt x="55758" y="229790"/>
                  </a:lnTo>
                  <a:lnTo>
                    <a:pt x="59765" y="233258"/>
                  </a:lnTo>
                  <a:lnTo>
                    <a:pt x="63880" y="236597"/>
                  </a:lnTo>
                  <a:lnTo>
                    <a:pt x="68099" y="239805"/>
                  </a:lnTo>
                  <a:lnTo>
                    <a:pt x="72417" y="242877"/>
                  </a:lnTo>
                  <a:lnTo>
                    <a:pt x="76830" y="245810"/>
                  </a:lnTo>
                  <a:lnTo>
                    <a:pt x="81335" y="248602"/>
                  </a:lnTo>
                  <a:lnTo>
                    <a:pt x="85925" y="251250"/>
                  </a:lnTo>
                  <a:lnTo>
                    <a:pt x="90597" y="253752"/>
                  </a:lnTo>
                  <a:lnTo>
                    <a:pt x="95346" y="256103"/>
                  </a:lnTo>
                  <a:lnTo>
                    <a:pt x="100167" y="258303"/>
                  </a:lnTo>
                  <a:lnTo>
                    <a:pt x="105056" y="260350"/>
                  </a:lnTo>
                  <a:lnTo>
                    <a:pt x="110007" y="262240"/>
                  </a:lnTo>
                  <a:lnTo>
                    <a:pt x="115015" y="263972"/>
                  </a:lnTo>
                  <a:lnTo>
                    <a:pt x="120075" y="265545"/>
                  </a:lnTo>
                  <a:lnTo>
                    <a:pt x="125183" y="266956"/>
                  </a:lnTo>
                  <a:lnTo>
                    <a:pt x="130334" y="268205"/>
                  </a:lnTo>
                  <a:lnTo>
                    <a:pt x="135521" y="269290"/>
                  </a:lnTo>
                  <a:lnTo>
                    <a:pt x="140740" y="270210"/>
                  </a:lnTo>
                  <a:lnTo>
                    <a:pt x="145985" y="270965"/>
                  </a:lnTo>
                  <a:lnTo>
                    <a:pt x="151252" y="271552"/>
                  </a:lnTo>
                  <a:lnTo>
                    <a:pt x="156535" y="271972"/>
                  </a:lnTo>
                  <a:lnTo>
                    <a:pt x="161828" y="272225"/>
                  </a:lnTo>
                  <a:lnTo>
                    <a:pt x="167127" y="272310"/>
                  </a:lnTo>
                  <a:lnTo>
                    <a:pt x="172426" y="272227"/>
                  </a:lnTo>
                  <a:lnTo>
                    <a:pt x="177719" y="271975"/>
                  </a:lnTo>
                  <a:lnTo>
                    <a:pt x="183002" y="271556"/>
                  </a:lnTo>
                  <a:lnTo>
                    <a:pt x="188269" y="270970"/>
                  </a:lnTo>
                  <a:lnTo>
                    <a:pt x="193515" y="270218"/>
                  </a:lnTo>
                  <a:lnTo>
                    <a:pt x="198734" y="269299"/>
                  </a:lnTo>
                  <a:lnTo>
                    <a:pt x="203921" y="268215"/>
                  </a:lnTo>
                  <a:lnTo>
                    <a:pt x="209072" y="266968"/>
                  </a:lnTo>
                  <a:lnTo>
                    <a:pt x="214180" y="265558"/>
                  </a:lnTo>
                  <a:lnTo>
                    <a:pt x="219241" y="263986"/>
                  </a:lnTo>
                  <a:lnTo>
                    <a:pt x="224250" y="262255"/>
                  </a:lnTo>
                  <a:lnTo>
                    <a:pt x="229201" y="260366"/>
                  </a:lnTo>
                  <a:lnTo>
                    <a:pt x="234090" y="258322"/>
                  </a:lnTo>
                  <a:lnTo>
                    <a:pt x="238912" y="256123"/>
                  </a:lnTo>
                  <a:lnTo>
                    <a:pt x="243662" y="253772"/>
                  </a:lnTo>
                  <a:lnTo>
                    <a:pt x="248334" y="251272"/>
                  </a:lnTo>
                  <a:lnTo>
                    <a:pt x="252925" y="248626"/>
                  </a:lnTo>
                  <a:lnTo>
                    <a:pt x="257430" y="245835"/>
                  </a:lnTo>
                  <a:lnTo>
                    <a:pt x="261845" y="242902"/>
                  </a:lnTo>
                  <a:lnTo>
                    <a:pt x="266164" y="239831"/>
                  </a:lnTo>
                  <a:lnTo>
                    <a:pt x="270383" y="236625"/>
                  </a:lnTo>
                  <a:lnTo>
                    <a:pt x="274499" y="233287"/>
                  </a:lnTo>
                  <a:lnTo>
                    <a:pt x="278507" y="229820"/>
                  </a:lnTo>
                  <a:lnTo>
                    <a:pt x="282403" y="226228"/>
                  </a:lnTo>
                  <a:lnTo>
                    <a:pt x="286183" y="222513"/>
                  </a:lnTo>
                  <a:lnTo>
                    <a:pt x="289843" y="218681"/>
                  </a:lnTo>
                  <a:lnTo>
                    <a:pt x="293381" y="214735"/>
                  </a:lnTo>
                  <a:lnTo>
                    <a:pt x="296791" y="210679"/>
                  </a:lnTo>
                  <a:lnTo>
                    <a:pt x="300071" y="206517"/>
                  </a:lnTo>
                  <a:lnTo>
                    <a:pt x="303218" y="202253"/>
                  </a:lnTo>
                  <a:lnTo>
                    <a:pt x="306227" y="197891"/>
                  </a:lnTo>
                  <a:lnTo>
                    <a:pt x="309097" y="193436"/>
                  </a:lnTo>
                  <a:lnTo>
                    <a:pt x="311825" y="188892"/>
                  </a:lnTo>
                  <a:lnTo>
                    <a:pt x="314407" y="184264"/>
                  </a:lnTo>
                  <a:lnTo>
                    <a:pt x="316841" y="179557"/>
                  </a:lnTo>
                  <a:lnTo>
                    <a:pt x="319124" y="174775"/>
                  </a:lnTo>
                  <a:lnTo>
                    <a:pt x="321255" y="169922"/>
                  </a:lnTo>
                  <a:lnTo>
                    <a:pt x="323231" y="165005"/>
                  </a:lnTo>
                  <a:lnTo>
                    <a:pt x="325050" y="160028"/>
                  </a:lnTo>
                  <a:lnTo>
                    <a:pt x="326710" y="154995"/>
                  </a:lnTo>
                  <a:lnTo>
                    <a:pt x="328210" y="149912"/>
                  </a:lnTo>
                  <a:lnTo>
                    <a:pt x="329548" y="144785"/>
                  </a:lnTo>
                  <a:lnTo>
                    <a:pt x="330723" y="139617"/>
                  </a:lnTo>
                  <a:lnTo>
                    <a:pt x="331734" y="134415"/>
                  </a:lnTo>
                  <a:lnTo>
                    <a:pt x="332579" y="129183"/>
                  </a:lnTo>
                  <a:lnTo>
                    <a:pt x="333258" y="123928"/>
                  </a:lnTo>
                  <a:lnTo>
                    <a:pt x="333770" y="118653"/>
                  </a:lnTo>
                  <a:lnTo>
                    <a:pt x="334115" y="113365"/>
                  </a:lnTo>
                  <a:lnTo>
                    <a:pt x="334291" y="108068"/>
                  </a:lnTo>
                  <a:lnTo>
                    <a:pt x="167149" y="105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728472" y="4213821"/>
              <a:ext cx="167148" cy="170093"/>
            </a:xfrm>
            <a:custGeom>
              <a:avLst/>
              <a:pathLst>
                <a:path w="167148" h="170093">
                  <a:moveTo>
                    <a:pt x="167141" y="170093"/>
                  </a:moveTo>
                  <a:lnTo>
                    <a:pt x="167148" y="164674"/>
                  </a:lnTo>
                  <a:lnTo>
                    <a:pt x="166980" y="159259"/>
                  </a:lnTo>
                  <a:lnTo>
                    <a:pt x="166636" y="153851"/>
                  </a:lnTo>
                  <a:lnTo>
                    <a:pt x="166117" y="148458"/>
                  </a:lnTo>
                  <a:lnTo>
                    <a:pt x="165423" y="143084"/>
                  </a:lnTo>
                  <a:lnTo>
                    <a:pt x="164556" y="137736"/>
                  </a:lnTo>
                  <a:lnTo>
                    <a:pt x="163515" y="132418"/>
                  </a:lnTo>
                  <a:lnTo>
                    <a:pt x="162303" y="127137"/>
                  </a:lnTo>
                  <a:lnTo>
                    <a:pt x="160921" y="121898"/>
                  </a:lnTo>
                  <a:lnTo>
                    <a:pt x="159369" y="116706"/>
                  </a:lnTo>
                  <a:lnTo>
                    <a:pt x="157650" y="111568"/>
                  </a:lnTo>
                  <a:lnTo>
                    <a:pt x="155765" y="106488"/>
                  </a:lnTo>
                  <a:lnTo>
                    <a:pt x="153717" y="101472"/>
                  </a:lnTo>
                  <a:lnTo>
                    <a:pt x="151507" y="96524"/>
                  </a:lnTo>
                  <a:lnTo>
                    <a:pt x="149138" y="91651"/>
                  </a:lnTo>
                  <a:lnTo>
                    <a:pt x="146612" y="86858"/>
                  </a:lnTo>
                  <a:lnTo>
                    <a:pt x="143933" y="82148"/>
                  </a:lnTo>
                  <a:lnTo>
                    <a:pt x="141102" y="77528"/>
                  </a:lnTo>
                  <a:lnTo>
                    <a:pt x="138123" y="73002"/>
                  </a:lnTo>
                  <a:lnTo>
                    <a:pt x="134998" y="68576"/>
                  </a:lnTo>
                  <a:lnTo>
                    <a:pt x="131732" y="64252"/>
                  </a:lnTo>
                  <a:lnTo>
                    <a:pt x="128328" y="60037"/>
                  </a:lnTo>
                  <a:lnTo>
                    <a:pt x="124788" y="55934"/>
                  </a:lnTo>
                  <a:lnTo>
                    <a:pt x="121118" y="51949"/>
                  </a:lnTo>
                  <a:lnTo>
                    <a:pt x="117320" y="48084"/>
                  </a:lnTo>
                  <a:lnTo>
                    <a:pt x="113399" y="44344"/>
                  </a:lnTo>
                  <a:lnTo>
                    <a:pt x="109359" y="40733"/>
                  </a:lnTo>
                  <a:lnTo>
                    <a:pt x="105204" y="37256"/>
                  </a:lnTo>
                  <a:lnTo>
                    <a:pt x="100939" y="33914"/>
                  </a:lnTo>
                  <a:lnTo>
                    <a:pt x="96567" y="30713"/>
                  </a:lnTo>
                  <a:lnTo>
                    <a:pt x="92094" y="27655"/>
                  </a:lnTo>
                  <a:lnTo>
                    <a:pt x="87524" y="24744"/>
                  </a:lnTo>
                  <a:lnTo>
                    <a:pt x="82863" y="21982"/>
                  </a:lnTo>
                  <a:lnTo>
                    <a:pt x="78114" y="19373"/>
                  </a:lnTo>
                  <a:lnTo>
                    <a:pt x="73283" y="16919"/>
                  </a:lnTo>
                  <a:lnTo>
                    <a:pt x="68375" y="14623"/>
                  </a:lnTo>
                  <a:lnTo>
                    <a:pt x="63396" y="12487"/>
                  </a:lnTo>
                  <a:lnTo>
                    <a:pt x="58349" y="10514"/>
                  </a:lnTo>
                  <a:lnTo>
                    <a:pt x="53242" y="8705"/>
                  </a:lnTo>
                  <a:lnTo>
                    <a:pt x="48078" y="7063"/>
                  </a:lnTo>
                  <a:lnTo>
                    <a:pt x="42864" y="5589"/>
                  </a:lnTo>
                  <a:lnTo>
                    <a:pt x="37605" y="4284"/>
                  </a:lnTo>
                  <a:lnTo>
                    <a:pt x="32307" y="3151"/>
                  </a:lnTo>
                  <a:lnTo>
                    <a:pt x="26974" y="2190"/>
                  </a:lnTo>
                  <a:lnTo>
                    <a:pt x="21613" y="1403"/>
                  </a:lnTo>
                  <a:lnTo>
                    <a:pt x="16230" y="789"/>
                  </a:lnTo>
                  <a:lnTo>
                    <a:pt x="10829" y="351"/>
                  </a:lnTo>
                  <a:lnTo>
                    <a:pt x="541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51904" y="3707720"/>
              <a:ext cx="167107" cy="167167"/>
            </a:xfrm>
            <a:custGeom>
              <a:avLst/>
              <a:pathLst>
                <a:path w="167107" h="167167">
                  <a:moveTo>
                    <a:pt x="167107" y="0"/>
                  </a:moveTo>
                  <a:lnTo>
                    <a:pt x="161731" y="86"/>
                  </a:lnTo>
                  <a:lnTo>
                    <a:pt x="156360" y="345"/>
                  </a:lnTo>
                  <a:lnTo>
                    <a:pt x="151001" y="777"/>
                  </a:lnTo>
                  <a:lnTo>
                    <a:pt x="145658" y="1381"/>
                  </a:lnTo>
                  <a:lnTo>
                    <a:pt x="140337" y="2157"/>
                  </a:lnTo>
                  <a:lnTo>
                    <a:pt x="135044" y="3103"/>
                  </a:lnTo>
                  <a:lnTo>
                    <a:pt x="129784" y="4219"/>
                  </a:lnTo>
                  <a:lnTo>
                    <a:pt x="124563" y="5504"/>
                  </a:lnTo>
                  <a:lnTo>
                    <a:pt x="119386" y="6956"/>
                  </a:lnTo>
                  <a:lnTo>
                    <a:pt x="114258" y="8573"/>
                  </a:lnTo>
                  <a:lnTo>
                    <a:pt x="109185" y="10355"/>
                  </a:lnTo>
                  <a:lnTo>
                    <a:pt x="104172" y="12299"/>
                  </a:lnTo>
                  <a:lnTo>
                    <a:pt x="99224" y="14403"/>
                  </a:lnTo>
                  <a:lnTo>
                    <a:pt x="94346" y="16665"/>
                  </a:lnTo>
                  <a:lnTo>
                    <a:pt x="89543" y="19083"/>
                  </a:lnTo>
                  <a:lnTo>
                    <a:pt x="84821" y="21654"/>
                  </a:lnTo>
                  <a:lnTo>
                    <a:pt x="80184" y="24376"/>
                  </a:lnTo>
                  <a:lnTo>
                    <a:pt x="75637" y="27245"/>
                  </a:lnTo>
                  <a:lnTo>
                    <a:pt x="71184" y="30259"/>
                  </a:lnTo>
                  <a:lnTo>
                    <a:pt x="66831" y="33415"/>
                  </a:lnTo>
                  <a:lnTo>
                    <a:pt x="62581" y="36709"/>
                  </a:lnTo>
                  <a:lnTo>
                    <a:pt x="58440" y="40138"/>
                  </a:lnTo>
                  <a:lnTo>
                    <a:pt x="54410" y="43698"/>
                  </a:lnTo>
                  <a:lnTo>
                    <a:pt x="50498" y="47387"/>
                  </a:lnTo>
                  <a:lnTo>
                    <a:pt x="46706" y="51199"/>
                  </a:lnTo>
                  <a:lnTo>
                    <a:pt x="43039" y="55131"/>
                  </a:lnTo>
                  <a:lnTo>
                    <a:pt x="39500" y="59179"/>
                  </a:lnTo>
                  <a:lnTo>
                    <a:pt x="36093" y="63339"/>
                  </a:lnTo>
                  <a:lnTo>
                    <a:pt x="32821" y="67606"/>
                  </a:lnTo>
                  <a:lnTo>
                    <a:pt x="29689" y="71976"/>
                  </a:lnTo>
                  <a:lnTo>
                    <a:pt x="26699" y="76445"/>
                  </a:lnTo>
                  <a:lnTo>
                    <a:pt x="23854" y="81007"/>
                  </a:lnTo>
                  <a:lnTo>
                    <a:pt x="21157" y="85659"/>
                  </a:lnTo>
                  <a:lnTo>
                    <a:pt x="18611" y="90395"/>
                  </a:lnTo>
                  <a:lnTo>
                    <a:pt x="16219" y="95210"/>
                  </a:lnTo>
                  <a:lnTo>
                    <a:pt x="13983" y="100100"/>
                  </a:lnTo>
                  <a:lnTo>
                    <a:pt x="11905" y="105059"/>
                  </a:lnTo>
                  <a:lnTo>
                    <a:pt x="9988" y="110083"/>
                  </a:lnTo>
                  <a:lnTo>
                    <a:pt x="8233" y="115165"/>
                  </a:lnTo>
                  <a:lnTo>
                    <a:pt x="6643" y="120302"/>
                  </a:lnTo>
                  <a:lnTo>
                    <a:pt x="5219" y="125486"/>
                  </a:lnTo>
                  <a:lnTo>
                    <a:pt x="3962" y="130714"/>
                  </a:lnTo>
                  <a:lnTo>
                    <a:pt x="2874" y="135980"/>
                  </a:lnTo>
                  <a:lnTo>
                    <a:pt x="1956" y="141278"/>
                  </a:lnTo>
                  <a:lnTo>
                    <a:pt x="1209" y="146603"/>
                  </a:lnTo>
                  <a:lnTo>
                    <a:pt x="633" y="151949"/>
                  </a:lnTo>
                  <a:lnTo>
                    <a:pt x="230" y="157310"/>
                  </a:lnTo>
                  <a:lnTo>
                    <a:pt x="0" y="162682"/>
                  </a:lnTo>
                  <a:lnTo>
                    <a:pt x="16710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46" y="3713130"/>
              <a:ext cx="334321" cy="328920"/>
            </a:xfrm>
            <a:custGeom>
              <a:avLst/>
              <a:pathLst>
                <a:path w="334321" h="328920">
                  <a:moveTo>
                    <a:pt x="58" y="157272"/>
                  </a:moveTo>
                  <a:lnTo>
                    <a:pt x="0" y="162588"/>
                  </a:lnTo>
                  <a:lnTo>
                    <a:pt x="110" y="167903"/>
                  </a:lnTo>
                  <a:lnTo>
                    <a:pt x="390" y="173211"/>
                  </a:lnTo>
                  <a:lnTo>
                    <a:pt x="839" y="178509"/>
                  </a:lnTo>
                  <a:lnTo>
                    <a:pt x="1456" y="183789"/>
                  </a:lnTo>
                  <a:lnTo>
                    <a:pt x="2240" y="189047"/>
                  </a:lnTo>
                  <a:lnTo>
                    <a:pt x="3191" y="194277"/>
                  </a:lnTo>
                  <a:lnTo>
                    <a:pt x="4308" y="199474"/>
                  </a:lnTo>
                  <a:lnTo>
                    <a:pt x="5590" y="204634"/>
                  </a:lnTo>
                  <a:lnTo>
                    <a:pt x="7035" y="209749"/>
                  </a:lnTo>
                  <a:lnTo>
                    <a:pt x="8642" y="214817"/>
                  </a:lnTo>
                  <a:lnTo>
                    <a:pt x="10409" y="219831"/>
                  </a:lnTo>
                  <a:lnTo>
                    <a:pt x="12335" y="224786"/>
                  </a:lnTo>
                  <a:lnTo>
                    <a:pt x="14417" y="229677"/>
                  </a:lnTo>
                  <a:lnTo>
                    <a:pt x="16654" y="234499"/>
                  </a:lnTo>
                  <a:lnTo>
                    <a:pt x="19043" y="239248"/>
                  </a:lnTo>
                  <a:lnTo>
                    <a:pt x="21582" y="243919"/>
                  </a:lnTo>
                  <a:lnTo>
                    <a:pt x="24268" y="248506"/>
                  </a:lnTo>
                  <a:lnTo>
                    <a:pt x="27099" y="253006"/>
                  </a:lnTo>
                  <a:lnTo>
                    <a:pt x="30071" y="257414"/>
                  </a:lnTo>
                  <a:lnTo>
                    <a:pt x="33182" y="261725"/>
                  </a:lnTo>
                  <a:lnTo>
                    <a:pt x="36428" y="265934"/>
                  </a:lnTo>
                  <a:lnTo>
                    <a:pt x="39807" y="270039"/>
                  </a:lnTo>
                  <a:lnTo>
                    <a:pt x="43314" y="274033"/>
                  </a:lnTo>
                  <a:lnTo>
                    <a:pt x="46947" y="277915"/>
                  </a:lnTo>
                  <a:lnTo>
                    <a:pt x="50701" y="281678"/>
                  </a:lnTo>
                  <a:lnTo>
                    <a:pt x="54573" y="285321"/>
                  </a:lnTo>
                  <a:lnTo>
                    <a:pt x="58559" y="288839"/>
                  </a:lnTo>
                  <a:lnTo>
                    <a:pt x="62655" y="292228"/>
                  </a:lnTo>
                  <a:lnTo>
                    <a:pt x="66856" y="295485"/>
                  </a:lnTo>
                  <a:lnTo>
                    <a:pt x="71159" y="298607"/>
                  </a:lnTo>
                  <a:lnTo>
                    <a:pt x="75559" y="301590"/>
                  </a:lnTo>
                  <a:lnTo>
                    <a:pt x="80052" y="304432"/>
                  </a:lnTo>
                  <a:lnTo>
                    <a:pt x="84632" y="307130"/>
                  </a:lnTo>
                  <a:lnTo>
                    <a:pt x="89297" y="309681"/>
                  </a:lnTo>
                  <a:lnTo>
                    <a:pt x="94040" y="312082"/>
                  </a:lnTo>
                  <a:lnTo>
                    <a:pt x="98856" y="314331"/>
                  </a:lnTo>
                  <a:lnTo>
                    <a:pt x="103742" y="316426"/>
                  </a:lnTo>
                  <a:lnTo>
                    <a:pt x="108692" y="318364"/>
                  </a:lnTo>
                  <a:lnTo>
                    <a:pt x="113702" y="320144"/>
                  </a:lnTo>
                  <a:lnTo>
                    <a:pt x="118765" y="321764"/>
                  </a:lnTo>
                  <a:lnTo>
                    <a:pt x="123877" y="323222"/>
                  </a:lnTo>
                  <a:lnTo>
                    <a:pt x="129033" y="324517"/>
                  </a:lnTo>
                  <a:lnTo>
                    <a:pt x="134228" y="325647"/>
                  </a:lnTo>
                  <a:lnTo>
                    <a:pt x="139455" y="326612"/>
                  </a:lnTo>
                  <a:lnTo>
                    <a:pt x="144711" y="327409"/>
                  </a:lnTo>
                  <a:lnTo>
                    <a:pt x="149990" y="328040"/>
                  </a:lnTo>
                  <a:lnTo>
                    <a:pt x="155286" y="328502"/>
                  </a:lnTo>
                  <a:lnTo>
                    <a:pt x="160594" y="328795"/>
                  </a:lnTo>
                  <a:lnTo>
                    <a:pt x="165908" y="328920"/>
                  </a:lnTo>
                  <a:lnTo>
                    <a:pt x="171224" y="328875"/>
                  </a:lnTo>
                  <a:lnTo>
                    <a:pt x="176536" y="328661"/>
                  </a:lnTo>
                  <a:lnTo>
                    <a:pt x="181838" y="328279"/>
                  </a:lnTo>
                  <a:lnTo>
                    <a:pt x="187126" y="327728"/>
                  </a:lnTo>
                  <a:lnTo>
                    <a:pt x="192393" y="327010"/>
                  </a:lnTo>
                  <a:lnTo>
                    <a:pt x="197635" y="326124"/>
                  </a:lnTo>
                  <a:lnTo>
                    <a:pt x="202846" y="325072"/>
                  </a:lnTo>
                  <a:lnTo>
                    <a:pt x="208021" y="323855"/>
                  </a:lnTo>
                  <a:lnTo>
                    <a:pt x="213154" y="322474"/>
                  </a:lnTo>
                  <a:lnTo>
                    <a:pt x="218241" y="320930"/>
                  </a:lnTo>
                  <a:lnTo>
                    <a:pt x="223277" y="319226"/>
                  </a:lnTo>
                  <a:lnTo>
                    <a:pt x="228255" y="317362"/>
                  </a:lnTo>
                  <a:lnTo>
                    <a:pt x="233172" y="315341"/>
                  </a:lnTo>
                  <a:lnTo>
                    <a:pt x="238022" y="313164"/>
                  </a:lnTo>
                  <a:lnTo>
                    <a:pt x="242801" y="310835"/>
                  </a:lnTo>
                  <a:lnTo>
                    <a:pt x="247503" y="308354"/>
                  </a:lnTo>
                  <a:lnTo>
                    <a:pt x="252123" y="305726"/>
                  </a:lnTo>
                  <a:lnTo>
                    <a:pt x="256658" y="302951"/>
                  </a:lnTo>
                  <a:lnTo>
                    <a:pt x="261102" y="300034"/>
                  </a:lnTo>
                  <a:lnTo>
                    <a:pt x="265452" y="296977"/>
                  </a:lnTo>
                  <a:lnTo>
                    <a:pt x="269702" y="293784"/>
                  </a:lnTo>
                  <a:lnTo>
                    <a:pt x="273848" y="290457"/>
                  </a:lnTo>
                  <a:lnTo>
                    <a:pt x="277886" y="287000"/>
                  </a:lnTo>
                  <a:lnTo>
                    <a:pt x="281813" y="283416"/>
                  </a:lnTo>
                  <a:lnTo>
                    <a:pt x="285623" y="279709"/>
                  </a:lnTo>
                  <a:lnTo>
                    <a:pt x="289314" y="275882"/>
                  </a:lnTo>
                  <a:lnTo>
                    <a:pt x="292881" y="271941"/>
                  </a:lnTo>
                  <a:lnTo>
                    <a:pt x="296321" y="267888"/>
                  </a:lnTo>
                  <a:lnTo>
                    <a:pt x="299630" y="263727"/>
                  </a:lnTo>
                  <a:lnTo>
                    <a:pt x="302805" y="259464"/>
                  </a:lnTo>
                  <a:lnTo>
                    <a:pt x="305843" y="255101"/>
                  </a:lnTo>
                  <a:lnTo>
                    <a:pt x="308741" y="250645"/>
                  </a:lnTo>
                  <a:lnTo>
                    <a:pt x="311496" y="246098"/>
                  </a:lnTo>
                  <a:lnTo>
                    <a:pt x="314105" y="241466"/>
                  </a:lnTo>
                  <a:lnTo>
                    <a:pt x="316565" y="236754"/>
                  </a:lnTo>
                  <a:lnTo>
                    <a:pt x="318874" y="231965"/>
                  </a:lnTo>
                  <a:lnTo>
                    <a:pt x="321030" y="227106"/>
                  </a:lnTo>
                  <a:lnTo>
                    <a:pt x="323030" y="222180"/>
                  </a:lnTo>
                  <a:lnTo>
                    <a:pt x="324873" y="217194"/>
                  </a:lnTo>
                  <a:lnTo>
                    <a:pt x="326555" y="212151"/>
                  </a:lnTo>
                  <a:lnTo>
                    <a:pt x="328077" y="207058"/>
                  </a:lnTo>
                  <a:lnTo>
                    <a:pt x="329436" y="201918"/>
                  </a:lnTo>
                  <a:lnTo>
                    <a:pt x="330631" y="196738"/>
                  </a:lnTo>
                  <a:lnTo>
                    <a:pt x="331661" y="191523"/>
                  </a:lnTo>
                  <a:lnTo>
                    <a:pt x="332524" y="186277"/>
                  </a:lnTo>
                  <a:lnTo>
                    <a:pt x="333220" y="181007"/>
                  </a:lnTo>
                  <a:lnTo>
                    <a:pt x="333748" y="175717"/>
                  </a:lnTo>
                  <a:lnTo>
                    <a:pt x="334108" y="170413"/>
                  </a:lnTo>
                  <a:lnTo>
                    <a:pt x="334299" y="165101"/>
                  </a:lnTo>
                  <a:lnTo>
                    <a:pt x="334321" y="159785"/>
                  </a:lnTo>
                  <a:lnTo>
                    <a:pt x="334173" y="154470"/>
                  </a:lnTo>
                  <a:lnTo>
                    <a:pt x="333857" y="149164"/>
                  </a:lnTo>
                  <a:lnTo>
                    <a:pt x="333373" y="143870"/>
                  </a:lnTo>
                  <a:lnTo>
                    <a:pt x="332720" y="138594"/>
                  </a:lnTo>
                  <a:lnTo>
                    <a:pt x="331900" y="133342"/>
                  </a:lnTo>
                  <a:lnTo>
                    <a:pt x="330913" y="128118"/>
                  </a:lnTo>
                  <a:lnTo>
                    <a:pt x="329760" y="122928"/>
                  </a:lnTo>
                  <a:lnTo>
                    <a:pt x="328444" y="117778"/>
                  </a:lnTo>
                  <a:lnTo>
                    <a:pt x="326964" y="112672"/>
                  </a:lnTo>
                  <a:lnTo>
                    <a:pt x="325322" y="107616"/>
                  </a:lnTo>
                  <a:lnTo>
                    <a:pt x="323521" y="102614"/>
                  </a:lnTo>
                  <a:lnTo>
                    <a:pt x="321561" y="97672"/>
                  </a:lnTo>
                  <a:lnTo>
                    <a:pt x="319445" y="92796"/>
                  </a:lnTo>
                  <a:lnTo>
                    <a:pt x="317175" y="87988"/>
                  </a:lnTo>
                  <a:lnTo>
                    <a:pt x="314754" y="83256"/>
                  </a:lnTo>
                  <a:lnTo>
                    <a:pt x="312183" y="78603"/>
                  </a:lnTo>
                  <a:lnTo>
                    <a:pt x="309466" y="74034"/>
                  </a:lnTo>
                  <a:lnTo>
                    <a:pt x="306605" y="69553"/>
                  </a:lnTo>
                  <a:lnTo>
                    <a:pt x="303602" y="65166"/>
                  </a:lnTo>
                  <a:lnTo>
                    <a:pt x="300462" y="60877"/>
                  </a:lnTo>
                  <a:lnTo>
                    <a:pt x="297187" y="56689"/>
                  </a:lnTo>
                  <a:lnTo>
                    <a:pt x="293780" y="52608"/>
                  </a:lnTo>
                  <a:lnTo>
                    <a:pt x="290246" y="48637"/>
                  </a:lnTo>
                  <a:lnTo>
                    <a:pt x="286587" y="44781"/>
                  </a:lnTo>
                  <a:lnTo>
                    <a:pt x="282807" y="41043"/>
                  </a:lnTo>
                  <a:lnTo>
                    <a:pt x="278910" y="37427"/>
                  </a:lnTo>
                  <a:lnTo>
                    <a:pt x="274900" y="33936"/>
                  </a:lnTo>
                  <a:lnTo>
                    <a:pt x="270782" y="30575"/>
                  </a:lnTo>
                  <a:lnTo>
                    <a:pt x="266558" y="27347"/>
                  </a:lnTo>
                  <a:lnTo>
                    <a:pt x="262234" y="24255"/>
                  </a:lnTo>
                  <a:lnTo>
                    <a:pt x="257814" y="21301"/>
                  </a:lnTo>
                  <a:lnTo>
                    <a:pt x="253302" y="18490"/>
                  </a:lnTo>
                  <a:lnTo>
                    <a:pt x="248703" y="15824"/>
                  </a:lnTo>
                  <a:lnTo>
                    <a:pt x="244021" y="13305"/>
                  </a:lnTo>
                  <a:lnTo>
                    <a:pt x="239262" y="10936"/>
                  </a:lnTo>
                  <a:lnTo>
                    <a:pt x="234430" y="8720"/>
                  </a:lnTo>
                  <a:lnTo>
                    <a:pt x="229530" y="6658"/>
                  </a:lnTo>
                  <a:lnTo>
                    <a:pt x="224567" y="4754"/>
                  </a:lnTo>
                  <a:lnTo>
                    <a:pt x="219546" y="3008"/>
                  </a:lnTo>
                  <a:lnTo>
                    <a:pt x="214471" y="1423"/>
                  </a:lnTo>
                  <a:lnTo>
                    <a:pt x="209349" y="0"/>
                  </a:lnTo>
                  <a:lnTo>
                    <a:pt x="167165" y="1617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919011" y="3707720"/>
              <a:ext cx="42184" cy="167167"/>
            </a:xfrm>
            <a:custGeom>
              <a:avLst/>
              <a:pathLst>
                <a:path w="42184" h="167167">
                  <a:moveTo>
                    <a:pt x="42184" y="5410"/>
                  </a:moveTo>
                  <a:lnTo>
                    <a:pt x="36262" y="3980"/>
                  </a:lnTo>
                  <a:lnTo>
                    <a:pt x="30292" y="2767"/>
                  </a:lnTo>
                  <a:lnTo>
                    <a:pt x="24282" y="1773"/>
                  </a:lnTo>
                  <a:lnTo>
                    <a:pt x="18240" y="998"/>
                  </a:lnTo>
                  <a:lnTo>
                    <a:pt x="12173" y="443"/>
                  </a:lnTo>
                  <a:lnTo>
                    <a:pt x="6090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tx76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2025-06-05T13:01:46Z</dcterms:modified>
  <cp:category/>
</cp:coreProperties>
</file>