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26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54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32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26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93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0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1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70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2497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2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85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5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91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32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767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1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03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11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582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618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60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292" y="3170392"/>
              <a:ext cx="2486" cy="167167"/>
            </a:xfrm>
            <a:custGeom>
              <a:avLst/>
              <a:pathLst>
                <a:path w="2486" h="167167">
                  <a:moveTo>
                    <a:pt x="2486" y="0"/>
                  </a:moveTo>
                  <a:lnTo>
                    <a:pt x="0" y="18"/>
                  </a:lnTo>
                  <a:lnTo>
                    <a:pt x="24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1" y="3170411"/>
              <a:ext cx="334334" cy="334300"/>
            </a:xfrm>
            <a:custGeom>
              <a:avLst/>
              <a:pathLst>
                <a:path w="334334" h="334300">
                  <a:moveTo>
                    <a:pt x="164680" y="0"/>
                  </a:moveTo>
                  <a:lnTo>
                    <a:pt x="159380" y="162"/>
                  </a:lnTo>
                  <a:lnTo>
                    <a:pt x="154087" y="493"/>
                  </a:lnTo>
                  <a:lnTo>
                    <a:pt x="148808" y="992"/>
                  </a:lnTo>
                  <a:lnTo>
                    <a:pt x="143547" y="1658"/>
                  </a:lnTo>
                  <a:lnTo>
                    <a:pt x="138310" y="2490"/>
                  </a:lnTo>
                  <a:lnTo>
                    <a:pt x="133102" y="3488"/>
                  </a:lnTo>
                  <a:lnTo>
                    <a:pt x="127929" y="4651"/>
                  </a:lnTo>
                  <a:lnTo>
                    <a:pt x="122795" y="5978"/>
                  </a:lnTo>
                  <a:lnTo>
                    <a:pt x="117705" y="7466"/>
                  </a:lnTo>
                  <a:lnTo>
                    <a:pt x="112665" y="9115"/>
                  </a:lnTo>
                  <a:lnTo>
                    <a:pt x="107680" y="10923"/>
                  </a:lnTo>
                  <a:lnTo>
                    <a:pt x="102755" y="12889"/>
                  </a:lnTo>
                  <a:lnTo>
                    <a:pt x="97895" y="15009"/>
                  </a:lnTo>
                  <a:lnTo>
                    <a:pt x="93104" y="17283"/>
                  </a:lnTo>
                  <a:lnTo>
                    <a:pt x="88388" y="19707"/>
                  </a:lnTo>
                  <a:lnTo>
                    <a:pt x="83752" y="22280"/>
                  </a:lnTo>
                  <a:lnTo>
                    <a:pt x="79199" y="24999"/>
                  </a:lnTo>
                  <a:lnTo>
                    <a:pt x="74734" y="27860"/>
                  </a:lnTo>
                  <a:lnTo>
                    <a:pt x="70363" y="30862"/>
                  </a:lnTo>
                  <a:lnTo>
                    <a:pt x="66089" y="34001"/>
                  </a:lnTo>
                  <a:lnTo>
                    <a:pt x="61917" y="37274"/>
                  </a:lnTo>
                  <a:lnTo>
                    <a:pt x="57851" y="40677"/>
                  </a:lnTo>
                  <a:lnTo>
                    <a:pt x="53894" y="44208"/>
                  </a:lnTo>
                  <a:lnTo>
                    <a:pt x="50052" y="47863"/>
                  </a:lnTo>
                  <a:lnTo>
                    <a:pt x="46328" y="51637"/>
                  </a:lnTo>
                  <a:lnTo>
                    <a:pt x="42725" y="55528"/>
                  </a:lnTo>
                  <a:lnTo>
                    <a:pt x="39247" y="59531"/>
                  </a:lnTo>
                  <a:lnTo>
                    <a:pt x="35898" y="63642"/>
                  </a:lnTo>
                  <a:lnTo>
                    <a:pt x="32681" y="67858"/>
                  </a:lnTo>
                  <a:lnTo>
                    <a:pt x="29600" y="72173"/>
                  </a:lnTo>
                  <a:lnTo>
                    <a:pt x="26657" y="76584"/>
                  </a:lnTo>
                  <a:lnTo>
                    <a:pt x="23855" y="81086"/>
                  </a:lnTo>
                  <a:lnTo>
                    <a:pt x="21197" y="85675"/>
                  </a:lnTo>
                  <a:lnTo>
                    <a:pt x="18687" y="90346"/>
                  </a:lnTo>
                  <a:lnTo>
                    <a:pt x="16325" y="95094"/>
                  </a:lnTo>
                  <a:lnTo>
                    <a:pt x="14116" y="99914"/>
                  </a:lnTo>
                  <a:lnTo>
                    <a:pt x="12061" y="104803"/>
                  </a:lnTo>
                  <a:lnTo>
                    <a:pt x="10161" y="109753"/>
                  </a:lnTo>
                  <a:lnTo>
                    <a:pt x="8420" y="114762"/>
                  </a:lnTo>
                  <a:lnTo>
                    <a:pt x="6838" y="119823"/>
                  </a:lnTo>
                  <a:lnTo>
                    <a:pt x="5418" y="124932"/>
                  </a:lnTo>
                  <a:lnTo>
                    <a:pt x="4160" y="130084"/>
                  </a:lnTo>
                  <a:lnTo>
                    <a:pt x="3067" y="135273"/>
                  </a:lnTo>
                  <a:lnTo>
                    <a:pt x="2138" y="140493"/>
                  </a:lnTo>
                  <a:lnTo>
                    <a:pt x="1376" y="145741"/>
                  </a:lnTo>
                  <a:lnTo>
                    <a:pt x="780" y="151010"/>
                  </a:lnTo>
                  <a:lnTo>
                    <a:pt x="352" y="156296"/>
                  </a:lnTo>
                  <a:lnTo>
                    <a:pt x="92" y="161592"/>
                  </a:lnTo>
                  <a:lnTo>
                    <a:pt x="0" y="166894"/>
                  </a:lnTo>
                  <a:lnTo>
                    <a:pt x="76" y="172196"/>
                  </a:lnTo>
                  <a:lnTo>
                    <a:pt x="320" y="177493"/>
                  </a:lnTo>
                  <a:lnTo>
                    <a:pt x="732" y="182780"/>
                  </a:lnTo>
                  <a:lnTo>
                    <a:pt x="1311" y="188051"/>
                  </a:lnTo>
                  <a:lnTo>
                    <a:pt x="2058" y="193301"/>
                  </a:lnTo>
                  <a:lnTo>
                    <a:pt x="2970" y="198524"/>
                  </a:lnTo>
                  <a:lnTo>
                    <a:pt x="4048" y="203716"/>
                  </a:lnTo>
                  <a:lnTo>
                    <a:pt x="5290" y="208872"/>
                  </a:lnTo>
                  <a:lnTo>
                    <a:pt x="6695" y="213985"/>
                  </a:lnTo>
                  <a:lnTo>
                    <a:pt x="8261" y="219051"/>
                  </a:lnTo>
                  <a:lnTo>
                    <a:pt x="9987" y="224065"/>
                  </a:lnTo>
                  <a:lnTo>
                    <a:pt x="11871" y="229022"/>
                  </a:lnTo>
                  <a:lnTo>
                    <a:pt x="13912" y="233916"/>
                  </a:lnTo>
                  <a:lnTo>
                    <a:pt x="16107" y="238743"/>
                  </a:lnTo>
                  <a:lnTo>
                    <a:pt x="18453" y="243498"/>
                  </a:lnTo>
                  <a:lnTo>
                    <a:pt x="20950" y="248177"/>
                  </a:lnTo>
                  <a:lnTo>
                    <a:pt x="23593" y="252774"/>
                  </a:lnTo>
                  <a:lnTo>
                    <a:pt x="26381" y="257284"/>
                  </a:lnTo>
                  <a:lnTo>
                    <a:pt x="29311" y="261704"/>
                  </a:lnTo>
                  <a:lnTo>
                    <a:pt x="32379" y="266029"/>
                  </a:lnTo>
                  <a:lnTo>
                    <a:pt x="35583" y="270254"/>
                  </a:lnTo>
                  <a:lnTo>
                    <a:pt x="38920" y="274376"/>
                  </a:lnTo>
                  <a:lnTo>
                    <a:pt x="42385" y="278389"/>
                  </a:lnTo>
                  <a:lnTo>
                    <a:pt x="45976" y="282291"/>
                  </a:lnTo>
                  <a:lnTo>
                    <a:pt x="49689" y="286077"/>
                  </a:lnTo>
                  <a:lnTo>
                    <a:pt x="53521" y="289743"/>
                  </a:lnTo>
                  <a:lnTo>
                    <a:pt x="57466" y="293286"/>
                  </a:lnTo>
                  <a:lnTo>
                    <a:pt x="61522" y="296702"/>
                  </a:lnTo>
                  <a:lnTo>
                    <a:pt x="65684" y="299988"/>
                  </a:lnTo>
                  <a:lnTo>
                    <a:pt x="69948" y="303139"/>
                  </a:lnTo>
                  <a:lnTo>
                    <a:pt x="74311" y="306155"/>
                  </a:lnTo>
                  <a:lnTo>
                    <a:pt x="78766" y="309030"/>
                  </a:lnTo>
                  <a:lnTo>
                    <a:pt x="83311" y="311762"/>
                  </a:lnTo>
                  <a:lnTo>
                    <a:pt x="87940" y="314349"/>
                  </a:lnTo>
                  <a:lnTo>
                    <a:pt x="92648" y="316788"/>
                  </a:lnTo>
                  <a:lnTo>
                    <a:pt x="97432" y="319076"/>
                  </a:lnTo>
                  <a:lnTo>
                    <a:pt x="102286" y="321211"/>
                  </a:lnTo>
                  <a:lnTo>
                    <a:pt x="107205" y="323192"/>
                  </a:lnTo>
                  <a:lnTo>
                    <a:pt x="112184" y="325015"/>
                  </a:lnTo>
                  <a:lnTo>
                    <a:pt x="117219" y="326680"/>
                  </a:lnTo>
                  <a:lnTo>
                    <a:pt x="122304" y="328183"/>
                  </a:lnTo>
                  <a:lnTo>
                    <a:pt x="127434" y="329525"/>
                  </a:lnTo>
                  <a:lnTo>
                    <a:pt x="132604" y="330704"/>
                  </a:lnTo>
                  <a:lnTo>
                    <a:pt x="137809" y="331718"/>
                  </a:lnTo>
                  <a:lnTo>
                    <a:pt x="143043" y="332566"/>
                  </a:lnTo>
                  <a:lnTo>
                    <a:pt x="148302" y="333248"/>
                  </a:lnTo>
                  <a:lnTo>
                    <a:pt x="153580" y="333763"/>
                  </a:lnTo>
                  <a:lnTo>
                    <a:pt x="158871" y="334110"/>
                  </a:lnTo>
                  <a:lnTo>
                    <a:pt x="164171" y="334289"/>
                  </a:lnTo>
                  <a:lnTo>
                    <a:pt x="169474" y="334300"/>
                  </a:lnTo>
                  <a:lnTo>
                    <a:pt x="174774" y="334143"/>
                  </a:lnTo>
                  <a:lnTo>
                    <a:pt x="180067" y="333817"/>
                  </a:lnTo>
                  <a:lnTo>
                    <a:pt x="185346" y="333324"/>
                  </a:lnTo>
                  <a:lnTo>
                    <a:pt x="190608" y="332664"/>
                  </a:lnTo>
                  <a:lnTo>
                    <a:pt x="195846" y="331837"/>
                  </a:lnTo>
                  <a:lnTo>
                    <a:pt x="201055" y="330845"/>
                  </a:lnTo>
                  <a:lnTo>
                    <a:pt x="206230" y="329688"/>
                  </a:lnTo>
                  <a:lnTo>
                    <a:pt x="211365" y="328367"/>
                  </a:lnTo>
                  <a:lnTo>
                    <a:pt x="216457" y="326884"/>
                  </a:lnTo>
                  <a:lnTo>
                    <a:pt x="221498" y="325240"/>
                  </a:lnTo>
                  <a:lnTo>
                    <a:pt x="226485" y="323438"/>
                  </a:lnTo>
                  <a:lnTo>
                    <a:pt x="231412" y="321478"/>
                  </a:lnTo>
                  <a:lnTo>
                    <a:pt x="236275" y="319362"/>
                  </a:lnTo>
                  <a:lnTo>
                    <a:pt x="241068" y="317094"/>
                  </a:lnTo>
                  <a:lnTo>
                    <a:pt x="245786" y="314674"/>
                  </a:lnTo>
                  <a:lnTo>
                    <a:pt x="250426" y="312107"/>
                  </a:lnTo>
                  <a:lnTo>
                    <a:pt x="254982" y="309393"/>
                  </a:lnTo>
                  <a:lnTo>
                    <a:pt x="259449" y="306536"/>
                  </a:lnTo>
                  <a:lnTo>
                    <a:pt x="263824" y="303539"/>
                  </a:lnTo>
                  <a:lnTo>
                    <a:pt x="268101" y="300405"/>
                  </a:lnTo>
                  <a:lnTo>
                    <a:pt x="272277" y="297136"/>
                  </a:lnTo>
                  <a:lnTo>
                    <a:pt x="276347" y="293737"/>
                  </a:lnTo>
                  <a:lnTo>
                    <a:pt x="280307" y="290211"/>
                  </a:lnTo>
                  <a:lnTo>
                    <a:pt x="284153" y="286560"/>
                  </a:lnTo>
                  <a:lnTo>
                    <a:pt x="287881" y="282790"/>
                  </a:lnTo>
                  <a:lnTo>
                    <a:pt x="291489" y="278903"/>
                  </a:lnTo>
                  <a:lnTo>
                    <a:pt x="294970" y="274904"/>
                  </a:lnTo>
                  <a:lnTo>
                    <a:pt x="298324" y="270796"/>
                  </a:lnTo>
                  <a:lnTo>
                    <a:pt x="301545" y="266584"/>
                  </a:lnTo>
                  <a:lnTo>
                    <a:pt x="304631" y="262272"/>
                  </a:lnTo>
                  <a:lnTo>
                    <a:pt x="307579" y="257864"/>
                  </a:lnTo>
                  <a:lnTo>
                    <a:pt x="310386" y="253365"/>
                  </a:lnTo>
                  <a:lnTo>
                    <a:pt x="313048" y="248779"/>
                  </a:lnTo>
                  <a:lnTo>
                    <a:pt x="315564" y="244111"/>
                  </a:lnTo>
                  <a:lnTo>
                    <a:pt x="317930" y="239365"/>
                  </a:lnTo>
                  <a:lnTo>
                    <a:pt x="320145" y="234547"/>
                  </a:lnTo>
                  <a:lnTo>
                    <a:pt x="322206" y="229661"/>
                  </a:lnTo>
                  <a:lnTo>
                    <a:pt x="324110" y="224712"/>
                  </a:lnTo>
                  <a:lnTo>
                    <a:pt x="325857" y="219706"/>
                  </a:lnTo>
                  <a:lnTo>
                    <a:pt x="327444" y="214646"/>
                  </a:lnTo>
                  <a:lnTo>
                    <a:pt x="328870" y="209539"/>
                  </a:lnTo>
                  <a:lnTo>
                    <a:pt x="330133" y="204389"/>
                  </a:lnTo>
                  <a:lnTo>
                    <a:pt x="331233" y="199201"/>
                  </a:lnTo>
                  <a:lnTo>
                    <a:pt x="332167" y="193981"/>
                  </a:lnTo>
                  <a:lnTo>
                    <a:pt x="332935" y="188734"/>
                  </a:lnTo>
                  <a:lnTo>
                    <a:pt x="333536" y="183466"/>
                  </a:lnTo>
                  <a:lnTo>
                    <a:pt x="333970" y="178181"/>
                  </a:lnTo>
                  <a:lnTo>
                    <a:pt x="334236" y="172885"/>
                  </a:lnTo>
                  <a:lnTo>
                    <a:pt x="334334" y="167583"/>
                  </a:lnTo>
                  <a:lnTo>
                    <a:pt x="334263" y="162281"/>
                  </a:lnTo>
                  <a:lnTo>
                    <a:pt x="334025" y="156983"/>
                  </a:lnTo>
                  <a:lnTo>
                    <a:pt x="333618" y="151696"/>
                  </a:lnTo>
                  <a:lnTo>
                    <a:pt x="333045" y="146425"/>
                  </a:lnTo>
                  <a:lnTo>
                    <a:pt x="332304" y="141174"/>
                  </a:lnTo>
                  <a:lnTo>
                    <a:pt x="331397" y="135949"/>
                  </a:lnTo>
                  <a:lnTo>
                    <a:pt x="330325" y="130756"/>
                  </a:lnTo>
                  <a:lnTo>
                    <a:pt x="329088" y="125599"/>
                  </a:lnTo>
                  <a:lnTo>
                    <a:pt x="327689" y="120485"/>
                  </a:lnTo>
                  <a:lnTo>
                    <a:pt x="326128" y="115417"/>
                  </a:lnTo>
                  <a:lnTo>
                    <a:pt x="324408" y="110401"/>
                  </a:lnTo>
                  <a:lnTo>
                    <a:pt x="322529" y="105442"/>
                  </a:lnTo>
                  <a:lnTo>
                    <a:pt x="320493" y="100546"/>
                  </a:lnTo>
                  <a:lnTo>
                    <a:pt x="318304" y="95716"/>
                  </a:lnTo>
                  <a:lnTo>
                    <a:pt x="315962" y="90959"/>
                  </a:lnTo>
                  <a:lnTo>
                    <a:pt x="313471" y="86278"/>
                  </a:lnTo>
                  <a:lnTo>
                    <a:pt x="310832" y="81678"/>
                  </a:lnTo>
                  <a:lnTo>
                    <a:pt x="308049" y="77164"/>
                  </a:lnTo>
                  <a:lnTo>
                    <a:pt x="305124" y="72741"/>
                  </a:lnTo>
                  <a:lnTo>
                    <a:pt x="302060" y="68413"/>
                  </a:lnTo>
                  <a:lnTo>
                    <a:pt x="298861" y="64184"/>
                  </a:lnTo>
                  <a:lnTo>
                    <a:pt x="295529" y="60059"/>
                  </a:lnTo>
                  <a:lnTo>
                    <a:pt x="292068" y="56042"/>
                  </a:lnTo>
                  <a:lnTo>
                    <a:pt x="288481" y="52136"/>
                  </a:lnTo>
                  <a:lnTo>
                    <a:pt x="284772" y="48346"/>
                  </a:lnTo>
                  <a:lnTo>
                    <a:pt x="280945" y="44676"/>
                  </a:lnTo>
                  <a:lnTo>
                    <a:pt x="277003" y="41129"/>
                  </a:lnTo>
                  <a:lnTo>
                    <a:pt x="272951" y="37709"/>
                  </a:lnTo>
                  <a:lnTo>
                    <a:pt x="268792" y="34419"/>
                  </a:lnTo>
                  <a:lnTo>
                    <a:pt x="264531" y="31262"/>
                  </a:lnTo>
                  <a:lnTo>
                    <a:pt x="260172" y="28242"/>
                  </a:lnTo>
                  <a:lnTo>
                    <a:pt x="255720" y="25362"/>
                  </a:lnTo>
                  <a:lnTo>
                    <a:pt x="251178" y="22625"/>
                  </a:lnTo>
                  <a:lnTo>
                    <a:pt x="246552" y="20033"/>
                  </a:lnTo>
                  <a:lnTo>
                    <a:pt x="241846" y="17589"/>
                  </a:lnTo>
                  <a:lnTo>
                    <a:pt x="237065" y="15296"/>
                  </a:lnTo>
                  <a:lnTo>
                    <a:pt x="232214" y="13155"/>
                  </a:lnTo>
                  <a:lnTo>
                    <a:pt x="227297" y="11170"/>
                  </a:lnTo>
                  <a:lnTo>
                    <a:pt x="222319" y="9341"/>
                  </a:lnTo>
                  <a:lnTo>
                    <a:pt x="217286" y="7671"/>
                  </a:lnTo>
                  <a:lnTo>
                    <a:pt x="212203" y="6162"/>
                  </a:lnTo>
                  <a:lnTo>
                    <a:pt x="207074" y="4814"/>
                  </a:lnTo>
                  <a:lnTo>
                    <a:pt x="201905" y="3630"/>
                  </a:lnTo>
                  <a:lnTo>
                    <a:pt x="196702" y="2611"/>
                  </a:lnTo>
                  <a:lnTo>
                    <a:pt x="191468" y="1757"/>
                  </a:lnTo>
                  <a:lnTo>
                    <a:pt x="186210" y="1069"/>
                  </a:lnTo>
                  <a:lnTo>
                    <a:pt x="180933" y="549"/>
                  </a:lnTo>
                  <a:lnTo>
                    <a:pt x="175642" y="196"/>
                  </a:lnTo>
                  <a:lnTo>
                    <a:pt x="170343" y="11"/>
                  </a:lnTo>
                  <a:lnTo>
                    <a:pt x="167167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3175" cy="167167"/>
            </a:xfrm>
            <a:custGeom>
              <a:avLst/>
              <a:pathLst>
                <a:path w="3175" h="167167">
                  <a:moveTo>
                    <a:pt x="3175" y="3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8060" y="2633064"/>
              <a:ext cx="30950" cy="167167"/>
            </a:xfrm>
            <a:custGeom>
              <a:avLst/>
              <a:pathLst>
                <a:path w="30950" h="167167">
                  <a:moveTo>
                    <a:pt x="30950" y="0"/>
                  </a:moveTo>
                  <a:lnTo>
                    <a:pt x="23170" y="181"/>
                  </a:lnTo>
                  <a:lnTo>
                    <a:pt x="15408" y="724"/>
                  </a:lnTo>
                  <a:lnTo>
                    <a:pt x="7678" y="1627"/>
                  </a:lnTo>
                  <a:lnTo>
                    <a:pt x="0" y="2890"/>
                  </a:lnTo>
                  <a:lnTo>
                    <a:pt x="3095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8060" y="2635954"/>
              <a:ext cx="30950" cy="164277"/>
            </a:xfrm>
            <a:custGeom>
              <a:avLst/>
              <a:pathLst>
                <a:path w="30950" h="164277">
                  <a:moveTo>
                    <a:pt x="0" y="0"/>
                  </a:moveTo>
                  <a:lnTo>
                    <a:pt x="30950" y="1642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48" y="2635954"/>
              <a:ext cx="334329" cy="331430"/>
            </a:xfrm>
            <a:custGeom>
              <a:avLst/>
              <a:pathLst>
                <a:path w="334329" h="331430">
                  <a:moveTo>
                    <a:pt x="136211" y="0"/>
                  </a:moveTo>
                  <a:lnTo>
                    <a:pt x="131030" y="1061"/>
                  </a:lnTo>
                  <a:lnTo>
                    <a:pt x="125885" y="2286"/>
                  </a:lnTo>
                  <a:lnTo>
                    <a:pt x="120781" y="3672"/>
                  </a:lnTo>
                  <a:lnTo>
                    <a:pt x="115724" y="5220"/>
                  </a:lnTo>
                  <a:lnTo>
                    <a:pt x="110718" y="6927"/>
                  </a:lnTo>
                  <a:lnTo>
                    <a:pt x="105769" y="8791"/>
                  </a:lnTo>
                  <a:lnTo>
                    <a:pt x="100881" y="10811"/>
                  </a:lnTo>
                  <a:lnTo>
                    <a:pt x="96059" y="12985"/>
                  </a:lnTo>
                  <a:lnTo>
                    <a:pt x="91309" y="15310"/>
                  </a:lnTo>
                  <a:lnTo>
                    <a:pt x="86634" y="17784"/>
                  </a:lnTo>
                  <a:lnTo>
                    <a:pt x="82040" y="20404"/>
                  </a:lnTo>
                  <a:lnTo>
                    <a:pt x="77532" y="23169"/>
                  </a:lnTo>
                  <a:lnTo>
                    <a:pt x="73113" y="26075"/>
                  </a:lnTo>
                  <a:lnTo>
                    <a:pt x="68788" y="29120"/>
                  </a:lnTo>
                  <a:lnTo>
                    <a:pt x="64562" y="32299"/>
                  </a:lnTo>
                  <a:lnTo>
                    <a:pt x="60438" y="35611"/>
                  </a:lnTo>
                  <a:lnTo>
                    <a:pt x="56421" y="39051"/>
                  </a:lnTo>
                  <a:lnTo>
                    <a:pt x="52515" y="42617"/>
                  </a:lnTo>
                  <a:lnTo>
                    <a:pt x="48724" y="46305"/>
                  </a:lnTo>
                  <a:lnTo>
                    <a:pt x="45051" y="50111"/>
                  </a:lnTo>
                  <a:lnTo>
                    <a:pt x="41501" y="54031"/>
                  </a:lnTo>
                  <a:lnTo>
                    <a:pt x="38076" y="58061"/>
                  </a:lnTo>
                  <a:lnTo>
                    <a:pt x="34781" y="62198"/>
                  </a:lnTo>
                  <a:lnTo>
                    <a:pt x="31618" y="66437"/>
                  </a:lnTo>
                  <a:lnTo>
                    <a:pt x="28591" y="70773"/>
                  </a:lnTo>
                  <a:lnTo>
                    <a:pt x="25702" y="75204"/>
                  </a:lnTo>
                  <a:lnTo>
                    <a:pt x="22955" y="79723"/>
                  </a:lnTo>
                  <a:lnTo>
                    <a:pt x="20352" y="84328"/>
                  </a:lnTo>
                  <a:lnTo>
                    <a:pt x="17897" y="89012"/>
                  </a:lnTo>
                  <a:lnTo>
                    <a:pt x="15591" y="93771"/>
                  </a:lnTo>
                  <a:lnTo>
                    <a:pt x="13436" y="98601"/>
                  </a:lnTo>
                  <a:lnTo>
                    <a:pt x="11435" y="103497"/>
                  </a:lnTo>
                  <a:lnTo>
                    <a:pt x="9591" y="108454"/>
                  </a:lnTo>
                  <a:lnTo>
                    <a:pt x="7904" y="113467"/>
                  </a:lnTo>
                  <a:lnTo>
                    <a:pt x="6376" y="118530"/>
                  </a:lnTo>
                  <a:lnTo>
                    <a:pt x="5009" y="123639"/>
                  </a:lnTo>
                  <a:lnTo>
                    <a:pt x="3805" y="128789"/>
                  </a:lnTo>
                  <a:lnTo>
                    <a:pt x="2764" y="133975"/>
                  </a:lnTo>
                  <a:lnTo>
                    <a:pt x="1888" y="139190"/>
                  </a:lnTo>
                  <a:lnTo>
                    <a:pt x="1177" y="144431"/>
                  </a:lnTo>
                  <a:lnTo>
                    <a:pt x="632" y="149692"/>
                  </a:lnTo>
                  <a:lnTo>
                    <a:pt x="254" y="154967"/>
                  </a:lnTo>
                  <a:lnTo>
                    <a:pt x="43" y="160252"/>
                  </a:lnTo>
                  <a:lnTo>
                    <a:pt x="0" y="165541"/>
                  </a:lnTo>
                  <a:lnTo>
                    <a:pt x="123" y="170828"/>
                  </a:lnTo>
                  <a:lnTo>
                    <a:pt x="414" y="176109"/>
                  </a:lnTo>
                  <a:lnTo>
                    <a:pt x="872" y="181378"/>
                  </a:lnTo>
                  <a:lnTo>
                    <a:pt x="1496" y="186630"/>
                  </a:lnTo>
                  <a:lnTo>
                    <a:pt x="2286" y="191859"/>
                  </a:lnTo>
                  <a:lnTo>
                    <a:pt x="3241" y="197061"/>
                  </a:lnTo>
                  <a:lnTo>
                    <a:pt x="4360" y="202230"/>
                  </a:lnTo>
                  <a:lnTo>
                    <a:pt x="5642" y="207361"/>
                  </a:lnTo>
                  <a:lnTo>
                    <a:pt x="7086" y="212449"/>
                  </a:lnTo>
                  <a:lnTo>
                    <a:pt x="8690" y="217489"/>
                  </a:lnTo>
                  <a:lnTo>
                    <a:pt x="10453" y="222476"/>
                  </a:lnTo>
                  <a:lnTo>
                    <a:pt x="12372" y="227404"/>
                  </a:lnTo>
                  <a:lnTo>
                    <a:pt x="14447" y="232269"/>
                  </a:lnTo>
                  <a:lnTo>
                    <a:pt x="16674" y="237066"/>
                  </a:lnTo>
                  <a:lnTo>
                    <a:pt x="19052" y="241790"/>
                  </a:lnTo>
                  <a:lnTo>
                    <a:pt x="21578" y="246437"/>
                  </a:lnTo>
                  <a:lnTo>
                    <a:pt x="24250" y="251001"/>
                  </a:lnTo>
                  <a:lnTo>
                    <a:pt x="27065" y="255478"/>
                  </a:lnTo>
                  <a:lnTo>
                    <a:pt x="30020" y="259865"/>
                  </a:lnTo>
                  <a:lnTo>
                    <a:pt x="33113" y="264155"/>
                  </a:lnTo>
                  <a:lnTo>
                    <a:pt x="36339" y="268346"/>
                  </a:lnTo>
                  <a:lnTo>
                    <a:pt x="39697" y="272432"/>
                  </a:lnTo>
                  <a:lnTo>
                    <a:pt x="43182" y="276410"/>
                  </a:lnTo>
                  <a:lnTo>
                    <a:pt x="46791" y="280276"/>
                  </a:lnTo>
                  <a:lnTo>
                    <a:pt x="50521" y="284026"/>
                  </a:lnTo>
                  <a:lnTo>
                    <a:pt x="54368" y="287656"/>
                  </a:lnTo>
                  <a:lnTo>
                    <a:pt x="58327" y="291162"/>
                  </a:lnTo>
                  <a:lnTo>
                    <a:pt x="62396" y="294541"/>
                  </a:lnTo>
                  <a:lnTo>
                    <a:pt x="66569" y="297791"/>
                  </a:lnTo>
                  <a:lnTo>
                    <a:pt x="70843" y="300906"/>
                  </a:lnTo>
                  <a:lnTo>
                    <a:pt x="75213" y="303884"/>
                  </a:lnTo>
                  <a:lnTo>
                    <a:pt x="79675" y="306723"/>
                  </a:lnTo>
                  <a:lnTo>
                    <a:pt x="84225" y="309420"/>
                  </a:lnTo>
                  <a:lnTo>
                    <a:pt x="88858" y="311971"/>
                  </a:lnTo>
                  <a:lnTo>
                    <a:pt x="93570" y="314374"/>
                  </a:lnTo>
                  <a:lnTo>
                    <a:pt x="98355" y="316627"/>
                  </a:lnTo>
                  <a:lnTo>
                    <a:pt x="103209" y="318727"/>
                  </a:lnTo>
                  <a:lnTo>
                    <a:pt x="108127" y="320673"/>
                  </a:lnTo>
                  <a:lnTo>
                    <a:pt x="113104" y="322462"/>
                  </a:lnTo>
                  <a:lnTo>
                    <a:pt x="118135" y="324093"/>
                  </a:lnTo>
                  <a:lnTo>
                    <a:pt x="123215" y="325564"/>
                  </a:lnTo>
                  <a:lnTo>
                    <a:pt x="128339" y="326874"/>
                  </a:lnTo>
                  <a:lnTo>
                    <a:pt x="133502" y="328020"/>
                  </a:lnTo>
                  <a:lnTo>
                    <a:pt x="138699" y="329003"/>
                  </a:lnTo>
                  <a:lnTo>
                    <a:pt x="143924" y="329821"/>
                  </a:lnTo>
                  <a:lnTo>
                    <a:pt x="149173" y="330473"/>
                  </a:lnTo>
                  <a:lnTo>
                    <a:pt x="154439" y="330959"/>
                  </a:lnTo>
                  <a:lnTo>
                    <a:pt x="159718" y="331278"/>
                  </a:lnTo>
                  <a:lnTo>
                    <a:pt x="165005" y="331430"/>
                  </a:lnTo>
                  <a:lnTo>
                    <a:pt x="170294" y="331415"/>
                  </a:lnTo>
                  <a:lnTo>
                    <a:pt x="175580" y="331232"/>
                  </a:lnTo>
                  <a:lnTo>
                    <a:pt x="180857" y="330882"/>
                  </a:lnTo>
                  <a:lnTo>
                    <a:pt x="186120" y="330366"/>
                  </a:lnTo>
                  <a:lnTo>
                    <a:pt x="191365" y="329683"/>
                  </a:lnTo>
                  <a:lnTo>
                    <a:pt x="196585" y="328834"/>
                  </a:lnTo>
                  <a:lnTo>
                    <a:pt x="201776" y="327821"/>
                  </a:lnTo>
                  <a:lnTo>
                    <a:pt x="206932" y="326644"/>
                  </a:lnTo>
                  <a:lnTo>
                    <a:pt x="212049" y="325305"/>
                  </a:lnTo>
                  <a:lnTo>
                    <a:pt x="217120" y="323805"/>
                  </a:lnTo>
                  <a:lnTo>
                    <a:pt x="222142" y="322144"/>
                  </a:lnTo>
                  <a:lnTo>
                    <a:pt x="227108" y="320326"/>
                  </a:lnTo>
                  <a:lnTo>
                    <a:pt x="232015" y="318352"/>
                  </a:lnTo>
                  <a:lnTo>
                    <a:pt x="236857" y="316223"/>
                  </a:lnTo>
                  <a:lnTo>
                    <a:pt x="241628" y="313942"/>
                  </a:lnTo>
                  <a:lnTo>
                    <a:pt x="246326" y="311512"/>
                  </a:lnTo>
                  <a:lnTo>
                    <a:pt x="250944" y="308934"/>
                  </a:lnTo>
                  <a:lnTo>
                    <a:pt x="255478" y="306211"/>
                  </a:lnTo>
                  <a:lnTo>
                    <a:pt x="259924" y="303346"/>
                  </a:lnTo>
                  <a:lnTo>
                    <a:pt x="264276" y="300342"/>
                  </a:lnTo>
                  <a:lnTo>
                    <a:pt x="268532" y="297202"/>
                  </a:lnTo>
                  <a:lnTo>
                    <a:pt x="272686" y="293929"/>
                  </a:lnTo>
                  <a:lnTo>
                    <a:pt x="276735" y="290525"/>
                  </a:lnTo>
                  <a:lnTo>
                    <a:pt x="280674" y="286996"/>
                  </a:lnTo>
                  <a:lnTo>
                    <a:pt x="284499" y="283344"/>
                  </a:lnTo>
                  <a:lnTo>
                    <a:pt x="288207" y="279572"/>
                  </a:lnTo>
                  <a:lnTo>
                    <a:pt x="291794" y="275685"/>
                  </a:lnTo>
                  <a:lnTo>
                    <a:pt x="295256" y="271687"/>
                  </a:lnTo>
                  <a:lnTo>
                    <a:pt x="298589" y="267581"/>
                  </a:lnTo>
                  <a:lnTo>
                    <a:pt x="301792" y="263372"/>
                  </a:lnTo>
                  <a:lnTo>
                    <a:pt x="304859" y="259063"/>
                  </a:lnTo>
                  <a:lnTo>
                    <a:pt x="307789" y="254660"/>
                  </a:lnTo>
                  <a:lnTo>
                    <a:pt x="310577" y="250166"/>
                  </a:lnTo>
                  <a:lnTo>
                    <a:pt x="313223" y="245586"/>
                  </a:lnTo>
                  <a:lnTo>
                    <a:pt x="315722" y="240925"/>
                  </a:lnTo>
                  <a:lnTo>
                    <a:pt x="318072" y="236187"/>
                  </a:lnTo>
                  <a:lnTo>
                    <a:pt x="320271" y="231377"/>
                  </a:lnTo>
                  <a:lnTo>
                    <a:pt x="322317" y="226500"/>
                  </a:lnTo>
                  <a:lnTo>
                    <a:pt x="324208" y="221561"/>
                  </a:lnTo>
                  <a:lnTo>
                    <a:pt x="325942" y="216564"/>
                  </a:lnTo>
                  <a:lnTo>
                    <a:pt x="327516" y="211515"/>
                  </a:lnTo>
                  <a:lnTo>
                    <a:pt x="328930" y="206419"/>
                  </a:lnTo>
                  <a:lnTo>
                    <a:pt x="330183" y="201281"/>
                  </a:lnTo>
                  <a:lnTo>
                    <a:pt x="331272" y="196105"/>
                  </a:lnTo>
                  <a:lnTo>
                    <a:pt x="332196" y="190898"/>
                  </a:lnTo>
                  <a:lnTo>
                    <a:pt x="332956" y="185664"/>
                  </a:lnTo>
                  <a:lnTo>
                    <a:pt x="333549" y="180408"/>
                  </a:lnTo>
                  <a:lnTo>
                    <a:pt x="333976" y="175137"/>
                  </a:lnTo>
                  <a:lnTo>
                    <a:pt x="334237" y="169854"/>
                  </a:lnTo>
                  <a:lnTo>
                    <a:pt x="334329" y="164566"/>
                  </a:lnTo>
                  <a:lnTo>
                    <a:pt x="334255" y="159278"/>
                  </a:lnTo>
                  <a:lnTo>
                    <a:pt x="334013" y="153994"/>
                  </a:lnTo>
                  <a:lnTo>
                    <a:pt x="333604" y="148721"/>
                  </a:lnTo>
                  <a:lnTo>
                    <a:pt x="333029" y="143464"/>
                  </a:lnTo>
                  <a:lnTo>
                    <a:pt x="332288" y="138227"/>
                  </a:lnTo>
                  <a:lnTo>
                    <a:pt x="331381" y="133017"/>
                  </a:lnTo>
                  <a:lnTo>
                    <a:pt x="330310" y="127837"/>
                  </a:lnTo>
                  <a:lnTo>
                    <a:pt x="329075" y="122695"/>
                  </a:lnTo>
                  <a:lnTo>
                    <a:pt x="327679" y="117593"/>
                  </a:lnTo>
                  <a:lnTo>
                    <a:pt x="326122" y="112539"/>
                  </a:lnTo>
                  <a:lnTo>
                    <a:pt x="324406" y="107536"/>
                  </a:lnTo>
                  <a:lnTo>
                    <a:pt x="322532" y="102590"/>
                  </a:lnTo>
                  <a:lnTo>
                    <a:pt x="320503" y="97706"/>
                  </a:lnTo>
                  <a:lnTo>
                    <a:pt x="318320" y="92889"/>
                  </a:lnTo>
                  <a:lnTo>
                    <a:pt x="315986" y="88143"/>
                  </a:lnTo>
                  <a:lnTo>
                    <a:pt x="313503" y="83473"/>
                  </a:lnTo>
                  <a:lnTo>
                    <a:pt x="310874" y="78884"/>
                  </a:lnTo>
                  <a:lnTo>
                    <a:pt x="308101" y="74381"/>
                  </a:lnTo>
                  <a:lnTo>
                    <a:pt x="305186" y="69967"/>
                  </a:lnTo>
                  <a:lnTo>
                    <a:pt x="302134" y="65648"/>
                  </a:lnTo>
                  <a:lnTo>
                    <a:pt x="298946" y="61428"/>
                  </a:lnTo>
                  <a:lnTo>
                    <a:pt x="295627" y="57310"/>
                  </a:lnTo>
                  <a:lnTo>
                    <a:pt x="292179" y="53300"/>
                  </a:lnTo>
                  <a:lnTo>
                    <a:pt x="288605" y="49401"/>
                  </a:lnTo>
                  <a:lnTo>
                    <a:pt x="284911" y="45617"/>
                  </a:lnTo>
                  <a:lnTo>
                    <a:pt x="281098" y="41951"/>
                  </a:lnTo>
                  <a:lnTo>
                    <a:pt x="277171" y="38408"/>
                  </a:lnTo>
                  <a:lnTo>
                    <a:pt x="273135" y="34991"/>
                  </a:lnTo>
                  <a:lnTo>
                    <a:pt x="268992" y="31703"/>
                  </a:lnTo>
                  <a:lnTo>
                    <a:pt x="264747" y="28548"/>
                  </a:lnTo>
                  <a:lnTo>
                    <a:pt x="260404" y="25529"/>
                  </a:lnTo>
                  <a:lnTo>
                    <a:pt x="255969" y="22649"/>
                  </a:lnTo>
                  <a:lnTo>
                    <a:pt x="251444" y="19911"/>
                  </a:lnTo>
                  <a:lnTo>
                    <a:pt x="246835" y="17317"/>
                  </a:lnTo>
                  <a:lnTo>
                    <a:pt x="242146" y="14870"/>
                  </a:lnTo>
                  <a:lnTo>
                    <a:pt x="237382" y="12573"/>
                  </a:lnTo>
                  <a:lnTo>
                    <a:pt x="232548" y="10427"/>
                  </a:lnTo>
                  <a:lnTo>
                    <a:pt x="227648" y="8436"/>
                  </a:lnTo>
                  <a:lnTo>
                    <a:pt x="222688" y="6600"/>
                  </a:lnTo>
                  <a:lnTo>
                    <a:pt x="217672" y="4923"/>
                  </a:lnTo>
                  <a:lnTo>
                    <a:pt x="212606" y="3405"/>
                  </a:lnTo>
                  <a:lnTo>
                    <a:pt x="207494" y="2048"/>
                  </a:lnTo>
                  <a:lnTo>
                    <a:pt x="202342" y="853"/>
                  </a:lnTo>
                  <a:lnTo>
                    <a:pt x="167162" y="1642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35179" cy="167167"/>
            </a:xfrm>
            <a:custGeom>
              <a:avLst/>
              <a:pathLst>
                <a:path w="35179" h="167167">
                  <a:moveTo>
                    <a:pt x="35179" y="3743"/>
                  </a:moveTo>
                  <a:lnTo>
                    <a:pt x="28220" y="2399"/>
                  </a:lnTo>
                  <a:lnTo>
                    <a:pt x="21209" y="1350"/>
                  </a:lnTo>
                  <a:lnTo>
                    <a:pt x="14160" y="600"/>
                  </a:lnTo>
                  <a:lnTo>
                    <a:pt x="7086" y="15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433" y="2126963"/>
              <a:ext cx="7038" cy="167167"/>
            </a:xfrm>
            <a:custGeom>
              <a:avLst/>
              <a:pathLst>
                <a:path w="7038" h="167167">
                  <a:moveTo>
                    <a:pt x="7038" y="0"/>
                  </a:moveTo>
                  <a:lnTo>
                    <a:pt x="0" y="148"/>
                  </a:lnTo>
                  <a:lnTo>
                    <a:pt x="70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433" y="2127111"/>
              <a:ext cx="7038" cy="167019"/>
            </a:xfrm>
            <a:custGeom>
              <a:avLst/>
              <a:pathLst>
                <a:path w="7038" h="167019">
                  <a:moveTo>
                    <a:pt x="0" y="0"/>
                  </a:moveTo>
                  <a:lnTo>
                    <a:pt x="7038" y="1670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05" y="2127111"/>
              <a:ext cx="167166" cy="333801"/>
            </a:xfrm>
            <a:custGeom>
              <a:avLst/>
              <a:pathLst>
                <a:path w="167166" h="333801">
                  <a:moveTo>
                    <a:pt x="160127" y="0"/>
                  </a:moveTo>
                  <a:lnTo>
                    <a:pt x="154802" y="309"/>
                  </a:lnTo>
                  <a:lnTo>
                    <a:pt x="149489" y="788"/>
                  </a:lnTo>
                  <a:lnTo>
                    <a:pt x="144195" y="1437"/>
                  </a:lnTo>
                  <a:lnTo>
                    <a:pt x="138923" y="2254"/>
                  </a:lnTo>
                  <a:lnTo>
                    <a:pt x="133681" y="3239"/>
                  </a:lnTo>
                  <a:lnTo>
                    <a:pt x="128472" y="4391"/>
                  </a:lnTo>
                  <a:lnTo>
                    <a:pt x="123303" y="5708"/>
                  </a:lnTo>
                  <a:lnTo>
                    <a:pt x="118179" y="7190"/>
                  </a:lnTo>
                  <a:lnTo>
                    <a:pt x="113104" y="8834"/>
                  </a:lnTo>
                  <a:lnTo>
                    <a:pt x="108085" y="10640"/>
                  </a:lnTo>
                  <a:lnTo>
                    <a:pt x="103126" y="12604"/>
                  </a:lnTo>
                  <a:lnTo>
                    <a:pt x="98232" y="14726"/>
                  </a:lnTo>
                  <a:lnTo>
                    <a:pt x="93408" y="17003"/>
                  </a:lnTo>
                  <a:lnTo>
                    <a:pt x="88659" y="19433"/>
                  </a:lnTo>
                  <a:lnTo>
                    <a:pt x="83990" y="22013"/>
                  </a:lnTo>
                  <a:lnTo>
                    <a:pt x="79406" y="24740"/>
                  </a:lnTo>
                  <a:lnTo>
                    <a:pt x="74911" y="27613"/>
                  </a:lnTo>
                  <a:lnTo>
                    <a:pt x="70510" y="30627"/>
                  </a:lnTo>
                  <a:lnTo>
                    <a:pt x="66208" y="33781"/>
                  </a:lnTo>
                  <a:lnTo>
                    <a:pt x="62008" y="37070"/>
                  </a:lnTo>
                  <a:lnTo>
                    <a:pt x="57916" y="40491"/>
                  </a:lnTo>
                  <a:lnTo>
                    <a:pt x="53934" y="44041"/>
                  </a:lnTo>
                  <a:lnTo>
                    <a:pt x="50068" y="47716"/>
                  </a:lnTo>
                  <a:lnTo>
                    <a:pt x="46322" y="51513"/>
                  </a:lnTo>
                  <a:lnTo>
                    <a:pt x="42698" y="55427"/>
                  </a:lnTo>
                  <a:lnTo>
                    <a:pt x="39201" y="59456"/>
                  </a:lnTo>
                  <a:lnTo>
                    <a:pt x="35834" y="63593"/>
                  </a:lnTo>
                  <a:lnTo>
                    <a:pt x="32601" y="67836"/>
                  </a:lnTo>
                  <a:lnTo>
                    <a:pt x="29505" y="72180"/>
                  </a:lnTo>
                  <a:lnTo>
                    <a:pt x="26549" y="76620"/>
                  </a:lnTo>
                  <a:lnTo>
                    <a:pt x="23737" y="81153"/>
                  </a:lnTo>
                  <a:lnTo>
                    <a:pt x="21070" y="85773"/>
                  </a:lnTo>
                  <a:lnTo>
                    <a:pt x="18552" y="90475"/>
                  </a:lnTo>
                  <a:lnTo>
                    <a:pt x="16186" y="95256"/>
                  </a:lnTo>
                  <a:lnTo>
                    <a:pt x="13973" y="100110"/>
                  </a:lnTo>
                  <a:lnTo>
                    <a:pt x="11916" y="105031"/>
                  </a:lnTo>
                  <a:lnTo>
                    <a:pt x="10018" y="110016"/>
                  </a:lnTo>
                  <a:lnTo>
                    <a:pt x="8279" y="115059"/>
                  </a:lnTo>
                  <a:lnTo>
                    <a:pt x="6702" y="120155"/>
                  </a:lnTo>
                  <a:lnTo>
                    <a:pt x="5288" y="125299"/>
                  </a:lnTo>
                  <a:lnTo>
                    <a:pt x="4040" y="130485"/>
                  </a:lnTo>
                  <a:lnTo>
                    <a:pt x="2957" y="135708"/>
                  </a:lnTo>
                  <a:lnTo>
                    <a:pt x="2042" y="140963"/>
                  </a:lnTo>
                  <a:lnTo>
                    <a:pt x="1295" y="146245"/>
                  </a:lnTo>
                  <a:lnTo>
                    <a:pt x="716" y="151547"/>
                  </a:lnTo>
                  <a:lnTo>
                    <a:pt x="307" y="156866"/>
                  </a:lnTo>
                  <a:lnTo>
                    <a:pt x="68" y="162195"/>
                  </a:lnTo>
                  <a:lnTo>
                    <a:pt x="0" y="167529"/>
                  </a:lnTo>
                  <a:lnTo>
                    <a:pt x="101" y="172862"/>
                  </a:lnTo>
                  <a:lnTo>
                    <a:pt x="372" y="178189"/>
                  </a:lnTo>
                  <a:lnTo>
                    <a:pt x="814" y="183505"/>
                  </a:lnTo>
                  <a:lnTo>
                    <a:pt x="1424" y="188804"/>
                  </a:lnTo>
                  <a:lnTo>
                    <a:pt x="2204" y="194081"/>
                  </a:lnTo>
                  <a:lnTo>
                    <a:pt x="3151" y="199331"/>
                  </a:lnTo>
                  <a:lnTo>
                    <a:pt x="4266" y="204547"/>
                  </a:lnTo>
                  <a:lnTo>
                    <a:pt x="5546" y="209726"/>
                  </a:lnTo>
                  <a:lnTo>
                    <a:pt x="6991" y="214861"/>
                  </a:lnTo>
                  <a:lnTo>
                    <a:pt x="8599" y="219947"/>
                  </a:lnTo>
                  <a:lnTo>
                    <a:pt x="10368" y="224979"/>
                  </a:lnTo>
                  <a:lnTo>
                    <a:pt x="12297" y="229952"/>
                  </a:lnTo>
                  <a:lnTo>
                    <a:pt x="14384" y="234861"/>
                  </a:lnTo>
                  <a:lnTo>
                    <a:pt x="16627" y="239701"/>
                  </a:lnTo>
                  <a:lnTo>
                    <a:pt x="19022" y="244467"/>
                  </a:lnTo>
                  <a:lnTo>
                    <a:pt x="21569" y="249155"/>
                  </a:lnTo>
                  <a:lnTo>
                    <a:pt x="24263" y="253758"/>
                  </a:lnTo>
                  <a:lnTo>
                    <a:pt x="27104" y="258273"/>
                  </a:lnTo>
                  <a:lnTo>
                    <a:pt x="30086" y="262696"/>
                  </a:lnTo>
                  <a:lnTo>
                    <a:pt x="33209" y="267021"/>
                  </a:lnTo>
                  <a:lnTo>
                    <a:pt x="36468" y="271244"/>
                  </a:lnTo>
                  <a:lnTo>
                    <a:pt x="39860" y="275361"/>
                  </a:lnTo>
                  <a:lnTo>
                    <a:pt x="43381" y="279367"/>
                  </a:lnTo>
                  <a:lnTo>
                    <a:pt x="47029" y="283259"/>
                  </a:lnTo>
                  <a:lnTo>
                    <a:pt x="50799" y="287033"/>
                  </a:lnTo>
                  <a:lnTo>
                    <a:pt x="54687" y="290685"/>
                  </a:lnTo>
                  <a:lnTo>
                    <a:pt x="58690" y="294211"/>
                  </a:lnTo>
                  <a:lnTo>
                    <a:pt x="62803" y="297607"/>
                  </a:lnTo>
                  <a:lnTo>
                    <a:pt x="67023" y="300870"/>
                  </a:lnTo>
                  <a:lnTo>
                    <a:pt x="71344" y="303997"/>
                  </a:lnTo>
                  <a:lnTo>
                    <a:pt x="75764" y="306985"/>
                  </a:lnTo>
                  <a:lnTo>
                    <a:pt x="80276" y="309830"/>
                  </a:lnTo>
                  <a:lnTo>
                    <a:pt x="84876" y="312529"/>
                  </a:lnTo>
                  <a:lnTo>
                    <a:pt x="89561" y="315081"/>
                  </a:lnTo>
                  <a:lnTo>
                    <a:pt x="94325" y="317481"/>
                  </a:lnTo>
                  <a:lnTo>
                    <a:pt x="99162" y="319729"/>
                  </a:lnTo>
                  <a:lnTo>
                    <a:pt x="104069" y="321821"/>
                  </a:lnTo>
                  <a:lnTo>
                    <a:pt x="109040" y="323755"/>
                  </a:lnTo>
                  <a:lnTo>
                    <a:pt x="114071" y="325530"/>
                  </a:lnTo>
                  <a:lnTo>
                    <a:pt x="119155" y="327143"/>
                  </a:lnTo>
                  <a:lnTo>
                    <a:pt x="124288" y="328594"/>
                  </a:lnTo>
                  <a:lnTo>
                    <a:pt x="129465" y="329879"/>
                  </a:lnTo>
                  <a:lnTo>
                    <a:pt x="134681" y="330999"/>
                  </a:lnTo>
                  <a:lnTo>
                    <a:pt x="139929" y="331952"/>
                  </a:lnTo>
                  <a:lnTo>
                    <a:pt x="145205" y="332737"/>
                  </a:lnTo>
                  <a:lnTo>
                    <a:pt x="150504" y="333354"/>
                  </a:lnTo>
                  <a:lnTo>
                    <a:pt x="155819" y="333801"/>
                  </a:lnTo>
                  <a:lnTo>
                    <a:pt x="167166" y="167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17125" y="2126963"/>
              <a:ext cx="178498" cy="334333"/>
            </a:xfrm>
            <a:custGeom>
              <a:avLst/>
              <a:pathLst>
                <a:path w="178498" h="334333">
                  <a:moveTo>
                    <a:pt x="0" y="333949"/>
                  </a:moveTo>
                  <a:lnTo>
                    <a:pt x="5304" y="334225"/>
                  </a:lnTo>
                  <a:lnTo>
                    <a:pt x="10615" y="334333"/>
                  </a:lnTo>
                  <a:lnTo>
                    <a:pt x="15927" y="334272"/>
                  </a:lnTo>
                  <a:lnTo>
                    <a:pt x="21234" y="334042"/>
                  </a:lnTo>
                  <a:lnTo>
                    <a:pt x="26531" y="333643"/>
                  </a:lnTo>
                  <a:lnTo>
                    <a:pt x="31812" y="333077"/>
                  </a:lnTo>
                  <a:lnTo>
                    <a:pt x="37073" y="332343"/>
                  </a:lnTo>
                  <a:lnTo>
                    <a:pt x="42308" y="331442"/>
                  </a:lnTo>
                  <a:lnTo>
                    <a:pt x="47512" y="330375"/>
                  </a:lnTo>
                  <a:lnTo>
                    <a:pt x="52679" y="329144"/>
                  </a:lnTo>
                  <a:lnTo>
                    <a:pt x="57805" y="327749"/>
                  </a:lnTo>
                  <a:lnTo>
                    <a:pt x="62883" y="326192"/>
                  </a:lnTo>
                  <a:lnTo>
                    <a:pt x="67910" y="324474"/>
                  </a:lnTo>
                  <a:lnTo>
                    <a:pt x="72879" y="322598"/>
                  </a:lnTo>
                  <a:lnTo>
                    <a:pt x="77786" y="320564"/>
                  </a:lnTo>
                  <a:lnTo>
                    <a:pt x="82627" y="318376"/>
                  </a:lnTo>
                  <a:lnTo>
                    <a:pt x="87395" y="316035"/>
                  </a:lnTo>
                  <a:lnTo>
                    <a:pt x="92086" y="313543"/>
                  </a:lnTo>
                  <a:lnTo>
                    <a:pt x="96696" y="310904"/>
                  </a:lnTo>
                  <a:lnTo>
                    <a:pt x="101220" y="308120"/>
                  </a:lnTo>
                  <a:lnTo>
                    <a:pt x="105653" y="305193"/>
                  </a:lnTo>
                  <a:lnTo>
                    <a:pt x="109991" y="302127"/>
                  </a:lnTo>
                  <a:lnTo>
                    <a:pt x="114229" y="298925"/>
                  </a:lnTo>
                  <a:lnTo>
                    <a:pt x="118363" y="295589"/>
                  </a:lnTo>
                  <a:lnTo>
                    <a:pt x="122389" y="292124"/>
                  </a:lnTo>
                  <a:lnTo>
                    <a:pt x="126304" y="288533"/>
                  </a:lnTo>
                  <a:lnTo>
                    <a:pt x="130102" y="284820"/>
                  </a:lnTo>
                  <a:lnTo>
                    <a:pt x="133780" y="280987"/>
                  </a:lnTo>
                  <a:lnTo>
                    <a:pt x="137334" y="277040"/>
                  </a:lnTo>
                  <a:lnTo>
                    <a:pt x="140761" y="272981"/>
                  </a:lnTo>
                  <a:lnTo>
                    <a:pt x="144058" y="268816"/>
                  </a:lnTo>
                  <a:lnTo>
                    <a:pt x="147221" y="264548"/>
                  </a:lnTo>
                  <a:lnTo>
                    <a:pt x="150246" y="260182"/>
                  </a:lnTo>
                  <a:lnTo>
                    <a:pt x="153131" y="255722"/>
                  </a:lnTo>
                  <a:lnTo>
                    <a:pt x="155873" y="251172"/>
                  </a:lnTo>
                  <a:lnTo>
                    <a:pt x="158469" y="246538"/>
                  </a:lnTo>
                  <a:lnTo>
                    <a:pt x="160917" y="241824"/>
                  </a:lnTo>
                  <a:lnTo>
                    <a:pt x="163213" y="237034"/>
                  </a:lnTo>
                  <a:lnTo>
                    <a:pt x="165356" y="232173"/>
                  </a:lnTo>
                  <a:lnTo>
                    <a:pt x="167344" y="227247"/>
                  </a:lnTo>
                  <a:lnTo>
                    <a:pt x="169174" y="222261"/>
                  </a:lnTo>
                  <a:lnTo>
                    <a:pt x="170845" y="217218"/>
                  </a:lnTo>
                  <a:lnTo>
                    <a:pt x="172355" y="212125"/>
                  </a:lnTo>
                  <a:lnTo>
                    <a:pt x="173702" y="206987"/>
                  </a:lnTo>
                  <a:lnTo>
                    <a:pt x="174885" y="201809"/>
                  </a:lnTo>
                  <a:lnTo>
                    <a:pt x="175903" y="196595"/>
                  </a:lnTo>
                  <a:lnTo>
                    <a:pt x="176755" y="191352"/>
                  </a:lnTo>
                  <a:lnTo>
                    <a:pt x="177440" y="186084"/>
                  </a:lnTo>
                  <a:lnTo>
                    <a:pt x="177957" y="180798"/>
                  </a:lnTo>
                  <a:lnTo>
                    <a:pt x="178306" y="175497"/>
                  </a:lnTo>
                  <a:lnTo>
                    <a:pt x="178486" y="170188"/>
                  </a:lnTo>
                  <a:lnTo>
                    <a:pt x="178498" y="164877"/>
                  </a:lnTo>
                  <a:lnTo>
                    <a:pt x="178341" y="159567"/>
                  </a:lnTo>
                  <a:lnTo>
                    <a:pt x="178015" y="154265"/>
                  </a:lnTo>
                  <a:lnTo>
                    <a:pt x="177521" y="148976"/>
                  </a:lnTo>
                  <a:lnTo>
                    <a:pt x="176859" y="143706"/>
                  </a:lnTo>
                  <a:lnTo>
                    <a:pt x="176030" y="138459"/>
                  </a:lnTo>
                  <a:lnTo>
                    <a:pt x="175035" y="133241"/>
                  </a:lnTo>
                  <a:lnTo>
                    <a:pt x="173874" y="128057"/>
                  </a:lnTo>
                  <a:lnTo>
                    <a:pt x="172550" y="122913"/>
                  </a:lnTo>
                  <a:lnTo>
                    <a:pt x="171062" y="117814"/>
                  </a:lnTo>
                  <a:lnTo>
                    <a:pt x="169414" y="112764"/>
                  </a:lnTo>
                  <a:lnTo>
                    <a:pt x="167605" y="107769"/>
                  </a:lnTo>
                  <a:lnTo>
                    <a:pt x="165639" y="102835"/>
                  </a:lnTo>
                  <a:lnTo>
                    <a:pt x="163517" y="97965"/>
                  </a:lnTo>
                  <a:lnTo>
                    <a:pt x="161242" y="93165"/>
                  </a:lnTo>
                  <a:lnTo>
                    <a:pt x="158815" y="88440"/>
                  </a:lnTo>
                  <a:lnTo>
                    <a:pt x="156239" y="83794"/>
                  </a:lnTo>
                  <a:lnTo>
                    <a:pt x="153517" y="79233"/>
                  </a:lnTo>
                  <a:lnTo>
                    <a:pt x="150652" y="74760"/>
                  </a:lnTo>
                  <a:lnTo>
                    <a:pt x="147645" y="70381"/>
                  </a:lnTo>
                  <a:lnTo>
                    <a:pt x="144501" y="66099"/>
                  </a:lnTo>
                  <a:lnTo>
                    <a:pt x="141223" y="61920"/>
                  </a:lnTo>
                  <a:lnTo>
                    <a:pt x="137814" y="57846"/>
                  </a:lnTo>
                  <a:lnTo>
                    <a:pt x="134276" y="53883"/>
                  </a:lnTo>
                  <a:lnTo>
                    <a:pt x="130615" y="50035"/>
                  </a:lnTo>
                  <a:lnTo>
                    <a:pt x="126833" y="46305"/>
                  </a:lnTo>
                  <a:lnTo>
                    <a:pt x="122935" y="42696"/>
                  </a:lnTo>
                  <a:lnTo>
                    <a:pt x="118924" y="39214"/>
                  </a:lnTo>
                  <a:lnTo>
                    <a:pt x="114804" y="35860"/>
                  </a:lnTo>
                  <a:lnTo>
                    <a:pt x="110580" y="32640"/>
                  </a:lnTo>
                  <a:lnTo>
                    <a:pt x="106256" y="29555"/>
                  </a:lnTo>
                  <a:lnTo>
                    <a:pt x="101836" y="26609"/>
                  </a:lnTo>
                  <a:lnTo>
                    <a:pt x="97324" y="23805"/>
                  </a:lnTo>
                  <a:lnTo>
                    <a:pt x="92726" y="21145"/>
                  </a:lnTo>
                  <a:lnTo>
                    <a:pt x="88045" y="18633"/>
                  </a:lnTo>
                  <a:lnTo>
                    <a:pt x="83287" y="16271"/>
                  </a:lnTo>
                  <a:lnTo>
                    <a:pt x="78457" y="14062"/>
                  </a:lnTo>
                  <a:lnTo>
                    <a:pt x="73558" y="12007"/>
                  </a:lnTo>
                  <a:lnTo>
                    <a:pt x="68597" y="10109"/>
                  </a:lnTo>
                  <a:lnTo>
                    <a:pt x="63578" y="8369"/>
                  </a:lnTo>
                  <a:lnTo>
                    <a:pt x="58507" y="6790"/>
                  </a:lnTo>
                  <a:lnTo>
                    <a:pt x="53387" y="5372"/>
                  </a:lnTo>
                  <a:lnTo>
                    <a:pt x="48226" y="4118"/>
                  </a:lnTo>
                  <a:lnTo>
                    <a:pt x="43026" y="3029"/>
                  </a:lnTo>
                  <a:lnTo>
                    <a:pt x="37795" y="2105"/>
                  </a:lnTo>
                  <a:lnTo>
                    <a:pt x="32538" y="1348"/>
                  </a:lnTo>
                  <a:lnTo>
                    <a:pt x="27259" y="759"/>
                  </a:lnTo>
                  <a:lnTo>
                    <a:pt x="21963" y="337"/>
                  </a:lnTo>
                  <a:lnTo>
                    <a:pt x="16658" y="84"/>
                  </a:lnTo>
                  <a:lnTo>
                    <a:pt x="11346" y="0"/>
                  </a:lnTo>
                  <a:lnTo>
                    <a:pt x="113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513" y="1681503"/>
              <a:ext cx="12721" cy="167167"/>
            </a:xfrm>
            <a:custGeom>
              <a:avLst/>
              <a:pathLst>
                <a:path w="12721" h="167167">
                  <a:moveTo>
                    <a:pt x="12721" y="0"/>
                  </a:moveTo>
                  <a:lnTo>
                    <a:pt x="0" y="484"/>
                  </a:lnTo>
                  <a:lnTo>
                    <a:pt x="1272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513" y="1681988"/>
              <a:ext cx="12721" cy="166682"/>
            </a:xfrm>
            <a:custGeom>
              <a:avLst/>
              <a:pathLst>
                <a:path w="12721" h="166682">
                  <a:moveTo>
                    <a:pt x="0" y="0"/>
                  </a:moveTo>
                  <a:lnTo>
                    <a:pt x="12721" y="1666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72" y="1681988"/>
              <a:ext cx="334313" cy="333849"/>
            </a:xfrm>
            <a:custGeom>
              <a:avLst/>
              <a:pathLst>
                <a:path w="334313" h="333849">
                  <a:moveTo>
                    <a:pt x="154440" y="0"/>
                  </a:moveTo>
                  <a:lnTo>
                    <a:pt x="149175" y="485"/>
                  </a:lnTo>
                  <a:lnTo>
                    <a:pt x="143927" y="1137"/>
                  </a:lnTo>
                  <a:lnTo>
                    <a:pt x="138703" y="1955"/>
                  </a:lnTo>
                  <a:lnTo>
                    <a:pt x="133507" y="2938"/>
                  </a:lnTo>
                  <a:lnTo>
                    <a:pt x="128344" y="4084"/>
                  </a:lnTo>
                  <a:lnTo>
                    <a:pt x="123221" y="5393"/>
                  </a:lnTo>
                  <a:lnTo>
                    <a:pt x="118141" y="6864"/>
                  </a:lnTo>
                  <a:lnTo>
                    <a:pt x="113111" y="8494"/>
                  </a:lnTo>
                  <a:lnTo>
                    <a:pt x="108135" y="10283"/>
                  </a:lnTo>
                  <a:lnTo>
                    <a:pt x="103217" y="12228"/>
                  </a:lnTo>
                  <a:lnTo>
                    <a:pt x="98364" y="14328"/>
                  </a:lnTo>
                  <a:lnTo>
                    <a:pt x="93580" y="16580"/>
                  </a:lnTo>
                  <a:lnTo>
                    <a:pt x="88869" y="18983"/>
                  </a:lnTo>
                  <a:lnTo>
                    <a:pt x="84236" y="21533"/>
                  </a:lnTo>
                  <a:lnTo>
                    <a:pt x="79687" y="24228"/>
                  </a:lnTo>
                  <a:lnTo>
                    <a:pt x="75225" y="27066"/>
                  </a:lnTo>
                  <a:lnTo>
                    <a:pt x="70855" y="30044"/>
                  </a:lnTo>
                  <a:lnTo>
                    <a:pt x="66581" y="33159"/>
                  </a:lnTo>
                  <a:lnTo>
                    <a:pt x="62408" y="36407"/>
                  </a:lnTo>
                  <a:lnTo>
                    <a:pt x="58340" y="39785"/>
                  </a:lnTo>
                  <a:lnTo>
                    <a:pt x="54381" y="43291"/>
                  </a:lnTo>
                  <a:lnTo>
                    <a:pt x="50535" y="46920"/>
                  </a:lnTo>
                  <a:lnTo>
                    <a:pt x="46805" y="50668"/>
                  </a:lnTo>
                  <a:lnTo>
                    <a:pt x="43196" y="54533"/>
                  </a:lnTo>
                  <a:lnTo>
                    <a:pt x="39711" y="58510"/>
                  </a:lnTo>
                  <a:lnTo>
                    <a:pt x="36353" y="62596"/>
                  </a:lnTo>
                  <a:lnTo>
                    <a:pt x="33126" y="66785"/>
                  </a:lnTo>
                  <a:lnTo>
                    <a:pt x="30034" y="71075"/>
                  </a:lnTo>
                  <a:lnTo>
                    <a:pt x="27078" y="75460"/>
                  </a:lnTo>
                  <a:lnTo>
                    <a:pt x="24263" y="79936"/>
                  </a:lnTo>
                  <a:lnTo>
                    <a:pt x="21591" y="84499"/>
                  </a:lnTo>
                  <a:lnTo>
                    <a:pt x="19064" y="89145"/>
                  </a:lnTo>
                  <a:lnTo>
                    <a:pt x="16686" y="93868"/>
                  </a:lnTo>
                  <a:lnTo>
                    <a:pt x="14458" y="98664"/>
                  </a:lnTo>
                  <a:lnTo>
                    <a:pt x="12383" y="103527"/>
                  </a:lnTo>
                  <a:lnTo>
                    <a:pt x="10463" y="108455"/>
                  </a:lnTo>
                  <a:lnTo>
                    <a:pt x="8700" y="113440"/>
                  </a:lnTo>
                  <a:lnTo>
                    <a:pt x="7095" y="118479"/>
                  </a:lnTo>
                  <a:lnTo>
                    <a:pt x="5651" y="123566"/>
                  </a:lnTo>
                  <a:lnTo>
                    <a:pt x="4368" y="128696"/>
                  </a:lnTo>
                  <a:lnTo>
                    <a:pt x="3248" y="133864"/>
                  </a:lnTo>
                  <a:lnTo>
                    <a:pt x="2292" y="139065"/>
                  </a:lnTo>
                  <a:lnTo>
                    <a:pt x="1500" y="144293"/>
                  </a:lnTo>
                  <a:lnTo>
                    <a:pt x="875" y="149544"/>
                  </a:lnTo>
                  <a:lnTo>
                    <a:pt x="416" y="154812"/>
                  </a:lnTo>
                  <a:lnTo>
                    <a:pt x="124" y="160092"/>
                  </a:lnTo>
                  <a:lnTo>
                    <a:pt x="0" y="165379"/>
                  </a:lnTo>
                  <a:lnTo>
                    <a:pt x="42" y="170667"/>
                  </a:lnTo>
                  <a:lnTo>
                    <a:pt x="252" y="175951"/>
                  </a:lnTo>
                  <a:lnTo>
                    <a:pt x="628" y="181225"/>
                  </a:lnTo>
                  <a:lnTo>
                    <a:pt x="1172" y="186485"/>
                  </a:lnTo>
                  <a:lnTo>
                    <a:pt x="1881" y="191726"/>
                  </a:lnTo>
                  <a:lnTo>
                    <a:pt x="2756" y="196941"/>
                  </a:lnTo>
                  <a:lnTo>
                    <a:pt x="3795" y="202126"/>
                  </a:lnTo>
                  <a:lnTo>
                    <a:pt x="4998" y="207275"/>
                  </a:lnTo>
                  <a:lnTo>
                    <a:pt x="6363" y="212384"/>
                  </a:lnTo>
                  <a:lnTo>
                    <a:pt x="7889" y="217447"/>
                  </a:lnTo>
                  <a:lnTo>
                    <a:pt x="9574" y="222459"/>
                  </a:lnTo>
                  <a:lnTo>
                    <a:pt x="11417" y="227416"/>
                  </a:lnTo>
                  <a:lnTo>
                    <a:pt x="13416" y="232312"/>
                  </a:lnTo>
                  <a:lnTo>
                    <a:pt x="15569" y="237142"/>
                  </a:lnTo>
                  <a:lnTo>
                    <a:pt x="17873" y="241901"/>
                  </a:lnTo>
                  <a:lnTo>
                    <a:pt x="20327" y="246585"/>
                  </a:lnTo>
                  <a:lnTo>
                    <a:pt x="22928" y="251190"/>
                  </a:lnTo>
                  <a:lnTo>
                    <a:pt x="25673" y="255709"/>
                  </a:lnTo>
                  <a:lnTo>
                    <a:pt x="28560" y="260140"/>
                  </a:lnTo>
                  <a:lnTo>
                    <a:pt x="31585" y="264477"/>
                  </a:lnTo>
                  <a:lnTo>
                    <a:pt x="34746" y="268716"/>
                  </a:lnTo>
                  <a:lnTo>
                    <a:pt x="38040" y="272854"/>
                  </a:lnTo>
                  <a:lnTo>
                    <a:pt x="41462" y="276885"/>
                  </a:lnTo>
                  <a:lnTo>
                    <a:pt x="45011" y="280805"/>
                  </a:lnTo>
                  <a:lnTo>
                    <a:pt x="48682" y="284612"/>
                  </a:lnTo>
                  <a:lnTo>
                    <a:pt x="52471" y="288300"/>
                  </a:lnTo>
                  <a:lnTo>
                    <a:pt x="56375" y="291867"/>
                  </a:lnTo>
                  <a:lnTo>
                    <a:pt x="60390" y="295308"/>
                  </a:lnTo>
                  <a:lnTo>
                    <a:pt x="64512" y="298621"/>
                  </a:lnTo>
                  <a:lnTo>
                    <a:pt x="68736" y="301802"/>
                  </a:lnTo>
                  <a:lnTo>
                    <a:pt x="73059" y="304847"/>
                  </a:lnTo>
                  <a:lnTo>
                    <a:pt x="77476" y="307755"/>
                  </a:lnTo>
                  <a:lnTo>
                    <a:pt x="81983" y="310521"/>
                  </a:lnTo>
                  <a:lnTo>
                    <a:pt x="86575" y="313143"/>
                  </a:lnTo>
                  <a:lnTo>
                    <a:pt x="91248" y="315619"/>
                  </a:lnTo>
                  <a:lnTo>
                    <a:pt x="95997" y="317945"/>
                  </a:lnTo>
                  <a:lnTo>
                    <a:pt x="100817" y="320120"/>
                  </a:lnTo>
                  <a:lnTo>
                    <a:pt x="105703" y="322142"/>
                  </a:lnTo>
                  <a:lnTo>
                    <a:pt x="110651" y="324008"/>
                  </a:lnTo>
                  <a:lnTo>
                    <a:pt x="115655" y="325717"/>
                  </a:lnTo>
                  <a:lnTo>
                    <a:pt x="120711" y="327266"/>
                  </a:lnTo>
                  <a:lnTo>
                    <a:pt x="125814" y="328655"/>
                  </a:lnTo>
                  <a:lnTo>
                    <a:pt x="130957" y="329882"/>
                  </a:lnTo>
                  <a:lnTo>
                    <a:pt x="136137" y="330946"/>
                  </a:lnTo>
                  <a:lnTo>
                    <a:pt x="141349" y="331845"/>
                  </a:lnTo>
                  <a:lnTo>
                    <a:pt x="146585" y="332578"/>
                  </a:lnTo>
                  <a:lnTo>
                    <a:pt x="151843" y="333146"/>
                  </a:lnTo>
                  <a:lnTo>
                    <a:pt x="157116" y="333547"/>
                  </a:lnTo>
                  <a:lnTo>
                    <a:pt x="162399" y="333782"/>
                  </a:lnTo>
                  <a:lnTo>
                    <a:pt x="167686" y="333849"/>
                  </a:lnTo>
                  <a:lnTo>
                    <a:pt x="172973" y="333749"/>
                  </a:lnTo>
                  <a:lnTo>
                    <a:pt x="178255" y="333481"/>
                  </a:lnTo>
                  <a:lnTo>
                    <a:pt x="183525" y="333047"/>
                  </a:lnTo>
                  <a:lnTo>
                    <a:pt x="188779" y="332446"/>
                  </a:lnTo>
                  <a:lnTo>
                    <a:pt x="194011" y="331679"/>
                  </a:lnTo>
                  <a:lnTo>
                    <a:pt x="199216" y="330748"/>
                  </a:lnTo>
                  <a:lnTo>
                    <a:pt x="204389" y="329652"/>
                  </a:lnTo>
                  <a:lnTo>
                    <a:pt x="209525" y="328393"/>
                  </a:lnTo>
                  <a:lnTo>
                    <a:pt x="214619" y="326972"/>
                  </a:lnTo>
                  <a:lnTo>
                    <a:pt x="219665" y="325391"/>
                  </a:lnTo>
                  <a:lnTo>
                    <a:pt x="224659" y="323651"/>
                  </a:lnTo>
                  <a:lnTo>
                    <a:pt x="229595" y="321753"/>
                  </a:lnTo>
                  <a:lnTo>
                    <a:pt x="234468" y="319701"/>
                  </a:lnTo>
                  <a:lnTo>
                    <a:pt x="239274" y="317496"/>
                  </a:lnTo>
                  <a:lnTo>
                    <a:pt x="244008" y="315139"/>
                  </a:lnTo>
                  <a:lnTo>
                    <a:pt x="248666" y="312635"/>
                  </a:lnTo>
                  <a:lnTo>
                    <a:pt x="253241" y="309984"/>
                  </a:lnTo>
                  <a:lnTo>
                    <a:pt x="257731" y="307189"/>
                  </a:lnTo>
                  <a:lnTo>
                    <a:pt x="262129" y="304254"/>
                  </a:lnTo>
                  <a:lnTo>
                    <a:pt x="266433" y="301182"/>
                  </a:lnTo>
                  <a:lnTo>
                    <a:pt x="270638" y="297975"/>
                  </a:lnTo>
                  <a:lnTo>
                    <a:pt x="274739" y="294636"/>
                  </a:lnTo>
                  <a:lnTo>
                    <a:pt x="278732" y="291169"/>
                  </a:lnTo>
                  <a:lnTo>
                    <a:pt x="282614" y="287578"/>
                  </a:lnTo>
                  <a:lnTo>
                    <a:pt x="286380" y="283866"/>
                  </a:lnTo>
                  <a:lnTo>
                    <a:pt x="290026" y="280037"/>
                  </a:lnTo>
                  <a:lnTo>
                    <a:pt x="293550" y="276094"/>
                  </a:lnTo>
                  <a:lnTo>
                    <a:pt x="296948" y="272042"/>
                  </a:lnTo>
                  <a:lnTo>
                    <a:pt x="300215" y="267884"/>
                  </a:lnTo>
                  <a:lnTo>
                    <a:pt x="303350" y="263625"/>
                  </a:lnTo>
                  <a:lnTo>
                    <a:pt x="306348" y="259269"/>
                  </a:lnTo>
                  <a:lnTo>
                    <a:pt x="309206" y="254820"/>
                  </a:lnTo>
                  <a:lnTo>
                    <a:pt x="311923" y="250283"/>
                  </a:lnTo>
                  <a:lnTo>
                    <a:pt x="314495" y="245663"/>
                  </a:lnTo>
                  <a:lnTo>
                    <a:pt x="316919" y="240963"/>
                  </a:lnTo>
                  <a:lnTo>
                    <a:pt x="319194" y="236189"/>
                  </a:lnTo>
                  <a:lnTo>
                    <a:pt x="321316" y="231346"/>
                  </a:lnTo>
                  <a:lnTo>
                    <a:pt x="323284" y="226438"/>
                  </a:lnTo>
                  <a:lnTo>
                    <a:pt x="325096" y="221470"/>
                  </a:lnTo>
                  <a:lnTo>
                    <a:pt x="326750" y="216447"/>
                  </a:lnTo>
                  <a:lnTo>
                    <a:pt x="328244" y="211374"/>
                  </a:lnTo>
                  <a:lnTo>
                    <a:pt x="329577" y="206257"/>
                  </a:lnTo>
                  <a:lnTo>
                    <a:pt x="330748" y="201100"/>
                  </a:lnTo>
                  <a:lnTo>
                    <a:pt x="331755" y="195909"/>
                  </a:lnTo>
                  <a:lnTo>
                    <a:pt x="332597" y="190688"/>
                  </a:lnTo>
                  <a:lnTo>
                    <a:pt x="333273" y="185444"/>
                  </a:lnTo>
                  <a:lnTo>
                    <a:pt x="333783" y="180180"/>
                  </a:lnTo>
                  <a:lnTo>
                    <a:pt x="334127" y="174903"/>
                  </a:lnTo>
                  <a:lnTo>
                    <a:pt x="334304" y="169618"/>
                  </a:lnTo>
                  <a:lnTo>
                    <a:pt x="334313" y="164330"/>
                  </a:lnTo>
                  <a:lnTo>
                    <a:pt x="334155" y="159045"/>
                  </a:lnTo>
                  <a:lnTo>
                    <a:pt x="333830" y="153767"/>
                  </a:lnTo>
                  <a:lnTo>
                    <a:pt x="333338" y="148501"/>
                  </a:lnTo>
                  <a:lnTo>
                    <a:pt x="332680" y="143254"/>
                  </a:lnTo>
                  <a:lnTo>
                    <a:pt x="331856" y="138031"/>
                  </a:lnTo>
                  <a:lnTo>
                    <a:pt x="330867" y="132836"/>
                  </a:lnTo>
                  <a:lnTo>
                    <a:pt x="329715" y="127675"/>
                  </a:lnTo>
                  <a:lnTo>
                    <a:pt x="328400" y="122553"/>
                  </a:lnTo>
                  <a:lnTo>
                    <a:pt x="326923" y="117476"/>
                  </a:lnTo>
                  <a:lnTo>
                    <a:pt x="325287" y="112447"/>
                  </a:lnTo>
                  <a:lnTo>
                    <a:pt x="323492" y="107473"/>
                  </a:lnTo>
                  <a:lnTo>
                    <a:pt x="321541" y="102558"/>
                  </a:lnTo>
                  <a:lnTo>
                    <a:pt x="319436" y="97707"/>
                  </a:lnTo>
                  <a:lnTo>
                    <a:pt x="317178" y="92925"/>
                  </a:lnTo>
                  <a:lnTo>
                    <a:pt x="314770" y="88217"/>
                  </a:lnTo>
                  <a:lnTo>
                    <a:pt x="312214" y="83588"/>
                  </a:lnTo>
                  <a:lnTo>
                    <a:pt x="309514" y="79041"/>
                  </a:lnTo>
                  <a:lnTo>
                    <a:pt x="306670" y="74583"/>
                  </a:lnTo>
                  <a:lnTo>
                    <a:pt x="303688" y="70216"/>
                  </a:lnTo>
                  <a:lnTo>
                    <a:pt x="300568" y="65946"/>
                  </a:lnTo>
                  <a:lnTo>
                    <a:pt x="297315" y="61777"/>
                  </a:lnTo>
                  <a:lnTo>
                    <a:pt x="293932" y="57713"/>
                  </a:lnTo>
                  <a:lnTo>
                    <a:pt x="290422" y="53758"/>
                  </a:lnTo>
                  <a:lnTo>
                    <a:pt x="286788" y="49916"/>
                  </a:lnTo>
                  <a:lnTo>
                    <a:pt x="283035" y="46190"/>
                  </a:lnTo>
                  <a:lnTo>
                    <a:pt x="279166" y="42586"/>
                  </a:lnTo>
                  <a:lnTo>
                    <a:pt x="275185" y="39105"/>
                  </a:lnTo>
                  <a:lnTo>
                    <a:pt x="271096" y="35752"/>
                  </a:lnTo>
                  <a:lnTo>
                    <a:pt x="266903" y="32530"/>
                  </a:lnTo>
                  <a:lnTo>
                    <a:pt x="262610" y="29443"/>
                  </a:lnTo>
                  <a:lnTo>
                    <a:pt x="258221" y="26492"/>
                  </a:lnTo>
                  <a:lnTo>
                    <a:pt x="253742" y="23682"/>
                  </a:lnTo>
                  <a:lnTo>
                    <a:pt x="249175" y="21016"/>
                  </a:lnTo>
                  <a:lnTo>
                    <a:pt x="244527" y="18494"/>
                  </a:lnTo>
                  <a:lnTo>
                    <a:pt x="239801" y="16122"/>
                  </a:lnTo>
                  <a:lnTo>
                    <a:pt x="235003" y="13899"/>
                  </a:lnTo>
                  <a:lnTo>
                    <a:pt x="230136" y="11830"/>
                  </a:lnTo>
                  <a:lnTo>
                    <a:pt x="225207" y="9916"/>
                  </a:lnTo>
                  <a:lnTo>
                    <a:pt x="220219" y="8158"/>
                  </a:lnTo>
                  <a:lnTo>
                    <a:pt x="215179" y="6559"/>
                  </a:lnTo>
                  <a:lnTo>
                    <a:pt x="210090" y="5121"/>
                  </a:lnTo>
                  <a:lnTo>
                    <a:pt x="204959" y="3844"/>
                  </a:lnTo>
                  <a:lnTo>
                    <a:pt x="199789" y="2730"/>
                  </a:lnTo>
                  <a:lnTo>
                    <a:pt x="167162" y="1666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32627" cy="167167"/>
            </a:xfrm>
            <a:custGeom>
              <a:avLst/>
              <a:pathLst>
                <a:path w="32627" h="167167">
                  <a:moveTo>
                    <a:pt x="32627" y="3214"/>
                  </a:moveTo>
                  <a:lnTo>
                    <a:pt x="26162" y="2059"/>
                  </a:lnTo>
                  <a:lnTo>
                    <a:pt x="19657" y="1159"/>
                  </a:lnTo>
                  <a:lnTo>
                    <a:pt x="13121" y="515"/>
                  </a:lnTo>
                  <a:lnTo>
                    <a:pt x="6565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8" y="1322571"/>
              <a:ext cx="167160" cy="326625"/>
            </a:xfrm>
            <a:custGeom>
              <a:avLst/>
              <a:pathLst>
                <a:path w="167160" h="326625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2" y="2118"/>
                  </a:lnTo>
                  <a:lnTo>
                    <a:pt x="135386" y="3047"/>
                  </a:lnTo>
                  <a:lnTo>
                    <a:pt x="130172" y="4143"/>
                  </a:lnTo>
                  <a:lnTo>
                    <a:pt x="124995" y="5405"/>
                  </a:lnTo>
                  <a:lnTo>
                    <a:pt x="119862" y="6830"/>
                  </a:lnTo>
                  <a:lnTo>
                    <a:pt x="114776" y="8419"/>
                  </a:lnTo>
                  <a:lnTo>
                    <a:pt x="109744" y="10169"/>
                  </a:lnTo>
                  <a:lnTo>
                    <a:pt x="104770" y="12079"/>
                  </a:lnTo>
                  <a:lnTo>
                    <a:pt x="99859" y="14146"/>
                  </a:lnTo>
                  <a:lnTo>
                    <a:pt x="95017" y="16368"/>
                  </a:lnTo>
                  <a:lnTo>
                    <a:pt x="90248" y="18744"/>
                  </a:lnTo>
                  <a:lnTo>
                    <a:pt x="85557" y="21270"/>
                  </a:lnTo>
                  <a:lnTo>
                    <a:pt x="80949" y="23945"/>
                  </a:lnTo>
                  <a:lnTo>
                    <a:pt x="76429" y="26765"/>
                  </a:lnTo>
                  <a:lnTo>
                    <a:pt x="72000" y="29728"/>
                  </a:lnTo>
                  <a:lnTo>
                    <a:pt x="67669" y="32830"/>
                  </a:lnTo>
                  <a:lnTo>
                    <a:pt x="63438" y="36069"/>
                  </a:lnTo>
                  <a:lnTo>
                    <a:pt x="59313" y="39441"/>
                  </a:lnTo>
                  <a:lnTo>
                    <a:pt x="55298" y="42942"/>
                  </a:lnTo>
                  <a:lnTo>
                    <a:pt x="51396" y="46570"/>
                  </a:lnTo>
                  <a:lnTo>
                    <a:pt x="47611" y="50321"/>
                  </a:lnTo>
                  <a:lnTo>
                    <a:pt x="43948" y="54190"/>
                  </a:lnTo>
                  <a:lnTo>
                    <a:pt x="40411" y="58174"/>
                  </a:lnTo>
                  <a:lnTo>
                    <a:pt x="37002" y="62268"/>
                  </a:lnTo>
                  <a:lnTo>
                    <a:pt x="33725" y="66470"/>
                  </a:lnTo>
                  <a:lnTo>
                    <a:pt x="30584" y="70773"/>
                  </a:lnTo>
                  <a:lnTo>
                    <a:pt x="27581" y="75174"/>
                  </a:lnTo>
                  <a:lnTo>
                    <a:pt x="24720" y="79669"/>
                  </a:lnTo>
                  <a:lnTo>
                    <a:pt x="22004" y="84253"/>
                  </a:lnTo>
                  <a:lnTo>
                    <a:pt x="19436" y="88921"/>
                  </a:lnTo>
                  <a:lnTo>
                    <a:pt x="17017" y="93668"/>
                  </a:lnTo>
                  <a:lnTo>
                    <a:pt x="14751" y="98490"/>
                  </a:lnTo>
                  <a:lnTo>
                    <a:pt x="12640" y="103382"/>
                  </a:lnTo>
                  <a:lnTo>
                    <a:pt x="10686" y="108339"/>
                  </a:lnTo>
                  <a:lnTo>
                    <a:pt x="8891" y="113355"/>
                  </a:lnTo>
                  <a:lnTo>
                    <a:pt x="7256" y="118426"/>
                  </a:lnTo>
                  <a:lnTo>
                    <a:pt x="5784" y="123547"/>
                  </a:lnTo>
                  <a:lnTo>
                    <a:pt x="4476" y="128711"/>
                  </a:lnTo>
                  <a:lnTo>
                    <a:pt x="3333" y="133915"/>
                  </a:lnTo>
                  <a:lnTo>
                    <a:pt x="2357" y="139153"/>
                  </a:lnTo>
                  <a:lnTo>
                    <a:pt x="1548" y="144419"/>
                  </a:lnTo>
                  <a:lnTo>
                    <a:pt x="907" y="149708"/>
                  </a:lnTo>
                  <a:lnTo>
                    <a:pt x="435" y="155015"/>
                  </a:lnTo>
                  <a:lnTo>
                    <a:pt x="132" y="160335"/>
                  </a:lnTo>
                  <a:lnTo>
                    <a:pt x="0" y="165661"/>
                  </a:lnTo>
                  <a:lnTo>
                    <a:pt x="36" y="170989"/>
                  </a:lnTo>
                  <a:lnTo>
                    <a:pt x="243" y="176313"/>
                  </a:lnTo>
                  <a:lnTo>
                    <a:pt x="619" y="181628"/>
                  </a:lnTo>
                  <a:lnTo>
                    <a:pt x="1165" y="186927"/>
                  </a:lnTo>
                  <a:lnTo>
                    <a:pt x="1879" y="192207"/>
                  </a:lnTo>
                  <a:lnTo>
                    <a:pt x="2761" y="197462"/>
                  </a:lnTo>
                  <a:lnTo>
                    <a:pt x="3810" y="202685"/>
                  </a:lnTo>
                  <a:lnTo>
                    <a:pt x="5025" y="207873"/>
                  </a:lnTo>
                  <a:lnTo>
                    <a:pt x="6404" y="213019"/>
                  </a:lnTo>
                  <a:lnTo>
                    <a:pt x="7947" y="218119"/>
                  </a:lnTo>
                  <a:lnTo>
                    <a:pt x="9652" y="223167"/>
                  </a:lnTo>
                  <a:lnTo>
                    <a:pt x="11516" y="228158"/>
                  </a:lnTo>
                  <a:lnTo>
                    <a:pt x="13539" y="233087"/>
                  </a:lnTo>
                  <a:lnTo>
                    <a:pt x="15718" y="237949"/>
                  </a:lnTo>
                  <a:lnTo>
                    <a:pt x="18050" y="242739"/>
                  </a:lnTo>
                  <a:lnTo>
                    <a:pt x="20534" y="247453"/>
                  </a:lnTo>
                  <a:lnTo>
                    <a:pt x="23167" y="252085"/>
                  </a:lnTo>
                  <a:lnTo>
                    <a:pt x="25947" y="256630"/>
                  </a:lnTo>
                  <a:lnTo>
                    <a:pt x="28869" y="261085"/>
                  </a:lnTo>
                  <a:lnTo>
                    <a:pt x="31932" y="265444"/>
                  </a:lnTo>
                  <a:lnTo>
                    <a:pt x="35133" y="269704"/>
                  </a:lnTo>
                  <a:lnTo>
                    <a:pt x="38468" y="273859"/>
                  </a:lnTo>
                  <a:lnTo>
                    <a:pt x="41933" y="277906"/>
                  </a:lnTo>
                  <a:lnTo>
                    <a:pt x="45526" y="281840"/>
                  </a:lnTo>
                  <a:lnTo>
                    <a:pt x="49242" y="285658"/>
                  </a:lnTo>
                  <a:lnTo>
                    <a:pt x="53078" y="289356"/>
                  </a:lnTo>
                  <a:lnTo>
                    <a:pt x="57030" y="292930"/>
                  </a:lnTo>
                  <a:lnTo>
                    <a:pt x="61093" y="296375"/>
                  </a:lnTo>
                  <a:lnTo>
                    <a:pt x="65265" y="299690"/>
                  </a:lnTo>
                  <a:lnTo>
                    <a:pt x="69540" y="302870"/>
                  </a:lnTo>
                  <a:lnTo>
                    <a:pt x="73914" y="305912"/>
                  </a:lnTo>
                  <a:lnTo>
                    <a:pt x="78383" y="308813"/>
                  </a:lnTo>
                  <a:lnTo>
                    <a:pt x="82942" y="311570"/>
                  </a:lnTo>
                  <a:lnTo>
                    <a:pt x="87586" y="314180"/>
                  </a:lnTo>
                  <a:lnTo>
                    <a:pt x="92312" y="316642"/>
                  </a:lnTo>
                  <a:lnTo>
                    <a:pt x="97113" y="318951"/>
                  </a:lnTo>
                  <a:lnTo>
                    <a:pt x="101986" y="321106"/>
                  </a:lnTo>
                  <a:lnTo>
                    <a:pt x="106925" y="323105"/>
                  </a:lnTo>
                  <a:lnTo>
                    <a:pt x="111925" y="324945"/>
                  </a:lnTo>
                  <a:lnTo>
                    <a:pt x="116981" y="326625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70859" y="1489739"/>
              <a:ext cx="50179" cy="159458"/>
            </a:xfrm>
            <a:custGeom>
              <a:avLst/>
              <a:pathLst>
                <a:path w="50179" h="159458">
                  <a:moveTo>
                    <a:pt x="0" y="159458"/>
                  </a:moveTo>
                  <a:lnTo>
                    <a:pt x="501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70859" y="1324814"/>
              <a:ext cx="217345" cy="332075"/>
            </a:xfrm>
            <a:custGeom>
              <a:avLst/>
              <a:pathLst>
                <a:path w="217345" h="332075">
                  <a:moveTo>
                    <a:pt x="0" y="324382"/>
                  </a:moveTo>
                  <a:lnTo>
                    <a:pt x="5106" y="325900"/>
                  </a:lnTo>
                  <a:lnTo>
                    <a:pt x="10258" y="327255"/>
                  </a:lnTo>
                  <a:lnTo>
                    <a:pt x="15451" y="328444"/>
                  </a:lnTo>
                  <a:lnTo>
                    <a:pt x="20679" y="329468"/>
                  </a:lnTo>
                  <a:lnTo>
                    <a:pt x="25936" y="330324"/>
                  </a:lnTo>
                  <a:lnTo>
                    <a:pt x="31219" y="331013"/>
                  </a:lnTo>
                  <a:lnTo>
                    <a:pt x="36521" y="331533"/>
                  </a:lnTo>
                  <a:lnTo>
                    <a:pt x="41836" y="331883"/>
                  </a:lnTo>
                  <a:lnTo>
                    <a:pt x="47160" y="332064"/>
                  </a:lnTo>
                  <a:lnTo>
                    <a:pt x="52488" y="332075"/>
                  </a:lnTo>
                  <a:lnTo>
                    <a:pt x="57812" y="331917"/>
                  </a:lnTo>
                  <a:lnTo>
                    <a:pt x="63129" y="331589"/>
                  </a:lnTo>
                  <a:lnTo>
                    <a:pt x="68433" y="331092"/>
                  </a:lnTo>
                  <a:lnTo>
                    <a:pt x="73719" y="330426"/>
                  </a:lnTo>
                  <a:lnTo>
                    <a:pt x="78980" y="329592"/>
                  </a:lnTo>
                  <a:lnTo>
                    <a:pt x="84212" y="328590"/>
                  </a:lnTo>
                  <a:lnTo>
                    <a:pt x="89410" y="327423"/>
                  </a:lnTo>
                  <a:lnTo>
                    <a:pt x="94568" y="326090"/>
                  </a:lnTo>
                  <a:lnTo>
                    <a:pt x="99681" y="324594"/>
                  </a:lnTo>
                  <a:lnTo>
                    <a:pt x="104743" y="322936"/>
                  </a:lnTo>
                  <a:lnTo>
                    <a:pt x="109750" y="321117"/>
                  </a:lnTo>
                  <a:lnTo>
                    <a:pt x="114697" y="319139"/>
                  </a:lnTo>
                  <a:lnTo>
                    <a:pt x="119578" y="317005"/>
                  </a:lnTo>
                  <a:lnTo>
                    <a:pt x="124388" y="314717"/>
                  </a:lnTo>
                  <a:lnTo>
                    <a:pt x="129124" y="312276"/>
                  </a:lnTo>
                  <a:lnTo>
                    <a:pt x="133779" y="309686"/>
                  </a:lnTo>
                  <a:lnTo>
                    <a:pt x="138349" y="306949"/>
                  </a:lnTo>
                  <a:lnTo>
                    <a:pt x="142829" y="304067"/>
                  </a:lnTo>
                  <a:lnTo>
                    <a:pt x="147216" y="301044"/>
                  </a:lnTo>
                  <a:lnTo>
                    <a:pt x="151504" y="297883"/>
                  </a:lnTo>
                  <a:lnTo>
                    <a:pt x="155689" y="294587"/>
                  </a:lnTo>
                  <a:lnTo>
                    <a:pt x="159767" y="291160"/>
                  </a:lnTo>
                  <a:lnTo>
                    <a:pt x="163733" y="287604"/>
                  </a:lnTo>
                  <a:lnTo>
                    <a:pt x="167585" y="283923"/>
                  </a:lnTo>
                  <a:lnTo>
                    <a:pt x="171317" y="280122"/>
                  </a:lnTo>
                  <a:lnTo>
                    <a:pt x="174926" y="276203"/>
                  </a:lnTo>
                  <a:lnTo>
                    <a:pt x="178408" y="272172"/>
                  </a:lnTo>
                  <a:lnTo>
                    <a:pt x="181760" y="268032"/>
                  </a:lnTo>
                  <a:lnTo>
                    <a:pt x="184979" y="263787"/>
                  </a:lnTo>
                  <a:lnTo>
                    <a:pt x="188061" y="259441"/>
                  </a:lnTo>
                  <a:lnTo>
                    <a:pt x="191002" y="255000"/>
                  </a:lnTo>
                  <a:lnTo>
                    <a:pt x="193801" y="250467"/>
                  </a:lnTo>
                  <a:lnTo>
                    <a:pt x="196454" y="245848"/>
                  </a:lnTo>
                  <a:lnTo>
                    <a:pt x="198958" y="241146"/>
                  </a:lnTo>
                  <a:lnTo>
                    <a:pt x="201311" y="236366"/>
                  </a:lnTo>
                  <a:lnTo>
                    <a:pt x="203511" y="231515"/>
                  </a:lnTo>
                  <a:lnTo>
                    <a:pt x="205555" y="226595"/>
                  </a:lnTo>
                  <a:lnTo>
                    <a:pt x="207441" y="221613"/>
                  </a:lnTo>
                  <a:lnTo>
                    <a:pt x="209167" y="216573"/>
                  </a:lnTo>
                  <a:lnTo>
                    <a:pt x="210732" y="211481"/>
                  </a:lnTo>
                  <a:lnTo>
                    <a:pt x="212134" y="206342"/>
                  </a:lnTo>
                  <a:lnTo>
                    <a:pt x="213372" y="201160"/>
                  </a:lnTo>
                  <a:lnTo>
                    <a:pt x="214443" y="195942"/>
                  </a:lnTo>
                  <a:lnTo>
                    <a:pt x="215348" y="190692"/>
                  </a:lnTo>
                  <a:lnTo>
                    <a:pt x="216085" y="185417"/>
                  </a:lnTo>
                  <a:lnTo>
                    <a:pt x="216654" y="180120"/>
                  </a:lnTo>
                  <a:lnTo>
                    <a:pt x="217054" y="174808"/>
                  </a:lnTo>
                  <a:lnTo>
                    <a:pt x="217284" y="169485"/>
                  </a:lnTo>
                  <a:lnTo>
                    <a:pt x="217345" y="164159"/>
                  </a:lnTo>
                  <a:lnTo>
                    <a:pt x="217235" y="158833"/>
                  </a:lnTo>
                  <a:lnTo>
                    <a:pt x="216956" y="153513"/>
                  </a:lnTo>
                  <a:lnTo>
                    <a:pt x="216508" y="148204"/>
                  </a:lnTo>
                  <a:lnTo>
                    <a:pt x="215891" y="142913"/>
                  </a:lnTo>
                  <a:lnTo>
                    <a:pt x="215105" y="137644"/>
                  </a:lnTo>
                  <a:lnTo>
                    <a:pt x="214152" y="132403"/>
                  </a:lnTo>
                  <a:lnTo>
                    <a:pt x="213033" y="127195"/>
                  </a:lnTo>
                  <a:lnTo>
                    <a:pt x="211748" y="122025"/>
                  </a:lnTo>
                  <a:lnTo>
                    <a:pt x="210299" y="116898"/>
                  </a:lnTo>
                  <a:lnTo>
                    <a:pt x="208688" y="111821"/>
                  </a:lnTo>
                  <a:lnTo>
                    <a:pt x="206915" y="106797"/>
                  </a:lnTo>
                  <a:lnTo>
                    <a:pt x="204983" y="101833"/>
                  </a:lnTo>
                  <a:lnTo>
                    <a:pt x="202894" y="96932"/>
                  </a:lnTo>
                  <a:lnTo>
                    <a:pt x="200650" y="92101"/>
                  </a:lnTo>
                  <a:lnTo>
                    <a:pt x="198254" y="87343"/>
                  </a:lnTo>
                  <a:lnTo>
                    <a:pt x="195707" y="82664"/>
                  </a:lnTo>
                  <a:lnTo>
                    <a:pt x="193012" y="78069"/>
                  </a:lnTo>
                  <a:lnTo>
                    <a:pt x="190172" y="73562"/>
                  </a:lnTo>
                  <a:lnTo>
                    <a:pt x="187189" y="69148"/>
                  </a:lnTo>
                  <a:lnTo>
                    <a:pt x="184068" y="64831"/>
                  </a:lnTo>
                  <a:lnTo>
                    <a:pt x="180811" y="60616"/>
                  </a:lnTo>
                  <a:lnTo>
                    <a:pt x="177421" y="56506"/>
                  </a:lnTo>
                  <a:lnTo>
                    <a:pt x="173902" y="52507"/>
                  </a:lnTo>
                  <a:lnTo>
                    <a:pt x="170257" y="48622"/>
                  </a:lnTo>
                  <a:lnTo>
                    <a:pt x="166490" y="44855"/>
                  </a:lnTo>
                  <a:lnTo>
                    <a:pt x="162605" y="41210"/>
                  </a:lnTo>
                  <a:lnTo>
                    <a:pt x="158606" y="37690"/>
                  </a:lnTo>
                  <a:lnTo>
                    <a:pt x="154497" y="34300"/>
                  </a:lnTo>
                  <a:lnTo>
                    <a:pt x="150282" y="31042"/>
                  </a:lnTo>
                  <a:lnTo>
                    <a:pt x="145965" y="27921"/>
                  </a:lnTo>
                  <a:lnTo>
                    <a:pt x="141551" y="24938"/>
                  </a:lnTo>
                  <a:lnTo>
                    <a:pt x="137045" y="22098"/>
                  </a:lnTo>
                  <a:lnTo>
                    <a:pt x="132450" y="19403"/>
                  </a:lnTo>
                  <a:lnTo>
                    <a:pt x="127771" y="16855"/>
                  </a:lnTo>
                  <a:lnTo>
                    <a:pt x="123014" y="14458"/>
                  </a:lnTo>
                  <a:lnTo>
                    <a:pt x="118182" y="12214"/>
                  </a:lnTo>
                  <a:lnTo>
                    <a:pt x="113282" y="10124"/>
                  </a:lnTo>
                  <a:lnTo>
                    <a:pt x="108317" y="8192"/>
                  </a:lnTo>
                  <a:lnTo>
                    <a:pt x="103294" y="6419"/>
                  </a:lnTo>
                  <a:lnTo>
                    <a:pt x="98217" y="4807"/>
                  </a:lnTo>
                  <a:lnTo>
                    <a:pt x="93090" y="3358"/>
                  </a:lnTo>
                  <a:lnTo>
                    <a:pt x="87921" y="2073"/>
                  </a:lnTo>
                  <a:lnTo>
                    <a:pt x="82712" y="953"/>
                  </a:lnTo>
                  <a:lnTo>
                    <a:pt x="77471" y="0"/>
                  </a:lnTo>
                  <a:lnTo>
                    <a:pt x="50179" y="1649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27292" cy="167167"/>
            </a:xfrm>
            <a:custGeom>
              <a:avLst/>
              <a:pathLst>
                <a:path w="27292" h="167167">
                  <a:moveTo>
                    <a:pt x="27292" y="2242"/>
                  </a:moveTo>
                  <a:lnTo>
                    <a:pt x="20509" y="1262"/>
                  </a:lnTo>
                  <a:lnTo>
                    <a:pt x="13692" y="561"/>
                  </a:lnTo>
                  <a:lnTo>
                    <a:pt x="6851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3" y="1071028"/>
              <a:ext cx="167165" cy="301924"/>
            </a:xfrm>
            <a:custGeom>
              <a:avLst/>
              <a:pathLst>
                <a:path w="167165" h="301924">
                  <a:moveTo>
                    <a:pt x="167165" y="0"/>
                  </a:moveTo>
                  <a:lnTo>
                    <a:pt x="161790" y="86"/>
                  </a:lnTo>
                  <a:lnTo>
                    <a:pt x="156421" y="345"/>
                  </a:lnTo>
                  <a:lnTo>
                    <a:pt x="151062" y="777"/>
                  </a:lnTo>
                  <a:lnTo>
                    <a:pt x="145721" y="1381"/>
                  </a:lnTo>
                  <a:lnTo>
                    <a:pt x="140401" y="2156"/>
                  </a:lnTo>
                  <a:lnTo>
                    <a:pt x="135110" y="3102"/>
                  </a:lnTo>
                  <a:lnTo>
                    <a:pt x="129851" y="4217"/>
                  </a:lnTo>
                  <a:lnTo>
                    <a:pt x="124631" y="5501"/>
                  </a:lnTo>
                  <a:lnTo>
                    <a:pt x="119455" y="6952"/>
                  </a:lnTo>
                  <a:lnTo>
                    <a:pt x="114328" y="8569"/>
                  </a:lnTo>
                  <a:lnTo>
                    <a:pt x="109256" y="10350"/>
                  </a:lnTo>
                  <a:lnTo>
                    <a:pt x="104244" y="12293"/>
                  </a:lnTo>
                  <a:lnTo>
                    <a:pt x="99297" y="14396"/>
                  </a:lnTo>
                  <a:lnTo>
                    <a:pt x="94420" y="16657"/>
                  </a:lnTo>
                  <a:lnTo>
                    <a:pt x="89618" y="19074"/>
                  </a:lnTo>
                  <a:lnTo>
                    <a:pt x="84897" y="21644"/>
                  </a:lnTo>
                  <a:lnTo>
                    <a:pt x="80260" y="24365"/>
                  </a:lnTo>
                  <a:lnTo>
                    <a:pt x="75714" y="27233"/>
                  </a:lnTo>
                  <a:lnTo>
                    <a:pt x="71262" y="30245"/>
                  </a:lnTo>
                  <a:lnTo>
                    <a:pt x="66909" y="33400"/>
                  </a:lnTo>
                  <a:lnTo>
                    <a:pt x="62660" y="36692"/>
                  </a:lnTo>
                  <a:lnTo>
                    <a:pt x="58518" y="40120"/>
                  </a:lnTo>
                  <a:lnTo>
                    <a:pt x="54490" y="43679"/>
                  </a:lnTo>
                  <a:lnTo>
                    <a:pt x="50577" y="47366"/>
                  </a:lnTo>
                  <a:lnTo>
                    <a:pt x="46786" y="51176"/>
                  </a:lnTo>
                  <a:lnTo>
                    <a:pt x="43119" y="55107"/>
                  </a:lnTo>
                  <a:lnTo>
                    <a:pt x="39580" y="59153"/>
                  </a:lnTo>
                  <a:lnTo>
                    <a:pt x="36173" y="63311"/>
                  </a:lnTo>
                  <a:lnTo>
                    <a:pt x="32901" y="67577"/>
                  </a:lnTo>
                  <a:lnTo>
                    <a:pt x="29768" y="71945"/>
                  </a:lnTo>
                  <a:lnTo>
                    <a:pt x="26778" y="76412"/>
                  </a:lnTo>
                  <a:lnTo>
                    <a:pt x="23932" y="80973"/>
                  </a:lnTo>
                  <a:lnTo>
                    <a:pt x="21235" y="85623"/>
                  </a:lnTo>
                  <a:lnTo>
                    <a:pt x="18689" y="90357"/>
                  </a:lnTo>
                  <a:lnTo>
                    <a:pt x="16296" y="95171"/>
                  </a:lnTo>
                  <a:lnTo>
                    <a:pt x="14059" y="100059"/>
                  </a:lnTo>
                  <a:lnTo>
                    <a:pt x="11980" y="105016"/>
                  </a:lnTo>
                  <a:lnTo>
                    <a:pt x="10062" y="110038"/>
                  </a:lnTo>
                  <a:lnTo>
                    <a:pt x="8307" y="115119"/>
                  </a:lnTo>
                  <a:lnTo>
                    <a:pt x="6715" y="120254"/>
                  </a:lnTo>
                  <a:lnTo>
                    <a:pt x="5290" y="125437"/>
                  </a:lnTo>
                  <a:lnTo>
                    <a:pt x="4032" y="130663"/>
                  </a:lnTo>
                  <a:lnTo>
                    <a:pt x="2942" y="135927"/>
                  </a:lnTo>
                  <a:lnTo>
                    <a:pt x="2023" y="141224"/>
                  </a:lnTo>
                  <a:lnTo>
                    <a:pt x="1274" y="146547"/>
                  </a:lnTo>
                  <a:lnTo>
                    <a:pt x="697" y="151892"/>
                  </a:lnTo>
                  <a:lnTo>
                    <a:pt x="292" y="157252"/>
                  </a:lnTo>
                  <a:lnTo>
                    <a:pt x="59" y="162623"/>
                  </a:lnTo>
                  <a:lnTo>
                    <a:pt x="0" y="167998"/>
                  </a:lnTo>
                  <a:lnTo>
                    <a:pt x="113" y="173372"/>
                  </a:lnTo>
                  <a:lnTo>
                    <a:pt x="399" y="178740"/>
                  </a:lnTo>
                  <a:lnTo>
                    <a:pt x="857" y="184096"/>
                  </a:lnTo>
                  <a:lnTo>
                    <a:pt x="1487" y="189435"/>
                  </a:lnTo>
                  <a:lnTo>
                    <a:pt x="2289" y="194750"/>
                  </a:lnTo>
                  <a:lnTo>
                    <a:pt x="3261" y="200037"/>
                  </a:lnTo>
                  <a:lnTo>
                    <a:pt x="4403" y="205290"/>
                  </a:lnTo>
                  <a:lnTo>
                    <a:pt x="5713" y="210504"/>
                  </a:lnTo>
                  <a:lnTo>
                    <a:pt x="7189" y="215673"/>
                  </a:lnTo>
                  <a:lnTo>
                    <a:pt x="8832" y="220791"/>
                  </a:lnTo>
                  <a:lnTo>
                    <a:pt x="10638" y="225854"/>
                  </a:lnTo>
                  <a:lnTo>
                    <a:pt x="12606" y="230857"/>
                  </a:lnTo>
                  <a:lnTo>
                    <a:pt x="14733" y="235794"/>
                  </a:lnTo>
                  <a:lnTo>
                    <a:pt x="17019" y="240659"/>
                  </a:lnTo>
                  <a:lnTo>
                    <a:pt x="19459" y="245449"/>
                  </a:lnTo>
                  <a:lnTo>
                    <a:pt x="22053" y="250157"/>
                  </a:lnTo>
                  <a:lnTo>
                    <a:pt x="24796" y="254780"/>
                  </a:lnTo>
                  <a:lnTo>
                    <a:pt x="27687" y="259313"/>
                  </a:lnTo>
                  <a:lnTo>
                    <a:pt x="30722" y="263750"/>
                  </a:lnTo>
                  <a:lnTo>
                    <a:pt x="33898" y="268087"/>
                  </a:lnTo>
                  <a:lnTo>
                    <a:pt x="37211" y="272319"/>
                  </a:lnTo>
                  <a:lnTo>
                    <a:pt x="40660" y="276444"/>
                  </a:lnTo>
                  <a:lnTo>
                    <a:pt x="44239" y="280455"/>
                  </a:lnTo>
                  <a:lnTo>
                    <a:pt x="47945" y="284348"/>
                  </a:lnTo>
                  <a:lnTo>
                    <a:pt x="51774" y="288121"/>
                  </a:lnTo>
                  <a:lnTo>
                    <a:pt x="55723" y="291769"/>
                  </a:lnTo>
                  <a:lnTo>
                    <a:pt x="59787" y="295287"/>
                  </a:lnTo>
                  <a:lnTo>
                    <a:pt x="63962" y="298674"/>
                  </a:lnTo>
                  <a:lnTo>
                    <a:pt x="68243" y="30192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46337" y="1238196"/>
              <a:ext cx="98921" cy="134757"/>
            </a:xfrm>
            <a:custGeom>
              <a:avLst/>
              <a:pathLst>
                <a:path w="98921" h="134757">
                  <a:moveTo>
                    <a:pt x="0" y="134757"/>
                  </a:moveTo>
                  <a:lnTo>
                    <a:pt x="9892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46337" y="1107592"/>
              <a:ext cx="266088" cy="297767"/>
            </a:xfrm>
            <a:custGeom>
              <a:avLst/>
              <a:pathLst>
                <a:path w="266088" h="297767">
                  <a:moveTo>
                    <a:pt x="0" y="265360"/>
                  </a:moveTo>
                  <a:lnTo>
                    <a:pt x="4357" y="268453"/>
                  </a:lnTo>
                  <a:lnTo>
                    <a:pt x="8811" y="271405"/>
                  </a:lnTo>
                  <a:lnTo>
                    <a:pt x="13357" y="274213"/>
                  </a:lnTo>
                  <a:lnTo>
                    <a:pt x="17991" y="276874"/>
                  </a:lnTo>
                  <a:lnTo>
                    <a:pt x="22707" y="279386"/>
                  </a:lnTo>
                  <a:lnTo>
                    <a:pt x="27501" y="281746"/>
                  </a:lnTo>
                  <a:lnTo>
                    <a:pt x="32368" y="283951"/>
                  </a:lnTo>
                  <a:lnTo>
                    <a:pt x="37304" y="286000"/>
                  </a:lnTo>
                  <a:lnTo>
                    <a:pt x="42302" y="287890"/>
                  </a:lnTo>
                  <a:lnTo>
                    <a:pt x="47358" y="289619"/>
                  </a:lnTo>
                  <a:lnTo>
                    <a:pt x="52466" y="291186"/>
                  </a:lnTo>
                  <a:lnTo>
                    <a:pt x="57622" y="292589"/>
                  </a:lnTo>
                  <a:lnTo>
                    <a:pt x="62821" y="293826"/>
                  </a:lnTo>
                  <a:lnTo>
                    <a:pt x="68056" y="294896"/>
                  </a:lnTo>
                  <a:lnTo>
                    <a:pt x="73323" y="295799"/>
                  </a:lnTo>
                  <a:lnTo>
                    <a:pt x="78615" y="296532"/>
                  </a:lnTo>
                  <a:lnTo>
                    <a:pt x="83929" y="297097"/>
                  </a:lnTo>
                  <a:lnTo>
                    <a:pt x="89258" y="297491"/>
                  </a:lnTo>
                  <a:lnTo>
                    <a:pt x="94597" y="297714"/>
                  </a:lnTo>
                  <a:lnTo>
                    <a:pt x="99940" y="297767"/>
                  </a:lnTo>
                  <a:lnTo>
                    <a:pt x="105282" y="297649"/>
                  </a:lnTo>
                  <a:lnTo>
                    <a:pt x="110618" y="297361"/>
                  </a:lnTo>
                  <a:lnTo>
                    <a:pt x="115942" y="296901"/>
                  </a:lnTo>
                  <a:lnTo>
                    <a:pt x="121248" y="296273"/>
                  </a:lnTo>
                  <a:lnTo>
                    <a:pt x="126532" y="295474"/>
                  </a:lnTo>
                  <a:lnTo>
                    <a:pt x="131787" y="294508"/>
                  </a:lnTo>
                  <a:lnTo>
                    <a:pt x="137009" y="293373"/>
                  </a:lnTo>
                  <a:lnTo>
                    <a:pt x="142191" y="292073"/>
                  </a:lnTo>
                  <a:lnTo>
                    <a:pt x="147330" y="290608"/>
                  </a:lnTo>
                  <a:lnTo>
                    <a:pt x="152419" y="288979"/>
                  </a:lnTo>
                  <a:lnTo>
                    <a:pt x="157454" y="287188"/>
                  </a:lnTo>
                  <a:lnTo>
                    <a:pt x="162428" y="285237"/>
                  </a:lnTo>
                  <a:lnTo>
                    <a:pt x="167338" y="283128"/>
                  </a:lnTo>
                  <a:lnTo>
                    <a:pt x="172178" y="280864"/>
                  </a:lnTo>
                  <a:lnTo>
                    <a:pt x="176943" y="278446"/>
                  </a:lnTo>
                  <a:lnTo>
                    <a:pt x="181628" y="275876"/>
                  </a:lnTo>
                  <a:lnTo>
                    <a:pt x="186229" y="273159"/>
                  </a:lnTo>
                  <a:lnTo>
                    <a:pt x="190741" y="270296"/>
                  </a:lnTo>
                  <a:lnTo>
                    <a:pt x="195159" y="267290"/>
                  </a:lnTo>
                  <a:lnTo>
                    <a:pt x="199478" y="264144"/>
                  </a:lnTo>
                  <a:lnTo>
                    <a:pt x="203695" y="260862"/>
                  </a:lnTo>
                  <a:lnTo>
                    <a:pt x="207804" y="257447"/>
                  </a:lnTo>
                  <a:lnTo>
                    <a:pt x="211803" y="253902"/>
                  </a:lnTo>
                  <a:lnTo>
                    <a:pt x="215686" y="250231"/>
                  </a:lnTo>
                  <a:lnTo>
                    <a:pt x="219450" y="246438"/>
                  </a:lnTo>
                  <a:lnTo>
                    <a:pt x="223090" y="242527"/>
                  </a:lnTo>
                  <a:lnTo>
                    <a:pt x="226604" y="238501"/>
                  </a:lnTo>
                  <a:lnTo>
                    <a:pt x="229987" y="234365"/>
                  </a:lnTo>
                  <a:lnTo>
                    <a:pt x="233237" y="230123"/>
                  </a:lnTo>
                  <a:lnTo>
                    <a:pt x="236349" y="225779"/>
                  </a:lnTo>
                  <a:lnTo>
                    <a:pt x="239321" y="221338"/>
                  </a:lnTo>
                  <a:lnTo>
                    <a:pt x="242149" y="216805"/>
                  </a:lnTo>
                  <a:lnTo>
                    <a:pt x="244831" y="212183"/>
                  </a:lnTo>
                  <a:lnTo>
                    <a:pt x="247364" y="207478"/>
                  </a:lnTo>
                  <a:lnTo>
                    <a:pt x="249745" y="202694"/>
                  </a:lnTo>
                  <a:lnTo>
                    <a:pt x="251972" y="197837"/>
                  </a:lnTo>
                  <a:lnTo>
                    <a:pt x="254042" y="192911"/>
                  </a:lnTo>
                  <a:lnTo>
                    <a:pt x="255955" y="187921"/>
                  </a:lnTo>
                  <a:lnTo>
                    <a:pt x="257706" y="182873"/>
                  </a:lnTo>
                  <a:lnTo>
                    <a:pt x="259296" y="177772"/>
                  </a:lnTo>
                  <a:lnTo>
                    <a:pt x="260721" y="172622"/>
                  </a:lnTo>
                  <a:lnTo>
                    <a:pt x="261982" y="167429"/>
                  </a:lnTo>
                  <a:lnTo>
                    <a:pt x="263075" y="162199"/>
                  </a:lnTo>
                  <a:lnTo>
                    <a:pt x="264001" y="156936"/>
                  </a:lnTo>
                  <a:lnTo>
                    <a:pt x="264759" y="151646"/>
                  </a:lnTo>
                  <a:lnTo>
                    <a:pt x="265347" y="146335"/>
                  </a:lnTo>
                  <a:lnTo>
                    <a:pt x="265764" y="141008"/>
                  </a:lnTo>
                  <a:lnTo>
                    <a:pt x="266012" y="135671"/>
                  </a:lnTo>
                  <a:lnTo>
                    <a:pt x="266088" y="130328"/>
                  </a:lnTo>
                  <a:lnTo>
                    <a:pt x="265994" y="124985"/>
                  </a:lnTo>
                  <a:lnTo>
                    <a:pt x="265729" y="119648"/>
                  </a:lnTo>
                  <a:lnTo>
                    <a:pt x="265294" y="114322"/>
                  </a:lnTo>
                  <a:lnTo>
                    <a:pt x="264688" y="109013"/>
                  </a:lnTo>
                  <a:lnTo>
                    <a:pt x="263914" y="103726"/>
                  </a:lnTo>
                  <a:lnTo>
                    <a:pt x="262970" y="98467"/>
                  </a:lnTo>
                  <a:lnTo>
                    <a:pt x="261860" y="93240"/>
                  </a:lnTo>
                  <a:lnTo>
                    <a:pt x="260582" y="88051"/>
                  </a:lnTo>
                  <a:lnTo>
                    <a:pt x="259140" y="82906"/>
                  </a:lnTo>
                  <a:lnTo>
                    <a:pt x="257533" y="77810"/>
                  </a:lnTo>
                  <a:lnTo>
                    <a:pt x="255765" y="72767"/>
                  </a:lnTo>
                  <a:lnTo>
                    <a:pt x="253836" y="67784"/>
                  </a:lnTo>
                  <a:lnTo>
                    <a:pt x="251750" y="62865"/>
                  </a:lnTo>
                  <a:lnTo>
                    <a:pt x="249506" y="58015"/>
                  </a:lnTo>
                  <a:lnTo>
                    <a:pt x="247110" y="53239"/>
                  </a:lnTo>
                  <a:lnTo>
                    <a:pt x="244561" y="48543"/>
                  </a:lnTo>
                  <a:lnTo>
                    <a:pt x="241864" y="43930"/>
                  </a:lnTo>
                  <a:lnTo>
                    <a:pt x="239021" y="39405"/>
                  </a:lnTo>
                  <a:lnTo>
                    <a:pt x="236035" y="34974"/>
                  </a:lnTo>
                  <a:lnTo>
                    <a:pt x="232908" y="30641"/>
                  </a:lnTo>
                  <a:lnTo>
                    <a:pt x="229645" y="26410"/>
                  </a:lnTo>
                  <a:lnTo>
                    <a:pt x="226248" y="22285"/>
                  </a:lnTo>
                  <a:lnTo>
                    <a:pt x="222721" y="18271"/>
                  </a:lnTo>
                  <a:lnTo>
                    <a:pt x="219068" y="14371"/>
                  </a:lnTo>
                  <a:lnTo>
                    <a:pt x="215291" y="10591"/>
                  </a:lnTo>
                  <a:lnTo>
                    <a:pt x="211396" y="6933"/>
                  </a:lnTo>
                  <a:lnTo>
                    <a:pt x="207386" y="3401"/>
                  </a:lnTo>
                  <a:lnTo>
                    <a:pt x="203265" y="0"/>
                  </a:lnTo>
                  <a:lnTo>
                    <a:pt x="98921" y="1306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04344" cy="167167"/>
            </a:xfrm>
            <a:custGeom>
              <a:avLst/>
              <a:pathLst>
                <a:path w="104344" h="167167">
                  <a:moveTo>
                    <a:pt x="104344" y="36564"/>
                  </a:moveTo>
                  <a:lnTo>
                    <a:pt x="99883" y="33122"/>
                  </a:lnTo>
                  <a:lnTo>
                    <a:pt x="95310" y="29832"/>
                  </a:lnTo>
                  <a:lnTo>
                    <a:pt x="90627" y="26698"/>
                  </a:lnTo>
                  <a:lnTo>
                    <a:pt x="85842" y="23724"/>
                  </a:lnTo>
                  <a:lnTo>
                    <a:pt x="80960" y="20912"/>
                  </a:lnTo>
                  <a:lnTo>
                    <a:pt x="75985" y="18267"/>
                  </a:lnTo>
                  <a:lnTo>
                    <a:pt x="70925" y="15791"/>
                  </a:lnTo>
                  <a:lnTo>
                    <a:pt x="65783" y="13487"/>
                  </a:lnTo>
                  <a:lnTo>
                    <a:pt x="60567" y="11358"/>
                  </a:lnTo>
                  <a:lnTo>
                    <a:pt x="55282" y="9405"/>
                  </a:lnTo>
                  <a:lnTo>
                    <a:pt x="49934" y="7632"/>
                  </a:lnTo>
                  <a:lnTo>
                    <a:pt x="44530" y="6040"/>
                  </a:lnTo>
                  <a:lnTo>
                    <a:pt x="39075" y="4631"/>
                  </a:lnTo>
                  <a:lnTo>
                    <a:pt x="33576" y="3406"/>
                  </a:lnTo>
                  <a:lnTo>
                    <a:pt x="28038" y="2368"/>
                  </a:lnTo>
                  <a:lnTo>
                    <a:pt x="22469" y="1516"/>
                  </a:lnTo>
                  <a:lnTo>
                    <a:pt x="16874" y="853"/>
                  </a:lnTo>
                  <a:lnTo>
                    <a:pt x="11260" y="379"/>
                  </a:lnTo>
                  <a:lnTo>
                    <a:pt x="5633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39839" y="941493"/>
              <a:ext cx="83704" cy="167167"/>
            </a:xfrm>
            <a:custGeom>
              <a:avLst/>
              <a:pathLst>
                <a:path w="83704" h="167167">
                  <a:moveTo>
                    <a:pt x="83704" y="0"/>
                  </a:moveTo>
                  <a:lnTo>
                    <a:pt x="77861" y="102"/>
                  </a:lnTo>
                  <a:lnTo>
                    <a:pt x="72025" y="408"/>
                  </a:lnTo>
                  <a:lnTo>
                    <a:pt x="66203" y="918"/>
                  </a:lnTo>
                  <a:lnTo>
                    <a:pt x="60402" y="1632"/>
                  </a:lnTo>
                  <a:lnTo>
                    <a:pt x="54630" y="2547"/>
                  </a:lnTo>
                  <a:lnTo>
                    <a:pt x="48894" y="3664"/>
                  </a:lnTo>
                  <a:lnTo>
                    <a:pt x="43200" y="4981"/>
                  </a:lnTo>
                  <a:lnTo>
                    <a:pt x="37555" y="6496"/>
                  </a:lnTo>
                  <a:lnTo>
                    <a:pt x="31967" y="8207"/>
                  </a:lnTo>
                  <a:lnTo>
                    <a:pt x="26442" y="10113"/>
                  </a:lnTo>
                  <a:lnTo>
                    <a:pt x="20987" y="12210"/>
                  </a:lnTo>
                  <a:lnTo>
                    <a:pt x="15609" y="14497"/>
                  </a:lnTo>
                  <a:lnTo>
                    <a:pt x="10314" y="16971"/>
                  </a:lnTo>
                  <a:lnTo>
                    <a:pt x="5109" y="19628"/>
                  </a:lnTo>
                  <a:lnTo>
                    <a:pt x="0" y="22466"/>
                  </a:lnTo>
                  <a:lnTo>
                    <a:pt x="8370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9839" y="963959"/>
              <a:ext cx="83704" cy="144701"/>
            </a:xfrm>
            <a:custGeom>
              <a:avLst/>
              <a:pathLst>
                <a:path w="83704" h="144701">
                  <a:moveTo>
                    <a:pt x="0" y="0"/>
                  </a:moveTo>
                  <a:lnTo>
                    <a:pt x="83704" y="1447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77" y="951982"/>
              <a:ext cx="334330" cy="323834"/>
            </a:xfrm>
            <a:custGeom>
              <a:avLst/>
              <a:pathLst>
                <a:path w="334330" h="323834">
                  <a:moveTo>
                    <a:pt x="83462" y="11976"/>
                  </a:moveTo>
                  <a:lnTo>
                    <a:pt x="78906" y="14709"/>
                  </a:lnTo>
                  <a:lnTo>
                    <a:pt x="74440" y="17585"/>
                  </a:lnTo>
                  <a:lnTo>
                    <a:pt x="70067" y="20602"/>
                  </a:lnTo>
                  <a:lnTo>
                    <a:pt x="65792" y="23756"/>
                  </a:lnTo>
                  <a:lnTo>
                    <a:pt x="61620" y="27044"/>
                  </a:lnTo>
                  <a:lnTo>
                    <a:pt x="57554" y="30463"/>
                  </a:lnTo>
                  <a:lnTo>
                    <a:pt x="53599" y="34010"/>
                  </a:lnTo>
                  <a:lnTo>
                    <a:pt x="49759" y="37680"/>
                  </a:lnTo>
                  <a:lnTo>
                    <a:pt x="46037" y="41471"/>
                  </a:lnTo>
                  <a:lnTo>
                    <a:pt x="42437" y="45378"/>
                  </a:lnTo>
                  <a:lnTo>
                    <a:pt x="38964" y="49397"/>
                  </a:lnTo>
                  <a:lnTo>
                    <a:pt x="35620" y="53525"/>
                  </a:lnTo>
                  <a:lnTo>
                    <a:pt x="32408" y="57757"/>
                  </a:lnTo>
                  <a:lnTo>
                    <a:pt x="29333" y="62089"/>
                  </a:lnTo>
                  <a:lnTo>
                    <a:pt x="26397" y="66516"/>
                  </a:lnTo>
                  <a:lnTo>
                    <a:pt x="23604" y="71035"/>
                  </a:lnTo>
                  <a:lnTo>
                    <a:pt x="20955" y="75640"/>
                  </a:lnTo>
                  <a:lnTo>
                    <a:pt x="18454" y="80326"/>
                  </a:lnTo>
                  <a:lnTo>
                    <a:pt x="16103" y="85090"/>
                  </a:lnTo>
                  <a:lnTo>
                    <a:pt x="13904" y="89926"/>
                  </a:lnTo>
                  <a:lnTo>
                    <a:pt x="11861" y="94830"/>
                  </a:lnTo>
                  <a:lnTo>
                    <a:pt x="9974" y="99796"/>
                  </a:lnTo>
                  <a:lnTo>
                    <a:pt x="8246" y="104820"/>
                  </a:lnTo>
                  <a:lnTo>
                    <a:pt x="6678" y="109895"/>
                  </a:lnTo>
                  <a:lnTo>
                    <a:pt x="5273" y="115018"/>
                  </a:lnTo>
                  <a:lnTo>
                    <a:pt x="4031" y="120184"/>
                  </a:lnTo>
                  <a:lnTo>
                    <a:pt x="2954" y="125386"/>
                  </a:lnTo>
                  <a:lnTo>
                    <a:pt x="2042" y="130619"/>
                  </a:lnTo>
                  <a:lnTo>
                    <a:pt x="1298" y="135879"/>
                  </a:lnTo>
                  <a:lnTo>
                    <a:pt x="721" y="141160"/>
                  </a:lnTo>
                  <a:lnTo>
                    <a:pt x="312" y="146457"/>
                  </a:lnTo>
                  <a:lnTo>
                    <a:pt x="71" y="151764"/>
                  </a:lnTo>
                  <a:lnTo>
                    <a:pt x="0" y="157076"/>
                  </a:lnTo>
                  <a:lnTo>
                    <a:pt x="97" y="162387"/>
                  </a:lnTo>
                  <a:lnTo>
                    <a:pt x="362" y="167693"/>
                  </a:lnTo>
                  <a:lnTo>
                    <a:pt x="797" y="172987"/>
                  </a:lnTo>
                  <a:lnTo>
                    <a:pt x="1399" y="178265"/>
                  </a:lnTo>
                  <a:lnTo>
                    <a:pt x="2168" y="183522"/>
                  </a:lnTo>
                  <a:lnTo>
                    <a:pt x="3105" y="188751"/>
                  </a:lnTo>
                  <a:lnTo>
                    <a:pt x="4207" y="193948"/>
                  </a:lnTo>
                  <a:lnTo>
                    <a:pt x="5473" y="199107"/>
                  </a:lnTo>
                  <a:lnTo>
                    <a:pt x="6903" y="204223"/>
                  </a:lnTo>
                  <a:lnTo>
                    <a:pt x="8495" y="209292"/>
                  </a:lnTo>
                  <a:lnTo>
                    <a:pt x="10247" y="214307"/>
                  </a:lnTo>
                  <a:lnTo>
                    <a:pt x="12157" y="219264"/>
                  </a:lnTo>
                  <a:lnTo>
                    <a:pt x="14224" y="224158"/>
                  </a:lnTo>
                  <a:lnTo>
                    <a:pt x="16445" y="228983"/>
                  </a:lnTo>
                  <a:lnTo>
                    <a:pt x="18819" y="233736"/>
                  </a:lnTo>
                  <a:lnTo>
                    <a:pt x="21342" y="238411"/>
                  </a:lnTo>
                  <a:lnTo>
                    <a:pt x="24013" y="243003"/>
                  </a:lnTo>
                  <a:lnTo>
                    <a:pt x="26828" y="247508"/>
                  </a:lnTo>
                  <a:lnTo>
                    <a:pt x="29785" y="251921"/>
                  </a:lnTo>
                  <a:lnTo>
                    <a:pt x="32881" y="256238"/>
                  </a:lnTo>
                  <a:lnTo>
                    <a:pt x="36112" y="260455"/>
                  </a:lnTo>
                  <a:lnTo>
                    <a:pt x="39476" y="264567"/>
                  </a:lnTo>
                  <a:lnTo>
                    <a:pt x="42969" y="268570"/>
                  </a:lnTo>
                  <a:lnTo>
                    <a:pt x="46587" y="272460"/>
                  </a:lnTo>
                  <a:lnTo>
                    <a:pt x="50327" y="276232"/>
                  </a:lnTo>
                  <a:lnTo>
                    <a:pt x="54184" y="279885"/>
                  </a:lnTo>
                  <a:lnTo>
                    <a:pt x="58156" y="283412"/>
                  </a:lnTo>
                  <a:lnTo>
                    <a:pt x="62238" y="286812"/>
                  </a:lnTo>
                  <a:lnTo>
                    <a:pt x="66426" y="290081"/>
                  </a:lnTo>
                  <a:lnTo>
                    <a:pt x="70716" y="293214"/>
                  </a:lnTo>
                  <a:lnTo>
                    <a:pt x="75103" y="296210"/>
                  </a:lnTo>
                  <a:lnTo>
                    <a:pt x="79583" y="299065"/>
                  </a:lnTo>
                  <a:lnTo>
                    <a:pt x="84152" y="301776"/>
                  </a:lnTo>
                  <a:lnTo>
                    <a:pt x="88804" y="304340"/>
                  </a:lnTo>
                  <a:lnTo>
                    <a:pt x="93536" y="306756"/>
                  </a:lnTo>
                  <a:lnTo>
                    <a:pt x="98342" y="309019"/>
                  </a:lnTo>
                  <a:lnTo>
                    <a:pt x="103217" y="311129"/>
                  </a:lnTo>
                  <a:lnTo>
                    <a:pt x="108157" y="313083"/>
                  </a:lnTo>
                  <a:lnTo>
                    <a:pt x="113157" y="314879"/>
                  </a:lnTo>
                  <a:lnTo>
                    <a:pt x="118211" y="316516"/>
                  </a:lnTo>
                  <a:lnTo>
                    <a:pt x="123314" y="317991"/>
                  </a:lnTo>
                  <a:lnTo>
                    <a:pt x="128462" y="319302"/>
                  </a:lnTo>
                  <a:lnTo>
                    <a:pt x="133649" y="320450"/>
                  </a:lnTo>
                  <a:lnTo>
                    <a:pt x="138870" y="321432"/>
                  </a:lnTo>
                  <a:lnTo>
                    <a:pt x="144119" y="322248"/>
                  </a:lnTo>
                  <a:lnTo>
                    <a:pt x="149392" y="322897"/>
                  </a:lnTo>
                  <a:lnTo>
                    <a:pt x="154682" y="323378"/>
                  </a:lnTo>
                  <a:lnTo>
                    <a:pt x="159985" y="323691"/>
                  </a:lnTo>
                  <a:lnTo>
                    <a:pt x="165296" y="323834"/>
                  </a:lnTo>
                  <a:lnTo>
                    <a:pt x="170608" y="323809"/>
                  </a:lnTo>
                  <a:lnTo>
                    <a:pt x="175917" y="323616"/>
                  </a:lnTo>
                  <a:lnTo>
                    <a:pt x="181217" y="323253"/>
                  </a:lnTo>
                  <a:lnTo>
                    <a:pt x="186503" y="322723"/>
                  </a:lnTo>
                  <a:lnTo>
                    <a:pt x="191769" y="322024"/>
                  </a:lnTo>
                  <a:lnTo>
                    <a:pt x="197011" y="321159"/>
                  </a:lnTo>
                  <a:lnTo>
                    <a:pt x="202222" y="320128"/>
                  </a:lnTo>
                  <a:lnTo>
                    <a:pt x="207398" y="318932"/>
                  </a:lnTo>
                  <a:lnTo>
                    <a:pt x="212533" y="317571"/>
                  </a:lnTo>
                  <a:lnTo>
                    <a:pt x="217622" y="316048"/>
                  </a:lnTo>
                  <a:lnTo>
                    <a:pt x="222661" y="314365"/>
                  </a:lnTo>
                  <a:lnTo>
                    <a:pt x="227643" y="312522"/>
                  </a:lnTo>
                  <a:lnTo>
                    <a:pt x="232565" y="310522"/>
                  </a:lnTo>
                  <a:lnTo>
                    <a:pt x="237420" y="308366"/>
                  </a:lnTo>
                  <a:lnTo>
                    <a:pt x="242204" y="306057"/>
                  </a:lnTo>
                  <a:lnTo>
                    <a:pt x="246913" y="303597"/>
                  </a:lnTo>
                  <a:lnTo>
                    <a:pt x="251541" y="300989"/>
                  </a:lnTo>
                  <a:lnTo>
                    <a:pt x="256084" y="298235"/>
                  </a:lnTo>
                  <a:lnTo>
                    <a:pt x="260537" y="295338"/>
                  </a:lnTo>
                  <a:lnTo>
                    <a:pt x="264896" y="292302"/>
                  </a:lnTo>
                  <a:lnTo>
                    <a:pt x="269156" y="289128"/>
                  </a:lnTo>
                  <a:lnTo>
                    <a:pt x="273313" y="285820"/>
                  </a:lnTo>
                  <a:lnTo>
                    <a:pt x="277363" y="282382"/>
                  </a:lnTo>
                  <a:lnTo>
                    <a:pt x="281301" y="278817"/>
                  </a:lnTo>
                  <a:lnTo>
                    <a:pt x="285125" y="275129"/>
                  </a:lnTo>
                  <a:lnTo>
                    <a:pt x="288829" y="271321"/>
                  </a:lnTo>
                  <a:lnTo>
                    <a:pt x="292410" y="267397"/>
                  </a:lnTo>
                  <a:lnTo>
                    <a:pt x="295865" y="263362"/>
                  </a:lnTo>
                  <a:lnTo>
                    <a:pt x="299190" y="259219"/>
                  </a:lnTo>
                  <a:lnTo>
                    <a:pt x="302382" y="254972"/>
                  </a:lnTo>
                  <a:lnTo>
                    <a:pt x="305437" y="250626"/>
                  </a:lnTo>
                  <a:lnTo>
                    <a:pt x="308352" y="246185"/>
                  </a:lnTo>
                  <a:lnTo>
                    <a:pt x="311125" y="241654"/>
                  </a:lnTo>
                  <a:lnTo>
                    <a:pt x="313752" y="237036"/>
                  </a:lnTo>
                  <a:lnTo>
                    <a:pt x="316232" y="232338"/>
                  </a:lnTo>
                  <a:lnTo>
                    <a:pt x="318560" y="227563"/>
                  </a:lnTo>
                  <a:lnTo>
                    <a:pt x="320736" y="222717"/>
                  </a:lnTo>
                  <a:lnTo>
                    <a:pt x="322757" y="217804"/>
                  </a:lnTo>
                  <a:lnTo>
                    <a:pt x="324621" y="212829"/>
                  </a:lnTo>
                  <a:lnTo>
                    <a:pt x="326326" y="207798"/>
                  </a:lnTo>
                  <a:lnTo>
                    <a:pt x="327870" y="202715"/>
                  </a:lnTo>
                  <a:lnTo>
                    <a:pt x="329251" y="197585"/>
                  </a:lnTo>
                  <a:lnTo>
                    <a:pt x="330469" y="192414"/>
                  </a:lnTo>
                  <a:lnTo>
                    <a:pt x="331522" y="187208"/>
                  </a:lnTo>
                  <a:lnTo>
                    <a:pt x="332409" y="181970"/>
                  </a:lnTo>
                  <a:lnTo>
                    <a:pt x="333130" y="176706"/>
                  </a:lnTo>
                  <a:lnTo>
                    <a:pt x="333682" y="171423"/>
                  </a:lnTo>
                  <a:lnTo>
                    <a:pt x="334067" y="166124"/>
                  </a:lnTo>
                  <a:lnTo>
                    <a:pt x="334283" y="160816"/>
                  </a:lnTo>
                  <a:lnTo>
                    <a:pt x="334330" y="155504"/>
                  </a:lnTo>
                  <a:lnTo>
                    <a:pt x="334208" y="150193"/>
                  </a:lnTo>
                  <a:lnTo>
                    <a:pt x="333918" y="144889"/>
                  </a:lnTo>
                  <a:lnTo>
                    <a:pt x="333459" y="139596"/>
                  </a:lnTo>
                  <a:lnTo>
                    <a:pt x="332832" y="134321"/>
                  </a:lnTo>
                  <a:lnTo>
                    <a:pt x="332038" y="129068"/>
                  </a:lnTo>
                  <a:lnTo>
                    <a:pt x="331078" y="123844"/>
                  </a:lnTo>
                  <a:lnTo>
                    <a:pt x="329952" y="118652"/>
                  </a:lnTo>
                  <a:lnTo>
                    <a:pt x="328661" y="113499"/>
                  </a:lnTo>
                  <a:lnTo>
                    <a:pt x="327208" y="108389"/>
                  </a:lnTo>
                  <a:lnTo>
                    <a:pt x="325593" y="103328"/>
                  </a:lnTo>
                  <a:lnTo>
                    <a:pt x="323817" y="98321"/>
                  </a:lnTo>
                  <a:lnTo>
                    <a:pt x="321884" y="93373"/>
                  </a:lnTo>
                  <a:lnTo>
                    <a:pt x="319794" y="88489"/>
                  </a:lnTo>
                  <a:lnTo>
                    <a:pt x="317551" y="83674"/>
                  </a:lnTo>
                  <a:lnTo>
                    <a:pt x="315155" y="78932"/>
                  </a:lnTo>
                  <a:lnTo>
                    <a:pt x="312610" y="74269"/>
                  </a:lnTo>
                  <a:lnTo>
                    <a:pt x="309918" y="69689"/>
                  </a:lnTo>
                  <a:lnTo>
                    <a:pt x="307082" y="65197"/>
                  </a:lnTo>
                  <a:lnTo>
                    <a:pt x="304105" y="60798"/>
                  </a:lnTo>
                  <a:lnTo>
                    <a:pt x="300989" y="56495"/>
                  </a:lnTo>
                  <a:lnTo>
                    <a:pt x="297738" y="52293"/>
                  </a:lnTo>
                  <a:lnTo>
                    <a:pt x="294355" y="48197"/>
                  </a:lnTo>
                  <a:lnTo>
                    <a:pt x="290844" y="44211"/>
                  </a:lnTo>
                  <a:lnTo>
                    <a:pt x="287208" y="40337"/>
                  </a:lnTo>
                  <a:lnTo>
                    <a:pt x="283451" y="36582"/>
                  </a:lnTo>
                  <a:lnTo>
                    <a:pt x="279576" y="32948"/>
                  </a:lnTo>
                  <a:lnTo>
                    <a:pt x="275588" y="29438"/>
                  </a:lnTo>
                  <a:lnTo>
                    <a:pt x="271490" y="26058"/>
                  </a:lnTo>
                  <a:lnTo>
                    <a:pt x="267287" y="22809"/>
                  </a:lnTo>
                  <a:lnTo>
                    <a:pt x="262983" y="19695"/>
                  </a:lnTo>
                  <a:lnTo>
                    <a:pt x="258582" y="16720"/>
                  </a:lnTo>
                  <a:lnTo>
                    <a:pt x="254089" y="13886"/>
                  </a:lnTo>
                  <a:lnTo>
                    <a:pt x="249507" y="11196"/>
                  </a:lnTo>
                  <a:lnTo>
                    <a:pt x="244843" y="8653"/>
                  </a:lnTo>
                  <a:lnTo>
                    <a:pt x="240101" y="6259"/>
                  </a:lnTo>
                  <a:lnTo>
                    <a:pt x="235284" y="4018"/>
                  </a:lnTo>
                  <a:lnTo>
                    <a:pt x="230399" y="1931"/>
                  </a:lnTo>
                  <a:lnTo>
                    <a:pt x="225450" y="0"/>
                  </a:lnTo>
                  <a:lnTo>
                    <a:pt x="167166" y="1566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58283" cy="167167"/>
            </a:xfrm>
            <a:custGeom>
              <a:avLst/>
              <a:pathLst>
                <a:path w="58283" h="167167">
                  <a:moveTo>
                    <a:pt x="58283" y="10489"/>
                  </a:moveTo>
                  <a:lnTo>
                    <a:pt x="52668" y="8513"/>
                  </a:lnTo>
                  <a:lnTo>
                    <a:pt x="46985" y="6738"/>
                  </a:lnTo>
                  <a:lnTo>
                    <a:pt x="41243" y="5167"/>
                  </a:lnTo>
                  <a:lnTo>
                    <a:pt x="35449" y="3801"/>
                  </a:lnTo>
                  <a:lnTo>
                    <a:pt x="29610" y="2643"/>
                  </a:lnTo>
                  <a:lnTo>
                    <a:pt x="23733" y="1693"/>
                  </a:lnTo>
                  <a:lnTo>
                    <a:pt x="17826" y="953"/>
                  </a:lnTo>
                  <a:lnTo>
                    <a:pt x="11896" y="423"/>
                  </a:lnTo>
                  <a:lnTo>
                    <a:pt x="5952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713" y="941493"/>
              <a:ext cx="166501" cy="167167"/>
            </a:xfrm>
            <a:custGeom>
              <a:avLst/>
              <a:pathLst>
                <a:path w="166501" h="167167">
                  <a:moveTo>
                    <a:pt x="166501" y="0"/>
                  </a:moveTo>
                  <a:lnTo>
                    <a:pt x="161118" y="86"/>
                  </a:lnTo>
                  <a:lnTo>
                    <a:pt x="155741" y="346"/>
                  </a:lnTo>
                  <a:lnTo>
                    <a:pt x="150375" y="779"/>
                  </a:lnTo>
                  <a:lnTo>
                    <a:pt x="145025" y="1385"/>
                  </a:lnTo>
                  <a:lnTo>
                    <a:pt x="139698" y="2162"/>
                  </a:lnTo>
                  <a:lnTo>
                    <a:pt x="134398" y="3111"/>
                  </a:lnTo>
                  <a:lnTo>
                    <a:pt x="129132" y="4230"/>
                  </a:lnTo>
                  <a:lnTo>
                    <a:pt x="123904" y="5518"/>
                  </a:lnTo>
                  <a:lnTo>
                    <a:pt x="118721" y="6973"/>
                  </a:lnTo>
                  <a:lnTo>
                    <a:pt x="113587" y="8595"/>
                  </a:lnTo>
                  <a:lnTo>
                    <a:pt x="108508" y="10381"/>
                  </a:lnTo>
                  <a:lnTo>
                    <a:pt x="103490" y="12330"/>
                  </a:lnTo>
                  <a:lnTo>
                    <a:pt x="98536" y="14439"/>
                  </a:lnTo>
                  <a:lnTo>
                    <a:pt x="93654" y="16707"/>
                  </a:lnTo>
                  <a:lnTo>
                    <a:pt x="88846" y="19131"/>
                  </a:lnTo>
                  <a:lnTo>
                    <a:pt x="84119" y="21708"/>
                  </a:lnTo>
                  <a:lnTo>
                    <a:pt x="79478" y="24437"/>
                  </a:lnTo>
                  <a:lnTo>
                    <a:pt x="74927" y="27313"/>
                  </a:lnTo>
                  <a:lnTo>
                    <a:pt x="70471" y="30334"/>
                  </a:lnTo>
                  <a:lnTo>
                    <a:pt x="66115" y="33498"/>
                  </a:lnTo>
                  <a:lnTo>
                    <a:pt x="61862" y="36800"/>
                  </a:lnTo>
                  <a:lnTo>
                    <a:pt x="57719" y="40237"/>
                  </a:lnTo>
                  <a:lnTo>
                    <a:pt x="53688" y="43806"/>
                  </a:lnTo>
                  <a:lnTo>
                    <a:pt x="49774" y="47503"/>
                  </a:lnTo>
                  <a:lnTo>
                    <a:pt x="45981" y="51323"/>
                  </a:lnTo>
                  <a:lnTo>
                    <a:pt x="42313" y="55265"/>
                  </a:lnTo>
                  <a:lnTo>
                    <a:pt x="38774" y="59322"/>
                  </a:lnTo>
                  <a:lnTo>
                    <a:pt x="35367" y="63491"/>
                  </a:lnTo>
                  <a:lnTo>
                    <a:pt x="32097" y="67767"/>
                  </a:lnTo>
                  <a:lnTo>
                    <a:pt x="28966" y="72147"/>
                  </a:lnTo>
                  <a:lnTo>
                    <a:pt x="25977" y="76625"/>
                  </a:lnTo>
                  <a:lnTo>
                    <a:pt x="23134" y="81197"/>
                  </a:lnTo>
                  <a:lnTo>
                    <a:pt x="20440" y="85858"/>
                  </a:lnTo>
                  <a:lnTo>
                    <a:pt x="17898" y="90604"/>
                  </a:lnTo>
                  <a:lnTo>
                    <a:pt x="15509" y="95429"/>
                  </a:lnTo>
                  <a:lnTo>
                    <a:pt x="13278" y="100328"/>
                  </a:lnTo>
                  <a:lnTo>
                    <a:pt x="11205" y="105297"/>
                  </a:lnTo>
                  <a:lnTo>
                    <a:pt x="9293" y="110330"/>
                  </a:lnTo>
                  <a:lnTo>
                    <a:pt x="7544" y="115422"/>
                  </a:lnTo>
                  <a:lnTo>
                    <a:pt x="5960" y="120567"/>
                  </a:lnTo>
                  <a:lnTo>
                    <a:pt x="4543" y="125761"/>
                  </a:lnTo>
                  <a:lnTo>
                    <a:pt x="3294" y="130998"/>
                  </a:lnTo>
                  <a:lnTo>
                    <a:pt x="2214" y="136272"/>
                  </a:lnTo>
                  <a:lnTo>
                    <a:pt x="1304" y="141579"/>
                  </a:lnTo>
                  <a:lnTo>
                    <a:pt x="566" y="146912"/>
                  </a:lnTo>
                  <a:lnTo>
                    <a:pt x="0" y="152266"/>
                  </a:lnTo>
                  <a:lnTo>
                    <a:pt x="16650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713" y="1093759"/>
              <a:ext cx="166501" cy="14901"/>
            </a:xfrm>
            <a:custGeom>
              <a:avLst/>
              <a:pathLst>
                <a:path w="166501" h="14901">
                  <a:moveTo>
                    <a:pt x="0" y="0"/>
                  </a:moveTo>
                  <a:lnTo>
                    <a:pt x="166501" y="149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54" y="1093759"/>
              <a:ext cx="167431" cy="182068"/>
            </a:xfrm>
            <a:custGeom>
              <a:avLst/>
              <a:pathLst>
                <a:path w="167431" h="182068">
                  <a:moveTo>
                    <a:pt x="659" y="0"/>
                  </a:moveTo>
                  <a:lnTo>
                    <a:pt x="262" y="5431"/>
                  </a:lnTo>
                  <a:lnTo>
                    <a:pt x="42" y="10873"/>
                  </a:lnTo>
                  <a:lnTo>
                    <a:pt x="0" y="16319"/>
                  </a:lnTo>
                  <a:lnTo>
                    <a:pt x="134" y="21764"/>
                  </a:lnTo>
                  <a:lnTo>
                    <a:pt x="447" y="27202"/>
                  </a:lnTo>
                  <a:lnTo>
                    <a:pt x="936" y="32626"/>
                  </a:lnTo>
                  <a:lnTo>
                    <a:pt x="1601" y="38031"/>
                  </a:lnTo>
                  <a:lnTo>
                    <a:pt x="2443" y="43412"/>
                  </a:lnTo>
                  <a:lnTo>
                    <a:pt x="3459" y="48763"/>
                  </a:lnTo>
                  <a:lnTo>
                    <a:pt x="4649" y="54078"/>
                  </a:lnTo>
                  <a:lnTo>
                    <a:pt x="6012" y="59351"/>
                  </a:lnTo>
                  <a:lnTo>
                    <a:pt x="7545" y="64577"/>
                  </a:lnTo>
                  <a:lnTo>
                    <a:pt x="9248" y="69750"/>
                  </a:lnTo>
                  <a:lnTo>
                    <a:pt x="11119" y="74865"/>
                  </a:lnTo>
                  <a:lnTo>
                    <a:pt x="13155" y="79917"/>
                  </a:lnTo>
                  <a:lnTo>
                    <a:pt x="15355" y="84899"/>
                  </a:lnTo>
                  <a:lnTo>
                    <a:pt x="17715" y="89807"/>
                  </a:lnTo>
                  <a:lnTo>
                    <a:pt x="20235" y="94636"/>
                  </a:lnTo>
                  <a:lnTo>
                    <a:pt x="22910" y="99380"/>
                  </a:lnTo>
                  <a:lnTo>
                    <a:pt x="25739" y="104034"/>
                  </a:lnTo>
                  <a:lnTo>
                    <a:pt x="28718" y="108594"/>
                  </a:lnTo>
                  <a:lnTo>
                    <a:pt x="31843" y="113054"/>
                  </a:lnTo>
                  <a:lnTo>
                    <a:pt x="35112" y="117410"/>
                  </a:lnTo>
                  <a:lnTo>
                    <a:pt x="38522" y="121657"/>
                  </a:lnTo>
                  <a:lnTo>
                    <a:pt x="42068" y="125791"/>
                  </a:lnTo>
                  <a:lnTo>
                    <a:pt x="45747" y="129807"/>
                  </a:lnTo>
                  <a:lnTo>
                    <a:pt x="49554" y="133701"/>
                  </a:lnTo>
                  <a:lnTo>
                    <a:pt x="53487" y="137469"/>
                  </a:lnTo>
                  <a:lnTo>
                    <a:pt x="57540" y="141107"/>
                  </a:lnTo>
                  <a:lnTo>
                    <a:pt x="61709" y="144612"/>
                  </a:lnTo>
                  <a:lnTo>
                    <a:pt x="65991" y="147978"/>
                  </a:lnTo>
                  <a:lnTo>
                    <a:pt x="70379" y="151203"/>
                  </a:lnTo>
                  <a:lnTo>
                    <a:pt x="74871" y="154283"/>
                  </a:lnTo>
                  <a:lnTo>
                    <a:pt x="79460" y="157216"/>
                  </a:lnTo>
                  <a:lnTo>
                    <a:pt x="84143" y="159997"/>
                  </a:lnTo>
                  <a:lnTo>
                    <a:pt x="88914" y="162625"/>
                  </a:lnTo>
                  <a:lnTo>
                    <a:pt x="93768" y="165095"/>
                  </a:lnTo>
                  <a:lnTo>
                    <a:pt x="98699" y="167406"/>
                  </a:lnTo>
                  <a:lnTo>
                    <a:pt x="103704" y="169556"/>
                  </a:lnTo>
                  <a:lnTo>
                    <a:pt x="108775" y="171541"/>
                  </a:lnTo>
                  <a:lnTo>
                    <a:pt x="113909" y="173360"/>
                  </a:lnTo>
                  <a:lnTo>
                    <a:pt x="119099" y="175010"/>
                  </a:lnTo>
                  <a:lnTo>
                    <a:pt x="124340" y="176491"/>
                  </a:lnTo>
                  <a:lnTo>
                    <a:pt x="129627" y="177800"/>
                  </a:lnTo>
                  <a:lnTo>
                    <a:pt x="134954" y="178936"/>
                  </a:lnTo>
                  <a:lnTo>
                    <a:pt x="140314" y="179898"/>
                  </a:lnTo>
                  <a:lnTo>
                    <a:pt x="145704" y="180685"/>
                  </a:lnTo>
                  <a:lnTo>
                    <a:pt x="151116" y="181296"/>
                  </a:lnTo>
                  <a:lnTo>
                    <a:pt x="156545" y="181731"/>
                  </a:lnTo>
                  <a:lnTo>
                    <a:pt x="161985" y="181988"/>
                  </a:lnTo>
                  <a:lnTo>
                    <a:pt x="167431" y="182068"/>
                  </a:lnTo>
                  <a:lnTo>
                    <a:pt x="167161" y="149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86215" y="941493"/>
              <a:ext cx="167167" cy="334334"/>
            </a:xfrm>
            <a:custGeom>
              <a:avLst/>
              <a:pathLst>
                <a:path w="167167" h="334334">
                  <a:moveTo>
                    <a:pt x="269" y="334334"/>
                  </a:moveTo>
                  <a:lnTo>
                    <a:pt x="5624" y="334240"/>
                  </a:lnTo>
                  <a:lnTo>
                    <a:pt x="10974" y="333974"/>
                  </a:lnTo>
                  <a:lnTo>
                    <a:pt x="16312" y="333537"/>
                  </a:lnTo>
                  <a:lnTo>
                    <a:pt x="21633" y="332929"/>
                  </a:lnTo>
                  <a:lnTo>
                    <a:pt x="26932" y="332151"/>
                  </a:lnTo>
                  <a:lnTo>
                    <a:pt x="32203" y="331203"/>
                  </a:lnTo>
                  <a:lnTo>
                    <a:pt x="37442" y="330087"/>
                  </a:lnTo>
                  <a:lnTo>
                    <a:pt x="42642" y="328804"/>
                  </a:lnTo>
                  <a:lnTo>
                    <a:pt x="47798" y="327355"/>
                  </a:lnTo>
                  <a:lnTo>
                    <a:pt x="52905" y="325742"/>
                  </a:lnTo>
                  <a:lnTo>
                    <a:pt x="57958" y="323965"/>
                  </a:lnTo>
                  <a:lnTo>
                    <a:pt x="62951" y="322028"/>
                  </a:lnTo>
                  <a:lnTo>
                    <a:pt x="67880" y="319932"/>
                  </a:lnTo>
                  <a:lnTo>
                    <a:pt x="72739" y="317679"/>
                  </a:lnTo>
                  <a:lnTo>
                    <a:pt x="77523" y="315272"/>
                  </a:lnTo>
                  <a:lnTo>
                    <a:pt x="82228" y="312712"/>
                  </a:lnTo>
                  <a:lnTo>
                    <a:pt x="86848" y="310003"/>
                  </a:lnTo>
                  <a:lnTo>
                    <a:pt x="91380" y="307148"/>
                  </a:lnTo>
                  <a:lnTo>
                    <a:pt x="95817" y="304149"/>
                  </a:lnTo>
                  <a:lnTo>
                    <a:pt x="100156" y="301009"/>
                  </a:lnTo>
                  <a:lnTo>
                    <a:pt x="104392" y="297732"/>
                  </a:lnTo>
                  <a:lnTo>
                    <a:pt x="108521" y="294320"/>
                  </a:lnTo>
                  <a:lnTo>
                    <a:pt x="112539" y="290778"/>
                  </a:lnTo>
                  <a:lnTo>
                    <a:pt x="116441" y="287110"/>
                  </a:lnTo>
                  <a:lnTo>
                    <a:pt x="120224" y="283318"/>
                  </a:lnTo>
                  <a:lnTo>
                    <a:pt x="123883" y="279407"/>
                  </a:lnTo>
                  <a:lnTo>
                    <a:pt x="127415" y="275381"/>
                  </a:lnTo>
                  <a:lnTo>
                    <a:pt x="130816" y="271243"/>
                  </a:lnTo>
                  <a:lnTo>
                    <a:pt x="134083" y="266999"/>
                  </a:lnTo>
                  <a:lnTo>
                    <a:pt x="137213" y="262653"/>
                  </a:lnTo>
                  <a:lnTo>
                    <a:pt x="140201" y="258208"/>
                  </a:lnTo>
                  <a:lnTo>
                    <a:pt x="143046" y="253670"/>
                  </a:lnTo>
                  <a:lnTo>
                    <a:pt x="145743" y="249043"/>
                  </a:lnTo>
                  <a:lnTo>
                    <a:pt x="148291" y="244332"/>
                  </a:lnTo>
                  <a:lnTo>
                    <a:pt x="150687" y="239542"/>
                  </a:lnTo>
                  <a:lnTo>
                    <a:pt x="152928" y="234678"/>
                  </a:lnTo>
                  <a:lnTo>
                    <a:pt x="155013" y="229744"/>
                  </a:lnTo>
                  <a:lnTo>
                    <a:pt x="156938" y="224746"/>
                  </a:lnTo>
                  <a:lnTo>
                    <a:pt x="158702" y="219689"/>
                  </a:lnTo>
                  <a:lnTo>
                    <a:pt x="160303" y="214578"/>
                  </a:lnTo>
                  <a:lnTo>
                    <a:pt x="161739" y="209418"/>
                  </a:lnTo>
                  <a:lnTo>
                    <a:pt x="163010" y="204215"/>
                  </a:lnTo>
                  <a:lnTo>
                    <a:pt x="164113" y="198974"/>
                  </a:lnTo>
                  <a:lnTo>
                    <a:pt x="165048" y="193700"/>
                  </a:lnTo>
                  <a:lnTo>
                    <a:pt x="165813" y="188399"/>
                  </a:lnTo>
                  <a:lnTo>
                    <a:pt x="166408" y="183076"/>
                  </a:lnTo>
                  <a:lnTo>
                    <a:pt x="166832" y="177737"/>
                  </a:lnTo>
                  <a:lnTo>
                    <a:pt x="167085" y="172387"/>
                  </a:lnTo>
                  <a:lnTo>
                    <a:pt x="167167" y="167032"/>
                  </a:lnTo>
                  <a:lnTo>
                    <a:pt x="167077" y="161677"/>
                  </a:lnTo>
                  <a:lnTo>
                    <a:pt x="166815" y="156327"/>
                  </a:lnTo>
                  <a:lnTo>
                    <a:pt x="166382" y="150989"/>
                  </a:lnTo>
                  <a:lnTo>
                    <a:pt x="165779" y="145667"/>
                  </a:lnTo>
                  <a:lnTo>
                    <a:pt x="165005" y="140368"/>
                  </a:lnTo>
                  <a:lnTo>
                    <a:pt x="164062" y="135095"/>
                  </a:lnTo>
                  <a:lnTo>
                    <a:pt x="162950" y="129856"/>
                  </a:lnTo>
                  <a:lnTo>
                    <a:pt x="161671" y="124655"/>
                  </a:lnTo>
                  <a:lnTo>
                    <a:pt x="160226" y="119498"/>
                  </a:lnTo>
                  <a:lnTo>
                    <a:pt x="158617" y="114389"/>
                  </a:lnTo>
                  <a:lnTo>
                    <a:pt x="156845" y="109335"/>
                  </a:lnTo>
                  <a:lnTo>
                    <a:pt x="154912" y="104340"/>
                  </a:lnTo>
                  <a:lnTo>
                    <a:pt x="152819" y="99410"/>
                  </a:lnTo>
                  <a:lnTo>
                    <a:pt x="150570" y="94549"/>
                  </a:lnTo>
                  <a:lnTo>
                    <a:pt x="148167" y="89763"/>
                  </a:lnTo>
                  <a:lnTo>
                    <a:pt x="145611" y="85056"/>
                  </a:lnTo>
                  <a:lnTo>
                    <a:pt x="142906" y="80433"/>
                  </a:lnTo>
                  <a:lnTo>
                    <a:pt x="140054" y="75900"/>
                  </a:lnTo>
                  <a:lnTo>
                    <a:pt x="137058" y="71460"/>
                  </a:lnTo>
                  <a:lnTo>
                    <a:pt x="133922" y="67118"/>
                  </a:lnTo>
                  <a:lnTo>
                    <a:pt x="130648" y="62880"/>
                  </a:lnTo>
                  <a:lnTo>
                    <a:pt x="127240" y="58748"/>
                  </a:lnTo>
                  <a:lnTo>
                    <a:pt x="123702" y="54727"/>
                  </a:lnTo>
                  <a:lnTo>
                    <a:pt x="120036" y="50822"/>
                  </a:lnTo>
                  <a:lnTo>
                    <a:pt x="116248" y="47036"/>
                  </a:lnTo>
                  <a:lnTo>
                    <a:pt x="112339" y="43374"/>
                  </a:lnTo>
                  <a:lnTo>
                    <a:pt x="108316" y="39839"/>
                  </a:lnTo>
                  <a:lnTo>
                    <a:pt x="104182" y="36434"/>
                  </a:lnTo>
                  <a:lnTo>
                    <a:pt x="99940" y="33164"/>
                  </a:lnTo>
                  <a:lnTo>
                    <a:pt x="95596" y="30031"/>
                  </a:lnTo>
                  <a:lnTo>
                    <a:pt x="91154" y="27039"/>
                  </a:lnTo>
                  <a:lnTo>
                    <a:pt x="86618" y="24191"/>
                  </a:lnTo>
                  <a:lnTo>
                    <a:pt x="81993" y="21489"/>
                  </a:lnTo>
                  <a:lnTo>
                    <a:pt x="77284" y="18937"/>
                  </a:lnTo>
                  <a:lnTo>
                    <a:pt x="72496" y="16538"/>
                  </a:lnTo>
                  <a:lnTo>
                    <a:pt x="67633" y="14292"/>
                  </a:lnTo>
                  <a:lnTo>
                    <a:pt x="62701" y="12204"/>
                  </a:lnTo>
                  <a:lnTo>
                    <a:pt x="57705" y="10275"/>
                  </a:lnTo>
                  <a:lnTo>
                    <a:pt x="52649" y="8507"/>
                  </a:lnTo>
                  <a:lnTo>
                    <a:pt x="47540" y="6902"/>
                  </a:lnTo>
                  <a:lnTo>
                    <a:pt x="42381" y="5461"/>
                  </a:lnTo>
                  <a:lnTo>
                    <a:pt x="37179" y="4186"/>
                  </a:lnTo>
                  <a:lnTo>
                    <a:pt x="31939" y="3079"/>
                  </a:lnTo>
                  <a:lnTo>
                    <a:pt x="26666" y="2140"/>
                  </a:lnTo>
                  <a:lnTo>
                    <a:pt x="21365" y="1371"/>
                  </a:lnTo>
                  <a:lnTo>
                    <a:pt x="16043" y="771"/>
                  </a:lnTo>
                  <a:lnTo>
                    <a:pt x="10704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352" y="1071028"/>
              <a:ext cx="167148" cy="186301"/>
            </a:xfrm>
            <a:custGeom>
              <a:avLst/>
              <a:pathLst>
                <a:path w="167148" h="186301">
                  <a:moveTo>
                    <a:pt x="167148" y="0"/>
                  </a:moveTo>
                  <a:lnTo>
                    <a:pt x="161731" y="87"/>
                  </a:lnTo>
                  <a:lnTo>
                    <a:pt x="156319" y="351"/>
                  </a:lnTo>
                  <a:lnTo>
                    <a:pt x="150918" y="789"/>
                  </a:lnTo>
                  <a:lnTo>
                    <a:pt x="145535" y="1403"/>
                  </a:lnTo>
                  <a:lnTo>
                    <a:pt x="140174" y="2190"/>
                  </a:lnTo>
                  <a:lnTo>
                    <a:pt x="134842" y="3151"/>
                  </a:lnTo>
                  <a:lnTo>
                    <a:pt x="129543" y="4284"/>
                  </a:lnTo>
                  <a:lnTo>
                    <a:pt x="124284" y="5588"/>
                  </a:lnTo>
                  <a:lnTo>
                    <a:pt x="119071" y="7062"/>
                  </a:lnTo>
                  <a:lnTo>
                    <a:pt x="113907" y="8705"/>
                  </a:lnTo>
                  <a:lnTo>
                    <a:pt x="108800" y="10513"/>
                  </a:lnTo>
                  <a:lnTo>
                    <a:pt x="103754" y="12486"/>
                  </a:lnTo>
                  <a:lnTo>
                    <a:pt x="98774" y="14622"/>
                  </a:lnTo>
                  <a:lnTo>
                    <a:pt x="93866" y="16918"/>
                  </a:lnTo>
                  <a:lnTo>
                    <a:pt x="89035" y="19372"/>
                  </a:lnTo>
                  <a:lnTo>
                    <a:pt x="84287" y="21981"/>
                  </a:lnTo>
                  <a:lnTo>
                    <a:pt x="79625" y="24743"/>
                  </a:lnTo>
                  <a:lnTo>
                    <a:pt x="75055" y="27654"/>
                  </a:lnTo>
                  <a:lnTo>
                    <a:pt x="70583" y="30712"/>
                  </a:lnTo>
                  <a:lnTo>
                    <a:pt x="66211" y="33913"/>
                  </a:lnTo>
                  <a:lnTo>
                    <a:pt x="61946" y="37254"/>
                  </a:lnTo>
                  <a:lnTo>
                    <a:pt x="57791" y="40732"/>
                  </a:lnTo>
                  <a:lnTo>
                    <a:pt x="53751" y="44342"/>
                  </a:lnTo>
                  <a:lnTo>
                    <a:pt x="49830" y="48082"/>
                  </a:lnTo>
                  <a:lnTo>
                    <a:pt x="46032" y="51946"/>
                  </a:lnTo>
                  <a:lnTo>
                    <a:pt x="42362" y="55932"/>
                  </a:lnTo>
                  <a:lnTo>
                    <a:pt x="38822" y="60034"/>
                  </a:lnTo>
                  <a:lnTo>
                    <a:pt x="35418" y="64250"/>
                  </a:lnTo>
                  <a:lnTo>
                    <a:pt x="32152" y="68573"/>
                  </a:lnTo>
                  <a:lnTo>
                    <a:pt x="29027" y="72999"/>
                  </a:lnTo>
                  <a:lnTo>
                    <a:pt x="26048" y="77525"/>
                  </a:lnTo>
                  <a:lnTo>
                    <a:pt x="23217" y="82145"/>
                  </a:lnTo>
                  <a:lnTo>
                    <a:pt x="20537" y="86854"/>
                  </a:lnTo>
                  <a:lnTo>
                    <a:pt x="18011" y="91648"/>
                  </a:lnTo>
                  <a:lnTo>
                    <a:pt x="15642" y="96521"/>
                  </a:lnTo>
                  <a:lnTo>
                    <a:pt x="13432" y="101468"/>
                  </a:lnTo>
                  <a:lnTo>
                    <a:pt x="11384" y="106484"/>
                  </a:lnTo>
                  <a:lnTo>
                    <a:pt x="9499" y="111564"/>
                  </a:lnTo>
                  <a:lnTo>
                    <a:pt x="7780" y="116702"/>
                  </a:lnTo>
                  <a:lnTo>
                    <a:pt x="6228" y="121893"/>
                  </a:lnTo>
                  <a:lnTo>
                    <a:pt x="4846" y="127132"/>
                  </a:lnTo>
                  <a:lnTo>
                    <a:pt x="3633" y="132413"/>
                  </a:lnTo>
                  <a:lnTo>
                    <a:pt x="2593" y="137730"/>
                  </a:lnTo>
                  <a:lnTo>
                    <a:pt x="1725" y="143079"/>
                  </a:lnTo>
                  <a:lnTo>
                    <a:pt x="1032" y="148452"/>
                  </a:lnTo>
                  <a:lnTo>
                    <a:pt x="512" y="153846"/>
                  </a:lnTo>
                  <a:lnTo>
                    <a:pt x="168" y="159253"/>
                  </a:lnTo>
                  <a:lnTo>
                    <a:pt x="0" y="164669"/>
                  </a:lnTo>
                  <a:lnTo>
                    <a:pt x="6" y="170087"/>
                  </a:lnTo>
                  <a:lnTo>
                    <a:pt x="189" y="175502"/>
                  </a:lnTo>
                  <a:lnTo>
                    <a:pt x="547" y="180909"/>
                  </a:lnTo>
                  <a:lnTo>
                    <a:pt x="1079" y="18630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432" y="1238196"/>
              <a:ext cx="166068" cy="19133"/>
            </a:xfrm>
            <a:custGeom>
              <a:avLst/>
              <a:pathLst>
                <a:path w="166068" h="19133">
                  <a:moveTo>
                    <a:pt x="0" y="19133"/>
                  </a:moveTo>
                  <a:lnTo>
                    <a:pt x="16606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432" y="1071322"/>
              <a:ext cx="333224" cy="334039"/>
            </a:xfrm>
            <a:custGeom>
              <a:avLst/>
              <a:pathLst>
                <a:path w="333224" h="334039">
                  <a:moveTo>
                    <a:pt x="0" y="186006"/>
                  </a:moveTo>
                  <a:lnTo>
                    <a:pt x="690" y="191266"/>
                  </a:lnTo>
                  <a:lnTo>
                    <a:pt x="1548" y="196502"/>
                  </a:lnTo>
                  <a:lnTo>
                    <a:pt x="2571" y="201707"/>
                  </a:lnTo>
                  <a:lnTo>
                    <a:pt x="3758" y="206878"/>
                  </a:lnTo>
                  <a:lnTo>
                    <a:pt x="5109" y="212008"/>
                  </a:lnTo>
                  <a:lnTo>
                    <a:pt x="6623" y="217093"/>
                  </a:lnTo>
                  <a:lnTo>
                    <a:pt x="8297" y="222127"/>
                  </a:lnTo>
                  <a:lnTo>
                    <a:pt x="10129" y="227105"/>
                  </a:lnTo>
                  <a:lnTo>
                    <a:pt x="12119" y="232023"/>
                  </a:lnTo>
                  <a:lnTo>
                    <a:pt x="14264" y="236875"/>
                  </a:lnTo>
                  <a:lnTo>
                    <a:pt x="16562" y="241657"/>
                  </a:lnTo>
                  <a:lnTo>
                    <a:pt x="19010" y="246364"/>
                  </a:lnTo>
                  <a:lnTo>
                    <a:pt x="21606" y="250990"/>
                  </a:lnTo>
                  <a:lnTo>
                    <a:pt x="24348" y="255532"/>
                  </a:lnTo>
                  <a:lnTo>
                    <a:pt x="27233" y="259984"/>
                  </a:lnTo>
                  <a:lnTo>
                    <a:pt x="30257" y="264342"/>
                  </a:lnTo>
                  <a:lnTo>
                    <a:pt x="33419" y="268603"/>
                  </a:lnTo>
                  <a:lnTo>
                    <a:pt x="36713" y="272761"/>
                  </a:lnTo>
                  <a:lnTo>
                    <a:pt x="40138" y="276812"/>
                  </a:lnTo>
                  <a:lnTo>
                    <a:pt x="43690" y="280753"/>
                  </a:lnTo>
                  <a:lnTo>
                    <a:pt x="47366" y="284578"/>
                  </a:lnTo>
                  <a:lnTo>
                    <a:pt x="51160" y="288286"/>
                  </a:lnTo>
                  <a:lnTo>
                    <a:pt x="55071" y="291871"/>
                  </a:lnTo>
                  <a:lnTo>
                    <a:pt x="59093" y="295330"/>
                  </a:lnTo>
                  <a:lnTo>
                    <a:pt x="63223" y="298660"/>
                  </a:lnTo>
                  <a:lnTo>
                    <a:pt x="67457" y="301857"/>
                  </a:lnTo>
                  <a:lnTo>
                    <a:pt x="71790" y="304918"/>
                  </a:lnTo>
                  <a:lnTo>
                    <a:pt x="76217" y="307840"/>
                  </a:lnTo>
                  <a:lnTo>
                    <a:pt x="80736" y="310620"/>
                  </a:lnTo>
                  <a:lnTo>
                    <a:pt x="85340" y="313256"/>
                  </a:lnTo>
                  <a:lnTo>
                    <a:pt x="90026" y="315743"/>
                  </a:lnTo>
                  <a:lnTo>
                    <a:pt x="94788" y="318081"/>
                  </a:lnTo>
                  <a:lnTo>
                    <a:pt x="99622" y="320267"/>
                  </a:lnTo>
                  <a:lnTo>
                    <a:pt x="104523" y="322298"/>
                  </a:lnTo>
                  <a:lnTo>
                    <a:pt x="109485" y="324173"/>
                  </a:lnTo>
                  <a:lnTo>
                    <a:pt x="114505" y="325889"/>
                  </a:lnTo>
                  <a:lnTo>
                    <a:pt x="119577" y="327445"/>
                  </a:lnTo>
                  <a:lnTo>
                    <a:pt x="124696" y="328840"/>
                  </a:lnTo>
                  <a:lnTo>
                    <a:pt x="129856" y="330071"/>
                  </a:lnTo>
                  <a:lnTo>
                    <a:pt x="135053" y="331138"/>
                  </a:lnTo>
                  <a:lnTo>
                    <a:pt x="140281" y="332039"/>
                  </a:lnTo>
                  <a:lnTo>
                    <a:pt x="145535" y="332774"/>
                  </a:lnTo>
                  <a:lnTo>
                    <a:pt x="150809" y="333342"/>
                  </a:lnTo>
                  <a:lnTo>
                    <a:pt x="156099" y="333743"/>
                  </a:lnTo>
                  <a:lnTo>
                    <a:pt x="161399" y="333975"/>
                  </a:lnTo>
                  <a:lnTo>
                    <a:pt x="166704" y="334039"/>
                  </a:lnTo>
                  <a:lnTo>
                    <a:pt x="172008" y="333935"/>
                  </a:lnTo>
                  <a:lnTo>
                    <a:pt x="177306" y="333662"/>
                  </a:lnTo>
                  <a:lnTo>
                    <a:pt x="182593" y="333222"/>
                  </a:lnTo>
                  <a:lnTo>
                    <a:pt x="187863" y="332613"/>
                  </a:lnTo>
                  <a:lnTo>
                    <a:pt x="193111" y="331838"/>
                  </a:lnTo>
                  <a:lnTo>
                    <a:pt x="198332" y="330897"/>
                  </a:lnTo>
                  <a:lnTo>
                    <a:pt x="203521" y="329791"/>
                  </a:lnTo>
                  <a:lnTo>
                    <a:pt x="208672" y="328520"/>
                  </a:lnTo>
                  <a:lnTo>
                    <a:pt x="213779" y="327087"/>
                  </a:lnTo>
                  <a:lnTo>
                    <a:pt x="218839" y="325492"/>
                  </a:lnTo>
                  <a:lnTo>
                    <a:pt x="223846" y="323738"/>
                  </a:lnTo>
                  <a:lnTo>
                    <a:pt x="228794" y="321826"/>
                  </a:lnTo>
                  <a:lnTo>
                    <a:pt x="233680" y="319757"/>
                  </a:lnTo>
                  <a:lnTo>
                    <a:pt x="238497" y="317535"/>
                  </a:lnTo>
                  <a:lnTo>
                    <a:pt x="243241" y="315161"/>
                  </a:lnTo>
                  <a:lnTo>
                    <a:pt x="247908" y="312637"/>
                  </a:lnTo>
                  <a:lnTo>
                    <a:pt x="252492" y="309967"/>
                  </a:lnTo>
                  <a:lnTo>
                    <a:pt x="256989" y="307153"/>
                  </a:lnTo>
                  <a:lnTo>
                    <a:pt x="261394" y="304197"/>
                  </a:lnTo>
                  <a:lnTo>
                    <a:pt x="265704" y="301103"/>
                  </a:lnTo>
                  <a:lnTo>
                    <a:pt x="269913" y="297874"/>
                  </a:lnTo>
                  <a:lnTo>
                    <a:pt x="274017" y="294513"/>
                  </a:lnTo>
                  <a:lnTo>
                    <a:pt x="278013" y="291023"/>
                  </a:lnTo>
                  <a:lnTo>
                    <a:pt x="281896" y="287408"/>
                  </a:lnTo>
                  <a:lnTo>
                    <a:pt x="285663" y="283672"/>
                  </a:lnTo>
                  <a:lnTo>
                    <a:pt x="289309" y="279819"/>
                  </a:lnTo>
                  <a:lnTo>
                    <a:pt x="292831" y="275851"/>
                  </a:lnTo>
                  <a:lnTo>
                    <a:pt x="296225" y="271774"/>
                  </a:lnTo>
                  <a:lnTo>
                    <a:pt x="299488" y="267591"/>
                  </a:lnTo>
                  <a:lnTo>
                    <a:pt x="302617" y="263307"/>
                  </a:lnTo>
                  <a:lnTo>
                    <a:pt x="305608" y="258925"/>
                  </a:lnTo>
                  <a:lnTo>
                    <a:pt x="308459" y="254451"/>
                  </a:lnTo>
                  <a:lnTo>
                    <a:pt x="311166" y="249889"/>
                  </a:lnTo>
                  <a:lnTo>
                    <a:pt x="313727" y="245243"/>
                  </a:lnTo>
                  <a:lnTo>
                    <a:pt x="316140" y="240518"/>
                  </a:lnTo>
                  <a:lnTo>
                    <a:pt x="318401" y="235719"/>
                  </a:lnTo>
                  <a:lnTo>
                    <a:pt x="320509" y="230850"/>
                  </a:lnTo>
                  <a:lnTo>
                    <a:pt x="322461" y="225918"/>
                  </a:lnTo>
                  <a:lnTo>
                    <a:pt x="324256" y="220925"/>
                  </a:lnTo>
                  <a:lnTo>
                    <a:pt x="325891" y="215879"/>
                  </a:lnTo>
                  <a:lnTo>
                    <a:pt x="327366" y="210783"/>
                  </a:lnTo>
                  <a:lnTo>
                    <a:pt x="328678" y="205642"/>
                  </a:lnTo>
                  <a:lnTo>
                    <a:pt x="329826" y="200463"/>
                  </a:lnTo>
                  <a:lnTo>
                    <a:pt x="330810" y="195250"/>
                  </a:lnTo>
                  <a:lnTo>
                    <a:pt x="331627" y="190008"/>
                  </a:lnTo>
                  <a:lnTo>
                    <a:pt x="332278" y="184743"/>
                  </a:lnTo>
                  <a:lnTo>
                    <a:pt x="332761" y="179460"/>
                  </a:lnTo>
                  <a:lnTo>
                    <a:pt x="333077" y="174164"/>
                  </a:lnTo>
                  <a:lnTo>
                    <a:pt x="333224" y="168861"/>
                  </a:lnTo>
                  <a:lnTo>
                    <a:pt x="333203" y="163556"/>
                  </a:lnTo>
                  <a:lnTo>
                    <a:pt x="333013" y="158254"/>
                  </a:lnTo>
                  <a:lnTo>
                    <a:pt x="332656" y="152961"/>
                  </a:lnTo>
                  <a:lnTo>
                    <a:pt x="332131" y="147682"/>
                  </a:lnTo>
                  <a:lnTo>
                    <a:pt x="331438" y="142422"/>
                  </a:lnTo>
                  <a:lnTo>
                    <a:pt x="330579" y="137187"/>
                  </a:lnTo>
                  <a:lnTo>
                    <a:pt x="329554" y="131982"/>
                  </a:lnTo>
                  <a:lnTo>
                    <a:pt x="328365" y="126812"/>
                  </a:lnTo>
                  <a:lnTo>
                    <a:pt x="327012" y="121682"/>
                  </a:lnTo>
                  <a:lnTo>
                    <a:pt x="325497" y="116598"/>
                  </a:lnTo>
                  <a:lnTo>
                    <a:pt x="323821" y="111564"/>
                  </a:lnTo>
                  <a:lnTo>
                    <a:pt x="321987" y="106587"/>
                  </a:lnTo>
                  <a:lnTo>
                    <a:pt x="319995" y="101669"/>
                  </a:lnTo>
                  <a:lnTo>
                    <a:pt x="317849" y="96818"/>
                  </a:lnTo>
                  <a:lnTo>
                    <a:pt x="315549" y="92037"/>
                  </a:lnTo>
                  <a:lnTo>
                    <a:pt x="313099" y="87331"/>
                  </a:lnTo>
                  <a:lnTo>
                    <a:pt x="310501" y="82706"/>
                  </a:lnTo>
                  <a:lnTo>
                    <a:pt x="307758" y="78165"/>
                  </a:lnTo>
                  <a:lnTo>
                    <a:pt x="304872" y="73714"/>
                  </a:lnTo>
                  <a:lnTo>
                    <a:pt x="301846" y="69356"/>
                  </a:lnTo>
                  <a:lnTo>
                    <a:pt x="298683" y="65097"/>
                  </a:lnTo>
                  <a:lnTo>
                    <a:pt x="295387" y="60940"/>
                  </a:lnTo>
                  <a:lnTo>
                    <a:pt x="291960" y="56890"/>
                  </a:lnTo>
                  <a:lnTo>
                    <a:pt x="288407" y="52951"/>
                  </a:lnTo>
                  <a:lnTo>
                    <a:pt x="284730" y="49126"/>
                  </a:lnTo>
                  <a:lnTo>
                    <a:pt x="280934" y="45420"/>
                  </a:lnTo>
                  <a:lnTo>
                    <a:pt x="277023" y="41837"/>
                  </a:lnTo>
                  <a:lnTo>
                    <a:pt x="272999" y="38379"/>
                  </a:lnTo>
                  <a:lnTo>
                    <a:pt x="268868" y="35050"/>
                  </a:lnTo>
                  <a:lnTo>
                    <a:pt x="264633" y="31855"/>
                  </a:lnTo>
                  <a:lnTo>
                    <a:pt x="260300" y="28795"/>
                  </a:lnTo>
                  <a:lnTo>
                    <a:pt x="255871" y="25875"/>
                  </a:lnTo>
                  <a:lnTo>
                    <a:pt x="251351" y="23096"/>
                  </a:lnTo>
                  <a:lnTo>
                    <a:pt x="246746" y="20462"/>
                  </a:lnTo>
                  <a:lnTo>
                    <a:pt x="242060" y="17976"/>
                  </a:lnTo>
                  <a:lnTo>
                    <a:pt x="237297" y="15640"/>
                  </a:lnTo>
                  <a:lnTo>
                    <a:pt x="232462" y="13456"/>
                  </a:lnTo>
                  <a:lnTo>
                    <a:pt x="227561" y="11426"/>
                  </a:lnTo>
                  <a:lnTo>
                    <a:pt x="222597" y="9553"/>
                  </a:lnTo>
                  <a:lnTo>
                    <a:pt x="217577" y="7839"/>
                  </a:lnTo>
                  <a:lnTo>
                    <a:pt x="212504" y="6284"/>
                  </a:lnTo>
                  <a:lnTo>
                    <a:pt x="207385" y="4892"/>
                  </a:lnTo>
                  <a:lnTo>
                    <a:pt x="202224" y="3662"/>
                  </a:lnTo>
                  <a:lnTo>
                    <a:pt x="197027" y="2597"/>
                  </a:lnTo>
                  <a:lnTo>
                    <a:pt x="191799" y="1698"/>
                  </a:lnTo>
                  <a:lnTo>
                    <a:pt x="186545" y="964"/>
                  </a:lnTo>
                  <a:lnTo>
                    <a:pt x="181270" y="398"/>
                  </a:lnTo>
                  <a:lnTo>
                    <a:pt x="175980" y="0"/>
                  </a:lnTo>
                  <a:lnTo>
                    <a:pt x="166068" y="1668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9911" cy="167167"/>
            </a:xfrm>
            <a:custGeom>
              <a:avLst/>
              <a:pathLst>
                <a:path w="9911" h="167167">
                  <a:moveTo>
                    <a:pt x="9911" y="2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6601" y="1322571"/>
              <a:ext cx="52118" cy="167167"/>
            </a:xfrm>
            <a:custGeom>
              <a:avLst/>
              <a:pathLst>
                <a:path w="52118" h="167167">
                  <a:moveTo>
                    <a:pt x="52118" y="0"/>
                  </a:moveTo>
                  <a:lnTo>
                    <a:pt x="46231" y="103"/>
                  </a:lnTo>
                  <a:lnTo>
                    <a:pt x="40350" y="414"/>
                  </a:lnTo>
                  <a:lnTo>
                    <a:pt x="34484" y="932"/>
                  </a:lnTo>
                  <a:lnTo>
                    <a:pt x="28640" y="1657"/>
                  </a:lnTo>
                  <a:lnTo>
                    <a:pt x="22825" y="2586"/>
                  </a:lnTo>
                  <a:lnTo>
                    <a:pt x="17046" y="3720"/>
                  </a:lnTo>
                  <a:lnTo>
                    <a:pt x="11311" y="5057"/>
                  </a:lnTo>
                  <a:lnTo>
                    <a:pt x="5626" y="6595"/>
                  </a:lnTo>
                  <a:lnTo>
                    <a:pt x="0" y="8332"/>
                  </a:lnTo>
                  <a:lnTo>
                    <a:pt x="5211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6601" y="1330904"/>
              <a:ext cx="52118" cy="158835"/>
            </a:xfrm>
            <a:custGeom>
              <a:avLst/>
              <a:pathLst>
                <a:path w="52118" h="158835">
                  <a:moveTo>
                    <a:pt x="0" y="0"/>
                  </a:moveTo>
                  <a:lnTo>
                    <a:pt x="52118" y="1588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64" y="1330904"/>
              <a:ext cx="334323" cy="325995"/>
            </a:xfrm>
            <a:custGeom>
              <a:avLst/>
              <a:pathLst>
                <a:path w="334323" h="325995">
                  <a:moveTo>
                    <a:pt x="115037" y="0"/>
                  </a:moveTo>
                  <a:lnTo>
                    <a:pt x="110040" y="1727"/>
                  </a:lnTo>
                  <a:lnTo>
                    <a:pt x="105099" y="3612"/>
                  </a:lnTo>
                  <a:lnTo>
                    <a:pt x="100221" y="5653"/>
                  </a:lnTo>
                  <a:lnTo>
                    <a:pt x="95410" y="7846"/>
                  </a:lnTo>
                  <a:lnTo>
                    <a:pt x="90671" y="10191"/>
                  </a:lnTo>
                  <a:lnTo>
                    <a:pt x="86008" y="12684"/>
                  </a:lnTo>
                  <a:lnTo>
                    <a:pt x="81427" y="15323"/>
                  </a:lnTo>
                  <a:lnTo>
                    <a:pt x="76931" y="18107"/>
                  </a:lnTo>
                  <a:lnTo>
                    <a:pt x="72525" y="21030"/>
                  </a:lnTo>
                  <a:lnTo>
                    <a:pt x="68214" y="24092"/>
                  </a:lnTo>
                  <a:lnTo>
                    <a:pt x="64002" y="27289"/>
                  </a:lnTo>
                  <a:lnTo>
                    <a:pt x="59894" y="30617"/>
                  </a:lnTo>
                  <a:lnTo>
                    <a:pt x="55892" y="34073"/>
                  </a:lnTo>
                  <a:lnTo>
                    <a:pt x="52002" y="37655"/>
                  </a:lnTo>
                  <a:lnTo>
                    <a:pt x="48227" y="41357"/>
                  </a:lnTo>
                  <a:lnTo>
                    <a:pt x="44571" y="45177"/>
                  </a:lnTo>
                  <a:lnTo>
                    <a:pt x="41038" y="49111"/>
                  </a:lnTo>
                  <a:lnTo>
                    <a:pt x="37631" y="53154"/>
                  </a:lnTo>
                  <a:lnTo>
                    <a:pt x="34354" y="57304"/>
                  </a:lnTo>
                  <a:lnTo>
                    <a:pt x="31209" y="61554"/>
                  </a:lnTo>
                  <a:lnTo>
                    <a:pt x="28200" y="65903"/>
                  </a:lnTo>
                  <a:lnTo>
                    <a:pt x="25331" y="70344"/>
                  </a:lnTo>
                  <a:lnTo>
                    <a:pt x="22603" y="74873"/>
                  </a:lnTo>
                  <a:lnTo>
                    <a:pt x="20020" y="79487"/>
                  </a:lnTo>
                  <a:lnTo>
                    <a:pt x="17584" y="84180"/>
                  </a:lnTo>
                  <a:lnTo>
                    <a:pt x="15298" y="88948"/>
                  </a:lnTo>
                  <a:lnTo>
                    <a:pt x="13164" y="93786"/>
                  </a:lnTo>
                  <a:lnTo>
                    <a:pt x="11183" y="98688"/>
                  </a:lnTo>
                  <a:lnTo>
                    <a:pt x="9359" y="103651"/>
                  </a:lnTo>
                  <a:lnTo>
                    <a:pt x="7693" y="108669"/>
                  </a:lnTo>
                  <a:lnTo>
                    <a:pt x="6186" y="113738"/>
                  </a:lnTo>
                  <a:lnTo>
                    <a:pt x="4840" y="118851"/>
                  </a:lnTo>
                  <a:lnTo>
                    <a:pt x="3657" y="124005"/>
                  </a:lnTo>
                  <a:lnTo>
                    <a:pt x="2637" y="129193"/>
                  </a:lnTo>
                  <a:lnTo>
                    <a:pt x="1782" y="134411"/>
                  </a:lnTo>
                  <a:lnTo>
                    <a:pt x="1093" y="139653"/>
                  </a:lnTo>
                  <a:lnTo>
                    <a:pt x="569" y="144915"/>
                  </a:lnTo>
                  <a:lnTo>
                    <a:pt x="212" y="150190"/>
                  </a:lnTo>
                  <a:lnTo>
                    <a:pt x="22" y="155474"/>
                  </a:lnTo>
                  <a:lnTo>
                    <a:pt x="0" y="160762"/>
                  </a:lnTo>
                  <a:lnTo>
                    <a:pt x="144" y="166047"/>
                  </a:lnTo>
                  <a:lnTo>
                    <a:pt x="456" y="171326"/>
                  </a:lnTo>
                  <a:lnTo>
                    <a:pt x="934" y="176592"/>
                  </a:lnTo>
                  <a:lnTo>
                    <a:pt x="1579" y="181840"/>
                  </a:lnTo>
                  <a:lnTo>
                    <a:pt x="2389" y="187065"/>
                  </a:lnTo>
                  <a:lnTo>
                    <a:pt x="3365" y="192262"/>
                  </a:lnTo>
                  <a:lnTo>
                    <a:pt x="4504" y="197425"/>
                  </a:lnTo>
                  <a:lnTo>
                    <a:pt x="5805" y="202550"/>
                  </a:lnTo>
                  <a:lnTo>
                    <a:pt x="7269" y="207631"/>
                  </a:lnTo>
                  <a:lnTo>
                    <a:pt x="8892" y="212663"/>
                  </a:lnTo>
                  <a:lnTo>
                    <a:pt x="10674" y="217641"/>
                  </a:lnTo>
                  <a:lnTo>
                    <a:pt x="12612" y="222561"/>
                  </a:lnTo>
                  <a:lnTo>
                    <a:pt x="14704" y="227417"/>
                  </a:lnTo>
                  <a:lnTo>
                    <a:pt x="16950" y="232204"/>
                  </a:lnTo>
                  <a:lnTo>
                    <a:pt x="19345" y="236918"/>
                  </a:lnTo>
                  <a:lnTo>
                    <a:pt x="21889" y="241553"/>
                  </a:lnTo>
                  <a:lnTo>
                    <a:pt x="24577" y="246106"/>
                  </a:lnTo>
                  <a:lnTo>
                    <a:pt x="27409" y="250572"/>
                  </a:lnTo>
                  <a:lnTo>
                    <a:pt x="30380" y="254946"/>
                  </a:lnTo>
                  <a:lnTo>
                    <a:pt x="33488" y="259223"/>
                  </a:lnTo>
                  <a:lnTo>
                    <a:pt x="36730" y="263400"/>
                  </a:lnTo>
                  <a:lnTo>
                    <a:pt x="40102" y="267473"/>
                  </a:lnTo>
                  <a:lnTo>
                    <a:pt x="43602" y="271437"/>
                  </a:lnTo>
                  <a:lnTo>
                    <a:pt x="47225" y="275288"/>
                  </a:lnTo>
                  <a:lnTo>
                    <a:pt x="50968" y="279023"/>
                  </a:lnTo>
                  <a:lnTo>
                    <a:pt x="54827" y="282637"/>
                  </a:lnTo>
                  <a:lnTo>
                    <a:pt x="58798" y="286128"/>
                  </a:lnTo>
                  <a:lnTo>
                    <a:pt x="62878" y="289491"/>
                  </a:lnTo>
                  <a:lnTo>
                    <a:pt x="67063" y="292724"/>
                  </a:lnTo>
                  <a:lnTo>
                    <a:pt x="71347" y="295822"/>
                  </a:lnTo>
                  <a:lnTo>
                    <a:pt x="75728" y="298784"/>
                  </a:lnTo>
                  <a:lnTo>
                    <a:pt x="80199" y="301605"/>
                  </a:lnTo>
                  <a:lnTo>
                    <a:pt x="84758" y="304284"/>
                  </a:lnTo>
                  <a:lnTo>
                    <a:pt x="89399" y="306817"/>
                  </a:lnTo>
                  <a:lnTo>
                    <a:pt x="94118" y="309202"/>
                  </a:lnTo>
                  <a:lnTo>
                    <a:pt x="98911" y="311437"/>
                  </a:lnTo>
                  <a:lnTo>
                    <a:pt x="103771" y="313519"/>
                  </a:lnTo>
                  <a:lnTo>
                    <a:pt x="108695" y="315446"/>
                  </a:lnTo>
                  <a:lnTo>
                    <a:pt x="113677" y="317217"/>
                  </a:lnTo>
                  <a:lnTo>
                    <a:pt x="118713" y="318829"/>
                  </a:lnTo>
                  <a:lnTo>
                    <a:pt x="123797" y="320281"/>
                  </a:lnTo>
                  <a:lnTo>
                    <a:pt x="128925" y="321572"/>
                  </a:lnTo>
                  <a:lnTo>
                    <a:pt x="134091" y="322699"/>
                  </a:lnTo>
                  <a:lnTo>
                    <a:pt x="139290" y="323663"/>
                  </a:lnTo>
                  <a:lnTo>
                    <a:pt x="144517" y="324462"/>
                  </a:lnTo>
                  <a:lnTo>
                    <a:pt x="149766" y="325095"/>
                  </a:lnTo>
                  <a:lnTo>
                    <a:pt x="155033" y="325562"/>
                  </a:lnTo>
                  <a:lnTo>
                    <a:pt x="160312" y="325862"/>
                  </a:lnTo>
                  <a:lnTo>
                    <a:pt x="165598" y="325995"/>
                  </a:lnTo>
                  <a:lnTo>
                    <a:pt x="170885" y="325960"/>
                  </a:lnTo>
                  <a:lnTo>
                    <a:pt x="176169" y="325759"/>
                  </a:lnTo>
                  <a:lnTo>
                    <a:pt x="181444" y="325390"/>
                  </a:lnTo>
                  <a:lnTo>
                    <a:pt x="186704" y="324855"/>
                  </a:lnTo>
                  <a:lnTo>
                    <a:pt x="191945" y="324154"/>
                  </a:lnTo>
                  <a:lnTo>
                    <a:pt x="197161" y="323287"/>
                  </a:lnTo>
                  <a:lnTo>
                    <a:pt x="202347" y="322256"/>
                  </a:lnTo>
                  <a:lnTo>
                    <a:pt x="207498" y="321061"/>
                  </a:lnTo>
                  <a:lnTo>
                    <a:pt x="212608" y="319704"/>
                  </a:lnTo>
                  <a:lnTo>
                    <a:pt x="217673" y="318186"/>
                  </a:lnTo>
                  <a:lnTo>
                    <a:pt x="222688" y="316509"/>
                  </a:lnTo>
                  <a:lnTo>
                    <a:pt x="227646" y="314674"/>
                  </a:lnTo>
                  <a:lnTo>
                    <a:pt x="232545" y="312683"/>
                  </a:lnTo>
                  <a:lnTo>
                    <a:pt x="237378" y="310538"/>
                  </a:lnTo>
                  <a:lnTo>
                    <a:pt x="242140" y="308241"/>
                  </a:lnTo>
                  <a:lnTo>
                    <a:pt x="246828" y="305795"/>
                  </a:lnTo>
                  <a:lnTo>
                    <a:pt x="251436" y="303201"/>
                  </a:lnTo>
                  <a:lnTo>
                    <a:pt x="255960" y="300464"/>
                  </a:lnTo>
                  <a:lnTo>
                    <a:pt x="260394" y="297584"/>
                  </a:lnTo>
                  <a:lnTo>
                    <a:pt x="264736" y="294566"/>
                  </a:lnTo>
                  <a:lnTo>
                    <a:pt x="268980" y="291412"/>
                  </a:lnTo>
                  <a:lnTo>
                    <a:pt x="273122" y="288125"/>
                  </a:lnTo>
                  <a:lnTo>
                    <a:pt x="277158" y="284710"/>
                  </a:lnTo>
                  <a:lnTo>
                    <a:pt x="281084" y="281168"/>
                  </a:lnTo>
                  <a:lnTo>
                    <a:pt x="284896" y="277503"/>
                  </a:lnTo>
                  <a:lnTo>
                    <a:pt x="288590" y="273720"/>
                  </a:lnTo>
                  <a:lnTo>
                    <a:pt x="292163" y="269822"/>
                  </a:lnTo>
                  <a:lnTo>
                    <a:pt x="295610" y="265813"/>
                  </a:lnTo>
                  <a:lnTo>
                    <a:pt x="298929" y="261697"/>
                  </a:lnTo>
                  <a:lnTo>
                    <a:pt x="302116" y="257478"/>
                  </a:lnTo>
                  <a:lnTo>
                    <a:pt x="305169" y="253161"/>
                  </a:lnTo>
                  <a:lnTo>
                    <a:pt x="308083" y="248749"/>
                  </a:lnTo>
                  <a:lnTo>
                    <a:pt x="310856" y="244247"/>
                  </a:lnTo>
                  <a:lnTo>
                    <a:pt x="313485" y="239659"/>
                  </a:lnTo>
                  <a:lnTo>
                    <a:pt x="315968" y="234991"/>
                  </a:lnTo>
                  <a:lnTo>
                    <a:pt x="318302" y="230246"/>
                  </a:lnTo>
                  <a:lnTo>
                    <a:pt x="320485" y="225430"/>
                  </a:lnTo>
                  <a:lnTo>
                    <a:pt x="322515" y="220548"/>
                  </a:lnTo>
                  <a:lnTo>
                    <a:pt x="324389" y="215604"/>
                  </a:lnTo>
                  <a:lnTo>
                    <a:pt x="326106" y="210602"/>
                  </a:lnTo>
                  <a:lnTo>
                    <a:pt x="327663" y="205550"/>
                  </a:lnTo>
                  <a:lnTo>
                    <a:pt x="329060" y="200450"/>
                  </a:lnTo>
                  <a:lnTo>
                    <a:pt x="330296" y="195309"/>
                  </a:lnTo>
                  <a:lnTo>
                    <a:pt x="331368" y="190131"/>
                  </a:lnTo>
                  <a:lnTo>
                    <a:pt x="332275" y="184922"/>
                  </a:lnTo>
                  <a:lnTo>
                    <a:pt x="333018" y="179687"/>
                  </a:lnTo>
                  <a:lnTo>
                    <a:pt x="333594" y="174431"/>
                  </a:lnTo>
                  <a:lnTo>
                    <a:pt x="334004" y="169159"/>
                  </a:lnTo>
                  <a:lnTo>
                    <a:pt x="334247" y="163877"/>
                  </a:lnTo>
                  <a:lnTo>
                    <a:pt x="334323" y="158590"/>
                  </a:lnTo>
                  <a:lnTo>
                    <a:pt x="334232" y="153303"/>
                  </a:lnTo>
                  <a:lnTo>
                    <a:pt x="333973" y="148022"/>
                  </a:lnTo>
                  <a:lnTo>
                    <a:pt x="333548" y="142752"/>
                  </a:lnTo>
                  <a:lnTo>
                    <a:pt x="332956" y="137497"/>
                  </a:lnTo>
                  <a:lnTo>
                    <a:pt x="332198" y="132264"/>
                  </a:lnTo>
                  <a:lnTo>
                    <a:pt x="331275" y="127058"/>
                  </a:lnTo>
                  <a:lnTo>
                    <a:pt x="330188" y="121883"/>
                  </a:lnTo>
                  <a:lnTo>
                    <a:pt x="328938" y="116746"/>
                  </a:lnTo>
                  <a:lnTo>
                    <a:pt x="327526" y="111650"/>
                  </a:lnTo>
                  <a:lnTo>
                    <a:pt x="325954" y="106602"/>
                  </a:lnTo>
                  <a:lnTo>
                    <a:pt x="324222" y="101606"/>
                  </a:lnTo>
                  <a:lnTo>
                    <a:pt x="322334" y="96667"/>
                  </a:lnTo>
                  <a:lnTo>
                    <a:pt x="320290" y="91791"/>
                  </a:lnTo>
                  <a:lnTo>
                    <a:pt x="318093" y="86981"/>
                  </a:lnTo>
                  <a:lnTo>
                    <a:pt x="315745" y="82243"/>
                  </a:lnTo>
                  <a:lnTo>
                    <a:pt x="313248" y="77582"/>
                  </a:lnTo>
                  <a:lnTo>
                    <a:pt x="310606" y="73003"/>
                  </a:lnTo>
                  <a:lnTo>
                    <a:pt x="307819" y="68509"/>
                  </a:lnTo>
                  <a:lnTo>
                    <a:pt x="304892" y="64105"/>
                  </a:lnTo>
                  <a:lnTo>
                    <a:pt x="301827" y="59797"/>
                  </a:lnTo>
                  <a:lnTo>
                    <a:pt x="298628" y="55587"/>
                  </a:lnTo>
                  <a:lnTo>
                    <a:pt x="295297" y="51481"/>
                  </a:lnTo>
                  <a:lnTo>
                    <a:pt x="291837" y="47482"/>
                  </a:lnTo>
                  <a:lnTo>
                    <a:pt x="288253" y="43594"/>
                  </a:lnTo>
                  <a:lnTo>
                    <a:pt x="284548" y="39822"/>
                  </a:lnTo>
                  <a:lnTo>
                    <a:pt x="280726" y="36169"/>
                  </a:lnTo>
                  <a:lnTo>
                    <a:pt x="276789" y="32638"/>
                  </a:lnTo>
                  <a:lnTo>
                    <a:pt x="272743" y="29234"/>
                  </a:lnTo>
                  <a:lnTo>
                    <a:pt x="268592" y="25960"/>
                  </a:lnTo>
                  <a:lnTo>
                    <a:pt x="264339" y="22818"/>
                  </a:lnTo>
                  <a:lnTo>
                    <a:pt x="259988" y="19813"/>
                  </a:lnTo>
                  <a:lnTo>
                    <a:pt x="255545" y="16946"/>
                  </a:lnTo>
                  <a:lnTo>
                    <a:pt x="251014" y="14222"/>
                  </a:lnTo>
                  <a:lnTo>
                    <a:pt x="246398" y="11642"/>
                  </a:lnTo>
                  <a:lnTo>
                    <a:pt x="241703" y="9210"/>
                  </a:lnTo>
                  <a:lnTo>
                    <a:pt x="236934" y="6927"/>
                  </a:lnTo>
                  <a:lnTo>
                    <a:pt x="232095" y="4796"/>
                  </a:lnTo>
                  <a:lnTo>
                    <a:pt x="227191" y="2819"/>
                  </a:lnTo>
                  <a:lnTo>
                    <a:pt x="222226" y="999"/>
                  </a:lnTo>
                  <a:lnTo>
                    <a:pt x="167156" y="1588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55070" cy="167167"/>
            </a:xfrm>
            <a:custGeom>
              <a:avLst/>
              <a:pathLst>
                <a:path w="55070" h="167167">
                  <a:moveTo>
                    <a:pt x="55070" y="9331"/>
                  </a:moveTo>
                  <a:lnTo>
                    <a:pt x="49146" y="7387"/>
                  </a:lnTo>
                  <a:lnTo>
                    <a:pt x="43153" y="5665"/>
                  </a:lnTo>
                  <a:lnTo>
                    <a:pt x="37100" y="4169"/>
                  </a:lnTo>
                  <a:lnTo>
                    <a:pt x="30996" y="2898"/>
                  </a:lnTo>
                  <a:lnTo>
                    <a:pt x="24849" y="1857"/>
                  </a:lnTo>
                  <a:lnTo>
                    <a:pt x="18667" y="1045"/>
                  </a:lnTo>
                  <a:lnTo>
                    <a:pt x="12459" y="464"/>
                  </a:lnTo>
                  <a:lnTo>
                    <a:pt x="6233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1140" y="1681503"/>
              <a:ext cx="35384" cy="167167"/>
            </a:xfrm>
            <a:custGeom>
              <a:avLst/>
              <a:pathLst>
                <a:path w="35384" h="167167">
                  <a:moveTo>
                    <a:pt x="35384" y="0"/>
                  </a:moveTo>
                  <a:lnTo>
                    <a:pt x="28256" y="152"/>
                  </a:lnTo>
                  <a:lnTo>
                    <a:pt x="21140" y="608"/>
                  </a:lnTo>
                  <a:lnTo>
                    <a:pt x="14050" y="1366"/>
                  </a:lnTo>
                  <a:lnTo>
                    <a:pt x="6999" y="2427"/>
                  </a:lnTo>
                  <a:lnTo>
                    <a:pt x="0" y="3787"/>
                  </a:lnTo>
                  <a:lnTo>
                    <a:pt x="3538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51140" y="1685291"/>
              <a:ext cx="35384" cy="163379"/>
            </a:xfrm>
            <a:custGeom>
              <a:avLst/>
              <a:pathLst>
                <a:path w="35384" h="163379">
                  <a:moveTo>
                    <a:pt x="0" y="0"/>
                  </a:moveTo>
                  <a:lnTo>
                    <a:pt x="35384" y="1633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95691" y="1685291"/>
              <a:ext cx="90833" cy="163379"/>
            </a:xfrm>
            <a:custGeom>
              <a:avLst/>
              <a:pathLst>
                <a:path w="90833" h="163379">
                  <a:moveTo>
                    <a:pt x="55448" y="0"/>
                  </a:moveTo>
                  <a:lnTo>
                    <a:pt x="49571" y="1384"/>
                  </a:lnTo>
                  <a:lnTo>
                    <a:pt x="43749" y="2979"/>
                  </a:lnTo>
                  <a:lnTo>
                    <a:pt x="37988" y="4784"/>
                  </a:lnTo>
                  <a:lnTo>
                    <a:pt x="32296" y="6795"/>
                  </a:lnTo>
                  <a:lnTo>
                    <a:pt x="26680" y="9011"/>
                  </a:lnTo>
                  <a:lnTo>
                    <a:pt x="21148" y="11428"/>
                  </a:lnTo>
                  <a:lnTo>
                    <a:pt x="15707" y="14043"/>
                  </a:lnTo>
                  <a:lnTo>
                    <a:pt x="10364" y="16853"/>
                  </a:lnTo>
                  <a:lnTo>
                    <a:pt x="5126" y="19854"/>
                  </a:lnTo>
                  <a:lnTo>
                    <a:pt x="0" y="23043"/>
                  </a:lnTo>
                  <a:lnTo>
                    <a:pt x="90833" y="1633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72" y="1681503"/>
              <a:ext cx="334301" cy="334334"/>
            </a:xfrm>
            <a:custGeom>
              <a:avLst/>
              <a:pathLst>
                <a:path w="334301" h="334334">
                  <a:moveTo>
                    <a:pt x="76319" y="26831"/>
                  </a:moveTo>
                  <a:lnTo>
                    <a:pt x="71915" y="29781"/>
                  </a:lnTo>
                  <a:lnTo>
                    <a:pt x="67606" y="32870"/>
                  </a:lnTo>
                  <a:lnTo>
                    <a:pt x="63398" y="36095"/>
                  </a:lnTo>
                  <a:lnTo>
                    <a:pt x="59294" y="39451"/>
                  </a:lnTo>
                  <a:lnTo>
                    <a:pt x="55298" y="42935"/>
                  </a:lnTo>
                  <a:lnTo>
                    <a:pt x="51415" y="46544"/>
                  </a:lnTo>
                  <a:lnTo>
                    <a:pt x="47648" y="50275"/>
                  </a:lnTo>
                  <a:lnTo>
                    <a:pt x="44002" y="54123"/>
                  </a:lnTo>
                  <a:lnTo>
                    <a:pt x="40479" y="58085"/>
                  </a:lnTo>
                  <a:lnTo>
                    <a:pt x="37084" y="62157"/>
                  </a:lnTo>
                  <a:lnTo>
                    <a:pt x="33819" y="66334"/>
                  </a:lnTo>
                  <a:lnTo>
                    <a:pt x="30689" y="70613"/>
                  </a:lnTo>
                  <a:lnTo>
                    <a:pt x="27696" y="74989"/>
                  </a:lnTo>
                  <a:lnTo>
                    <a:pt x="24843" y="79457"/>
                  </a:lnTo>
                  <a:lnTo>
                    <a:pt x="22133" y="84014"/>
                  </a:lnTo>
                  <a:lnTo>
                    <a:pt x="19570" y="88654"/>
                  </a:lnTo>
                  <a:lnTo>
                    <a:pt x="17154" y="93374"/>
                  </a:lnTo>
                  <a:lnTo>
                    <a:pt x="14890" y="98167"/>
                  </a:lnTo>
                  <a:lnTo>
                    <a:pt x="12778" y="103030"/>
                  </a:lnTo>
                  <a:lnTo>
                    <a:pt x="10822" y="107958"/>
                  </a:lnTo>
                  <a:lnTo>
                    <a:pt x="9023" y="112945"/>
                  </a:lnTo>
                  <a:lnTo>
                    <a:pt x="7383" y="117986"/>
                  </a:lnTo>
                  <a:lnTo>
                    <a:pt x="5904" y="123077"/>
                  </a:lnTo>
                  <a:lnTo>
                    <a:pt x="4587" y="128212"/>
                  </a:lnTo>
                  <a:lnTo>
                    <a:pt x="3434" y="133387"/>
                  </a:lnTo>
                  <a:lnTo>
                    <a:pt x="2445" y="138595"/>
                  </a:lnTo>
                  <a:lnTo>
                    <a:pt x="1622" y="143833"/>
                  </a:lnTo>
                  <a:lnTo>
                    <a:pt x="965" y="149093"/>
                  </a:lnTo>
                  <a:lnTo>
                    <a:pt x="475" y="154372"/>
                  </a:lnTo>
                  <a:lnTo>
                    <a:pt x="153" y="159664"/>
                  </a:lnTo>
                  <a:lnTo>
                    <a:pt x="0" y="164963"/>
                  </a:lnTo>
                  <a:lnTo>
                    <a:pt x="14" y="170265"/>
                  </a:lnTo>
                  <a:lnTo>
                    <a:pt x="196" y="175563"/>
                  </a:lnTo>
                  <a:lnTo>
                    <a:pt x="546" y="180853"/>
                  </a:lnTo>
                  <a:lnTo>
                    <a:pt x="1064" y="186129"/>
                  </a:lnTo>
                  <a:lnTo>
                    <a:pt x="1749" y="191386"/>
                  </a:lnTo>
                  <a:lnTo>
                    <a:pt x="2600" y="196619"/>
                  </a:lnTo>
                  <a:lnTo>
                    <a:pt x="3617" y="201822"/>
                  </a:lnTo>
                  <a:lnTo>
                    <a:pt x="4798" y="206991"/>
                  </a:lnTo>
                  <a:lnTo>
                    <a:pt x="6142" y="212119"/>
                  </a:lnTo>
                  <a:lnTo>
                    <a:pt x="7649" y="217202"/>
                  </a:lnTo>
                  <a:lnTo>
                    <a:pt x="9315" y="222235"/>
                  </a:lnTo>
                  <a:lnTo>
                    <a:pt x="11141" y="227212"/>
                  </a:lnTo>
                  <a:lnTo>
                    <a:pt x="13123" y="232129"/>
                  </a:lnTo>
                  <a:lnTo>
                    <a:pt x="15261" y="236980"/>
                  </a:lnTo>
                  <a:lnTo>
                    <a:pt x="17551" y="241762"/>
                  </a:lnTo>
                  <a:lnTo>
                    <a:pt x="19992" y="246468"/>
                  </a:lnTo>
                  <a:lnTo>
                    <a:pt x="22580" y="251095"/>
                  </a:lnTo>
                  <a:lnTo>
                    <a:pt x="25314" y="255637"/>
                  </a:lnTo>
                  <a:lnTo>
                    <a:pt x="28191" y="260090"/>
                  </a:lnTo>
                  <a:lnTo>
                    <a:pt x="31208" y="264450"/>
                  </a:lnTo>
                  <a:lnTo>
                    <a:pt x="34361" y="268712"/>
                  </a:lnTo>
                  <a:lnTo>
                    <a:pt x="37647" y="272871"/>
                  </a:lnTo>
                  <a:lnTo>
                    <a:pt x="41064" y="276925"/>
                  </a:lnTo>
                  <a:lnTo>
                    <a:pt x="44608" y="280868"/>
                  </a:lnTo>
                  <a:lnTo>
                    <a:pt x="48275" y="284697"/>
                  </a:lnTo>
                  <a:lnTo>
                    <a:pt x="52062" y="288407"/>
                  </a:lnTo>
                  <a:lnTo>
                    <a:pt x="55964" y="291996"/>
                  </a:lnTo>
                  <a:lnTo>
                    <a:pt x="59979" y="295459"/>
                  </a:lnTo>
                  <a:lnTo>
                    <a:pt x="64101" y="298792"/>
                  </a:lnTo>
                  <a:lnTo>
                    <a:pt x="68326" y="301994"/>
                  </a:lnTo>
                  <a:lnTo>
                    <a:pt x="72651" y="305060"/>
                  </a:lnTo>
                  <a:lnTo>
                    <a:pt x="77071" y="307987"/>
                  </a:lnTo>
                  <a:lnTo>
                    <a:pt x="81582" y="310773"/>
                  </a:lnTo>
                  <a:lnTo>
                    <a:pt x="86179" y="313414"/>
                  </a:lnTo>
                  <a:lnTo>
                    <a:pt x="90857" y="315908"/>
                  </a:lnTo>
                  <a:lnTo>
                    <a:pt x="95612" y="318253"/>
                  </a:lnTo>
                  <a:lnTo>
                    <a:pt x="100439" y="320445"/>
                  </a:lnTo>
                  <a:lnTo>
                    <a:pt x="105333" y="322484"/>
                  </a:lnTo>
                  <a:lnTo>
                    <a:pt x="110289" y="324366"/>
                  </a:lnTo>
                  <a:lnTo>
                    <a:pt x="115303" y="326090"/>
                  </a:lnTo>
                  <a:lnTo>
                    <a:pt x="120368" y="327654"/>
                  </a:lnTo>
                  <a:lnTo>
                    <a:pt x="125481" y="329057"/>
                  </a:lnTo>
                  <a:lnTo>
                    <a:pt x="130635" y="330297"/>
                  </a:lnTo>
                  <a:lnTo>
                    <a:pt x="135826" y="331373"/>
                  </a:lnTo>
                  <a:lnTo>
                    <a:pt x="141049" y="332284"/>
                  </a:lnTo>
                  <a:lnTo>
                    <a:pt x="146298" y="333028"/>
                  </a:lnTo>
                  <a:lnTo>
                    <a:pt x="151568" y="333606"/>
                  </a:lnTo>
                  <a:lnTo>
                    <a:pt x="156854" y="334017"/>
                  </a:lnTo>
                  <a:lnTo>
                    <a:pt x="162150" y="334260"/>
                  </a:lnTo>
                  <a:lnTo>
                    <a:pt x="167451" y="334334"/>
                  </a:lnTo>
                  <a:lnTo>
                    <a:pt x="172751" y="334241"/>
                  </a:lnTo>
                  <a:lnTo>
                    <a:pt x="178046" y="333979"/>
                  </a:lnTo>
                  <a:lnTo>
                    <a:pt x="183330" y="333550"/>
                  </a:lnTo>
                  <a:lnTo>
                    <a:pt x="188598" y="332953"/>
                  </a:lnTo>
                  <a:lnTo>
                    <a:pt x="193845" y="332190"/>
                  </a:lnTo>
                  <a:lnTo>
                    <a:pt x="199064" y="331260"/>
                  </a:lnTo>
                  <a:lnTo>
                    <a:pt x="204251" y="330166"/>
                  </a:lnTo>
                  <a:lnTo>
                    <a:pt x="209401" y="328907"/>
                  </a:lnTo>
                  <a:lnTo>
                    <a:pt x="214509" y="327486"/>
                  </a:lnTo>
                  <a:lnTo>
                    <a:pt x="219569" y="325904"/>
                  </a:lnTo>
                  <a:lnTo>
                    <a:pt x="224576" y="324162"/>
                  </a:lnTo>
                  <a:lnTo>
                    <a:pt x="229525" y="322262"/>
                  </a:lnTo>
                  <a:lnTo>
                    <a:pt x="234412" y="320206"/>
                  </a:lnTo>
                  <a:lnTo>
                    <a:pt x="239231" y="317997"/>
                  </a:lnTo>
                  <a:lnTo>
                    <a:pt x="243978" y="315635"/>
                  </a:lnTo>
                  <a:lnTo>
                    <a:pt x="248647" y="313124"/>
                  </a:lnTo>
                  <a:lnTo>
                    <a:pt x="253234" y="310467"/>
                  </a:lnTo>
                  <a:lnTo>
                    <a:pt x="257735" y="307665"/>
                  </a:lnTo>
                  <a:lnTo>
                    <a:pt x="262145" y="304722"/>
                  </a:lnTo>
                  <a:lnTo>
                    <a:pt x="266459" y="301641"/>
                  </a:lnTo>
                  <a:lnTo>
                    <a:pt x="270673" y="298424"/>
                  </a:lnTo>
                  <a:lnTo>
                    <a:pt x="274783" y="295075"/>
                  </a:lnTo>
                  <a:lnTo>
                    <a:pt x="278785" y="291598"/>
                  </a:lnTo>
                  <a:lnTo>
                    <a:pt x="282675" y="287996"/>
                  </a:lnTo>
                  <a:lnTo>
                    <a:pt x="286448" y="284272"/>
                  </a:lnTo>
                  <a:lnTo>
                    <a:pt x="290101" y="280430"/>
                  </a:lnTo>
                  <a:lnTo>
                    <a:pt x="293631" y="276474"/>
                  </a:lnTo>
                  <a:lnTo>
                    <a:pt x="297034" y="272409"/>
                  </a:lnTo>
                  <a:lnTo>
                    <a:pt x="300305" y="268237"/>
                  </a:lnTo>
                  <a:lnTo>
                    <a:pt x="303443" y="263964"/>
                  </a:lnTo>
                  <a:lnTo>
                    <a:pt x="306444" y="259594"/>
                  </a:lnTo>
                  <a:lnTo>
                    <a:pt x="309305" y="255130"/>
                  </a:lnTo>
                  <a:lnTo>
                    <a:pt x="312023" y="250578"/>
                  </a:lnTo>
                  <a:lnTo>
                    <a:pt x="314595" y="245943"/>
                  </a:lnTo>
                  <a:lnTo>
                    <a:pt x="317019" y="241228"/>
                  </a:lnTo>
                  <a:lnTo>
                    <a:pt x="319292" y="236438"/>
                  </a:lnTo>
                  <a:lnTo>
                    <a:pt x="321412" y="231579"/>
                  </a:lnTo>
                  <a:lnTo>
                    <a:pt x="323377" y="226655"/>
                  </a:lnTo>
                  <a:lnTo>
                    <a:pt x="325185" y="221671"/>
                  </a:lnTo>
                  <a:lnTo>
                    <a:pt x="326834" y="216633"/>
                  </a:lnTo>
                  <a:lnTo>
                    <a:pt x="328322" y="211544"/>
                  </a:lnTo>
                  <a:lnTo>
                    <a:pt x="329648" y="206411"/>
                  </a:lnTo>
                  <a:lnTo>
                    <a:pt x="330811" y="201239"/>
                  </a:lnTo>
                  <a:lnTo>
                    <a:pt x="331809" y="196032"/>
                  </a:lnTo>
                  <a:lnTo>
                    <a:pt x="332641" y="190796"/>
                  </a:lnTo>
                  <a:lnTo>
                    <a:pt x="333307" y="185537"/>
                  </a:lnTo>
                  <a:lnTo>
                    <a:pt x="333806" y="180259"/>
                  </a:lnTo>
                  <a:lnTo>
                    <a:pt x="334138" y="174968"/>
                  </a:lnTo>
                  <a:lnTo>
                    <a:pt x="334301" y="169669"/>
                  </a:lnTo>
                  <a:lnTo>
                    <a:pt x="334296" y="164367"/>
                  </a:lnTo>
                  <a:lnTo>
                    <a:pt x="334124" y="159068"/>
                  </a:lnTo>
                  <a:lnTo>
                    <a:pt x="333783" y="153778"/>
                  </a:lnTo>
                  <a:lnTo>
                    <a:pt x="333274" y="148501"/>
                  </a:lnTo>
                  <a:lnTo>
                    <a:pt x="332599" y="143242"/>
                  </a:lnTo>
                  <a:lnTo>
                    <a:pt x="331757" y="138008"/>
                  </a:lnTo>
                  <a:lnTo>
                    <a:pt x="330750" y="132803"/>
                  </a:lnTo>
                  <a:lnTo>
                    <a:pt x="329578" y="127633"/>
                  </a:lnTo>
                  <a:lnTo>
                    <a:pt x="328243" y="122502"/>
                  </a:lnTo>
                  <a:lnTo>
                    <a:pt x="326745" y="117417"/>
                  </a:lnTo>
                  <a:lnTo>
                    <a:pt x="325087" y="112381"/>
                  </a:lnTo>
                  <a:lnTo>
                    <a:pt x="323271" y="107400"/>
                  </a:lnTo>
                  <a:lnTo>
                    <a:pt x="321297" y="102480"/>
                  </a:lnTo>
                  <a:lnTo>
                    <a:pt x="319168" y="97624"/>
                  </a:lnTo>
                  <a:lnTo>
                    <a:pt x="316887" y="92839"/>
                  </a:lnTo>
                  <a:lnTo>
                    <a:pt x="314454" y="88128"/>
                  </a:lnTo>
                  <a:lnTo>
                    <a:pt x="311874" y="83497"/>
                  </a:lnTo>
                  <a:lnTo>
                    <a:pt x="309148" y="78950"/>
                  </a:lnTo>
                  <a:lnTo>
                    <a:pt x="306279" y="74492"/>
                  </a:lnTo>
                  <a:lnTo>
                    <a:pt x="303271" y="70127"/>
                  </a:lnTo>
                  <a:lnTo>
                    <a:pt x="300125" y="65859"/>
                  </a:lnTo>
                  <a:lnTo>
                    <a:pt x="296846" y="61694"/>
                  </a:lnTo>
                  <a:lnTo>
                    <a:pt x="293436" y="57634"/>
                  </a:lnTo>
                  <a:lnTo>
                    <a:pt x="289899" y="53685"/>
                  </a:lnTo>
                  <a:lnTo>
                    <a:pt x="286239" y="49850"/>
                  </a:lnTo>
                  <a:lnTo>
                    <a:pt x="282459" y="46132"/>
                  </a:lnTo>
                  <a:lnTo>
                    <a:pt x="278563" y="42537"/>
                  </a:lnTo>
                  <a:lnTo>
                    <a:pt x="274555" y="39067"/>
                  </a:lnTo>
                  <a:lnTo>
                    <a:pt x="270439" y="35725"/>
                  </a:lnTo>
                  <a:lnTo>
                    <a:pt x="266219" y="32516"/>
                  </a:lnTo>
                  <a:lnTo>
                    <a:pt x="261899" y="29443"/>
                  </a:lnTo>
                  <a:lnTo>
                    <a:pt x="257484" y="26507"/>
                  </a:lnTo>
                  <a:lnTo>
                    <a:pt x="252979" y="23714"/>
                  </a:lnTo>
                  <a:lnTo>
                    <a:pt x="248387" y="21064"/>
                  </a:lnTo>
                  <a:lnTo>
                    <a:pt x="243713" y="18562"/>
                  </a:lnTo>
                  <a:lnTo>
                    <a:pt x="238962" y="16209"/>
                  </a:lnTo>
                  <a:lnTo>
                    <a:pt x="234139" y="14008"/>
                  </a:lnTo>
                  <a:lnTo>
                    <a:pt x="229249" y="11961"/>
                  </a:lnTo>
                  <a:lnTo>
                    <a:pt x="224296" y="10070"/>
                  </a:lnTo>
                  <a:lnTo>
                    <a:pt x="219286" y="8337"/>
                  </a:lnTo>
                  <a:lnTo>
                    <a:pt x="214223" y="6763"/>
                  </a:lnTo>
                  <a:lnTo>
                    <a:pt x="209113" y="5351"/>
                  </a:lnTo>
                  <a:lnTo>
                    <a:pt x="203961" y="4102"/>
                  </a:lnTo>
                  <a:lnTo>
                    <a:pt x="198771" y="3017"/>
                  </a:lnTo>
                  <a:lnTo>
                    <a:pt x="193550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0012" y="2126963"/>
              <a:ext cx="21275" cy="167167"/>
            </a:xfrm>
            <a:custGeom>
              <a:avLst/>
              <a:pathLst>
                <a:path w="21275" h="167167">
                  <a:moveTo>
                    <a:pt x="21275" y="0"/>
                  </a:moveTo>
                  <a:lnTo>
                    <a:pt x="14166" y="151"/>
                  </a:lnTo>
                  <a:lnTo>
                    <a:pt x="7070" y="604"/>
                  </a:lnTo>
                  <a:lnTo>
                    <a:pt x="0" y="1359"/>
                  </a:lnTo>
                  <a:lnTo>
                    <a:pt x="2127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0012" y="2128323"/>
              <a:ext cx="21275" cy="165808"/>
            </a:xfrm>
            <a:custGeom>
              <a:avLst/>
              <a:pathLst>
                <a:path w="21275" h="165808">
                  <a:moveTo>
                    <a:pt x="0" y="0"/>
                  </a:moveTo>
                  <a:lnTo>
                    <a:pt x="21275" y="1658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41" y="2128323"/>
              <a:ext cx="334296" cy="332975"/>
            </a:xfrm>
            <a:custGeom>
              <a:avLst/>
              <a:pathLst>
                <a:path w="334296" h="332975">
                  <a:moveTo>
                    <a:pt x="145871" y="0"/>
                  </a:moveTo>
                  <a:lnTo>
                    <a:pt x="140623" y="758"/>
                  </a:lnTo>
                  <a:lnTo>
                    <a:pt x="135402" y="1682"/>
                  </a:lnTo>
                  <a:lnTo>
                    <a:pt x="130213" y="2771"/>
                  </a:lnTo>
                  <a:lnTo>
                    <a:pt x="125061" y="4024"/>
                  </a:lnTo>
                  <a:lnTo>
                    <a:pt x="119951" y="5440"/>
                  </a:lnTo>
                  <a:lnTo>
                    <a:pt x="114889" y="7018"/>
                  </a:lnTo>
                  <a:lnTo>
                    <a:pt x="109880" y="8755"/>
                  </a:lnTo>
                  <a:lnTo>
                    <a:pt x="104928" y="10650"/>
                  </a:lnTo>
                  <a:lnTo>
                    <a:pt x="100038" y="12701"/>
                  </a:lnTo>
                  <a:lnTo>
                    <a:pt x="95216" y="14907"/>
                  </a:lnTo>
                  <a:lnTo>
                    <a:pt x="90467" y="17264"/>
                  </a:lnTo>
                  <a:lnTo>
                    <a:pt x="85795" y="19770"/>
                  </a:lnTo>
                  <a:lnTo>
                    <a:pt x="81204" y="22424"/>
                  </a:lnTo>
                  <a:lnTo>
                    <a:pt x="76700" y="25222"/>
                  </a:lnTo>
                  <a:lnTo>
                    <a:pt x="72287" y="28161"/>
                  </a:lnTo>
                  <a:lnTo>
                    <a:pt x="67969" y="31238"/>
                  </a:lnTo>
                  <a:lnTo>
                    <a:pt x="63751" y="34451"/>
                  </a:lnTo>
                  <a:lnTo>
                    <a:pt x="59637" y="37796"/>
                  </a:lnTo>
                  <a:lnTo>
                    <a:pt x="55632" y="41270"/>
                  </a:lnTo>
                  <a:lnTo>
                    <a:pt x="51738" y="44870"/>
                  </a:lnTo>
                  <a:lnTo>
                    <a:pt x="47961" y="48591"/>
                  </a:lnTo>
                  <a:lnTo>
                    <a:pt x="44303" y="52429"/>
                  </a:lnTo>
                  <a:lnTo>
                    <a:pt x="40769" y="56382"/>
                  </a:lnTo>
                  <a:lnTo>
                    <a:pt x="37363" y="60445"/>
                  </a:lnTo>
                  <a:lnTo>
                    <a:pt x="34087" y="64614"/>
                  </a:lnTo>
                  <a:lnTo>
                    <a:pt x="30944" y="68885"/>
                  </a:lnTo>
                  <a:lnTo>
                    <a:pt x="27939" y="73253"/>
                  </a:lnTo>
                  <a:lnTo>
                    <a:pt x="25074" y="77715"/>
                  </a:lnTo>
                  <a:lnTo>
                    <a:pt x="22351" y="82265"/>
                  </a:lnTo>
                  <a:lnTo>
                    <a:pt x="19775" y="86899"/>
                  </a:lnTo>
                  <a:lnTo>
                    <a:pt x="17346" y="91612"/>
                  </a:lnTo>
                  <a:lnTo>
                    <a:pt x="15069" y="96400"/>
                  </a:lnTo>
                  <a:lnTo>
                    <a:pt x="12944" y="101258"/>
                  </a:lnTo>
                  <a:lnTo>
                    <a:pt x="10974" y="106181"/>
                  </a:lnTo>
                  <a:lnTo>
                    <a:pt x="9162" y="111164"/>
                  </a:lnTo>
                  <a:lnTo>
                    <a:pt x="7508" y="116202"/>
                  </a:lnTo>
                  <a:lnTo>
                    <a:pt x="6015" y="121289"/>
                  </a:lnTo>
                  <a:lnTo>
                    <a:pt x="4685" y="126422"/>
                  </a:lnTo>
                  <a:lnTo>
                    <a:pt x="3517" y="131594"/>
                  </a:lnTo>
                  <a:lnTo>
                    <a:pt x="2514" y="136801"/>
                  </a:lnTo>
                  <a:lnTo>
                    <a:pt x="1677" y="142036"/>
                  </a:lnTo>
                  <a:lnTo>
                    <a:pt x="1007" y="147296"/>
                  </a:lnTo>
                  <a:lnTo>
                    <a:pt x="503" y="152574"/>
                  </a:lnTo>
                  <a:lnTo>
                    <a:pt x="167" y="157866"/>
                  </a:lnTo>
                  <a:lnTo>
                    <a:pt x="0" y="163166"/>
                  </a:lnTo>
                  <a:lnTo>
                    <a:pt x="0" y="168468"/>
                  </a:lnTo>
                  <a:lnTo>
                    <a:pt x="168" y="173767"/>
                  </a:lnTo>
                  <a:lnTo>
                    <a:pt x="505" y="179059"/>
                  </a:lnTo>
                  <a:lnTo>
                    <a:pt x="1009" y="184337"/>
                  </a:lnTo>
                  <a:lnTo>
                    <a:pt x="1680" y="189597"/>
                  </a:lnTo>
                  <a:lnTo>
                    <a:pt x="2518" y="194832"/>
                  </a:lnTo>
                  <a:lnTo>
                    <a:pt x="3521" y="200039"/>
                  </a:lnTo>
                  <a:lnTo>
                    <a:pt x="4689" y="205211"/>
                  </a:lnTo>
                  <a:lnTo>
                    <a:pt x="6020" y="210343"/>
                  </a:lnTo>
                  <a:lnTo>
                    <a:pt x="7514" y="215431"/>
                  </a:lnTo>
                  <a:lnTo>
                    <a:pt x="9168" y="220468"/>
                  </a:lnTo>
                  <a:lnTo>
                    <a:pt x="10981" y="225451"/>
                  </a:lnTo>
                  <a:lnTo>
                    <a:pt x="12951" y="230374"/>
                  </a:lnTo>
                  <a:lnTo>
                    <a:pt x="15076" y="235231"/>
                  </a:lnTo>
                  <a:lnTo>
                    <a:pt x="17354" y="240019"/>
                  </a:lnTo>
                  <a:lnTo>
                    <a:pt x="19783" y="244732"/>
                  </a:lnTo>
                  <a:lnTo>
                    <a:pt x="22360" y="249366"/>
                  </a:lnTo>
                  <a:lnTo>
                    <a:pt x="25083" y="253916"/>
                  </a:lnTo>
                  <a:lnTo>
                    <a:pt x="27949" y="258377"/>
                  </a:lnTo>
                  <a:lnTo>
                    <a:pt x="30955" y="262745"/>
                  </a:lnTo>
                  <a:lnTo>
                    <a:pt x="34098" y="267015"/>
                  </a:lnTo>
                  <a:lnTo>
                    <a:pt x="37374" y="271184"/>
                  </a:lnTo>
                  <a:lnTo>
                    <a:pt x="40781" y="275247"/>
                  </a:lnTo>
                  <a:lnTo>
                    <a:pt x="44316" y="279199"/>
                  </a:lnTo>
                  <a:lnTo>
                    <a:pt x="47974" y="283038"/>
                  </a:lnTo>
                  <a:lnTo>
                    <a:pt x="51751" y="286758"/>
                  </a:lnTo>
                  <a:lnTo>
                    <a:pt x="55645" y="290357"/>
                  </a:lnTo>
                  <a:lnTo>
                    <a:pt x="59651" y="293830"/>
                  </a:lnTo>
                  <a:lnTo>
                    <a:pt x="63766" y="297175"/>
                  </a:lnTo>
                  <a:lnTo>
                    <a:pt x="67984" y="300388"/>
                  </a:lnTo>
                  <a:lnTo>
                    <a:pt x="72302" y="303465"/>
                  </a:lnTo>
                  <a:lnTo>
                    <a:pt x="76715" y="306403"/>
                  </a:lnTo>
                  <a:lnTo>
                    <a:pt x="81220" y="309201"/>
                  </a:lnTo>
                  <a:lnTo>
                    <a:pt x="85810" y="311854"/>
                  </a:lnTo>
                  <a:lnTo>
                    <a:pt x="90483" y="314360"/>
                  </a:lnTo>
                  <a:lnTo>
                    <a:pt x="95233" y="316716"/>
                  </a:lnTo>
                  <a:lnTo>
                    <a:pt x="100055" y="318921"/>
                  </a:lnTo>
                  <a:lnTo>
                    <a:pt x="104944" y="320972"/>
                  </a:lnTo>
                  <a:lnTo>
                    <a:pt x="109897" y="322866"/>
                  </a:lnTo>
                  <a:lnTo>
                    <a:pt x="114906" y="324603"/>
                  </a:lnTo>
                  <a:lnTo>
                    <a:pt x="119969" y="326180"/>
                  </a:lnTo>
                  <a:lnTo>
                    <a:pt x="125079" y="327595"/>
                  </a:lnTo>
                  <a:lnTo>
                    <a:pt x="130231" y="328848"/>
                  </a:lnTo>
                  <a:lnTo>
                    <a:pt x="135420" y="329937"/>
                  </a:lnTo>
                  <a:lnTo>
                    <a:pt x="140641" y="330860"/>
                  </a:lnTo>
                  <a:lnTo>
                    <a:pt x="145889" y="331618"/>
                  </a:lnTo>
                  <a:lnTo>
                    <a:pt x="151158" y="332209"/>
                  </a:lnTo>
                  <a:lnTo>
                    <a:pt x="156444" y="332632"/>
                  </a:lnTo>
                  <a:lnTo>
                    <a:pt x="161740" y="332888"/>
                  </a:lnTo>
                  <a:lnTo>
                    <a:pt x="167041" y="332975"/>
                  </a:lnTo>
                  <a:lnTo>
                    <a:pt x="172343" y="332894"/>
                  </a:lnTo>
                  <a:lnTo>
                    <a:pt x="177639" y="332645"/>
                  </a:lnTo>
                  <a:lnTo>
                    <a:pt x="182925" y="332229"/>
                  </a:lnTo>
                  <a:lnTo>
                    <a:pt x="188195" y="331645"/>
                  </a:lnTo>
                  <a:lnTo>
                    <a:pt x="193444" y="330894"/>
                  </a:lnTo>
                  <a:lnTo>
                    <a:pt x="198666" y="329977"/>
                  </a:lnTo>
                  <a:lnTo>
                    <a:pt x="203857" y="328894"/>
                  </a:lnTo>
                  <a:lnTo>
                    <a:pt x="209010" y="327648"/>
                  </a:lnTo>
                  <a:lnTo>
                    <a:pt x="214122" y="326239"/>
                  </a:lnTo>
                  <a:lnTo>
                    <a:pt x="219186" y="324668"/>
                  </a:lnTo>
                  <a:lnTo>
                    <a:pt x="224198" y="322938"/>
                  </a:lnTo>
                  <a:lnTo>
                    <a:pt x="229153" y="321050"/>
                  </a:lnTo>
                  <a:lnTo>
                    <a:pt x="234045" y="319005"/>
                  </a:lnTo>
                  <a:lnTo>
                    <a:pt x="238870" y="316806"/>
                  </a:lnTo>
                  <a:lnTo>
                    <a:pt x="243623" y="314456"/>
                  </a:lnTo>
                  <a:lnTo>
                    <a:pt x="248298" y="311956"/>
                  </a:lnTo>
                  <a:lnTo>
                    <a:pt x="252893" y="309308"/>
                  </a:lnTo>
                  <a:lnTo>
                    <a:pt x="257400" y="306517"/>
                  </a:lnTo>
                  <a:lnTo>
                    <a:pt x="261818" y="303584"/>
                  </a:lnTo>
                  <a:lnTo>
                    <a:pt x="266139" y="300512"/>
                  </a:lnTo>
                  <a:lnTo>
                    <a:pt x="270362" y="297305"/>
                  </a:lnTo>
                  <a:lnTo>
                    <a:pt x="274480" y="293965"/>
                  </a:lnTo>
                  <a:lnTo>
                    <a:pt x="278490" y="290497"/>
                  </a:lnTo>
                  <a:lnTo>
                    <a:pt x="282389" y="286903"/>
                  </a:lnTo>
                  <a:lnTo>
                    <a:pt x="286171" y="283187"/>
                  </a:lnTo>
                  <a:lnTo>
                    <a:pt x="289834" y="279353"/>
                  </a:lnTo>
                  <a:lnTo>
                    <a:pt x="293373" y="275405"/>
                  </a:lnTo>
                  <a:lnTo>
                    <a:pt x="296786" y="271347"/>
                  </a:lnTo>
                  <a:lnTo>
                    <a:pt x="300068" y="267182"/>
                  </a:lnTo>
                  <a:lnTo>
                    <a:pt x="303216" y="262916"/>
                  </a:lnTo>
                  <a:lnTo>
                    <a:pt x="306227" y="258552"/>
                  </a:lnTo>
                  <a:lnTo>
                    <a:pt x="309098" y="254094"/>
                  </a:lnTo>
                  <a:lnTo>
                    <a:pt x="311827" y="249548"/>
                  </a:lnTo>
                  <a:lnTo>
                    <a:pt x="314410" y="244917"/>
                  </a:lnTo>
                  <a:lnTo>
                    <a:pt x="316845" y="240207"/>
                  </a:lnTo>
                  <a:lnTo>
                    <a:pt x="319129" y="235422"/>
                  </a:lnTo>
                  <a:lnTo>
                    <a:pt x="321260" y="230567"/>
                  </a:lnTo>
                  <a:lnTo>
                    <a:pt x="323236" y="225647"/>
                  </a:lnTo>
                  <a:lnTo>
                    <a:pt x="325056" y="220667"/>
                  </a:lnTo>
                  <a:lnTo>
                    <a:pt x="326716" y="215631"/>
                  </a:lnTo>
                  <a:lnTo>
                    <a:pt x="328216" y="210545"/>
                  </a:lnTo>
                  <a:lnTo>
                    <a:pt x="329554" y="205415"/>
                  </a:lnTo>
                  <a:lnTo>
                    <a:pt x="330728" y="200244"/>
                  </a:lnTo>
                  <a:lnTo>
                    <a:pt x="331738" y="195039"/>
                  </a:lnTo>
                  <a:lnTo>
                    <a:pt x="332582" y="189804"/>
                  </a:lnTo>
                  <a:lnTo>
                    <a:pt x="333260" y="184546"/>
                  </a:lnTo>
                  <a:lnTo>
                    <a:pt x="333771" y="179268"/>
                  </a:lnTo>
                  <a:lnTo>
                    <a:pt x="334114" y="173977"/>
                  </a:lnTo>
                  <a:lnTo>
                    <a:pt x="334289" y="168677"/>
                  </a:lnTo>
                  <a:lnTo>
                    <a:pt x="334296" y="163375"/>
                  </a:lnTo>
                  <a:lnTo>
                    <a:pt x="334135" y="158075"/>
                  </a:lnTo>
                  <a:lnTo>
                    <a:pt x="333805" y="152783"/>
                  </a:lnTo>
                  <a:lnTo>
                    <a:pt x="333308" y="147505"/>
                  </a:lnTo>
                  <a:lnTo>
                    <a:pt x="332644" y="142244"/>
                  </a:lnTo>
                  <a:lnTo>
                    <a:pt x="331814" y="137007"/>
                  </a:lnTo>
                  <a:lnTo>
                    <a:pt x="330818" y="131799"/>
                  </a:lnTo>
                  <a:lnTo>
                    <a:pt x="329657" y="126626"/>
                  </a:lnTo>
                  <a:lnTo>
                    <a:pt x="328332" y="121492"/>
                  </a:lnTo>
                  <a:lnTo>
                    <a:pt x="326846" y="116402"/>
                  </a:lnTo>
                  <a:lnTo>
                    <a:pt x="325199" y="111362"/>
                  </a:lnTo>
                  <a:lnTo>
                    <a:pt x="323393" y="106377"/>
                  </a:lnTo>
                  <a:lnTo>
                    <a:pt x="321429" y="101452"/>
                  </a:lnTo>
                  <a:lnTo>
                    <a:pt x="319311" y="96591"/>
                  </a:lnTo>
                  <a:lnTo>
                    <a:pt x="317039" y="91800"/>
                  </a:lnTo>
                  <a:lnTo>
                    <a:pt x="314616" y="87084"/>
                  </a:lnTo>
                  <a:lnTo>
                    <a:pt x="312046" y="82446"/>
                  </a:lnTo>
                  <a:lnTo>
                    <a:pt x="309329" y="77893"/>
                  </a:lnTo>
                  <a:lnTo>
                    <a:pt x="306469" y="73428"/>
                  </a:lnTo>
                  <a:lnTo>
                    <a:pt x="303469" y="69056"/>
                  </a:lnTo>
                  <a:lnTo>
                    <a:pt x="300332" y="64781"/>
                  </a:lnTo>
                  <a:lnTo>
                    <a:pt x="297061" y="60608"/>
                  </a:lnTo>
                  <a:lnTo>
                    <a:pt x="293660" y="56541"/>
                  </a:lnTo>
                  <a:lnTo>
                    <a:pt x="290131" y="52584"/>
                  </a:lnTo>
                  <a:lnTo>
                    <a:pt x="286478" y="48740"/>
                  </a:lnTo>
                  <a:lnTo>
                    <a:pt x="282705" y="45014"/>
                  </a:lnTo>
                  <a:lnTo>
                    <a:pt x="278816" y="41410"/>
                  </a:lnTo>
                  <a:lnTo>
                    <a:pt x="274815" y="37931"/>
                  </a:lnTo>
                  <a:lnTo>
                    <a:pt x="270706" y="34581"/>
                  </a:lnTo>
                  <a:lnTo>
                    <a:pt x="266492" y="31363"/>
                  </a:lnTo>
                  <a:lnTo>
                    <a:pt x="262178" y="28280"/>
                  </a:lnTo>
                  <a:lnTo>
                    <a:pt x="257769" y="25335"/>
                  </a:lnTo>
                  <a:lnTo>
                    <a:pt x="253268" y="22532"/>
                  </a:lnTo>
                  <a:lnTo>
                    <a:pt x="248681" y="19873"/>
                  </a:lnTo>
                  <a:lnTo>
                    <a:pt x="244012" y="17360"/>
                  </a:lnTo>
                  <a:lnTo>
                    <a:pt x="239265" y="14997"/>
                  </a:lnTo>
                  <a:lnTo>
                    <a:pt x="234446" y="12786"/>
                  </a:lnTo>
                  <a:lnTo>
                    <a:pt x="229559" y="10728"/>
                  </a:lnTo>
                  <a:lnTo>
                    <a:pt x="224609" y="8827"/>
                  </a:lnTo>
                  <a:lnTo>
                    <a:pt x="219602" y="7084"/>
                  </a:lnTo>
                  <a:lnTo>
                    <a:pt x="214542" y="5500"/>
                  </a:lnTo>
                  <a:lnTo>
                    <a:pt x="209434" y="4077"/>
                  </a:lnTo>
                  <a:lnTo>
                    <a:pt x="204284" y="2818"/>
                  </a:lnTo>
                  <a:lnTo>
                    <a:pt x="199096" y="1722"/>
                  </a:lnTo>
                  <a:lnTo>
                    <a:pt x="193876" y="791"/>
                  </a:lnTo>
                  <a:lnTo>
                    <a:pt x="188629" y="26"/>
                  </a:lnTo>
                  <a:lnTo>
                    <a:pt x="167146" y="1658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21483" cy="167167"/>
            </a:xfrm>
            <a:custGeom>
              <a:avLst/>
              <a:pathLst>
                <a:path w="21483" h="167167">
                  <a:moveTo>
                    <a:pt x="21483" y="1386"/>
                  </a:moveTo>
                  <a:lnTo>
                    <a:pt x="14344" y="616"/>
                  </a:lnTo>
                  <a:lnTo>
                    <a:pt x="7178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093" y="2633064"/>
              <a:ext cx="3655" cy="167167"/>
            </a:xfrm>
            <a:custGeom>
              <a:avLst/>
              <a:pathLst>
                <a:path w="3655" h="167167">
                  <a:moveTo>
                    <a:pt x="3655" y="0"/>
                  </a:moveTo>
                  <a:lnTo>
                    <a:pt x="0" y="39"/>
                  </a:lnTo>
                  <a:lnTo>
                    <a:pt x="36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7093" y="2633104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1" y="2633104"/>
              <a:ext cx="334318" cy="334288"/>
            </a:xfrm>
            <a:custGeom>
              <a:avLst/>
              <a:pathLst>
                <a:path w="334318" h="334288">
                  <a:moveTo>
                    <a:pt x="163512" y="0"/>
                  </a:moveTo>
                  <a:lnTo>
                    <a:pt x="158233" y="198"/>
                  </a:lnTo>
                  <a:lnTo>
                    <a:pt x="152964" y="564"/>
                  </a:lnTo>
                  <a:lnTo>
                    <a:pt x="147709" y="1096"/>
                  </a:lnTo>
                  <a:lnTo>
                    <a:pt x="142473" y="1793"/>
                  </a:lnTo>
                  <a:lnTo>
                    <a:pt x="137262" y="2656"/>
                  </a:lnTo>
                  <a:lnTo>
                    <a:pt x="132080" y="3683"/>
                  </a:lnTo>
                  <a:lnTo>
                    <a:pt x="126934" y="4873"/>
                  </a:lnTo>
                  <a:lnTo>
                    <a:pt x="121828" y="6225"/>
                  </a:lnTo>
                  <a:lnTo>
                    <a:pt x="116767" y="7738"/>
                  </a:lnTo>
                  <a:lnTo>
                    <a:pt x="111757" y="9410"/>
                  </a:lnTo>
                  <a:lnTo>
                    <a:pt x="106801" y="11239"/>
                  </a:lnTo>
                  <a:lnTo>
                    <a:pt x="101906" y="13224"/>
                  </a:lnTo>
                  <a:lnTo>
                    <a:pt x="97077" y="15363"/>
                  </a:lnTo>
                  <a:lnTo>
                    <a:pt x="92317" y="17653"/>
                  </a:lnTo>
                  <a:lnTo>
                    <a:pt x="87632" y="20093"/>
                  </a:lnTo>
                  <a:lnTo>
                    <a:pt x="83026" y="22679"/>
                  </a:lnTo>
                  <a:lnTo>
                    <a:pt x="78504" y="25409"/>
                  </a:lnTo>
                  <a:lnTo>
                    <a:pt x="74071" y="28281"/>
                  </a:lnTo>
                  <a:lnTo>
                    <a:pt x="69731" y="31292"/>
                  </a:lnTo>
                  <a:lnTo>
                    <a:pt x="65488" y="34438"/>
                  </a:lnTo>
                  <a:lnTo>
                    <a:pt x="61347" y="37717"/>
                  </a:lnTo>
                  <a:lnTo>
                    <a:pt x="57311" y="41124"/>
                  </a:lnTo>
                  <a:lnTo>
                    <a:pt x="53385" y="44658"/>
                  </a:lnTo>
                  <a:lnTo>
                    <a:pt x="49573" y="48314"/>
                  </a:lnTo>
                  <a:lnTo>
                    <a:pt x="45878" y="52089"/>
                  </a:lnTo>
                  <a:lnTo>
                    <a:pt x="42304" y="55978"/>
                  </a:lnTo>
                  <a:lnTo>
                    <a:pt x="38854" y="59978"/>
                  </a:lnTo>
                  <a:lnTo>
                    <a:pt x="35533" y="64086"/>
                  </a:lnTo>
                  <a:lnTo>
                    <a:pt x="32343" y="68296"/>
                  </a:lnTo>
                  <a:lnTo>
                    <a:pt x="29288" y="72605"/>
                  </a:lnTo>
                  <a:lnTo>
                    <a:pt x="26371" y="77008"/>
                  </a:lnTo>
                  <a:lnTo>
                    <a:pt x="23594" y="81501"/>
                  </a:lnTo>
                  <a:lnTo>
                    <a:pt x="20960" y="86080"/>
                  </a:lnTo>
                  <a:lnTo>
                    <a:pt x="18473" y="90740"/>
                  </a:lnTo>
                  <a:lnTo>
                    <a:pt x="16134" y="95476"/>
                  </a:lnTo>
                  <a:lnTo>
                    <a:pt x="13945" y="100283"/>
                  </a:lnTo>
                  <a:lnTo>
                    <a:pt x="11910" y="105158"/>
                  </a:lnTo>
                  <a:lnTo>
                    <a:pt x="10030" y="110094"/>
                  </a:lnTo>
                  <a:lnTo>
                    <a:pt x="8306" y="115087"/>
                  </a:lnTo>
                  <a:lnTo>
                    <a:pt x="6741" y="120132"/>
                  </a:lnTo>
                  <a:lnTo>
                    <a:pt x="5337" y="125224"/>
                  </a:lnTo>
                  <a:lnTo>
                    <a:pt x="4093" y="130357"/>
                  </a:lnTo>
                  <a:lnTo>
                    <a:pt x="3013" y="135528"/>
                  </a:lnTo>
                  <a:lnTo>
                    <a:pt x="2097" y="140730"/>
                  </a:lnTo>
                  <a:lnTo>
                    <a:pt x="1345" y="145958"/>
                  </a:lnTo>
                  <a:lnTo>
                    <a:pt x="759" y="151208"/>
                  </a:lnTo>
                  <a:lnTo>
                    <a:pt x="339" y="156473"/>
                  </a:lnTo>
                  <a:lnTo>
                    <a:pt x="86" y="161749"/>
                  </a:lnTo>
                  <a:lnTo>
                    <a:pt x="0" y="167030"/>
                  </a:lnTo>
                  <a:lnTo>
                    <a:pt x="80" y="172312"/>
                  </a:lnTo>
                  <a:lnTo>
                    <a:pt x="327" y="177588"/>
                  </a:lnTo>
                  <a:lnTo>
                    <a:pt x="741" y="182854"/>
                  </a:lnTo>
                  <a:lnTo>
                    <a:pt x="1321" y="188104"/>
                  </a:lnTo>
                  <a:lnTo>
                    <a:pt x="2066" y="193334"/>
                  </a:lnTo>
                  <a:lnTo>
                    <a:pt x="2977" y="198537"/>
                  </a:lnTo>
                  <a:lnTo>
                    <a:pt x="4051" y="203708"/>
                  </a:lnTo>
                  <a:lnTo>
                    <a:pt x="5288" y="208843"/>
                  </a:lnTo>
                  <a:lnTo>
                    <a:pt x="6687" y="213937"/>
                  </a:lnTo>
                  <a:lnTo>
                    <a:pt x="8246" y="218984"/>
                  </a:lnTo>
                  <a:lnTo>
                    <a:pt x="9964" y="223979"/>
                  </a:lnTo>
                  <a:lnTo>
                    <a:pt x="11838" y="228917"/>
                  </a:lnTo>
                  <a:lnTo>
                    <a:pt x="13868" y="233794"/>
                  </a:lnTo>
                  <a:lnTo>
                    <a:pt x="16051" y="238604"/>
                  </a:lnTo>
                  <a:lnTo>
                    <a:pt x="18385" y="243342"/>
                  </a:lnTo>
                  <a:lnTo>
                    <a:pt x="20867" y="248005"/>
                  </a:lnTo>
                  <a:lnTo>
                    <a:pt x="23495" y="252587"/>
                  </a:lnTo>
                  <a:lnTo>
                    <a:pt x="26267" y="257083"/>
                  </a:lnTo>
                  <a:lnTo>
                    <a:pt x="29179" y="261490"/>
                  </a:lnTo>
                  <a:lnTo>
                    <a:pt x="32229" y="265802"/>
                  </a:lnTo>
                  <a:lnTo>
                    <a:pt x="35414" y="270016"/>
                  </a:lnTo>
                  <a:lnTo>
                    <a:pt x="38731" y="274127"/>
                  </a:lnTo>
                  <a:lnTo>
                    <a:pt x="42175" y="278132"/>
                  </a:lnTo>
                  <a:lnTo>
                    <a:pt x="45745" y="282025"/>
                  </a:lnTo>
                  <a:lnTo>
                    <a:pt x="49435" y="285804"/>
                  </a:lnTo>
                  <a:lnTo>
                    <a:pt x="53244" y="289464"/>
                  </a:lnTo>
                  <a:lnTo>
                    <a:pt x="57166" y="293003"/>
                  </a:lnTo>
                  <a:lnTo>
                    <a:pt x="61197" y="296415"/>
                  </a:lnTo>
                  <a:lnTo>
                    <a:pt x="65335" y="299699"/>
                  </a:lnTo>
                  <a:lnTo>
                    <a:pt x="69574" y="302850"/>
                  </a:lnTo>
                  <a:lnTo>
                    <a:pt x="73911" y="305865"/>
                  </a:lnTo>
                  <a:lnTo>
                    <a:pt x="78341" y="308742"/>
                  </a:lnTo>
                  <a:lnTo>
                    <a:pt x="82859" y="311478"/>
                  </a:lnTo>
                  <a:lnTo>
                    <a:pt x="87462" y="314069"/>
                  </a:lnTo>
                  <a:lnTo>
                    <a:pt x="92144" y="316514"/>
                  </a:lnTo>
                  <a:lnTo>
                    <a:pt x="96901" y="318810"/>
                  </a:lnTo>
                  <a:lnTo>
                    <a:pt x="101729" y="320954"/>
                  </a:lnTo>
                  <a:lnTo>
                    <a:pt x="106621" y="322945"/>
                  </a:lnTo>
                  <a:lnTo>
                    <a:pt x="111575" y="324780"/>
                  </a:lnTo>
                  <a:lnTo>
                    <a:pt x="116583" y="326458"/>
                  </a:lnTo>
                  <a:lnTo>
                    <a:pt x="121642" y="327976"/>
                  </a:lnTo>
                  <a:lnTo>
                    <a:pt x="126747" y="329334"/>
                  </a:lnTo>
                  <a:lnTo>
                    <a:pt x="131892" y="330530"/>
                  </a:lnTo>
                  <a:lnTo>
                    <a:pt x="137072" y="331563"/>
                  </a:lnTo>
                  <a:lnTo>
                    <a:pt x="142282" y="332432"/>
                  </a:lnTo>
                  <a:lnTo>
                    <a:pt x="147517" y="333136"/>
                  </a:lnTo>
                  <a:lnTo>
                    <a:pt x="152772" y="333673"/>
                  </a:lnTo>
                  <a:lnTo>
                    <a:pt x="158041" y="334045"/>
                  </a:lnTo>
                  <a:lnTo>
                    <a:pt x="163319" y="334250"/>
                  </a:lnTo>
                  <a:lnTo>
                    <a:pt x="168601" y="334288"/>
                  </a:lnTo>
                  <a:lnTo>
                    <a:pt x="173881" y="334160"/>
                  </a:lnTo>
                  <a:lnTo>
                    <a:pt x="179155" y="333864"/>
                  </a:lnTo>
                  <a:lnTo>
                    <a:pt x="184417" y="333402"/>
                  </a:lnTo>
                  <a:lnTo>
                    <a:pt x="189662" y="332774"/>
                  </a:lnTo>
                  <a:lnTo>
                    <a:pt x="194884" y="331981"/>
                  </a:lnTo>
                  <a:lnTo>
                    <a:pt x="200078" y="331023"/>
                  </a:lnTo>
                  <a:lnTo>
                    <a:pt x="205240" y="329901"/>
                  </a:lnTo>
                  <a:lnTo>
                    <a:pt x="210364" y="328617"/>
                  </a:lnTo>
                  <a:lnTo>
                    <a:pt x="215444" y="327172"/>
                  </a:lnTo>
                  <a:lnTo>
                    <a:pt x="220476" y="325566"/>
                  </a:lnTo>
                  <a:lnTo>
                    <a:pt x="225456" y="323803"/>
                  </a:lnTo>
                  <a:lnTo>
                    <a:pt x="230376" y="321883"/>
                  </a:lnTo>
                  <a:lnTo>
                    <a:pt x="235234" y="319809"/>
                  </a:lnTo>
                  <a:lnTo>
                    <a:pt x="240024" y="317582"/>
                  </a:lnTo>
                  <a:lnTo>
                    <a:pt x="244741" y="315205"/>
                  </a:lnTo>
                  <a:lnTo>
                    <a:pt x="249381" y="312681"/>
                  </a:lnTo>
                  <a:lnTo>
                    <a:pt x="253938" y="310010"/>
                  </a:lnTo>
                  <a:lnTo>
                    <a:pt x="258409" y="307198"/>
                  </a:lnTo>
                  <a:lnTo>
                    <a:pt x="262789" y="304245"/>
                  </a:lnTo>
                  <a:lnTo>
                    <a:pt x="267073" y="301156"/>
                  </a:lnTo>
                  <a:lnTo>
                    <a:pt x="271258" y="297932"/>
                  </a:lnTo>
                  <a:lnTo>
                    <a:pt x="275339" y="294578"/>
                  </a:lnTo>
                  <a:lnTo>
                    <a:pt x="279311" y="291097"/>
                  </a:lnTo>
                  <a:lnTo>
                    <a:pt x="283172" y="287492"/>
                  </a:lnTo>
                  <a:lnTo>
                    <a:pt x="286917" y="283767"/>
                  </a:lnTo>
                  <a:lnTo>
                    <a:pt x="290542" y="279925"/>
                  </a:lnTo>
                  <a:lnTo>
                    <a:pt x="294044" y="275971"/>
                  </a:lnTo>
                  <a:lnTo>
                    <a:pt x="297420" y="271908"/>
                  </a:lnTo>
                  <a:lnTo>
                    <a:pt x="300665" y="267741"/>
                  </a:lnTo>
                  <a:lnTo>
                    <a:pt x="303777" y="263473"/>
                  </a:lnTo>
                  <a:lnTo>
                    <a:pt x="306753" y="259109"/>
                  </a:lnTo>
                  <a:lnTo>
                    <a:pt x="309589" y="254653"/>
                  </a:lnTo>
                  <a:lnTo>
                    <a:pt x="312284" y="250109"/>
                  </a:lnTo>
                  <a:lnTo>
                    <a:pt x="314833" y="245483"/>
                  </a:lnTo>
                  <a:lnTo>
                    <a:pt x="317235" y="240779"/>
                  </a:lnTo>
                  <a:lnTo>
                    <a:pt x="319487" y="236001"/>
                  </a:lnTo>
                  <a:lnTo>
                    <a:pt x="321587" y="231154"/>
                  </a:lnTo>
                  <a:lnTo>
                    <a:pt x="323533" y="226243"/>
                  </a:lnTo>
                  <a:lnTo>
                    <a:pt x="325322" y="221274"/>
                  </a:lnTo>
                  <a:lnTo>
                    <a:pt x="326954" y="216250"/>
                  </a:lnTo>
                  <a:lnTo>
                    <a:pt x="328426" y="211177"/>
                  </a:lnTo>
                  <a:lnTo>
                    <a:pt x="329737" y="206060"/>
                  </a:lnTo>
                  <a:lnTo>
                    <a:pt x="330886" y="200905"/>
                  </a:lnTo>
                  <a:lnTo>
                    <a:pt x="331872" y="195715"/>
                  </a:lnTo>
                  <a:lnTo>
                    <a:pt x="332693" y="190497"/>
                  </a:lnTo>
                  <a:lnTo>
                    <a:pt x="333348" y="185256"/>
                  </a:lnTo>
                  <a:lnTo>
                    <a:pt x="333838" y="179997"/>
                  </a:lnTo>
                  <a:lnTo>
                    <a:pt x="334162" y="174725"/>
                  </a:lnTo>
                  <a:lnTo>
                    <a:pt x="334318" y="169445"/>
                  </a:lnTo>
                  <a:lnTo>
                    <a:pt x="334308" y="164163"/>
                  </a:lnTo>
                  <a:lnTo>
                    <a:pt x="334131" y="158884"/>
                  </a:lnTo>
                  <a:lnTo>
                    <a:pt x="333787" y="153613"/>
                  </a:lnTo>
                  <a:lnTo>
                    <a:pt x="333277" y="148355"/>
                  </a:lnTo>
                  <a:lnTo>
                    <a:pt x="332601" y="143117"/>
                  </a:lnTo>
                  <a:lnTo>
                    <a:pt x="331760" y="137902"/>
                  </a:lnTo>
                  <a:lnTo>
                    <a:pt x="330754" y="132716"/>
                  </a:lnTo>
                  <a:lnTo>
                    <a:pt x="329586" y="127565"/>
                  </a:lnTo>
                  <a:lnTo>
                    <a:pt x="328255" y="122454"/>
                  </a:lnTo>
                  <a:lnTo>
                    <a:pt x="326763" y="117387"/>
                  </a:lnTo>
                  <a:lnTo>
                    <a:pt x="325112" y="112369"/>
                  </a:lnTo>
                  <a:lnTo>
                    <a:pt x="323303" y="107406"/>
                  </a:lnTo>
                  <a:lnTo>
                    <a:pt x="321338" y="102503"/>
                  </a:lnTo>
                  <a:lnTo>
                    <a:pt x="319219" y="97665"/>
                  </a:lnTo>
                  <a:lnTo>
                    <a:pt x="316949" y="92895"/>
                  </a:lnTo>
                  <a:lnTo>
                    <a:pt x="314529" y="88200"/>
                  </a:lnTo>
                  <a:lnTo>
                    <a:pt x="311962" y="83584"/>
                  </a:lnTo>
                  <a:lnTo>
                    <a:pt x="309250" y="79051"/>
                  </a:lnTo>
                  <a:lnTo>
                    <a:pt x="306396" y="74606"/>
                  </a:lnTo>
                  <a:lnTo>
                    <a:pt x="303404" y="70254"/>
                  </a:lnTo>
                  <a:lnTo>
                    <a:pt x="300275" y="65998"/>
                  </a:lnTo>
                  <a:lnTo>
                    <a:pt x="297014" y="61843"/>
                  </a:lnTo>
                  <a:lnTo>
                    <a:pt x="293623" y="57793"/>
                  </a:lnTo>
                  <a:lnTo>
                    <a:pt x="290105" y="53852"/>
                  </a:lnTo>
                  <a:lnTo>
                    <a:pt x="286465" y="50025"/>
                  </a:lnTo>
                  <a:lnTo>
                    <a:pt x="282706" y="46314"/>
                  </a:lnTo>
                  <a:lnTo>
                    <a:pt x="278831" y="42724"/>
                  </a:lnTo>
                  <a:lnTo>
                    <a:pt x="274845" y="39258"/>
                  </a:lnTo>
                  <a:lnTo>
                    <a:pt x="270751" y="35920"/>
                  </a:lnTo>
                  <a:lnTo>
                    <a:pt x="266554" y="32713"/>
                  </a:lnTo>
                  <a:lnTo>
                    <a:pt x="262258" y="29640"/>
                  </a:lnTo>
                  <a:lnTo>
                    <a:pt x="257867" y="26705"/>
                  </a:lnTo>
                  <a:lnTo>
                    <a:pt x="253385" y="23909"/>
                  </a:lnTo>
                  <a:lnTo>
                    <a:pt x="248817" y="21257"/>
                  </a:lnTo>
                  <a:lnTo>
                    <a:pt x="244168" y="18750"/>
                  </a:lnTo>
                  <a:lnTo>
                    <a:pt x="239442" y="16391"/>
                  </a:lnTo>
                  <a:lnTo>
                    <a:pt x="234643" y="14183"/>
                  </a:lnTo>
                  <a:lnTo>
                    <a:pt x="229778" y="12127"/>
                  </a:lnTo>
                  <a:lnTo>
                    <a:pt x="224849" y="10227"/>
                  </a:lnTo>
                  <a:lnTo>
                    <a:pt x="219864" y="8483"/>
                  </a:lnTo>
                  <a:lnTo>
                    <a:pt x="214825" y="6897"/>
                  </a:lnTo>
                  <a:lnTo>
                    <a:pt x="167167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47658" cy="167167"/>
            </a:xfrm>
            <a:custGeom>
              <a:avLst/>
              <a:pathLst>
                <a:path w="47658" h="167167">
                  <a:moveTo>
                    <a:pt x="47658" y="6937"/>
                  </a:moveTo>
                  <a:lnTo>
                    <a:pt x="41837" y="5320"/>
                  </a:lnTo>
                  <a:lnTo>
                    <a:pt x="35963" y="3914"/>
                  </a:lnTo>
                  <a:lnTo>
                    <a:pt x="30041" y="2721"/>
                  </a:lnTo>
                  <a:lnTo>
                    <a:pt x="24080" y="1743"/>
                  </a:lnTo>
                  <a:lnTo>
                    <a:pt x="18087" y="981"/>
                  </a:lnTo>
                  <a:lnTo>
                    <a:pt x="12071" y="436"/>
                  </a:lnTo>
                  <a:lnTo>
                    <a:pt x="6039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6876" y="3170392"/>
              <a:ext cx="19103" cy="167167"/>
            </a:xfrm>
            <a:custGeom>
              <a:avLst/>
              <a:pathLst>
                <a:path w="19103" h="167167">
                  <a:moveTo>
                    <a:pt x="19103" y="0"/>
                  </a:moveTo>
                  <a:lnTo>
                    <a:pt x="9536" y="274"/>
                  </a:lnTo>
                  <a:lnTo>
                    <a:pt x="0" y="1095"/>
                  </a:lnTo>
                  <a:lnTo>
                    <a:pt x="1910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6876" y="3171487"/>
              <a:ext cx="19103" cy="166072"/>
            </a:xfrm>
            <a:custGeom>
              <a:avLst/>
              <a:pathLst>
                <a:path w="19103" h="166072">
                  <a:moveTo>
                    <a:pt x="0" y="0"/>
                  </a:moveTo>
                  <a:lnTo>
                    <a:pt x="19103" y="166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13" y="3171487"/>
              <a:ext cx="334330" cy="333227"/>
            </a:xfrm>
            <a:custGeom>
              <a:avLst/>
              <a:pathLst>
                <a:path w="334330" h="333227">
                  <a:moveTo>
                    <a:pt x="148063" y="0"/>
                  </a:moveTo>
                  <a:lnTo>
                    <a:pt x="142816" y="687"/>
                  </a:lnTo>
                  <a:lnTo>
                    <a:pt x="137593" y="1541"/>
                  </a:lnTo>
                  <a:lnTo>
                    <a:pt x="132400" y="2560"/>
                  </a:lnTo>
                  <a:lnTo>
                    <a:pt x="127242" y="3742"/>
                  </a:lnTo>
                  <a:lnTo>
                    <a:pt x="122124" y="5087"/>
                  </a:lnTo>
                  <a:lnTo>
                    <a:pt x="117051" y="6593"/>
                  </a:lnTo>
                  <a:lnTo>
                    <a:pt x="112028" y="8260"/>
                  </a:lnTo>
                  <a:lnTo>
                    <a:pt x="107061" y="10084"/>
                  </a:lnTo>
                  <a:lnTo>
                    <a:pt x="102153" y="12065"/>
                  </a:lnTo>
                  <a:lnTo>
                    <a:pt x="97311" y="14200"/>
                  </a:lnTo>
                  <a:lnTo>
                    <a:pt x="92539" y="16487"/>
                  </a:lnTo>
                  <a:lnTo>
                    <a:pt x="87842" y="18924"/>
                  </a:lnTo>
                  <a:lnTo>
                    <a:pt x="83224" y="21509"/>
                  </a:lnTo>
                  <a:lnTo>
                    <a:pt x="78690" y="24238"/>
                  </a:lnTo>
                  <a:lnTo>
                    <a:pt x="74245" y="27110"/>
                  </a:lnTo>
                  <a:lnTo>
                    <a:pt x="69893" y="30121"/>
                  </a:lnTo>
                  <a:lnTo>
                    <a:pt x="65639" y="33268"/>
                  </a:lnTo>
                  <a:lnTo>
                    <a:pt x="61486" y="36548"/>
                  </a:lnTo>
                  <a:lnTo>
                    <a:pt x="57439" y="39958"/>
                  </a:lnTo>
                  <a:lnTo>
                    <a:pt x="53502" y="43494"/>
                  </a:lnTo>
                  <a:lnTo>
                    <a:pt x="49679" y="47153"/>
                  </a:lnTo>
                  <a:lnTo>
                    <a:pt x="45974" y="50932"/>
                  </a:lnTo>
                  <a:lnTo>
                    <a:pt x="42390" y="54826"/>
                  </a:lnTo>
                  <a:lnTo>
                    <a:pt x="38931" y="58831"/>
                  </a:lnTo>
                  <a:lnTo>
                    <a:pt x="35601" y="62944"/>
                  </a:lnTo>
                  <a:lnTo>
                    <a:pt x="32403" y="67160"/>
                  </a:lnTo>
                  <a:lnTo>
                    <a:pt x="29340" y="71475"/>
                  </a:lnTo>
                  <a:lnTo>
                    <a:pt x="26414" y="75885"/>
                  </a:lnTo>
                  <a:lnTo>
                    <a:pt x="23630" y="80385"/>
                  </a:lnTo>
                  <a:lnTo>
                    <a:pt x="20990" y="84972"/>
                  </a:lnTo>
                  <a:lnTo>
                    <a:pt x="18496" y="89639"/>
                  </a:lnTo>
                  <a:lnTo>
                    <a:pt x="16151" y="94383"/>
                  </a:lnTo>
                  <a:lnTo>
                    <a:pt x="13958" y="99199"/>
                  </a:lnTo>
                  <a:lnTo>
                    <a:pt x="11918" y="104082"/>
                  </a:lnTo>
                  <a:lnTo>
                    <a:pt x="10034" y="109027"/>
                  </a:lnTo>
                  <a:lnTo>
                    <a:pt x="8307" y="114030"/>
                  </a:lnTo>
                  <a:lnTo>
                    <a:pt x="6739" y="119084"/>
                  </a:lnTo>
                  <a:lnTo>
                    <a:pt x="5332" y="124185"/>
                  </a:lnTo>
                  <a:lnTo>
                    <a:pt x="4087" y="129329"/>
                  </a:lnTo>
                  <a:lnTo>
                    <a:pt x="3006" y="134509"/>
                  </a:lnTo>
                  <a:lnTo>
                    <a:pt x="2089" y="139721"/>
                  </a:lnTo>
                  <a:lnTo>
                    <a:pt x="1338" y="144960"/>
                  </a:lnTo>
                  <a:lnTo>
                    <a:pt x="753" y="150219"/>
                  </a:lnTo>
                  <a:lnTo>
                    <a:pt x="334" y="155494"/>
                  </a:lnTo>
                  <a:lnTo>
                    <a:pt x="83" y="160780"/>
                  </a:lnTo>
                  <a:lnTo>
                    <a:pt x="0" y="166072"/>
                  </a:lnTo>
                  <a:lnTo>
                    <a:pt x="83" y="171363"/>
                  </a:lnTo>
                  <a:lnTo>
                    <a:pt x="334" y="176649"/>
                  </a:lnTo>
                  <a:lnTo>
                    <a:pt x="753" y="181924"/>
                  </a:lnTo>
                  <a:lnTo>
                    <a:pt x="1338" y="187184"/>
                  </a:lnTo>
                  <a:lnTo>
                    <a:pt x="2089" y="192422"/>
                  </a:lnTo>
                  <a:lnTo>
                    <a:pt x="3006" y="197634"/>
                  </a:lnTo>
                  <a:lnTo>
                    <a:pt x="4087" y="202815"/>
                  </a:lnTo>
                  <a:lnTo>
                    <a:pt x="5332" y="207958"/>
                  </a:lnTo>
                  <a:lnTo>
                    <a:pt x="6739" y="213060"/>
                  </a:lnTo>
                  <a:lnTo>
                    <a:pt x="8307" y="218114"/>
                  </a:lnTo>
                  <a:lnTo>
                    <a:pt x="10034" y="223116"/>
                  </a:lnTo>
                  <a:lnTo>
                    <a:pt x="11918" y="228061"/>
                  </a:lnTo>
                  <a:lnTo>
                    <a:pt x="13958" y="232944"/>
                  </a:lnTo>
                  <a:lnTo>
                    <a:pt x="16151" y="237760"/>
                  </a:lnTo>
                  <a:lnTo>
                    <a:pt x="18496" y="242504"/>
                  </a:lnTo>
                  <a:lnTo>
                    <a:pt x="20990" y="247172"/>
                  </a:lnTo>
                  <a:lnTo>
                    <a:pt x="23630" y="251758"/>
                  </a:lnTo>
                  <a:lnTo>
                    <a:pt x="26414" y="256259"/>
                  </a:lnTo>
                  <a:lnTo>
                    <a:pt x="29340" y="260669"/>
                  </a:lnTo>
                  <a:lnTo>
                    <a:pt x="32403" y="264984"/>
                  </a:lnTo>
                  <a:lnTo>
                    <a:pt x="35601" y="269200"/>
                  </a:lnTo>
                  <a:lnTo>
                    <a:pt x="38931" y="273313"/>
                  </a:lnTo>
                  <a:lnTo>
                    <a:pt x="42390" y="277318"/>
                  </a:lnTo>
                  <a:lnTo>
                    <a:pt x="45974" y="281212"/>
                  </a:lnTo>
                  <a:lnTo>
                    <a:pt x="49679" y="284990"/>
                  </a:lnTo>
                  <a:lnTo>
                    <a:pt x="53502" y="288649"/>
                  </a:lnTo>
                  <a:lnTo>
                    <a:pt x="57439" y="292186"/>
                  </a:lnTo>
                  <a:lnTo>
                    <a:pt x="61486" y="295596"/>
                  </a:lnTo>
                  <a:lnTo>
                    <a:pt x="65639" y="298876"/>
                  </a:lnTo>
                  <a:lnTo>
                    <a:pt x="69893" y="302023"/>
                  </a:lnTo>
                  <a:lnTo>
                    <a:pt x="74245" y="305034"/>
                  </a:lnTo>
                  <a:lnTo>
                    <a:pt x="78690" y="307905"/>
                  </a:lnTo>
                  <a:lnTo>
                    <a:pt x="83224" y="310635"/>
                  </a:lnTo>
                  <a:lnTo>
                    <a:pt x="87842" y="313219"/>
                  </a:lnTo>
                  <a:lnTo>
                    <a:pt x="92539" y="315657"/>
                  </a:lnTo>
                  <a:lnTo>
                    <a:pt x="97311" y="317944"/>
                  </a:lnTo>
                  <a:lnTo>
                    <a:pt x="102153" y="320079"/>
                  </a:lnTo>
                  <a:lnTo>
                    <a:pt x="107061" y="322060"/>
                  </a:lnTo>
                  <a:lnTo>
                    <a:pt x="112028" y="323884"/>
                  </a:lnTo>
                  <a:lnTo>
                    <a:pt x="117051" y="325550"/>
                  </a:lnTo>
                  <a:lnTo>
                    <a:pt x="122124" y="327057"/>
                  </a:lnTo>
                  <a:lnTo>
                    <a:pt x="127242" y="328402"/>
                  </a:lnTo>
                  <a:lnTo>
                    <a:pt x="132400" y="329584"/>
                  </a:lnTo>
                  <a:lnTo>
                    <a:pt x="137593" y="330602"/>
                  </a:lnTo>
                  <a:lnTo>
                    <a:pt x="142816" y="331456"/>
                  </a:lnTo>
                  <a:lnTo>
                    <a:pt x="148063" y="332144"/>
                  </a:lnTo>
                  <a:lnTo>
                    <a:pt x="153329" y="332666"/>
                  </a:lnTo>
                  <a:lnTo>
                    <a:pt x="158609" y="333020"/>
                  </a:lnTo>
                  <a:lnTo>
                    <a:pt x="163898" y="333207"/>
                  </a:lnTo>
                  <a:lnTo>
                    <a:pt x="169190" y="333227"/>
                  </a:lnTo>
                  <a:lnTo>
                    <a:pt x="174480" y="333079"/>
                  </a:lnTo>
                  <a:lnTo>
                    <a:pt x="179762" y="332764"/>
                  </a:lnTo>
                  <a:lnTo>
                    <a:pt x="185032" y="332282"/>
                  </a:lnTo>
                  <a:lnTo>
                    <a:pt x="190284" y="331633"/>
                  </a:lnTo>
                  <a:lnTo>
                    <a:pt x="195513" y="330818"/>
                  </a:lnTo>
                  <a:lnTo>
                    <a:pt x="200714" y="329839"/>
                  </a:lnTo>
                  <a:lnTo>
                    <a:pt x="205881" y="328695"/>
                  </a:lnTo>
                  <a:lnTo>
                    <a:pt x="211009" y="327388"/>
                  </a:lnTo>
                  <a:lnTo>
                    <a:pt x="216093" y="325919"/>
                  </a:lnTo>
                  <a:lnTo>
                    <a:pt x="221128" y="324291"/>
                  </a:lnTo>
                  <a:lnTo>
                    <a:pt x="226109" y="322503"/>
                  </a:lnTo>
                  <a:lnTo>
                    <a:pt x="231031" y="320559"/>
                  </a:lnTo>
                  <a:lnTo>
                    <a:pt x="235889" y="318460"/>
                  </a:lnTo>
                  <a:lnTo>
                    <a:pt x="240678" y="316209"/>
                  </a:lnTo>
                  <a:lnTo>
                    <a:pt x="245393" y="313807"/>
                  </a:lnTo>
                  <a:lnTo>
                    <a:pt x="250030" y="311257"/>
                  </a:lnTo>
                  <a:lnTo>
                    <a:pt x="254584" y="308561"/>
                  </a:lnTo>
                  <a:lnTo>
                    <a:pt x="259051" y="305723"/>
                  </a:lnTo>
                  <a:lnTo>
                    <a:pt x="263425" y="302744"/>
                  </a:lnTo>
                  <a:lnTo>
                    <a:pt x="267703" y="299629"/>
                  </a:lnTo>
                  <a:lnTo>
                    <a:pt x="271880" y="296380"/>
                  </a:lnTo>
                  <a:lnTo>
                    <a:pt x="275952" y="293000"/>
                  </a:lnTo>
                  <a:lnTo>
                    <a:pt x="279915" y="289493"/>
                  </a:lnTo>
                  <a:lnTo>
                    <a:pt x="283765" y="285863"/>
                  </a:lnTo>
                  <a:lnTo>
                    <a:pt x="287498" y="282112"/>
                  </a:lnTo>
                  <a:lnTo>
                    <a:pt x="291111" y="278245"/>
                  </a:lnTo>
                  <a:lnTo>
                    <a:pt x="294600" y="274266"/>
                  </a:lnTo>
                  <a:lnTo>
                    <a:pt x="297960" y="270178"/>
                  </a:lnTo>
                  <a:lnTo>
                    <a:pt x="301190" y="265986"/>
                  </a:lnTo>
                  <a:lnTo>
                    <a:pt x="304285" y="261693"/>
                  </a:lnTo>
                  <a:lnTo>
                    <a:pt x="307243" y="257305"/>
                  </a:lnTo>
                  <a:lnTo>
                    <a:pt x="310061" y="252826"/>
                  </a:lnTo>
                  <a:lnTo>
                    <a:pt x="312735" y="248259"/>
                  </a:lnTo>
                  <a:lnTo>
                    <a:pt x="315264" y="243610"/>
                  </a:lnTo>
                  <a:lnTo>
                    <a:pt x="317644" y="238884"/>
                  </a:lnTo>
                  <a:lnTo>
                    <a:pt x="319873" y="234084"/>
                  </a:lnTo>
                  <a:lnTo>
                    <a:pt x="321950" y="229217"/>
                  </a:lnTo>
                  <a:lnTo>
                    <a:pt x="323871" y="224286"/>
                  </a:lnTo>
                  <a:lnTo>
                    <a:pt x="325635" y="219297"/>
                  </a:lnTo>
                  <a:lnTo>
                    <a:pt x="327240" y="214254"/>
                  </a:lnTo>
                  <a:lnTo>
                    <a:pt x="328685" y="209163"/>
                  </a:lnTo>
                  <a:lnTo>
                    <a:pt x="329968" y="204029"/>
                  </a:lnTo>
                  <a:lnTo>
                    <a:pt x="331088" y="198857"/>
                  </a:lnTo>
                  <a:lnTo>
                    <a:pt x="332044" y="193652"/>
                  </a:lnTo>
                  <a:lnTo>
                    <a:pt x="332834" y="188419"/>
                  </a:lnTo>
                  <a:lnTo>
                    <a:pt x="333458" y="183164"/>
                  </a:lnTo>
                  <a:lnTo>
                    <a:pt x="333916" y="177892"/>
                  </a:lnTo>
                  <a:lnTo>
                    <a:pt x="334207" y="172608"/>
                  </a:lnTo>
                  <a:lnTo>
                    <a:pt x="334330" y="167318"/>
                  </a:lnTo>
                  <a:lnTo>
                    <a:pt x="334285" y="162026"/>
                  </a:lnTo>
                  <a:lnTo>
                    <a:pt x="334074" y="156738"/>
                  </a:lnTo>
                  <a:lnTo>
                    <a:pt x="333695" y="151460"/>
                  </a:lnTo>
                  <a:lnTo>
                    <a:pt x="333149" y="146196"/>
                  </a:lnTo>
                  <a:lnTo>
                    <a:pt x="332436" y="140952"/>
                  </a:lnTo>
                  <a:lnTo>
                    <a:pt x="331558" y="135734"/>
                  </a:lnTo>
                  <a:lnTo>
                    <a:pt x="330516" y="130546"/>
                  </a:lnTo>
                  <a:lnTo>
                    <a:pt x="329309" y="125393"/>
                  </a:lnTo>
                  <a:lnTo>
                    <a:pt x="327941" y="120281"/>
                  </a:lnTo>
                  <a:lnTo>
                    <a:pt x="326411" y="115215"/>
                  </a:lnTo>
                  <a:lnTo>
                    <a:pt x="324721" y="110200"/>
                  </a:lnTo>
                  <a:lnTo>
                    <a:pt x="322874" y="105241"/>
                  </a:lnTo>
                  <a:lnTo>
                    <a:pt x="320870" y="100343"/>
                  </a:lnTo>
                  <a:lnTo>
                    <a:pt x="318713" y="95511"/>
                  </a:lnTo>
                  <a:lnTo>
                    <a:pt x="316403" y="90749"/>
                  </a:lnTo>
                  <a:lnTo>
                    <a:pt x="313944" y="86063"/>
                  </a:lnTo>
                  <a:lnTo>
                    <a:pt x="311338" y="81458"/>
                  </a:lnTo>
                  <a:lnTo>
                    <a:pt x="308588" y="76937"/>
                  </a:lnTo>
                  <a:lnTo>
                    <a:pt x="305696" y="72505"/>
                  </a:lnTo>
                  <a:lnTo>
                    <a:pt x="302665" y="68167"/>
                  </a:lnTo>
                  <a:lnTo>
                    <a:pt x="299498" y="63927"/>
                  </a:lnTo>
                  <a:lnTo>
                    <a:pt x="296198" y="59790"/>
                  </a:lnTo>
                  <a:lnTo>
                    <a:pt x="292769" y="55759"/>
                  </a:lnTo>
                  <a:lnTo>
                    <a:pt x="289215" y="51838"/>
                  </a:lnTo>
                  <a:lnTo>
                    <a:pt x="285538" y="48032"/>
                  </a:lnTo>
                  <a:lnTo>
                    <a:pt x="281742" y="44345"/>
                  </a:lnTo>
                  <a:lnTo>
                    <a:pt x="277832" y="40779"/>
                  </a:lnTo>
                  <a:lnTo>
                    <a:pt x="273811" y="37339"/>
                  </a:lnTo>
                  <a:lnTo>
                    <a:pt x="269682" y="34028"/>
                  </a:lnTo>
                  <a:lnTo>
                    <a:pt x="265452" y="30849"/>
                  </a:lnTo>
                  <a:lnTo>
                    <a:pt x="261122" y="27806"/>
                  </a:lnTo>
                  <a:lnTo>
                    <a:pt x="256699" y="24902"/>
                  </a:lnTo>
                  <a:lnTo>
                    <a:pt x="252185" y="22138"/>
                  </a:lnTo>
                  <a:lnTo>
                    <a:pt x="247587" y="19519"/>
                  </a:lnTo>
                  <a:lnTo>
                    <a:pt x="242908" y="17047"/>
                  </a:lnTo>
                  <a:lnTo>
                    <a:pt x="238153" y="14725"/>
                  </a:lnTo>
                  <a:lnTo>
                    <a:pt x="233327" y="12554"/>
                  </a:lnTo>
                  <a:lnTo>
                    <a:pt x="228434" y="10536"/>
                  </a:lnTo>
                  <a:lnTo>
                    <a:pt x="223480" y="8675"/>
                  </a:lnTo>
                  <a:lnTo>
                    <a:pt x="167167" y="166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56313" cy="167167"/>
            </a:xfrm>
            <a:custGeom>
              <a:avLst/>
              <a:pathLst>
                <a:path w="56313" h="167167">
                  <a:moveTo>
                    <a:pt x="56313" y="9770"/>
                  </a:moveTo>
                  <a:lnTo>
                    <a:pt x="50265" y="7736"/>
                  </a:lnTo>
                  <a:lnTo>
                    <a:pt x="44143" y="5933"/>
                  </a:lnTo>
                  <a:lnTo>
                    <a:pt x="37957" y="4366"/>
                  </a:lnTo>
                  <a:lnTo>
                    <a:pt x="31715" y="3036"/>
                  </a:lnTo>
                  <a:lnTo>
                    <a:pt x="25428" y="1945"/>
                  </a:lnTo>
                  <a:lnTo>
                    <a:pt x="19103" y="1095"/>
                  </a:lnTo>
                  <a:lnTo>
                    <a:pt x="12751" y="487"/>
                  </a:lnTo>
                  <a:lnTo>
                    <a:pt x="6380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793" y="3707720"/>
              <a:ext cx="3954" cy="167167"/>
            </a:xfrm>
            <a:custGeom>
              <a:avLst/>
              <a:pathLst>
                <a:path w="3954" h="167167">
                  <a:moveTo>
                    <a:pt x="3954" y="0"/>
                  </a:moveTo>
                  <a:lnTo>
                    <a:pt x="0" y="46"/>
                  </a:lnTo>
                  <a:lnTo>
                    <a:pt x="39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793" y="3707767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1" y="3707720"/>
              <a:ext cx="334326" cy="334323"/>
            </a:xfrm>
            <a:custGeom>
              <a:avLst/>
              <a:pathLst>
                <a:path w="334326" h="334323">
                  <a:moveTo>
                    <a:pt x="163212" y="46"/>
                  </a:moveTo>
                  <a:lnTo>
                    <a:pt x="157932" y="255"/>
                  </a:lnTo>
                  <a:lnTo>
                    <a:pt x="152660" y="630"/>
                  </a:lnTo>
                  <a:lnTo>
                    <a:pt x="147404" y="1172"/>
                  </a:lnTo>
                  <a:lnTo>
                    <a:pt x="142167" y="1879"/>
                  </a:lnTo>
                  <a:lnTo>
                    <a:pt x="136955" y="2752"/>
                  </a:lnTo>
                  <a:lnTo>
                    <a:pt x="131773" y="3789"/>
                  </a:lnTo>
                  <a:lnTo>
                    <a:pt x="126626" y="4990"/>
                  </a:lnTo>
                  <a:lnTo>
                    <a:pt x="121520" y="6352"/>
                  </a:lnTo>
                  <a:lnTo>
                    <a:pt x="116460" y="7875"/>
                  </a:lnTo>
                  <a:lnTo>
                    <a:pt x="111451" y="9558"/>
                  </a:lnTo>
                  <a:lnTo>
                    <a:pt x="106497" y="11398"/>
                  </a:lnTo>
                  <a:lnTo>
                    <a:pt x="101603" y="13393"/>
                  </a:lnTo>
                  <a:lnTo>
                    <a:pt x="96775" y="15542"/>
                  </a:lnTo>
                  <a:lnTo>
                    <a:pt x="92018" y="17843"/>
                  </a:lnTo>
                  <a:lnTo>
                    <a:pt x="87336" y="20293"/>
                  </a:lnTo>
                  <a:lnTo>
                    <a:pt x="82733" y="22890"/>
                  </a:lnTo>
                  <a:lnTo>
                    <a:pt x="78215" y="25631"/>
                  </a:lnTo>
                  <a:lnTo>
                    <a:pt x="73786" y="28513"/>
                  </a:lnTo>
                  <a:lnTo>
                    <a:pt x="69450" y="31534"/>
                  </a:lnTo>
                  <a:lnTo>
                    <a:pt x="65211" y="34690"/>
                  </a:lnTo>
                  <a:lnTo>
                    <a:pt x="61075" y="37979"/>
                  </a:lnTo>
                  <a:lnTo>
                    <a:pt x="57044" y="41397"/>
                  </a:lnTo>
                  <a:lnTo>
                    <a:pt x="53124" y="44941"/>
                  </a:lnTo>
                  <a:lnTo>
                    <a:pt x="49318" y="48607"/>
                  </a:lnTo>
                  <a:lnTo>
                    <a:pt x="45629" y="52391"/>
                  </a:lnTo>
                  <a:lnTo>
                    <a:pt x="42062" y="56290"/>
                  </a:lnTo>
                  <a:lnTo>
                    <a:pt x="38620" y="60300"/>
                  </a:lnTo>
                  <a:lnTo>
                    <a:pt x="35306" y="64416"/>
                  </a:lnTo>
                  <a:lnTo>
                    <a:pt x="32124" y="68635"/>
                  </a:lnTo>
                  <a:lnTo>
                    <a:pt x="29077" y="72953"/>
                  </a:lnTo>
                  <a:lnTo>
                    <a:pt x="26168" y="77365"/>
                  </a:lnTo>
                  <a:lnTo>
                    <a:pt x="23400" y="81867"/>
                  </a:lnTo>
                  <a:lnTo>
                    <a:pt x="20776" y="86454"/>
                  </a:lnTo>
                  <a:lnTo>
                    <a:pt x="18298" y="91121"/>
                  </a:lnTo>
                  <a:lnTo>
                    <a:pt x="15968" y="95865"/>
                  </a:lnTo>
                  <a:lnTo>
                    <a:pt x="13790" y="100679"/>
                  </a:lnTo>
                  <a:lnTo>
                    <a:pt x="11765" y="105561"/>
                  </a:lnTo>
                  <a:lnTo>
                    <a:pt x="9896" y="110503"/>
                  </a:lnTo>
                  <a:lnTo>
                    <a:pt x="8183" y="115503"/>
                  </a:lnTo>
                  <a:lnTo>
                    <a:pt x="6629" y="120554"/>
                  </a:lnTo>
                  <a:lnTo>
                    <a:pt x="5236" y="125651"/>
                  </a:lnTo>
                  <a:lnTo>
                    <a:pt x="4005" y="130791"/>
                  </a:lnTo>
                  <a:lnTo>
                    <a:pt x="2937" y="135966"/>
                  </a:lnTo>
                  <a:lnTo>
                    <a:pt x="2033" y="141173"/>
                  </a:lnTo>
                  <a:lnTo>
                    <a:pt x="1293" y="146405"/>
                  </a:lnTo>
                  <a:lnTo>
                    <a:pt x="720" y="151659"/>
                  </a:lnTo>
                  <a:lnTo>
                    <a:pt x="313" y="156928"/>
                  </a:lnTo>
                  <a:lnTo>
                    <a:pt x="73" y="162207"/>
                  </a:lnTo>
                  <a:lnTo>
                    <a:pt x="0" y="167491"/>
                  </a:lnTo>
                  <a:lnTo>
                    <a:pt x="93" y="172775"/>
                  </a:lnTo>
                  <a:lnTo>
                    <a:pt x="354" y="178053"/>
                  </a:lnTo>
                  <a:lnTo>
                    <a:pt x="781" y="183320"/>
                  </a:lnTo>
                  <a:lnTo>
                    <a:pt x="1375" y="188571"/>
                  </a:lnTo>
                  <a:lnTo>
                    <a:pt x="2135" y="193801"/>
                  </a:lnTo>
                  <a:lnTo>
                    <a:pt x="3059" y="199004"/>
                  </a:lnTo>
                  <a:lnTo>
                    <a:pt x="4147" y="204175"/>
                  </a:lnTo>
                  <a:lnTo>
                    <a:pt x="5398" y="209309"/>
                  </a:lnTo>
                  <a:lnTo>
                    <a:pt x="6811" y="214402"/>
                  </a:lnTo>
                  <a:lnTo>
                    <a:pt x="8384" y="219447"/>
                  </a:lnTo>
                  <a:lnTo>
                    <a:pt x="10116" y="224439"/>
                  </a:lnTo>
                  <a:lnTo>
                    <a:pt x="12005" y="229375"/>
                  </a:lnTo>
                  <a:lnTo>
                    <a:pt x="14049" y="234248"/>
                  </a:lnTo>
                  <a:lnTo>
                    <a:pt x="16246" y="239055"/>
                  </a:lnTo>
                  <a:lnTo>
                    <a:pt x="18593" y="243789"/>
                  </a:lnTo>
                  <a:lnTo>
                    <a:pt x="21090" y="248447"/>
                  </a:lnTo>
                  <a:lnTo>
                    <a:pt x="23732" y="253024"/>
                  </a:lnTo>
                  <a:lnTo>
                    <a:pt x="26517" y="257514"/>
                  </a:lnTo>
                  <a:lnTo>
                    <a:pt x="29443" y="261915"/>
                  </a:lnTo>
                  <a:lnTo>
                    <a:pt x="32507" y="266221"/>
                  </a:lnTo>
                  <a:lnTo>
                    <a:pt x="35705" y="270428"/>
                  </a:lnTo>
                  <a:lnTo>
                    <a:pt x="39035" y="274532"/>
                  </a:lnTo>
                  <a:lnTo>
                    <a:pt x="42492" y="278528"/>
                  </a:lnTo>
                  <a:lnTo>
                    <a:pt x="46075" y="282413"/>
                  </a:lnTo>
                  <a:lnTo>
                    <a:pt x="49778" y="286183"/>
                  </a:lnTo>
                  <a:lnTo>
                    <a:pt x="53598" y="289834"/>
                  </a:lnTo>
                  <a:lnTo>
                    <a:pt x="57532" y="293362"/>
                  </a:lnTo>
                  <a:lnTo>
                    <a:pt x="61576" y="296765"/>
                  </a:lnTo>
                  <a:lnTo>
                    <a:pt x="65725" y="300038"/>
                  </a:lnTo>
                  <a:lnTo>
                    <a:pt x="69976" y="303178"/>
                  </a:lnTo>
                  <a:lnTo>
                    <a:pt x="74323" y="306182"/>
                  </a:lnTo>
                  <a:lnTo>
                    <a:pt x="78764" y="309047"/>
                  </a:lnTo>
                  <a:lnTo>
                    <a:pt x="83293" y="311770"/>
                  </a:lnTo>
                  <a:lnTo>
                    <a:pt x="87905" y="314349"/>
                  </a:lnTo>
                  <a:lnTo>
                    <a:pt x="92597" y="316781"/>
                  </a:lnTo>
                  <a:lnTo>
                    <a:pt x="97363" y="319063"/>
                  </a:lnTo>
                  <a:lnTo>
                    <a:pt x="102200" y="321194"/>
                  </a:lnTo>
                  <a:lnTo>
                    <a:pt x="107101" y="323170"/>
                  </a:lnTo>
                  <a:lnTo>
                    <a:pt x="112062" y="324991"/>
                  </a:lnTo>
                  <a:lnTo>
                    <a:pt x="117078" y="326654"/>
                  </a:lnTo>
                  <a:lnTo>
                    <a:pt x="122144" y="328157"/>
                  </a:lnTo>
                  <a:lnTo>
                    <a:pt x="127255" y="329500"/>
                  </a:lnTo>
                  <a:lnTo>
                    <a:pt x="132406" y="330680"/>
                  </a:lnTo>
                  <a:lnTo>
                    <a:pt x="137592" y="331697"/>
                  </a:lnTo>
                  <a:lnTo>
                    <a:pt x="142807" y="332550"/>
                  </a:lnTo>
                  <a:lnTo>
                    <a:pt x="148047" y="333237"/>
                  </a:lnTo>
                  <a:lnTo>
                    <a:pt x="153306" y="333759"/>
                  </a:lnTo>
                  <a:lnTo>
                    <a:pt x="158578" y="334114"/>
                  </a:lnTo>
                  <a:lnTo>
                    <a:pt x="163860" y="334302"/>
                  </a:lnTo>
                  <a:lnTo>
                    <a:pt x="169144" y="334323"/>
                  </a:lnTo>
                  <a:lnTo>
                    <a:pt x="174427" y="334177"/>
                  </a:lnTo>
                  <a:lnTo>
                    <a:pt x="179702" y="333864"/>
                  </a:lnTo>
                  <a:lnTo>
                    <a:pt x="184965" y="333384"/>
                  </a:lnTo>
                  <a:lnTo>
                    <a:pt x="190210" y="332739"/>
                  </a:lnTo>
                  <a:lnTo>
                    <a:pt x="195432" y="331928"/>
                  </a:lnTo>
                  <a:lnTo>
                    <a:pt x="200625" y="330952"/>
                  </a:lnTo>
                  <a:lnTo>
                    <a:pt x="205786" y="329812"/>
                  </a:lnTo>
                  <a:lnTo>
                    <a:pt x="210907" y="328510"/>
                  </a:lnTo>
                  <a:lnTo>
                    <a:pt x="215985" y="327047"/>
                  </a:lnTo>
                  <a:lnTo>
                    <a:pt x="221014" y="325424"/>
                  </a:lnTo>
                  <a:lnTo>
                    <a:pt x="225990" y="323643"/>
                  </a:lnTo>
                  <a:lnTo>
                    <a:pt x="230906" y="321706"/>
                  </a:lnTo>
                  <a:lnTo>
                    <a:pt x="235759" y="319614"/>
                  </a:lnTo>
                  <a:lnTo>
                    <a:pt x="240544" y="317369"/>
                  </a:lnTo>
                  <a:lnTo>
                    <a:pt x="245255" y="314975"/>
                  </a:lnTo>
                  <a:lnTo>
                    <a:pt x="249888" y="312433"/>
                  </a:lnTo>
                  <a:lnTo>
                    <a:pt x="254438" y="309746"/>
                  </a:lnTo>
                  <a:lnTo>
                    <a:pt x="258901" y="306916"/>
                  </a:lnTo>
                  <a:lnTo>
                    <a:pt x="263272" y="303946"/>
                  </a:lnTo>
                  <a:lnTo>
                    <a:pt x="267548" y="300840"/>
                  </a:lnTo>
                  <a:lnTo>
                    <a:pt x="271723" y="297601"/>
                  </a:lnTo>
                  <a:lnTo>
                    <a:pt x="275793" y="294231"/>
                  </a:lnTo>
                  <a:lnTo>
                    <a:pt x="279755" y="290734"/>
                  </a:lnTo>
                  <a:lnTo>
                    <a:pt x="283605" y="287113"/>
                  </a:lnTo>
                  <a:lnTo>
                    <a:pt x="287338" y="283373"/>
                  </a:lnTo>
                  <a:lnTo>
                    <a:pt x="290951" y="279516"/>
                  </a:lnTo>
                  <a:lnTo>
                    <a:pt x="294440" y="275547"/>
                  </a:lnTo>
                  <a:lnTo>
                    <a:pt x="297803" y="271470"/>
                  </a:lnTo>
                  <a:lnTo>
                    <a:pt x="301034" y="267289"/>
                  </a:lnTo>
                  <a:lnTo>
                    <a:pt x="304132" y="263008"/>
                  </a:lnTo>
                  <a:lnTo>
                    <a:pt x="307093" y="258630"/>
                  </a:lnTo>
                  <a:lnTo>
                    <a:pt x="309914" y="254162"/>
                  </a:lnTo>
                  <a:lnTo>
                    <a:pt x="312593" y="249606"/>
                  </a:lnTo>
                  <a:lnTo>
                    <a:pt x="315126" y="244968"/>
                  </a:lnTo>
                  <a:lnTo>
                    <a:pt x="317511" y="240253"/>
                  </a:lnTo>
                  <a:lnTo>
                    <a:pt x="319746" y="235464"/>
                  </a:lnTo>
                  <a:lnTo>
                    <a:pt x="321828" y="230607"/>
                  </a:lnTo>
                  <a:lnTo>
                    <a:pt x="323756" y="225687"/>
                  </a:lnTo>
                  <a:lnTo>
                    <a:pt x="325528" y="220708"/>
                  </a:lnTo>
                  <a:lnTo>
                    <a:pt x="327141" y="215676"/>
                  </a:lnTo>
                  <a:lnTo>
                    <a:pt x="328595" y="210595"/>
                  </a:lnTo>
                  <a:lnTo>
                    <a:pt x="329887" y="205471"/>
                  </a:lnTo>
                  <a:lnTo>
                    <a:pt x="331016" y="200308"/>
                  </a:lnTo>
                  <a:lnTo>
                    <a:pt x="331982" y="195113"/>
                  </a:lnTo>
                  <a:lnTo>
                    <a:pt x="332783" y="189889"/>
                  </a:lnTo>
                  <a:lnTo>
                    <a:pt x="333418" y="184643"/>
                  </a:lnTo>
                  <a:lnTo>
                    <a:pt x="333887" y="179379"/>
                  </a:lnTo>
                  <a:lnTo>
                    <a:pt x="334190" y="174103"/>
                  </a:lnTo>
                  <a:lnTo>
                    <a:pt x="334326" y="168821"/>
                  </a:lnTo>
                  <a:lnTo>
                    <a:pt x="334295" y="163536"/>
                  </a:lnTo>
                  <a:lnTo>
                    <a:pt x="334096" y="158255"/>
                  </a:lnTo>
                  <a:lnTo>
                    <a:pt x="333731" y="152983"/>
                  </a:lnTo>
                  <a:lnTo>
                    <a:pt x="333200" y="147726"/>
                  </a:lnTo>
                  <a:lnTo>
                    <a:pt x="332502" y="142487"/>
                  </a:lnTo>
                  <a:lnTo>
                    <a:pt x="331640" y="137273"/>
                  </a:lnTo>
                  <a:lnTo>
                    <a:pt x="330612" y="132090"/>
                  </a:lnTo>
                  <a:lnTo>
                    <a:pt x="329422" y="126941"/>
                  </a:lnTo>
                  <a:lnTo>
                    <a:pt x="328069" y="121832"/>
                  </a:lnTo>
                  <a:lnTo>
                    <a:pt x="326556" y="116769"/>
                  </a:lnTo>
                  <a:lnTo>
                    <a:pt x="324883" y="111756"/>
                  </a:lnTo>
                  <a:lnTo>
                    <a:pt x="323053" y="106799"/>
                  </a:lnTo>
                  <a:lnTo>
                    <a:pt x="321067" y="101902"/>
                  </a:lnTo>
                  <a:lnTo>
                    <a:pt x="318927" y="97070"/>
                  </a:lnTo>
                  <a:lnTo>
                    <a:pt x="316636" y="92308"/>
                  </a:lnTo>
                  <a:lnTo>
                    <a:pt x="314195" y="87621"/>
                  </a:lnTo>
                  <a:lnTo>
                    <a:pt x="311607" y="83013"/>
                  </a:lnTo>
                  <a:lnTo>
                    <a:pt x="308875" y="78490"/>
                  </a:lnTo>
                  <a:lnTo>
                    <a:pt x="306001" y="74055"/>
                  </a:lnTo>
                  <a:lnTo>
                    <a:pt x="302989" y="69713"/>
                  </a:lnTo>
                  <a:lnTo>
                    <a:pt x="299840" y="65468"/>
                  </a:lnTo>
                  <a:lnTo>
                    <a:pt x="296560" y="61326"/>
                  </a:lnTo>
                  <a:lnTo>
                    <a:pt x="293150" y="57289"/>
                  </a:lnTo>
                  <a:lnTo>
                    <a:pt x="289613" y="53361"/>
                  </a:lnTo>
                  <a:lnTo>
                    <a:pt x="285955" y="49548"/>
                  </a:lnTo>
                  <a:lnTo>
                    <a:pt x="282178" y="45852"/>
                  </a:lnTo>
                  <a:lnTo>
                    <a:pt x="278286" y="42277"/>
                  </a:lnTo>
                  <a:lnTo>
                    <a:pt x="274283" y="38827"/>
                  </a:lnTo>
                  <a:lnTo>
                    <a:pt x="270173" y="35506"/>
                  </a:lnTo>
                  <a:lnTo>
                    <a:pt x="265960" y="32315"/>
                  </a:lnTo>
                  <a:lnTo>
                    <a:pt x="261648" y="29260"/>
                  </a:lnTo>
                  <a:lnTo>
                    <a:pt x="257241" y="26343"/>
                  </a:lnTo>
                  <a:lnTo>
                    <a:pt x="252745" y="23566"/>
                  </a:lnTo>
                  <a:lnTo>
                    <a:pt x="248163" y="20933"/>
                  </a:lnTo>
                  <a:lnTo>
                    <a:pt x="243501" y="18446"/>
                  </a:lnTo>
                  <a:lnTo>
                    <a:pt x="238762" y="16107"/>
                  </a:lnTo>
                  <a:lnTo>
                    <a:pt x="233951" y="13920"/>
                  </a:lnTo>
                  <a:lnTo>
                    <a:pt x="229074" y="11885"/>
                  </a:lnTo>
                  <a:lnTo>
                    <a:pt x="224135" y="10006"/>
                  </a:lnTo>
                  <a:lnTo>
                    <a:pt x="219139" y="8284"/>
                  </a:lnTo>
                  <a:lnTo>
                    <a:pt x="214091" y="6720"/>
                  </a:lnTo>
                  <a:lnTo>
                    <a:pt x="208996" y="5317"/>
                  </a:lnTo>
                  <a:lnTo>
                    <a:pt x="203859" y="4076"/>
                  </a:lnTo>
                  <a:lnTo>
                    <a:pt x="198686" y="2998"/>
                  </a:lnTo>
                  <a:lnTo>
                    <a:pt x="193481" y="2084"/>
                  </a:lnTo>
                  <a:lnTo>
                    <a:pt x="188250" y="1334"/>
                  </a:lnTo>
                  <a:lnTo>
                    <a:pt x="182997" y="751"/>
                  </a:lnTo>
                  <a:lnTo>
                    <a:pt x="177729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333" y="4213821"/>
              <a:ext cx="3954" cy="167167"/>
            </a:xfrm>
            <a:custGeom>
              <a:avLst/>
              <a:pathLst>
                <a:path w="3954" h="167167">
                  <a:moveTo>
                    <a:pt x="3954" y="0"/>
                  </a:moveTo>
                  <a:lnTo>
                    <a:pt x="0" y="46"/>
                  </a:lnTo>
                  <a:lnTo>
                    <a:pt x="39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333" y="421386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0" y="4213821"/>
              <a:ext cx="334326" cy="334323"/>
            </a:xfrm>
            <a:custGeom>
              <a:avLst/>
              <a:pathLst>
                <a:path w="334326" h="334323">
                  <a:moveTo>
                    <a:pt x="163212" y="46"/>
                  </a:moveTo>
                  <a:lnTo>
                    <a:pt x="157932" y="255"/>
                  </a:lnTo>
                  <a:lnTo>
                    <a:pt x="152660" y="630"/>
                  </a:lnTo>
                  <a:lnTo>
                    <a:pt x="147404" y="1172"/>
                  </a:lnTo>
                  <a:lnTo>
                    <a:pt x="142167" y="1879"/>
                  </a:lnTo>
                  <a:lnTo>
                    <a:pt x="136955" y="2752"/>
                  </a:lnTo>
                  <a:lnTo>
                    <a:pt x="131773" y="3789"/>
                  </a:lnTo>
                  <a:lnTo>
                    <a:pt x="126626" y="4990"/>
                  </a:lnTo>
                  <a:lnTo>
                    <a:pt x="121520" y="6352"/>
                  </a:lnTo>
                  <a:lnTo>
                    <a:pt x="116460" y="7875"/>
                  </a:lnTo>
                  <a:lnTo>
                    <a:pt x="111451" y="9558"/>
                  </a:lnTo>
                  <a:lnTo>
                    <a:pt x="106497" y="11398"/>
                  </a:lnTo>
                  <a:lnTo>
                    <a:pt x="101603" y="13393"/>
                  </a:lnTo>
                  <a:lnTo>
                    <a:pt x="96775" y="15542"/>
                  </a:lnTo>
                  <a:lnTo>
                    <a:pt x="92018" y="17843"/>
                  </a:lnTo>
                  <a:lnTo>
                    <a:pt x="87336" y="20293"/>
                  </a:lnTo>
                  <a:lnTo>
                    <a:pt x="82733" y="22890"/>
                  </a:lnTo>
                  <a:lnTo>
                    <a:pt x="78215" y="25631"/>
                  </a:lnTo>
                  <a:lnTo>
                    <a:pt x="73786" y="28513"/>
                  </a:lnTo>
                  <a:lnTo>
                    <a:pt x="69450" y="31534"/>
                  </a:lnTo>
                  <a:lnTo>
                    <a:pt x="65211" y="34690"/>
                  </a:lnTo>
                  <a:lnTo>
                    <a:pt x="61075" y="37979"/>
                  </a:lnTo>
                  <a:lnTo>
                    <a:pt x="57044" y="41397"/>
                  </a:lnTo>
                  <a:lnTo>
                    <a:pt x="53124" y="44941"/>
                  </a:lnTo>
                  <a:lnTo>
                    <a:pt x="49318" y="48607"/>
                  </a:lnTo>
                  <a:lnTo>
                    <a:pt x="45629" y="52391"/>
                  </a:lnTo>
                  <a:lnTo>
                    <a:pt x="42062" y="56290"/>
                  </a:lnTo>
                  <a:lnTo>
                    <a:pt x="38620" y="60300"/>
                  </a:lnTo>
                  <a:lnTo>
                    <a:pt x="35306" y="64416"/>
                  </a:lnTo>
                  <a:lnTo>
                    <a:pt x="32124" y="68635"/>
                  </a:lnTo>
                  <a:lnTo>
                    <a:pt x="29077" y="72953"/>
                  </a:lnTo>
                  <a:lnTo>
                    <a:pt x="26168" y="77365"/>
                  </a:lnTo>
                  <a:lnTo>
                    <a:pt x="23400" y="81867"/>
                  </a:lnTo>
                  <a:lnTo>
                    <a:pt x="20776" y="86454"/>
                  </a:lnTo>
                  <a:lnTo>
                    <a:pt x="18298" y="91121"/>
                  </a:lnTo>
                  <a:lnTo>
                    <a:pt x="15968" y="95865"/>
                  </a:lnTo>
                  <a:lnTo>
                    <a:pt x="13790" y="100679"/>
                  </a:lnTo>
                  <a:lnTo>
                    <a:pt x="11765" y="105561"/>
                  </a:lnTo>
                  <a:lnTo>
                    <a:pt x="9896" y="110503"/>
                  </a:lnTo>
                  <a:lnTo>
                    <a:pt x="8183" y="115503"/>
                  </a:lnTo>
                  <a:lnTo>
                    <a:pt x="6629" y="120554"/>
                  </a:lnTo>
                  <a:lnTo>
                    <a:pt x="5236" y="125651"/>
                  </a:lnTo>
                  <a:lnTo>
                    <a:pt x="4005" y="130791"/>
                  </a:lnTo>
                  <a:lnTo>
                    <a:pt x="2937" y="135966"/>
                  </a:lnTo>
                  <a:lnTo>
                    <a:pt x="2033" y="141173"/>
                  </a:lnTo>
                  <a:lnTo>
                    <a:pt x="1293" y="146405"/>
                  </a:lnTo>
                  <a:lnTo>
                    <a:pt x="720" y="151659"/>
                  </a:lnTo>
                  <a:lnTo>
                    <a:pt x="313" y="156928"/>
                  </a:lnTo>
                  <a:lnTo>
                    <a:pt x="73" y="162207"/>
                  </a:lnTo>
                  <a:lnTo>
                    <a:pt x="0" y="167491"/>
                  </a:lnTo>
                  <a:lnTo>
                    <a:pt x="93" y="172775"/>
                  </a:lnTo>
                  <a:lnTo>
                    <a:pt x="354" y="178053"/>
                  </a:lnTo>
                  <a:lnTo>
                    <a:pt x="781" y="183320"/>
                  </a:lnTo>
                  <a:lnTo>
                    <a:pt x="1375" y="188571"/>
                  </a:lnTo>
                  <a:lnTo>
                    <a:pt x="2135" y="193801"/>
                  </a:lnTo>
                  <a:lnTo>
                    <a:pt x="3059" y="199004"/>
                  </a:lnTo>
                  <a:lnTo>
                    <a:pt x="4147" y="204175"/>
                  </a:lnTo>
                  <a:lnTo>
                    <a:pt x="5398" y="209309"/>
                  </a:lnTo>
                  <a:lnTo>
                    <a:pt x="6811" y="214402"/>
                  </a:lnTo>
                  <a:lnTo>
                    <a:pt x="8384" y="219447"/>
                  </a:lnTo>
                  <a:lnTo>
                    <a:pt x="10116" y="224439"/>
                  </a:lnTo>
                  <a:lnTo>
                    <a:pt x="12005" y="229375"/>
                  </a:lnTo>
                  <a:lnTo>
                    <a:pt x="14049" y="234248"/>
                  </a:lnTo>
                  <a:lnTo>
                    <a:pt x="16246" y="239055"/>
                  </a:lnTo>
                  <a:lnTo>
                    <a:pt x="18593" y="243789"/>
                  </a:lnTo>
                  <a:lnTo>
                    <a:pt x="21090" y="248447"/>
                  </a:lnTo>
                  <a:lnTo>
                    <a:pt x="23732" y="253024"/>
                  </a:lnTo>
                  <a:lnTo>
                    <a:pt x="26517" y="257514"/>
                  </a:lnTo>
                  <a:lnTo>
                    <a:pt x="29443" y="261915"/>
                  </a:lnTo>
                  <a:lnTo>
                    <a:pt x="32507" y="266221"/>
                  </a:lnTo>
                  <a:lnTo>
                    <a:pt x="35705" y="270428"/>
                  </a:lnTo>
                  <a:lnTo>
                    <a:pt x="39035" y="274532"/>
                  </a:lnTo>
                  <a:lnTo>
                    <a:pt x="42492" y="278528"/>
                  </a:lnTo>
                  <a:lnTo>
                    <a:pt x="46075" y="282413"/>
                  </a:lnTo>
                  <a:lnTo>
                    <a:pt x="49778" y="286183"/>
                  </a:lnTo>
                  <a:lnTo>
                    <a:pt x="53598" y="289834"/>
                  </a:lnTo>
                  <a:lnTo>
                    <a:pt x="57532" y="293362"/>
                  </a:lnTo>
                  <a:lnTo>
                    <a:pt x="61576" y="296765"/>
                  </a:lnTo>
                  <a:lnTo>
                    <a:pt x="65725" y="300038"/>
                  </a:lnTo>
                  <a:lnTo>
                    <a:pt x="69976" y="303178"/>
                  </a:lnTo>
                  <a:lnTo>
                    <a:pt x="74323" y="306182"/>
                  </a:lnTo>
                  <a:lnTo>
                    <a:pt x="78764" y="309047"/>
                  </a:lnTo>
                  <a:lnTo>
                    <a:pt x="83293" y="311770"/>
                  </a:lnTo>
                  <a:lnTo>
                    <a:pt x="87905" y="314349"/>
                  </a:lnTo>
                  <a:lnTo>
                    <a:pt x="92597" y="316781"/>
                  </a:lnTo>
                  <a:lnTo>
                    <a:pt x="97363" y="319063"/>
                  </a:lnTo>
                  <a:lnTo>
                    <a:pt x="102200" y="321194"/>
                  </a:lnTo>
                  <a:lnTo>
                    <a:pt x="107101" y="323170"/>
                  </a:lnTo>
                  <a:lnTo>
                    <a:pt x="112062" y="324991"/>
                  </a:lnTo>
                  <a:lnTo>
                    <a:pt x="117078" y="326654"/>
                  </a:lnTo>
                  <a:lnTo>
                    <a:pt x="122144" y="328157"/>
                  </a:lnTo>
                  <a:lnTo>
                    <a:pt x="127255" y="329500"/>
                  </a:lnTo>
                  <a:lnTo>
                    <a:pt x="132406" y="330680"/>
                  </a:lnTo>
                  <a:lnTo>
                    <a:pt x="137592" y="331697"/>
                  </a:lnTo>
                  <a:lnTo>
                    <a:pt x="142807" y="332550"/>
                  </a:lnTo>
                  <a:lnTo>
                    <a:pt x="148047" y="333237"/>
                  </a:lnTo>
                  <a:lnTo>
                    <a:pt x="153306" y="333759"/>
                  </a:lnTo>
                  <a:lnTo>
                    <a:pt x="158578" y="334114"/>
                  </a:lnTo>
                  <a:lnTo>
                    <a:pt x="163860" y="334302"/>
                  </a:lnTo>
                  <a:lnTo>
                    <a:pt x="169144" y="334323"/>
                  </a:lnTo>
                  <a:lnTo>
                    <a:pt x="174427" y="334177"/>
                  </a:lnTo>
                  <a:lnTo>
                    <a:pt x="179702" y="333864"/>
                  </a:lnTo>
                  <a:lnTo>
                    <a:pt x="184965" y="333384"/>
                  </a:lnTo>
                  <a:lnTo>
                    <a:pt x="190210" y="332739"/>
                  </a:lnTo>
                  <a:lnTo>
                    <a:pt x="195432" y="331928"/>
                  </a:lnTo>
                  <a:lnTo>
                    <a:pt x="200625" y="330952"/>
                  </a:lnTo>
                  <a:lnTo>
                    <a:pt x="205786" y="329812"/>
                  </a:lnTo>
                  <a:lnTo>
                    <a:pt x="210907" y="328510"/>
                  </a:lnTo>
                  <a:lnTo>
                    <a:pt x="215985" y="327047"/>
                  </a:lnTo>
                  <a:lnTo>
                    <a:pt x="221014" y="325424"/>
                  </a:lnTo>
                  <a:lnTo>
                    <a:pt x="225990" y="323643"/>
                  </a:lnTo>
                  <a:lnTo>
                    <a:pt x="230906" y="321706"/>
                  </a:lnTo>
                  <a:lnTo>
                    <a:pt x="235759" y="319614"/>
                  </a:lnTo>
                  <a:lnTo>
                    <a:pt x="240544" y="317369"/>
                  </a:lnTo>
                  <a:lnTo>
                    <a:pt x="245255" y="314975"/>
                  </a:lnTo>
                  <a:lnTo>
                    <a:pt x="249888" y="312433"/>
                  </a:lnTo>
                  <a:lnTo>
                    <a:pt x="254438" y="309746"/>
                  </a:lnTo>
                  <a:lnTo>
                    <a:pt x="258901" y="306916"/>
                  </a:lnTo>
                  <a:lnTo>
                    <a:pt x="263272" y="303946"/>
                  </a:lnTo>
                  <a:lnTo>
                    <a:pt x="267548" y="300840"/>
                  </a:lnTo>
                  <a:lnTo>
                    <a:pt x="271723" y="297601"/>
                  </a:lnTo>
                  <a:lnTo>
                    <a:pt x="275793" y="294231"/>
                  </a:lnTo>
                  <a:lnTo>
                    <a:pt x="279755" y="290734"/>
                  </a:lnTo>
                  <a:lnTo>
                    <a:pt x="283605" y="287113"/>
                  </a:lnTo>
                  <a:lnTo>
                    <a:pt x="287338" y="283373"/>
                  </a:lnTo>
                  <a:lnTo>
                    <a:pt x="290951" y="279516"/>
                  </a:lnTo>
                  <a:lnTo>
                    <a:pt x="294440" y="275547"/>
                  </a:lnTo>
                  <a:lnTo>
                    <a:pt x="297803" y="271470"/>
                  </a:lnTo>
                  <a:lnTo>
                    <a:pt x="301034" y="267289"/>
                  </a:lnTo>
                  <a:lnTo>
                    <a:pt x="304132" y="263008"/>
                  </a:lnTo>
                  <a:lnTo>
                    <a:pt x="307093" y="258630"/>
                  </a:lnTo>
                  <a:lnTo>
                    <a:pt x="309914" y="254162"/>
                  </a:lnTo>
                  <a:lnTo>
                    <a:pt x="312593" y="249606"/>
                  </a:lnTo>
                  <a:lnTo>
                    <a:pt x="315126" y="244968"/>
                  </a:lnTo>
                  <a:lnTo>
                    <a:pt x="317511" y="240253"/>
                  </a:lnTo>
                  <a:lnTo>
                    <a:pt x="319746" y="235464"/>
                  </a:lnTo>
                  <a:lnTo>
                    <a:pt x="321828" y="230607"/>
                  </a:lnTo>
                  <a:lnTo>
                    <a:pt x="323756" y="225687"/>
                  </a:lnTo>
                  <a:lnTo>
                    <a:pt x="325528" y="220708"/>
                  </a:lnTo>
                  <a:lnTo>
                    <a:pt x="327141" y="215676"/>
                  </a:lnTo>
                  <a:lnTo>
                    <a:pt x="328595" y="210595"/>
                  </a:lnTo>
                  <a:lnTo>
                    <a:pt x="329887" y="205471"/>
                  </a:lnTo>
                  <a:lnTo>
                    <a:pt x="331016" y="200308"/>
                  </a:lnTo>
                  <a:lnTo>
                    <a:pt x="331982" y="195113"/>
                  </a:lnTo>
                  <a:lnTo>
                    <a:pt x="332783" y="189889"/>
                  </a:lnTo>
                  <a:lnTo>
                    <a:pt x="333418" y="184643"/>
                  </a:lnTo>
                  <a:lnTo>
                    <a:pt x="333887" y="179379"/>
                  </a:lnTo>
                  <a:lnTo>
                    <a:pt x="334190" y="174103"/>
                  </a:lnTo>
                  <a:lnTo>
                    <a:pt x="334326" y="168821"/>
                  </a:lnTo>
                  <a:lnTo>
                    <a:pt x="334295" y="163536"/>
                  </a:lnTo>
                  <a:lnTo>
                    <a:pt x="334096" y="158255"/>
                  </a:lnTo>
                  <a:lnTo>
                    <a:pt x="333731" y="152983"/>
                  </a:lnTo>
                  <a:lnTo>
                    <a:pt x="333200" y="147726"/>
                  </a:lnTo>
                  <a:lnTo>
                    <a:pt x="332502" y="142487"/>
                  </a:lnTo>
                  <a:lnTo>
                    <a:pt x="331640" y="137273"/>
                  </a:lnTo>
                  <a:lnTo>
                    <a:pt x="330612" y="132090"/>
                  </a:lnTo>
                  <a:lnTo>
                    <a:pt x="329422" y="126941"/>
                  </a:lnTo>
                  <a:lnTo>
                    <a:pt x="328069" y="121832"/>
                  </a:lnTo>
                  <a:lnTo>
                    <a:pt x="326556" y="116769"/>
                  </a:lnTo>
                  <a:lnTo>
                    <a:pt x="324883" y="111756"/>
                  </a:lnTo>
                  <a:lnTo>
                    <a:pt x="323053" y="106799"/>
                  </a:lnTo>
                  <a:lnTo>
                    <a:pt x="321067" y="101902"/>
                  </a:lnTo>
                  <a:lnTo>
                    <a:pt x="318927" y="97070"/>
                  </a:lnTo>
                  <a:lnTo>
                    <a:pt x="316636" y="92308"/>
                  </a:lnTo>
                  <a:lnTo>
                    <a:pt x="314195" y="87621"/>
                  </a:lnTo>
                  <a:lnTo>
                    <a:pt x="311607" y="83013"/>
                  </a:lnTo>
                  <a:lnTo>
                    <a:pt x="308875" y="78490"/>
                  </a:lnTo>
                  <a:lnTo>
                    <a:pt x="306001" y="74055"/>
                  </a:lnTo>
                  <a:lnTo>
                    <a:pt x="302989" y="69713"/>
                  </a:lnTo>
                  <a:lnTo>
                    <a:pt x="299840" y="65468"/>
                  </a:lnTo>
                  <a:lnTo>
                    <a:pt x="296560" y="61326"/>
                  </a:lnTo>
                  <a:lnTo>
                    <a:pt x="293150" y="57289"/>
                  </a:lnTo>
                  <a:lnTo>
                    <a:pt x="289613" y="53361"/>
                  </a:lnTo>
                  <a:lnTo>
                    <a:pt x="285955" y="49548"/>
                  </a:lnTo>
                  <a:lnTo>
                    <a:pt x="282178" y="45852"/>
                  </a:lnTo>
                  <a:lnTo>
                    <a:pt x="278286" y="42277"/>
                  </a:lnTo>
                  <a:lnTo>
                    <a:pt x="274283" y="38827"/>
                  </a:lnTo>
                  <a:lnTo>
                    <a:pt x="270173" y="35506"/>
                  </a:lnTo>
                  <a:lnTo>
                    <a:pt x="265960" y="32315"/>
                  </a:lnTo>
                  <a:lnTo>
                    <a:pt x="261648" y="29260"/>
                  </a:lnTo>
                  <a:lnTo>
                    <a:pt x="257241" y="26343"/>
                  </a:lnTo>
                  <a:lnTo>
                    <a:pt x="252745" y="23566"/>
                  </a:lnTo>
                  <a:lnTo>
                    <a:pt x="248163" y="20933"/>
                  </a:lnTo>
                  <a:lnTo>
                    <a:pt x="243501" y="18446"/>
                  </a:lnTo>
                  <a:lnTo>
                    <a:pt x="238762" y="16107"/>
                  </a:lnTo>
                  <a:lnTo>
                    <a:pt x="233951" y="13920"/>
                  </a:lnTo>
                  <a:lnTo>
                    <a:pt x="229074" y="11885"/>
                  </a:lnTo>
                  <a:lnTo>
                    <a:pt x="224135" y="10006"/>
                  </a:lnTo>
                  <a:lnTo>
                    <a:pt x="219139" y="8284"/>
                  </a:lnTo>
                  <a:lnTo>
                    <a:pt x="214091" y="6720"/>
                  </a:lnTo>
                  <a:lnTo>
                    <a:pt x="208996" y="5317"/>
                  </a:lnTo>
                  <a:lnTo>
                    <a:pt x="203859" y="4076"/>
                  </a:lnTo>
                  <a:lnTo>
                    <a:pt x="198686" y="2998"/>
                  </a:lnTo>
                  <a:lnTo>
                    <a:pt x="193481" y="2084"/>
                  </a:lnTo>
                  <a:lnTo>
                    <a:pt x="188250" y="1334"/>
                  </a:lnTo>
                  <a:lnTo>
                    <a:pt x="182997" y="751"/>
                  </a:lnTo>
                  <a:lnTo>
                    <a:pt x="177729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895" y="4659281"/>
              <a:ext cx="629" cy="167167"/>
            </a:xfrm>
            <a:custGeom>
              <a:avLst/>
              <a:pathLst>
                <a:path w="629" h="167167">
                  <a:moveTo>
                    <a:pt x="629" y="0"/>
                  </a:moveTo>
                  <a:lnTo>
                    <a:pt x="0" y="1"/>
                  </a:lnTo>
                  <a:lnTo>
                    <a:pt x="62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895" y="4659283"/>
              <a:ext cx="629" cy="167166"/>
            </a:xfrm>
            <a:custGeom>
              <a:avLst/>
              <a:pathLst>
                <a:path w="629" h="167166">
                  <a:moveTo>
                    <a:pt x="0" y="0"/>
                  </a:moveTo>
                  <a:lnTo>
                    <a:pt x="629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895" y="4659283"/>
              <a:ext cx="629" cy="167166"/>
            </a:xfrm>
            <a:custGeom>
              <a:avLst/>
              <a:pathLst>
                <a:path w="629" h="167166">
                  <a:moveTo>
                    <a:pt x="0" y="0"/>
                  </a:moveTo>
                  <a:lnTo>
                    <a:pt x="629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895" y="4659283"/>
              <a:ext cx="629" cy="167166"/>
            </a:xfrm>
            <a:custGeom>
              <a:avLst/>
              <a:pathLst>
                <a:path w="629" h="167166">
                  <a:moveTo>
                    <a:pt x="0" y="0"/>
                  </a:moveTo>
                  <a:lnTo>
                    <a:pt x="629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895" y="4659283"/>
              <a:ext cx="629" cy="167166"/>
            </a:xfrm>
            <a:custGeom>
              <a:avLst/>
              <a:pathLst>
                <a:path w="629" h="167166">
                  <a:moveTo>
                    <a:pt x="0" y="0"/>
                  </a:moveTo>
                  <a:lnTo>
                    <a:pt x="62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895" y="4659283"/>
              <a:ext cx="629" cy="167166"/>
            </a:xfrm>
            <a:custGeom>
              <a:avLst/>
              <a:pathLst>
                <a:path w="629" h="167166">
                  <a:moveTo>
                    <a:pt x="0" y="0"/>
                  </a:moveTo>
                  <a:lnTo>
                    <a:pt x="62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895" y="4659283"/>
              <a:ext cx="629" cy="167166"/>
            </a:xfrm>
            <a:custGeom>
              <a:avLst/>
              <a:pathLst>
                <a:path w="629" h="167166">
                  <a:moveTo>
                    <a:pt x="0" y="0"/>
                  </a:moveTo>
                  <a:lnTo>
                    <a:pt x="62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895" y="4659283"/>
              <a:ext cx="629" cy="167166"/>
            </a:xfrm>
            <a:custGeom>
              <a:avLst/>
              <a:pathLst>
                <a:path w="629" h="167166">
                  <a:moveTo>
                    <a:pt x="0" y="0"/>
                  </a:moveTo>
                  <a:lnTo>
                    <a:pt x="62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895" y="4659283"/>
              <a:ext cx="629" cy="167166"/>
            </a:xfrm>
            <a:custGeom>
              <a:avLst/>
              <a:pathLst>
                <a:path w="629" h="167166">
                  <a:moveTo>
                    <a:pt x="0" y="0"/>
                  </a:moveTo>
                  <a:lnTo>
                    <a:pt x="629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895" y="4659283"/>
              <a:ext cx="629" cy="167166"/>
            </a:xfrm>
            <a:custGeom>
              <a:avLst/>
              <a:pathLst>
                <a:path w="629" h="167166">
                  <a:moveTo>
                    <a:pt x="0" y="0"/>
                  </a:moveTo>
                  <a:lnTo>
                    <a:pt x="629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38636" y="4659283"/>
              <a:ext cx="147888" cy="167166"/>
            </a:xfrm>
            <a:custGeom>
              <a:avLst/>
              <a:pathLst>
                <a:path w="147888" h="167166">
                  <a:moveTo>
                    <a:pt x="147259" y="0"/>
                  </a:moveTo>
                  <a:lnTo>
                    <a:pt x="141779" y="110"/>
                  </a:lnTo>
                  <a:lnTo>
                    <a:pt x="136306" y="400"/>
                  </a:lnTo>
                  <a:lnTo>
                    <a:pt x="130845" y="869"/>
                  </a:lnTo>
                  <a:lnTo>
                    <a:pt x="125402" y="1517"/>
                  </a:lnTo>
                  <a:lnTo>
                    <a:pt x="119984" y="2344"/>
                  </a:lnTo>
                  <a:lnTo>
                    <a:pt x="114596" y="3347"/>
                  </a:lnTo>
                  <a:lnTo>
                    <a:pt x="109243" y="4527"/>
                  </a:lnTo>
                  <a:lnTo>
                    <a:pt x="103932" y="5881"/>
                  </a:lnTo>
                  <a:lnTo>
                    <a:pt x="98668" y="7409"/>
                  </a:lnTo>
                  <a:lnTo>
                    <a:pt x="93458" y="9108"/>
                  </a:lnTo>
                  <a:lnTo>
                    <a:pt x="88305" y="10977"/>
                  </a:lnTo>
                  <a:lnTo>
                    <a:pt x="83217" y="13015"/>
                  </a:lnTo>
                  <a:lnTo>
                    <a:pt x="78198" y="15217"/>
                  </a:lnTo>
                  <a:lnTo>
                    <a:pt x="73254" y="17584"/>
                  </a:lnTo>
                  <a:lnTo>
                    <a:pt x="68391" y="20111"/>
                  </a:lnTo>
                  <a:lnTo>
                    <a:pt x="63613" y="22796"/>
                  </a:lnTo>
                  <a:lnTo>
                    <a:pt x="58925" y="25636"/>
                  </a:lnTo>
                  <a:lnTo>
                    <a:pt x="54333" y="28629"/>
                  </a:lnTo>
                  <a:lnTo>
                    <a:pt x="49842" y="31770"/>
                  </a:lnTo>
                  <a:lnTo>
                    <a:pt x="45456" y="35058"/>
                  </a:lnTo>
                  <a:lnTo>
                    <a:pt x="41180" y="38487"/>
                  </a:lnTo>
                  <a:lnTo>
                    <a:pt x="37019" y="42054"/>
                  </a:lnTo>
                  <a:lnTo>
                    <a:pt x="32977" y="45756"/>
                  </a:lnTo>
                  <a:lnTo>
                    <a:pt x="29059" y="49588"/>
                  </a:lnTo>
                  <a:lnTo>
                    <a:pt x="25268" y="53547"/>
                  </a:lnTo>
                  <a:lnTo>
                    <a:pt x="21609" y="57628"/>
                  </a:lnTo>
                  <a:lnTo>
                    <a:pt x="18086" y="61826"/>
                  </a:lnTo>
                  <a:lnTo>
                    <a:pt x="14702" y="66138"/>
                  </a:lnTo>
                  <a:lnTo>
                    <a:pt x="11462" y="70559"/>
                  </a:lnTo>
                  <a:lnTo>
                    <a:pt x="8368" y="75083"/>
                  </a:lnTo>
                  <a:lnTo>
                    <a:pt x="5425" y="79707"/>
                  </a:lnTo>
                  <a:lnTo>
                    <a:pt x="2634" y="84424"/>
                  </a:lnTo>
                  <a:lnTo>
                    <a:pt x="0" y="89230"/>
                  </a:lnTo>
                  <a:lnTo>
                    <a:pt x="147888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65" y="4659281"/>
              <a:ext cx="334311" cy="334333"/>
            </a:xfrm>
            <a:custGeom>
              <a:avLst/>
              <a:pathLst>
                <a:path w="334311" h="334333">
                  <a:moveTo>
                    <a:pt x="19271" y="89231"/>
                  </a:moveTo>
                  <a:lnTo>
                    <a:pt x="16875" y="93957"/>
                  </a:lnTo>
                  <a:lnTo>
                    <a:pt x="14631" y="98755"/>
                  </a:lnTo>
                  <a:lnTo>
                    <a:pt x="12540" y="103623"/>
                  </a:lnTo>
                  <a:lnTo>
                    <a:pt x="10604" y="108554"/>
                  </a:lnTo>
                  <a:lnTo>
                    <a:pt x="8826" y="113544"/>
                  </a:lnTo>
                  <a:lnTo>
                    <a:pt x="7206" y="118588"/>
                  </a:lnTo>
                  <a:lnTo>
                    <a:pt x="5747" y="123681"/>
                  </a:lnTo>
                  <a:lnTo>
                    <a:pt x="4450" y="128817"/>
                  </a:lnTo>
                  <a:lnTo>
                    <a:pt x="3317" y="133992"/>
                  </a:lnTo>
                  <a:lnTo>
                    <a:pt x="2348" y="139200"/>
                  </a:lnTo>
                  <a:lnTo>
                    <a:pt x="1544" y="144436"/>
                  </a:lnTo>
                  <a:lnTo>
                    <a:pt x="907" y="149695"/>
                  </a:lnTo>
                  <a:lnTo>
                    <a:pt x="437" y="154972"/>
                  </a:lnTo>
                  <a:lnTo>
                    <a:pt x="134" y="160261"/>
                  </a:lnTo>
                  <a:lnTo>
                    <a:pt x="0" y="165557"/>
                  </a:lnTo>
                  <a:lnTo>
                    <a:pt x="32" y="170854"/>
                  </a:lnTo>
                  <a:lnTo>
                    <a:pt x="233" y="176148"/>
                  </a:lnTo>
                  <a:lnTo>
                    <a:pt x="602" y="181433"/>
                  </a:lnTo>
                  <a:lnTo>
                    <a:pt x="1137" y="186703"/>
                  </a:lnTo>
                  <a:lnTo>
                    <a:pt x="1840" y="191954"/>
                  </a:lnTo>
                  <a:lnTo>
                    <a:pt x="2708" y="197180"/>
                  </a:lnTo>
                  <a:lnTo>
                    <a:pt x="3742" y="202375"/>
                  </a:lnTo>
                  <a:lnTo>
                    <a:pt x="4939" y="207536"/>
                  </a:lnTo>
                  <a:lnTo>
                    <a:pt x="6300" y="212656"/>
                  </a:lnTo>
                  <a:lnTo>
                    <a:pt x="7822" y="217730"/>
                  </a:lnTo>
                  <a:lnTo>
                    <a:pt x="9504" y="222753"/>
                  </a:lnTo>
                  <a:lnTo>
                    <a:pt x="11345" y="227721"/>
                  </a:lnTo>
                  <a:lnTo>
                    <a:pt x="13342" y="232628"/>
                  </a:lnTo>
                  <a:lnTo>
                    <a:pt x="15493" y="237469"/>
                  </a:lnTo>
                  <a:lnTo>
                    <a:pt x="17797" y="242239"/>
                  </a:lnTo>
                  <a:lnTo>
                    <a:pt x="20250" y="246934"/>
                  </a:lnTo>
                  <a:lnTo>
                    <a:pt x="22852" y="251549"/>
                  </a:lnTo>
                  <a:lnTo>
                    <a:pt x="25598" y="256079"/>
                  </a:lnTo>
                  <a:lnTo>
                    <a:pt x="28486" y="260520"/>
                  </a:lnTo>
                  <a:lnTo>
                    <a:pt x="31514" y="264867"/>
                  </a:lnTo>
                  <a:lnTo>
                    <a:pt x="34678" y="269116"/>
                  </a:lnTo>
                  <a:lnTo>
                    <a:pt x="37975" y="273263"/>
                  </a:lnTo>
                  <a:lnTo>
                    <a:pt x="41401" y="277303"/>
                  </a:lnTo>
                  <a:lnTo>
                    <a:pt x="44954" y="281232"/>
                  </a:lnTo>
                  <a:lnTo>
                    <a:pt x="48630" y="285047"/>
                  </a:lnTo>
                  <a:lnTo>
                    <a:pt x="52425" y="288744"/>
                  </a:lnTo>
                  <a:lnTo>
                    <a:pt x="56334" y="292318"/>
                  </a:lnTo>
                  <a:lnTo>
                    <a:pt x="60356" y="295767"/>
                  </a:lnTo>
                  <a:lnTo>
                    <a:pt x="64484" y="299087"/>
                  </a:lnTo>
                  <a:lnTo>
                    <a:pt x="68716" y="302274"/>
                  </a:lnTo>
                  <a:lnTo>
                    <a:pt x="73046" y="305325"/>
                  </a:lnTo>
                  <a:lnTo>
                    <a:pt x="77471" y="308238"/>
                  </a:lnTo>
                  <a:lnTo>
                    <a:pt x="81986" y="311009"/>
                  </a:lnTo>
                  <a:lnTo>
                    <a:pt x="86587" y="313635"/>
                  </a:lnTo>
                  <a:lnTo>
                    <a:pt x="91268" y="316115"/>
                  </a:lnTo>
                  <a:lnTo>
                    <a:pt x="96026" y="318445"/>
                  </a:lnTo>
                  <a:lnTo>
                    <a:pt x="100855" y="320623"/>
                  </a:lnTo>
                  <a:lnTo>
                    <a:pt x="105751" y="322647"/>
                  </a:lnTo>
                  <a:lnTo>
                    <a:pt x="110708" y="324514"/>
                  </a:lnTo>
                  <a:lnTo>
                    <a:pt x="115722" y="326224"/>
                  </a:lnTo>
                  <a:lnTo>
                    <a:pt x="120788" y="327774"/>
                  </a:lnTo>
                  <a:lnTo>
                    <a:pt x="125900" y="329163"/>
                  </a:lnTo>
                  <a:lnTo>
                    <a:pt x="131054" y="330389"/>
                  </a:lnTo>
                  <a:lnTo>
                    <a:pt x="136244" y="331451"/>
                  </a:lnTo>
                  <a:lnTo>
                    <a:pt x="141465" y="332348"/>
                  </a:lnTo>
                  <a:lnTo>
                    <a:pt x="146712" y="333079"/>
                  </a:lnTo>
                  <a:lnTo>
                    <a:pt x="151979" y="333644"/>
                  </a:lnTo>
                  <a:lnTo>
                    <a:pt x="157262" y="334041"/>
                  </a:lnTo>
                  <a:lnTo>
                    <a:pt x="162554" y="334271"/>
                  </a:lnTo>
                  <a:lnTo>
                    <a:pt x="167852" y="334333"/>
                  </a:lnTo>
                  <a:lnTo>
                    <a:pt x="173148" y="334227"/>
                  </a:lnTo>
                  <a:lnTo>
                    <a:pt x="178439" y="333953"/>
                  </a:lnTo>
                  <a:lnTo>
                    <a:pt x="183718" y="333512"/>
                  </a:lnTo>
                  <a:lnTo>
                    <a:pt x="188980" y="332904"/>
                  </a:lnTo>
                  <a:lnTo>
                    <a:pt x="194221" y="332129"/>
                  </a:lnTo>
                  <a:lnTo>
                    <a:pt x="199434" y="331189"/>
                  </a:lnTo>
                  <a:lnTo>
                    <a:pt x="204615" y="330084"/>
                  </a:lnTo>
                  <a:lnTo>
                    <a:pt x="209759" y="328815"/>
                  </a:lnTo>
                  <a:lnTo>
                    <a:pt x="214859" y="327384"/>
                  </a:lnTo>
                  <a:lnTo>
                    <a:pt x="219912" y="325793"/>
                  </a:lnTo>
                  <a:lnTo>
                    <a:pt x="224912" y="324041"/>
                  </a:lnTo>
                  <a:lnTo>
                    <a:pt x="229854" y="322133"/>
                  </a:lnTo>
                  <a:lnTo>
                    <a:pt x="234732" y="320068"/>
                  </a:lnTo>
                  <a:lnTo>
                    <a:pt x="239543" y="317850"/>
                  </a:lnTo>
                  <a:lnTo>
                    <a:pt x="244281" y="315481"/>
                  </a:lnTo>
                  <a:lnTo>
                    <a:pt x="248942" y="312963"/>
                  </a:lnTo>
                  <a:lnTo>
                    <a:pt x="253521" y="310298"/>
                  </a:lnTo>
                  <a:lnTo>
                    <a:pt x="258013" y="307490"/>
                  </a:lnTo>
                  <a:lnTo>
                    <a:pt x="262413" y="304541"/>
                  </a:lnTo>
                  <a:lnTo>
                    <a:pt x="266718" y="301454"/>
                  </a:lnTo>
                  <a:lnTo>
                    <a:pt x="270924" y="298231"/>
                  </a:lnTo>
                  <a:lnTo>
                    <a:pt x="275024" y="294878"/>
                  </a:lnTo>
                  <a:lnTo>
                    <a:pt x="279017" y="291396"/>
                  </a:lnTo>
                  <a:lnTo>
                    <a:pt x="282897" y="287789"/>
                  </a:lnTo>
                  <a:lnTo>
                    <a:pt x="286661" y="284061"/>
                  </a:lnTo>
                  <a:lnTo>
                    <a:pt x="290305" y="280216"/>
                  </a:lnTo>
                  <a:lnTo>
                    <a:pt x="293825" y="276257"/>
                  </a:lnTo>
                  <a:lnTo>
                    <a:pt x="297218" y="272189"/>
                  </a:lnTo>
                  <a:lnTo>
                    <a:pt x="300481" y="268015"/>
                  </a:lnTo>
                  <a:lnTo>
                    <a:pt x="303609" y="263740"/>
                  </a:lnTo>
                  <a:lnTo>
                    <a:pt x="306601" y="259368"/>
                  </a:lnTo>
                  <a:lnTo>
                    <a:pt x="309452" y="254903"/>
                  </a:lnTo>
                  <a:lnTo>
                    <a:pt x="312161" y="250351"/>
                  </a:lnTo>
                  <a:lnTo>
                    <a:pt x="314724" y="245714"/>
                  </a:lnTo>
                  <a:lnTo>
                    <a:pt x="317138" y="240999"/>
                  </a:lnTo>
                  <a:lnTo>
                    <a:pt x="319403" y="236210"/>
                  </a:lnTo>
                  <a:lnTo>
                    <a:pt x="321514" y="231351"/>
                  </a:lnTo>
                  <a:lnTo>
                    <a:pt x="323470" y="226428"/>
                  </a:lnTo>
                  <a:lnTo>
                    <a:pt x="325269" y="221445"/>
                  </a:lnTo>
                  <a:lnTo>
                    <a:pt x="326910" y="216408"/>
                  </a:lnTo>
                  <a:lnTo>
                    <a:pt x="328390" y="211322"/>
                  </a:lnTo>
                  <a:lnTo>
                    <a:pt x="329708" y="206191"/>
                  </a:lnTo>
                  <a:lnTo>
                    <a:pt x="330863" y="201020"/>
                  </a:lnTo>
                  <a:lnTo>
                    <a:pt x="331853" y="195816"/>
                  </a:lnTo>
                  <a:lnTo>
                    <a:pt x="332678" y="190583"/>
                  </a:lnTo>
                  <a:lnTo>
                    <a:pt x="333337" y="185327"/>
                  </a:lnTo>
                  <a:lnTo>
                    <a:pt x="333829" y="180052"/>
                  </a:lnTo>
                  <a:lnTo>
                    <a:pt x="334154" y="174765"/>
                  </a:lnTo>
                  <a:lnTo>
                    <a:pt x="334311" y="169470"/>
                  </a:lnTo>
                  <a:lnTo>
                    <a:pt x="334300" y="164172"/>
                  </a:lnTo>
                  <a:lnTo>
                    <a:pt x="334121" y="158877"/>
                  </a:lnTo>
                  <a:lnTo>
                    <a:pt x="333774" y="153591"/>
                  </a:lnTo>
                  <a:lnTo>
                    <a:pt x="333261" y="148319"/>
                  </a:lnTo>
                  <a:lnTo>
                    <a:pt x="332580" y="143065"/>
                  </a:lnTo>
                  <a:lnTo>
                    <a:pt x="331733" y="137836"/>
                  </a:lnTo>
                  <a:lnTo>
                    <a:pt x="330721" y="132636"/>
                  </a:lnTo>
                  <a:lnTo>
                    <a:pt x="329545" y="127470"/>
                  </a:lnTo>
                  <a:lnTo>
                    <a:pt x="328206" y="122345"/>
                  </a:lnTo>
                  <a:lnTo>
                    <a:pt x="326704" y="117264"/>
                  </a:lnTo>
                  <a:lnTo>
                    <a:pt x="325043" y="112234"/>
                  </a:lnTo>
                  <a:lnTo>
                    <a:pt x="323223" y="107259"/>
                  </a:lnTo>
                  <a:lnTo>
                    <a:pt x="321247" y="102344"/>
                  </a:lnTo>
                  <a:lnTo>
                    <a:pt x="319115" y="97494"/>
                  </a:lnTo>
                  <a:lnTo>
                    <a:pt x="316831" y="92714"/>
                  </a:lnTo>
                  <a:lnTo>
                    <a:pt x="314397" y="88009"/>
                  </a:lnTo>
                  <a:lnTo>
                    <a:pt x="311815" y="83383"/>
                  </a:lnTo>
                  <a:lnTo>
                    <a:pt x="309087" y="78842"/>
                  </a:lnTo>
                  <a:lnTo>
                    <a:pt x="306218" y="74389"/>
                  </a:lnTo>
                  <a:lnTo>
                    <a:pt x="303208" y="70029"/>
                  </a:lnTo>
                  <a:lnTo>
                    <a:pt x="300062" y="65767"/>
                  </a:lnTo>
                  <a:lnTo>
                    <a:pt x="296782" y="61607"/>
                  </a:lnTo>
                  <a:lnTo>
                    <a:pt x="293372" y="57553"/>
                  </a:lnTo>
                  <a:lnTo>
                    <a:pt x="289836" y="53609"/>
                  </a:lnTo>
                  <a:lnTo>
                    <a:pt x="286176" y="49779"/>
                  </a:lnTo>
                  <a:lnTo>
                    <a:pt x="282396" y="46066"/>
                  </a:lnTo>
                  <a:lnTo>
                    <a:pt x="278501" y="42476"/>
                  </a:lnTo>
                  <a:lnTo>
                    <a:pt x="274494" y="39010"/>
                  </a:lnTo>
                  <a:lnTo>
                    <a:pt x="270380" y="35674"/>
                  </a:lnTo>
                  <a:lnTo>
                    <a:pt x="266161" y="32469"/>
                  </a:lnTo>
                  <a:lnTo>
                    <a:pt x="261844" y="29400"/>
                  </a:lnTo>
                  <a:lnTo>
                    <a:pt x="257431" y="26469"/>
                  </a:lnTo>
                  <a:lnTo>
                    <a:pt x="252927" y="23679"/>
                  </a:lnTo>
                  <a:lnTo>
                    <a:pt x="248338" y="21033"/>
                  </a:lnTo>
                  <a:lnTo>
                    <a:pt x="243666" y="18535"/>
                  </a:lnTo>
                  <a:lnTo>
                    <a:pt x="238918" y="16185"/>
                  </a:lnTo>
                  <a:lnTo>
                    <a:pt x="234098" y="13987"/>
                  </a:lnTo>
                  <a:lnTo>
                    <a:pt x="229211" y="11943"/>
                  </a:lnTo>
                  <a:lnTo>
                    <a:pt x="224262" y="10055"/>
                  </a:lnTo>
                  <a:lnTo>
                    <a:pt x="219255" y="8324"/>
                  </a:lnTo>
                  <a:lnTo>
                    <a:pt x="214195" y="6753"/>
                  </a:lnTo>
                  <a:lnTo>
                    <a:pt x="209089" y="5343"/>
                  </a:lnTo>
                  <a:lnTo>
                    <a:pt x="203940" y="4096"/>
                  </a:lnTo>
                  <a:lnTo>
                    <a:pt x="198755" y="3012"/>
                  </a:lnTo>
                  <a:lnTo>
                    <a:pt x="193537" y="2094"/>
                  </a:lnTo>
                  <a:lnTo>
                    <a:pt x="188294" y="1341"/>
                  </a:lnTo>
                  <a:lnTo>
                    <a:pt x="183029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69" y="5018213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5" y="5345"/>
                  </a:lnTo>
                  <a:lnTo>
                    <a:pt x="120108" y="6755"/>
                  </a:lnTo>
                  <a:lnTo>
                    <a:pt x="115048" y="8327"/>
                  </a:lnTo>
                  <a:lnTo>
                    <a:pt x="110040" y="10058"/>
                  </a:lnTo>
                  <a:lnTo>
                    <a:pt x="105090" y="11946"/>
                  </a:lnTo>
                  <a:lnTo>
                    <a:pt x="100202" y="13991"/>
                  </a:lnTo>
                  <a:lnTo>
                    <a:pt x="95381" y="16190"/>
                  </a:lnTo>
                  <a:lnTo>
                    <a:pt x="90633" y="18540"/>
                  </a:lnTo>
                  <a:lnTo>
                    <a:pt x="85961" y="21040"/>
                  </a:lnTo>
                  <a:lnTo>
                    <a:pt x="81371" y="23686"/>
                  </a:lnTo>
                  <a:lnTo>
                    <a:pt x="76867" y="26476"/>
                  </a:lnTo>
                  <a:lnTo>
                    <a:pt x="72454" y="29408"/>
                  </a:lnTo>
                  <a:lnTo>
                    <a:pt x="68136" y="32478"/>
                  </a:lnTo>
                  <a:lnTo>
                    <a:pt x="63917" y="35684"/>
                  </a:lnTo>
                  <a:lnTo>
                    <a:pt x="59802" y="39022"/>
                  </a:lnTo>
                  <a:lnTo>
                    <a:pt x="55795" y="42488"/>
                  </a:lnTo>
                  <a:lnTo>
                    <a:pt x="51900" y="46079"/>
                  </a:lnTo>
                  <a:lnTo>
                    <a:pt x="48120" y="49793"/>
                  </a:lnTo>
                  <a:lnTo>
                    <a:pt x="44460" y="53624"/>
                  </a:lnTo>
                  <a:lnTo>
                    <a:pt x="40924" y="57569"/>
                  </a:lnTo>
                  <a:lnTo>
                    <a:pt x="37514" y="61624"/>
                  </a:lnTo>
                  <a:lnTo>
                    <a:pt x="34234" y="65786"/>
                  </a:lnTo>
                  <a:lnTo>
                    <a:pt x="31088" y="70049"/>
                  </a:lnTo>
                  <a:lnTo>
                    <a:pt x="28079" y="74409"/>
                  </a:lnTo>
                  <a:lnTo>
                    <a:pt x="25209" y="78863"/>
                  </a:lnTo>
                  <a:lnTo>
                    <a:pt x="22482" y="83406"/>
                  </a:lnTo>
                  <a:lnTo>
                    <a:pt x="19900" y="88033"/>
                  </a:lnTo>
                  <a:lnTo>
                    <a:pt x="17466" y="92739"/>
                  </a:lnTo>
                  <a:lnTo>
                    <a:pt x="15183" y="97520"/>
                  </a:lnTo>
                  <a:lnTo>
                    <a:pt x="13052" y="102371"/>
                  </a:lnTo>
                  <a:lnTo>
                    <a:pt x="11076" y="107287"/>
                  </a:lnTo>
                  <a:lnTo>
                    <a:pt x="9256" y="112263"/>
                  </a:lnTo>
                  <a:lnTo>
                    <a:pt x="7596" y="117295"/>
                  </a:lnTo>
                  <a:lnTo>
                    <a:pt x="6095" y="122376"/>
                  </a:lnTo>
                  <a:lnTo>
                    <a:pt x="4757" y="127503"/>
                  </a:lnTo>
                  <a:lnTo>
                    <a:pt x="3581" y="132669"/>
                  </a:lnTo>
                  <a:lnTo>
                    <a:pt x="2570" y="137870"/>
                  </a:lnTo>
                  <a:lnTo>
                    <a:pt x="1725" y="143100"/>
                  </a:lnTo>
                  <a:lnTo>
                    <a:pt x="1045" y="148355"/>
                  </a:lnTo>
                  <a:lnTo>
                    <a:pt x="532" y="153628"/>
                  </a:lnTo>
                  <a:lnTo>
                    <a:pt x="187" y="158915"/>
                  </a:lnTo>
                  <a:lnTo>
                    <a:pt x="9" y="164211"/>
                  </a:lnTo>
                  <a:lnTo>
                    <a:pt x="0" y="169509"/>
                  </a:lnTo>
                  <a:lnTo>
                    <a:pt x="158" y="174805"/>
                  </a:lnTo>
                  <a:lnTo>
                    <a:pt x="484" y="180093"/>
                  </a:lnTo>
                  <a:lnTo>
                    <a:pt x="977" y="185369"/>
                  </a:lnTo>
                  <a:lnTo>
                    <a:pt x="1637" y="190626"/>
                  </a:lnTo>
                  <a:lnTo>
                    <a:pt x="2464" y="195859"/>
                  </a:lnTo>
                  <a:lnTo>
                    <a:pt x="3456" y="201064"/>
                  </a:lnTo>
                  <a:lnTo>
                    <a:pt x="4612" y="206234"/>
                  </a:lnTo>
                  <a:lnTo>
                    <a:pt x="5932" y="211366"/>
                  </a:lnTo>
                  <a:lnTo>
                    <a:pt x="7414" y="216453"/>
                  </a:lnTo>
                  <a:lnTo>
                    <a:pt x="9056" y="221490"/>
                  </a:lnTo>
                  <a:lnTo>
                    <a:pt x="10857" y="226473"/>
                  </a:lnTo>
                  <a:lnTo>
                    <a:pt x="12815" y="231396"/>
                  </a:lnTo>
                  <a:lnTo>
                    <a:pt x="14928" y="236255"/>
                  </a:lnTo>
                  <a:lnTo>
                    <a:pt x="17194" y="241044"/>
                  </a:lnTo>
                  <a:lnTo>
                    <a:pt x="19610" y="245760"/>
                  </a:lnTo>
                  <a:lnTo>
                    <a:pt x="22175" y="250396"/>
                  </a:lnTo>
                  <a:lnTo>
                    <a:pt x="24885" y="254948"/>
                  </a:lnTo>
                  <a:lnTo>
                    <a:pt x="27739" y="259413"/>
                  </a:lnTo>
                  <a:lnTo>
                    <a:pt x="30732" y="263785"/>
                  </a:lnTo>
                  <a:lnTo>
                    <a:pt x="33862" y="268059"/>
                  </a:lnTo>
                  <a:lnTo>
                    <a:pt x="37127" y="272233"/>
                  </a:lnTo>
                  <a:lnTo>
                    <a:pt x="40522" y="276300"/>
                  </a:lnTo>
                  <a:lnTo>
                    <a:pt x="44044" y="280259"/>
                  </a:lnTo>
                  <a:lnTo>
                    <a:pt x="47690" y="284103"/>
                  </a:lnTo>
                  <a:lnTo>
                    <a:pt x="51455" y="287830"/>
                  </a:lnTo>
                  <a:lnTo>
                    <a:pt x="55338" y="291436"/>
                  </a:lnTo>
                  <a:lnTo>
                    <a:pt x="59332" y="294917"/>
                  </a:lnTo>
                  <a:lnTo>
                    <a:pt x="63435" y="298270"/>
                  </a:lnTo>
                  <a:lnTo>
                    <a:pt x="67641" y="301491"/>
                  </a:lnTo>
                  <a:lnTo>
                    <a:pt x="71948" y="304577"/>
                  </a:lnTo>
                  <a:lnTo>
                    <a:pt x="76351" y="307525"/>
                  </a:lnTo>
                  <a:lnTo>
                    <a:pt x="80844" y="310332"/>
                  </a:lnTo>
                  <a:lnTo>
                    <a:pt x="85425" y="312995"/>
                  </a:lnTo>
                  <a:lnTo>
                    <a:pt x="90087" y="315512"/>
                  </a:lnTo>
                  <a:lnTo>
                    <a:pt x="94827" y="317879"/>
                  </a:lnTo>
                  <a:lnTo>
                    <a:pt x="99640" y="320096"/>
                  </a:lnTo>
                  <a:lnTo>
                    <a:pt x="104520" y="322158"/>
                  </a:lnTo>
                  <a:lnTo>
                    <a:pt x="109463" y="324065"/>
                  </a:lnTo>
                  <a:lnTo>
                    <a:pt x="114464" y="325815"/>
                  </a:lnTo>
                  <a:lnTo>
                    <a:pt x="119519" y="327405"/>
                  </a:lnTo>
                  <a:lnTo>
                    <a:pt x="124621" y="328834"/>
                  </a:lnTo>
                  <a:lnTo>
                    <a:pt x="129765" y="330100"/>
                  </a:lnTo>
                  <a:lnTo>
                    <a:pt x="134948" y="331203"/>
                  </a:lnTo>
                  <a:lnTo>
                    <a:pt x="140162" y="332141"/>
                  </a:lnTo>
                  <a:lnTo>
                    <a:pt x="145404" y="332914"/>
                  </a:lnTo>
                  <a:lnTo>
                    <a:pt x="150667" y="333520"/>
                  </a:lnTo>
                  <a:lnTo>
                    <a:pt x="155948" y="333959"/>
                  </a:lnTo>
                  <a:lnTo>
                    <a:pt x="161239" y="334230"/>
                  </a:lnTo>
                  <a:lnTo>
                    <a:pt x="166536" y="334333"/>
                  </a:lnTo>
                  <a:lnTo>
                    <a:pt x="171834" y="334269"/>
                  </a:lnTo>
                  <a:lnTo>
                    <a:pt x="177128" y="334036"/>
                  </a:lnTo>
                  <a:lnTo>
                    <a:pt x="182411" y="333636"/>
                  </a:lnTo>
                  <a:lnTo>
                    <a:pt x="187679" y="333069"/>
                  </a:lnTo>
                  <a:lnTo>
                    <a:pt x="192926" y="332335"/>
                  </a:lnTo>
                  <a:lnTo>
                    <a:pt x="198147" y="331435"/>
                  </a:lnTo>
                  <a:lnTo>
                    <a:pt x="203338" y="330371"/>
                  </a:lnTo>
                  <a:lnTo>
                    <a:pt x="208491" y="329142"/>
                  </a:lnTo>
                  <a:lnTo>
                    <a:pt x="213604" y="327750"/>
                  </a:lnTo>
                  <a:lnTo>
                    <a:pt x="218669" y="326198"/>
                  </a:lnTo>
                  <a:lnTo>
                    <a:pt x="223683" y="324485"/>
                  </a:lnTo>
                  <a:lnTo>
                    <a:pt x="228641" y="322614"/>
                  </a:lnTo>
                  <a:lnTo>
                    <a:pt x="233536" y="320588"/>
                  </a:lnTo>
                  <a:lnTo>
                    <a:pt x="238365" y="318407"/>
                  </a:lnTo>
                  <a:lnTo>
                    <a:pt x="243122" y="316074"/>
                  </a:lnTo>
                  <a:lnTo>
                    <a:pt x="247803" y="313592"/>
                  </a:lnTo>
                  <a:lnTo>
                    <a:pt x="252402" y="310962"/>
                  </a:lnTo>
                  <a:lnTo>
                    <a:pt x="256917" y="308188"/>
                  </a:lnTo>
                  <a:lnTo>
                    <a:pt x="261341" y="305273"/>
                  </a:lnTo>
                  <a:lnTo>
                    <a:pt x="265670" y="302218"/>
                  </a:lnTo>
                  <a:lnTo>
                    <a:pt x="269900" y="299028"/>
                  </a:lnTo>
                  <a:lnTo>
                    <a:pt x="274028" y="295706"/>
                  </a:lnTo>
                  <a:lnTo>
                    <a:pt x="278047" y="292254"/>
                  </a:lnTo>
                  <a:lnTo>
                    <a:pt x="281956" y="288677"/>
                  </a:lnTo>
                  <a:lnTo>
                    <a:pt x="285749" y="284978"/>
                  </a:lnTo>
                  <a:lnTo>
                    <a:pt x="289423" y="281160"/>
                  </a:lnTo>
                  <a:lnTo>
                    <a:pt x="292974" y="277228"/>
                  </a:lnTo>
                  <a:lnTo>
                    <a:pt x="296399" y="273185"/>
                  </a:lnTo>
                  <a:lnTo>
                    <a:pt x="299694" y="269036"/>
                  </a:lnTo>
                  <a:lnTo>
                    <a:pt x="302855" y="264784"/>
                  </a:lnTo>
                  <a:lnTo>
                    <a:pt x="305881" y="260435"/>
                  </a:lnTo>
                  <a:lnTo>
                    <a:pt x="308767" y="255991"/>
                  </a:lnTo>
                  <a:lnTo>
                    <a:pt x="311511" y="251459"/>
                  </a:lnTo>
                  <a:lnTo>
                    <a:pt x="314109" y="246842"/>
                  </a:lnTo>
                  <a:lnTo>
                    <a:pt x="316560" y="242144"/>
                  </a:lnTo>
                  <a:lnTo>
                    <a:pt x="318862" y="237372"/>
                  </a:lnTo>
                  <a:lnTo>
                    <a:pt x="321010" y="232529"/>
                  </a:lnTo>
                  <a:lnTo>
                    <a:pt x="323004" y="227620"/>
                  </a:lnTo>
                  <a:lnTo>
                    <a:pt x="324842" y="222650"/>
                  </a:lnTo>
                  <a:lnTo>
                    <a:pt x="326521" y="217625"/>
                  </a:lnTo>
                  <a:lnTo>
                    <a:pt x="328040" y="212549"/>
                  </a:lnTo>
                  <a:lnTo>
                    <a:pt x="329397" y="207428"/>
                  </a:lnTo>
                  <a:lnTo>
                    <a:pt x="330592" y="202266"/>
                  </a:lnTo>
                  <a:lnTo>
                    <a:pt x="331622" y="197069"/>
                  </a:lnTo>
                  <a:lnTo>
                    <a:pt x="332487" y="191841"/>
                  </a:lnTo>
                  <a:lnTo>
                    <a:pt x="333186" y="186589"/>
                  </a:lnTo>
                  <a:lnTo>
                    <a:pt x="333718" y="181318"/>
                  </a:lnTo>
                  <a:lnTo>
                    <a:pt x="334083" y="176032"/>
                  </a:lnTo>
                  <a:lnTo>
                    <a:pt x="334280" y="170737"/>
                  </a:lnTo>
                  <a:lnTo>
                    <a:pt x="334309" y="165439"/>
                  </a:lnTo>
                  <a:lnTo>
                    <a:pt x="334170" y="160142"/>
                  </a:lnTo>
                  <a:lnTo>
                    <a:pt x="333864" y="154853"/>
                  </a:lnTo>
                  <a:lnTo>
                    <a:pt x="333390" y="149576"/>
                  </a:lnTo>
                  <a:lnTo>
                    <a:pt x="332749" y="144316"/>
                  </a:lnTo>
                  <a:lnTo>
                    <a:pt x="331942" y="139080"/>
                  </a:lnTo>
                  <a:lnTo>
                    <a:pt x="330969" y="133872"/>
                  </a:lnTo>
                  <a:lnTo>
                    <a:pt x="329831" y="128697"/>
                  </a:lnTo>
                  <a:lnTo>
                    <a:pt x="328530" y="123561"/>
                  </a:lnTo>
                  <a:lnTo>
                    <a:pt x="327067" y="118468"/>
                  </a:lnTo>
                  <a:lnTo>
                    <a:pt x="325444" y="113425"/>
                  </a:lnTo>
                  <a:lnTo>
                    <a:pt x="323661" y="108436"/>
                  </a:lnTo>
                  <a:lnTo>
                    <a:pt x="321721" y="103505"/>
                  </a:lnTo>
                  <a:lnTo>
                    <a:pt x="319626" y="98639"/>
                  </a:lnTo>
                  <a:lnTo>
                    <a:pt x="317378" y="93841"/>
                  </a:lnTo>
                  <a:lnTo>
                    <a:pt x="314979" y="89117"/>
                  </a:lnTo>
                  <a:lnTo>
                    <a:pt x="312431" y="84471"/>
                  </a:lnTo>
                  <a:lnTo>
                    <a:pt x="309737" y="79909"/>
                  </a:lnTo>
                  <a:lnTo>
                    <a:pt x="306900" y="75434"/>
                  </a:lnTo>
                  <a:lnTo>
                    <a:pt x="303923" y="71051"/>
                  </a:lnTo>
                  <a:lnTo>
                    <a:pt x="300808" y="66765"/>
                  </a:lnTo>
                  <a:lnTo>
                    <a:pt x="297559" y="62580"/>
                  </a:lnTo>
                  <a:lnTo>
                    <a:pt x="294179" y="58500"/>
                  </a:lnTo>
                  <a:lnTo>
                    <a:pt x="290672" y="54528"/>
                  </a:lnTo>
                  <a:lnTo>
                    <a:pt x="287040" y="50671"/>
                  </a:lnTo>
                  <a:lnTo>
                    <a:pt x="283288" y="46930"/>
                  </a:lnTo>
                  <a:lnTo>
                    <a:pt x="279419" y="43310"/>
                  </a:lnTo>
                  <a:lnTo>
                    <a:pt x="275438" y="39814"/>
                  </a:lnTo>
                  <a:lnTo>
                    <a:pt x="271348" y="36446"/>
                  </a:lnTo>
                  <a:lnTo>
                    <a:pt x="267153" y="33210"/>
                  </a:lnTo>
                  <a:lnTo>
                    <a:pt x="262857" y="30108"/>
                  </a:lnTo>
                  <a:lnTo>
                    <a:pt x="258466" y="27144"/>
                  </a:lnTo>
                  <a:lnTo>
                    <a:pt x="253982" y="24320"/>
                  </a:lnTo>
                  <a:lnTo>
                    <a:pt x="249412" y="21640"/>
                  </a:lnTo>
                  <a:lnTo>
                    <a:pt x="244758" y="19106"/>
                  </a:lnTo>
                  <a:lnTo>
                    <a:pt x="240027" y="16721"/>
                  </a:lnTo>
                  <a:lnTo>
                    <a:pt x="235223" y="14487"/>
                  </a:lnTo>
                  <a:lnTo>
                    <a:pt x="230350" y="12407"/>
                  </a:lnTo>
                  <a:lnTo>
                    <a:pt x="225414" y="10482"/>
                  </a:lnTo>
                  <a:lnTo>
                    <a:pt x="220419" y="8714"/>
                  </a:lnTo>
                  <a:lnTo>
                    <a:pt x="215371" y="7105"/>
                  </a:lnTo>
                  <a:lnTo>
                    <a:pt x="210274" y="5658"/>
                  </a:lnTo>
                  <a:lnTo>
                    <a:pt x="205134" y="4372"/>
                  </a:lnTo>
                  <a:lnTo>
                    <a:pt x="199956" y="3250"/>
                  </a:lnTo>
                  <a:lnTo>
                    <a:pt x="194745" y="2293"/>
                  </a:lnTo>
                  <a:lnTo>
                    <a:pt x="189506" y="1501"/>
                  </a:lnTo>
                  <a:lnTo>
                    <a:pt x="184245" y="876"/>
                  </a:lnTo>
                  <a:lnTo>
                    <a:pt x="178966" y="418"/>
                  </a:lnTo>
                  <a:lnTo>
                    <a:pt x="173676" y="127"/>
                  </a:lnTo>
                  <a:lnTo>
                    <a:pt x="168379" y="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1228" cy="167167"/>
            </a:xfrm>
            <a:custGeom>
              <a:avLst/>
              <a:pathLst>
                <a:path w="1228" h="167167">
                  <a:moveTo>
                    <a:pt x="1228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811834" y="5269756"/>
              <a:ext cx="152667" cy="167167"/>
            </a:xfrm>
            <a:custGeom>
              <a:avLst/>
              <a:pathLst>
                <a:path w="152667" h="167167">
                  <a:moveTo>
                    <a:pt x="152667" y="0"/>
                  </a:moveTo>
                  <a:lnTo>
                    <a:pt x="147169" y="90"/>
                  </a:lnTo>
                  <a:lnTo>
                    <a:pt x="141678" y="361"/>
                  </a:lnTo>
                  <a:lnTo>
                    <a:pt x="136198" y="813"/>
                  </a:lnTo>
                  <a:lnTo>
                    <a:pt x="130736" y="1444"/>
                  </a:lnTo>
                  <a:lnTo>
                    <a:pt x="125298" y="2255"/>
                  </a:lnTo>
                  <a:lnTo>
                    <a:pt x="119890" y="3244"/>
                  </a:lnTo>
                  <a:lnTo>
                    <a:pt x="114517" y="4411"/>
                  </a:lnTo>
                  <a:lnTo>
                    <a:pt x="109185" y="5753"/>
                  </a:lnTo>
                  <a:lnTo>
                    <a:pt x="103900" y="7271"/>
                  </a:lnTo>
                  <a:lnTo>
                    <a:pt x="98668" y="8961"/>
                  </a:lnTo>
                  <a:lnTo>
                    <a:pt x="93495" y="10822"/>
                  </a:lnTo>
                  <a:lnTo>
                    <a:pt x="88385" y="12853"/>
                  </a:lnTo>
                  <a:lnTo>
                    <a:pt x="83345" y="15050"/>
                  </a:lnTo>
                  <a:lnTo>
                    <a:pt x="78380" y="17412"/>
                  </a:lnTo>
                  <a:lnTo>
                    <a:pt x="73496" y="19936"/>
                  </a:lnTo>
                  <a:lnTo>
                    <a:pt x="68697" y="22619"/>
                  </a:lnTo>
                  <a:lnTo>
                    <a:pt x="63989" y="25459"/>
                  </a:lnTo>
                  <a:lnTo>
                    <a:pt x="59376" y="28452"/>
                  </a:lnTo>
                  <a:lnTo>
                    <a:pt x="54865" y="31595"/>
                  </a:lnTo>
                  <a:lnTo>
                    <a:pt x="50459" y="34884"/>
                  </a:lnTo>
                  <a:lnTo>
                    <a:pt x="46165" y="38317"/>
                  </a:lnTo>
                  <a:lnTo>
                    <a:pt x="41985" y="41889"/>
                  </a:lnTo>
                  <a:lnTo>
                    <a:pt x="37925" y="45597"/>
                  </a:lnTo>
                  <a:lnTo>
                    <a:pt x="33989" y="49436"/>
                  </a:lnTo>
                  <a:lnTo>
                    <a:pt x="30181" y="53403"/>
                  </a:lnTo>
                  <a:lnTo>
                    <a:pt x="26506" y="57492"/>
                  </a:lnTo>
                  <a:lnTo>
                    <a:pt x="22968" y="61700"/>
                  </a:lnTo>
                  <a:lnTo>
                    <a:pt x="19570" y="66023"/>
                  </a:lnTo>
                  <a:lnTo>
                    <a:pt x="16316" y="70454"/>
                  </a:lnTo>
                  <a:lnTo>
                    <a:pt x="13209" y="74991"/>
                  </a:lnTo>
                  <a:lnTo>
                    <a:pt x="10253" y="79627"/>
                  </a:lnTo>
                  <a:lnTo>
                    <a:pt x="7451" y="84357"/>
                  </a:lnTo>
                  <a:lnTo>
                    <a:pt x="4806" y="89178"/>
                  </a:lnTo>
                  <a:lnTo>
                    <a:pt x="2322" y="94082"/>
                  </a:lnTo>
                  <a:lnTo>
                    <a:pt x="0" y="99066"/>
                  </a:lnTo>
                  <a:lnTo>
                    <a:pt x="1526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39" y="5269756"/>
              <a:ext cx="334315" cy="334332"/>
            </a:xfrm>
            <a:custGeom>
              <a:avLst/>
              <a:pathLst>
                <a:path w="334315" h="334332">
                  <a:moveTo>
                    <a:pt x="14495" y="99066"/>
                  </a:moveTo>
                  <a:lnTo>
                    <a:pt x="12414" y="103936"/>
                  </a:lnTo>
                  <a:lnTo>
                    <a:pt x="10489" y="108869"/>
                  </a:lnTo>
                  <a:lnTo>
                    <a:pt x="8721" y="113861"/>
                  </a:lnTo>
                  <a:lnTo>
                    <a:pt x="7113" y="118906"/>
                  </a:lnTo>
                  <a:lnTo>
                    <a:pt x="5664" y="123999"/>
                  </a:lnTo>
                  <a:lnTo>
                    <a:pt x="4378" y="129136"/>
                  </a:lnTo>
                  <a:lnTo>
                    <a:pt x="3255" y="134311"/>
                  </a:lnTo>
                  <a:lnTo>
                    <a:pt x="2297" y="139519"/>
                  </a:lnTo>
                  <a:lnTo>
                    <a:pt x="1504" y="144755"/>
                  </a:lnTo>
                  <a:lnTo>
                    <a:pt x="877" y="150013"/>
                  </a:lnTo>
                  <a:lnTo>
                    <a:pt x="417" y="155289"/>
                  </a:lnTo>
                  <a:lnTo>
                    <a:pt x="124" y="160576"/>
                  </a:lnTo>
                  <a:lnTo>
                    <a:pt x="0" y="165870"/>
                  </a:lnTo>
                  <a:lnTo>
                    <a:pt x="42" y="171165"/>
                  </a:lnTo>
                  <a:lnTo>
                    <a:pt x="253" y="176456"/>
                  </a:lnTo>
                  <a:lnTo>
                    <a:pt x="631" y="181738"/>
                  </a:lnTo>
                  <a:lnTo>
                    <a:pt x="1176" y="187006"/>
                  </a:lnTo>
                  <a:lnTo>
                    <a:pt x="1887" y="192253"/>
                  </a:lnTo>
                  <a:lnTo>
                    <a:pt x="2765" y="197475"/>
                  </a:lnTo>
                  <a:lnTo>
                    <a:pt x="3807" y="202667"/>
                  </a:lnTo>
                  <a:lnTo>
                    <a:pt x="5014" y="207823"/>
                  </a:lnTo>
                  <a:lnTo>
                    <a:pt x="6383" y="212939"/>
                  </a:lnTo>
                  <a:lnTo>
                    <a:pt x="7913" y="218008"/>
                  </a:lnTo>
                  <a:lnTo>
                    <a:pt x="9604" y="223027"/>
                  </a:lnTo>
                  <a:lnTo>
                    <a:pt x="11452" y="227989"/>
                  </a:lnTo>
                  <a:lnTo>
                    <a:pt x="13456" y="232891"/>
                  </a:lnTo>
                  <a:lnTo>
                    <a:pt x="15615" y="237726"/>
                  </a:lnTo>
                  <a:lnTo>
                    <a:pt x="17926" y="242491"/>
                  </a:lnTo>
                  <a:lnTo>
                    <a:pt x="20387" y="247180"/>
                  </a:lnTo>
                  <a:lnTo>
                    <a:pt x="22995" y="251788"/>
                  </a:lnTo>
                  <a:lnTo>
                    <a:pt x="25747" y="256312"/>
                  </a:lnTo>
                  <a:lnTo>
                    <a:pt x="28642" y="260747"/>
                  </a:lnTo>
                  <a:lnTo>
                    <a:pt x="31675" y="265087"/>
                  </a:lnTo>
                  <a:lnTo>
                    <a:pt x="34845" y="269329"/>
                  </a:lnTo>
                  <a:lnTo>
                    <a:pt x="38147" y="273469"/>
                  </a:lnTo>
                  <a:lnTo>
                    <a:pt x="41579" y="277502"/>
                  </a:lnTo>
                  <a:lnTo>
                    <a:pt x="45136" y="281424"/>
                  </a:lnTo>
                  <a:lnTo>
                    <a:pt x="48817" y="285232"/>
                  </a:lnTo>
                  <a:lnTo>
                    <a:pt x="52615" y="288921"/>
                  </a:lnTo>
                  <a:lnTo>
                    <a:pt x="56529" y="292488"/>
                  </a:lnTo>
                  <a:lnTo>
                    <a:pt x="60554" y="295929"/>
                  </a:lnTo>
                  <a:lnTo>
                    <a:pt x="64686" y="299241"/>
                  </a:lnTo>
                  <a:lnTo>
                    <a:pt x="68921" y="302421"/>
                  </a:lnTo>
                  <a:lnTo>
                    <a:pt x="73254" y="305465"/>
                  </a:lnTo>
                  <a:lnTo>
                    <a:pt x="77681" y="308370"/>
                  </a:lnTo>
                  <a:lnTo>
                    <a:pt x="82199" y="311133"/>
                  </a:lnTo>
                  <a:lnTo>
                    <a:pt x="86801" y="313752"/>
                  </a:lnTo>
                  <a:lnTo>
                    <a:pt x="91485" y="316224"/>
                  </a:lnTo>
                  <a:lnTo>
                    <a:pt x="96244" y="318546"/>
                  </a:lnTo>
                  <a:lnTo>
                    <a:pt x="101074" y="320716"/>
                  </a:lnTo>
                  <a:lnTo>
                    <a:pt x="105971" y="322732"/>
                  </a:lnTo>
                  <a:lnTo>
                    <a:pt x="110929" y="324592"/>
                  </a:lnTo>
                  <a:lnTo>
                    <a:pt x="115943" y="326294"/>
                  </a:lnTo>
                  <a:lnTo>
                    <a:pt x="121009" y="327837"/>
                  </a:lnTo>
                  <a:lnTo>
                    <a:pt x="126121" y="329218"/>
                  </a:lnTo>
                  <a:lnTo>
                    <a:pt x="131274" y="330437"/>
                  </a:lnTo>
                  <a:lnTo>
                    <a:pt x="136464" y="331492"/>
                  </a:lnTo>
                  <a:lnTo>
                    <a:pt x="141684" y="332381"/>
                  </a:lnTo>
                  <a:lnTo>
                    <a:pt x="146929" y="333105"/>
                  </a:lnTo>
                  <a:lnTo>
                    <a:pt x="152195" y="333663"/>
                  </a:lnTo>
                  <a:lnTo>
                    <a:pt x="157477" y="334054"/>
                  </a:lnTo>
                  <a:lnTo>
                    <a:pt x="162767" y="334277"/>
                  </a:lnTo>
                  <a:lnTo>
                    <a:pt x="168062" y="334332"/>
                  </a:lnTo>
                  <a:lnTo>
                    <a:pt x="173357" y="334220"/>
                  </a:lnTo>
                  <a:lnTo>
                    <a:pt x="178645" y="333940"/>
                  </a:lnTo>
                  <a:lnTo>
                    <a:pt x="183921" y="333492"/>
                  </a:lnTo>
                  <a:lnTo>
                    <a:pt x="189181" y="332878"/>
                  </a:lnTo>
                  <a:lnTo>
                    <a:pt x="194419" y="332097"/>
                  </a:lnTo>
                  <a:lnTo>
                    <a:pt x="199629" y="331151"/>
                  </a:lnTo>
                  <a:lnTo>
                    <a:pt x="204806" y="330041"/>
                  </a:lnTo>
                  <a:lnTo>
                    <a:pt x="209946" y="328767"/>
                  </a:lnTo>
                  <a:lnTo>
                    <a:pt x="215043" y="327330"/>
                  </a:lnTo>
                  <a:lnTo>
                    <a:pt x="220092" y="325733"/>
                  </a:lnTo>
                  <a:lnTo>
                    <a:pt x="225088" y="323977"/>
                  </a:lnTo>
                  <a:lnTo>
                    <a:pt x="230026" y="322064"/>
                  </a:lnTo>
                  <a:lnTo>
                    <a:pt x="234900" y="319995"/>
                  </a:lnTo>
                  <a:lnTo>
                    <a:pt x="239707" y="317773"/>
                  </a:lnTo>
                  <a:lnTo>
                    <a:pt x="244441" y="315400"/>
                  </a:lnTo>
                  <a:lnTo>
                    <a:pt x="249097" y="312878"/>
                  </a:lnTo>
                  <a:lnTo>
                    <a:pt x="253671" y="310209"/>
                  </a:lnTo>
                  <a:lnTo>
                    <a:pt x="258158" y="307397"/>
                  </a:lnTo>
                  <a:lnTo>
                    <a:pt x="262554" y="304445"/>
                  </a:lnTo>
                  <a:lnTo>
                    <a:pt x="266855" y="301355"/>
                  </a:lnTo>
                  <a:lnTo>
                    <a:pt x="271055" y="298130"/>
                  </a:lnTo>
                  <a:lnTo>
                    <a:pt x="275151" y="294773"/>
                  </a:lnTo>
                  <a:lnTo>
                    <a:pt x="279138" y="291289"/>
                  </a:lnTo>
                  <a:lnTo>
                    <a:pt x="283013" y="287680"/>
                  </a:lnTo>
                  <a:lnTo>
                    <a:pt x="286772" y="283950"/>
                  </a:lnTo>
                  <a:lnTo>
                    <a:pt x="290411" y="280103"/>
                  </a:lnTo>
                  <a:lnTo>
                    <a:pt x="293927" y="276143"/>
                  </a:lnTo>
                  <a:lnTo>
                    <a:pt x="297315" y="272073"/>
                  </a:lnTo>
                  <a:lnTo>
                    <a:pt x="300572" y="267898"/>
                  </a:lnTo>
                  <a:lnTo>
                    <a:pt x="303696" y="263622"/>
                  </a:lnTo>
                  <a:lnTo>
                    <a:pt x="306682" y="259249"/>
                  </a:lnTo>
                  <a:lnTo>
                    <a:pt x="309529" y="254783"/>
                  </a:lnTo>
                  <a:lnTo>
                    <a:pt x="312232" y="250230"/>
                  </a:lnTo>
                  <a:lnTo>
                    <a:pt x="314791" y="245594"/>
                  </a:lnTo>
                  <a:lnTo>
                    <a:pt x="317201" y="240878"/>
                  </a:lnTo>
                  <a:lnTo>
                    <a:pt x="319460" y="236089"/>
                  </a:lnTo>
                  <a:lnTo>
                    <a:pt x="321567" y="231231"/>
                  </a:lnTo>
                  <a:lnTo>
                    <a:pt x="323518" y="226308"/>
                  </a:lnTo>
                  <a:lnTo>
                    <a:pt x="325313" y="221326"/>
                  </a:lnTo>
                  <a:lnTo>
                    <a:pt x="326949" y="216290"/>
                  </a:lnTo>
                  <a:lnTo>
                    <a:pt x="328425" y="211204"/>
                  </a:lnTo>
                  <a:lnTo>
                    <a:pt x="329739" y="206074"/>
                  </a:lnTo>
                  <a:lnTo>
                    <a:pt x="330889" y="200905"/>
                  </a:lnTo>
                  <a:lnTo>
                    <a:pt x="331876" y="195702"/>
                  </a:lnTo>
                  <a:lnTo>
                    <a:pt x="332697" y="190471"/>
                  </a:lnTo>
                  <a:lnTo>
                    <a:pt x="333352" y="185216"/>
                  </a:lnTo>
                  <a:lnTo>
                    <a:pt x="333840" y="179943"/>
                  </a:lnTo>
                  <a:lnTo>
                    <a:pt x="334161" y="174658"/>
                  </a:lnTo>
                  <a:lnTo>
                    <a:pt x="334315" y="169364"/>
                  </a:lnTo>
                  <a:lnTo>
                    <a:pt x="334301" y="164069"/>
                  </a:lnTo>
                  <a:lnTo>
                    <a:pt x="334119" y="158777"/>
                  </a:lnTo>
                  <a:lnTo>
                    <a:pt x="333769" y="153493"/>
                  </a:lnTo>
                  <a:lnTo>
                    <a:pt x="333252" y="148223"/>
                  </a:lnTo>
                  <a:lnTo>
                    <a:pt x="332569" y="142971"/>
                  </a:lnTo>
                  <a:lnTo>
                    <a:pt x="331720" y="137745"/>
                  </a:lnTo>
                  <a:lnTo>
                    <a:pt x="330705" y="132547"/>
                  </a:lnTo>
                  <a:lnTo>
                    <a:pt x="329527" y="127385"/>
                  </a:lnTo>
                  <a:lnTo>
                    <a:pt x="328185" y="122262"/>
                  </a:lnTo>
                  <a:lnTo>
                    <a:pt x="326682" y="117184"/>
                  </a:lnTo>
                  <a:lnTo>
                    <a:pt x="325019" y="112157"/>
                  </a:lnTo>
                  <a:lnTo>
                    <a:pt x="323197" y="107184"/>
                  </a:lnTo>
                  <a:lnTo>
                    <a:pt x="321219" y="102272"/>
                  </a:lnTo>
                  <a:lnTo>
                    <a:pt x="319086" y="97425"/>
                  </a:lnTo>
                  <a:lnTo>
                    <a:pt x="316801" y="92648"/>
                  </a:lnTo>
                  <a:lnTo>
                    <a:pt x="314366" y="87946"/>
                  </a:lnTo>
                  <a:lnTo>
                    <a:pt x="311783" y="83323"/>
                  </a:lnTo>
                  <a:lnTo>
                    <a:pt x="309055" y="78785"/>
                  </a:lnTo>
                  <a:lnTo>
                    <a:pt x="306184" y="74335"/>
                  </a:lnTo>
                  <a:lnTo>
                    <a:pt x="303174" y="69978"/>
                  </a:lnTo>
                  <a:lnTo>
                    <a:pt x="300027" y="65719"/>
                  </a:lnTo>
                  <a:lnTo>
                    <a:pt x="296748" y="61562"/>
                  </a:lnTo>
                  <a:lnTo>
                    <a:pt x="293338" y="57510"/>
                  </a:lnTo>
                  <a:lnTo>
                    <a:pt x="289801" y="53569"/>
                  </a:lnTo>
                  <a:lnTo>
                    <a:pt x="286142" y="49741"/>
                  </a:lnTo>
                  <a:lnTo>
                    <a:pt x="282363" y="46032"/>
                  </a:lnTo>
                  <a:lnTo>
                    <a:pt x="278468" y="42444"/>
                  </a:lnTo>
                  <a:lnTo>
                    <a:pt x="274462" y="38981"/>
                  </a:lnTo>
                  <a:lnTo>
                    <a:pt x="270348" y="35646"/>
                  </a:lnTo>
                  <a:lnTo>
                    <a:pt x="266130" y="32444"/>
                  </a:lnTo>
                  <a:lnTo>
                    <a:pt x="261813" y="29377"/>
                  </a:lnTo>
                  <a:lnTo>
                    <a:pt x="257402" y="26448"/>
                  </a:lnTo>
                  <a:lnTo>
                    <a:pt x="252899" y="23661"/>
                  </a:lnTo>
                  <a:lnTo>
                    <a:pt x="248311" y="21017"/>
                  </a:lnTo>
                  <a:lnTo>
                    <a:pt x="243641" y="18520"/>
                  </a:lnTo>
                  <a:lnTo>
                    <a:pt x="238895" y="16172"/>
                  </a:lnTo>
                  <a:lnTo>
                    <a:pt x="234076" y="13976"/>
                  </a:lnTo>
                  <a:lnTo>
                    <a:pt x="229190" y="11934"/>
                  </a:lnTo>
                  <a:lnTo>
                    <a:pt x="224243" y="10047"/>
                  </a:lnTo>
                  <a:lnTo>
                    <a:pt x="219237" y="8318"/>
                  </a:lnTo>
                  <a:lnTo>
                    <a:pt x="214180" y="6748"/>
                  </a:lnTo>
                  <a:lnTo>
                    <a:pt x="209075" y="5339"/>
                  </a:lnTo>
                  <a:lnTo>
                    <a:pt x="203929" y="4093"/>
                  </a:lnTo>
                  <a:lnTo>
                    <a:pt x="198745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3070" y="5399291"/>
              <a:ext cx="3145" cy="167167"/>
            </a:xfrm>
            <a:custGeom>
              <a:avLst/>
              <a:pathLst>
                <a:path w="3145" h="167167">
                  <a:moveTo>
                    <a:pt x="3145" y="0"/>
                  </a:moveTo>
                  <a:lnTo>
                    <a:pt x="0" y="29"/>
                  </a:lnTo>
                  <a:lnTo>
                    <a:pt x="314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3070" y="5399321"/>
              <a:ext cx="3145" cy="167137"/>
            </a:xfrm>
            <a:custGeom>
              <a:avLst/>
              <a:pathLst>
                <a:path w="3145" h="167137">
                  <a:moveTo>
                    <a:pt x="0" y="0"/>
                  </a:moveTo>
                  <a:lnTo>
                    <a:pt x="314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3070" y="5399321"/>
              <a:ext cx="3145" cy="167137"/>
            </a:xfrm>
            <a:custGeom>
              <a:avLst/>
              <a:pathLst>
                <a:path w="3145" h="167137">
                  <a:moveTo>
                    <a:pt x="0" y="0"/>
                  </a:moveTo>
                  <a:lnTo>
                    <a:pt x="314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3070" y="5399321"/>
              <a:ext cx="3145" cy="167137"/>
            </a:xfrm>
            <a:custGeom>
              <a:avLst/>
              <a:pathLst>
                <a:path w="3145" h="167137">
                  <a:moveTo>
                    <a:pt x="0" y="0"/>
                  </a:moveTo>
                  <a:lnTo>
                    <a:pt x="314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3070" y="5399321"/>
              <a:ext cx="3145" cy="167137"/>
            </a:xfrm>
            <a:custGeom>
              <a:avLst/>
              <a:pathLst>
                <a:path w="3145" h="167137">
                  <a:moveTo>
                    <a:pt x="0" y="0"/>
                  </a:moveTo>
                  <a:lnTo>
                    <a:pt x="314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3070" y="5399321"/>
              <a:ext cx="3145" cy="167137"/>
            </a:xfrm>
            <a:custGeom>
              <a:avLst/>
              <a:pathLst>
                <a:path w="3145" h="167137">
                  <a:moveTo>
                    <a:pt x="0" y="0"/>
                  </a:moveTo>
                  <a:lnTo>
                    <a:pt x="3145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3070" y="5399321"/>
              <a:ext cx="3145" cy="167137"/>
            </a:xfrm>
            <a:custGeom>
              <a:avLst/>
              <a:pathLst>
                <a:path w="3145" h="167137">
                  <a:moveTo>
                    <a:pt x="0" y="0"/>
                  </a:moveTo>
                  <a:lnTo>
                    <a:pt x="3145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8" y="5399321"/>
              <a:ext cx="334331" cy="334291"/>
            </a:xfrm>
            <a:custGeom>
              <a:avLst/>
              <a:pathLst>
                <a:path w="334331" h="334291">
                  <a:moveTo>
                    <a:pt x="164021" y="0"/>
                  </a:moveTo>
                  <a:lnTo>
                    <a:pt x="158730" y="183"/>
                  </a:lnTo>
                  <a:lnTo>
                    <a:pt x="153448" y="534"/>
                  </a:lnTo>
                  <a:lnTo>
                    <a:pt x="148179" y="1052"/>
                  </a:lnTo>
                  <a:lnTo>
                    <a:pt x="142929" y="1736"/>
                  </a:lnTo>
                  <a:lnTo>
                    <a:pt x="137704" y="2587"/>
                  </a:lnTo>
                  <a:lnTo>
                    <a:pt x="132508" y="3602"/>
                  </a:lnTo>
                  <a:lnTo>
                    <a:pt x="127347" y="4782"/>
                  </a:lnTo>
                  <a:lnTo>
                    <a:pt x="122226" y="6124"/>
                  </a:lnTo>
                  <a:lnTo>
                    <a:pt x="117150" y="7628"/>
                  </a:lnTo>
                  <a:lnTo>
                    <a:pt x="112124" y="9292"/>
                  </a:lnTo>
                  <a:lnTo>
                    <a:pt x="107154" y="11114"/>
                  </a:lnTo>
                  <a:lnTo>
                    <a:pt x="102243" y="13092"/>
                  </a:lnTo>
                  <a:lnTo>
                    <a:pt x="97398" y="15225"/>
                  </a:lnTo>
                  <a:lnTo>
                    <a:pt x="92622" y="17511"/>
                  </a:lnTo>
                  <a:lnTo>
                    <a:pt x="87922" y="19946"/>
                  </a:lnTo>
                  <a:lnTo>
                    <a:pt x="83301" y="22530"/>
                  </a:lnTo>
                  <a:lnTo>
                    <a:pt x="78764" y="25258"/>
                  </a:lnTo>
                  <a:lnTo>
                    <a:pt x="74315" y="28128"/>
                  </a:lnTo>
                  <a:lnTo>
                    <a:pt x="69960" y="31138"/>
                  </a:lnTo>
                  <a:lnTo>
                    <a:pt x="65702" y="34284"/>
                  </a:lnTo>
                  <a:lnTo>
                    <a:pt x="61546" y="37564"/>
                  </a:lnTo>
                  <a:lnTo>
                    <a:pt x="57496" y="40973"/>
                  </a:lnTo>
                  <a:lnTo>
                    <a:pt x="53556" y="44509"/>
                  </a:lnTo>
                  <a:lnTo>
                    <a:pt x="49730" y="48168"/>
                  </a:lnTo>
                  <a:lnTo>
                    <a:pt x="46022" y="51947"/>
                  </a:lnTo>
                  <a:lnTo>
                    <a:pt x="42435" y="55841"/>
                  </a:lnTo>
                  <a:lnTo>
                    <a:pt x="38974" y="59846"/>
                  </a:lnTo>
                  <a:lnTo>
                    <a:pt x="35640" y="63959"/>
                  </a:lnTo>
                  <a:lnTo>
                    <a:pt x="32439" y="68176"/>
                  </a:lnTo>
                  <a:lnTo>
                    <a:pt x="29373" y="72492"/>
                  </a:lnTo>
                  <a:lnTo>
                    <a:pt x="26445" y="76902"/>
                  </a:lnTo>
                  <a:lnTo>
                    <a:pt x="23658" y="81404"/>
                  </a:lnTo>
                  <a:lnTo>
                    <a:pt x="21016" y="85991"/>
                  </a:lnTo>
                  <a:lnTo>
                    <a:pt x="18519" y="90660"/>
                  </a:lnTo>
                  <a:lnTo>
                    <a:pt x="16172" y="95405"/>
                  </a:lnTo>
                  <a:lnTo>
                    <a:pt x="13976" y="100222"/>
                  </a:lnTo>
                  <a:lnTo>
                    <a:pt x="11934" y="105107"/>
                  </a:lnTo>
                  <a:lnTo>
                    <a:pt x="10048" y="110053"/>
                  </a:lnTo>
                  <a:lnTo>
                    <a:pt x="8319" y="115057"/>
                  </a:lnTo>
                  <a:lnTo>
                    <a:pt x="6750" y="120113"/>
                  </a:lnTo>
                  <a:lnTo>
                    <a:pt x="5341" y="125216"/>
                  </a:lnTo>
                  <a:lnTo>
                    <a:pt x="4095" y="130362"/>
                  </a:lnTo>
                  <a:lnTo>
                    <a:pt x="3012" y="135544"/>
                  </a:lnTo>
                  <a:lnTo>
                    <a:pt x="2094" y="140758"/>
                  </a:lnTo>
                  <a:lnTo>
                    <a:pt x="1341" y="145998"/>
                  </a:lnTo>
                  <a:lnTo>
                    <a:pt x="755" y="151260"/>
                  </a:lnTo>
                  <a:lnTo>
                    <a:pt x="336" y="156537"/>
                  </a:lnTo>
                  <a:lnTo>
                    <a:pt x="84" y="161825"/>
                  </a:lnTo>
                  <a:lnTo>
                    <a:pt x="0" y="167119"/>
                  </a:lnTo>
                  <a:lnTo>
                    <a:pt x="83" y="172412"/>
                  </a:lnTo>
                  <a:lnTo>
                    <a:pt x="334" y="177700"/>
                  </a:lnTo>
                  <a:lnTo>
                    <a:pt x="752" y="182978"/>
                  </a:lnTo>
                  <a:lnTo>
                    <a:pt x="1337" y="188239"/>
                  </a:lnTo>
                  <a:lnTo>
                    <a:pt x="2088" y="193480"/>
                  </a:lnTo>
                  <a:lnTo>
                    <a:pt x="3005" y="198694"/>
                  </a:lnTo>
                  <a:lnTo>
                    <a:pt x="4087" y="203876"/>
                  </a:lnTo>
                  <a:lnTo>
                    <a:pt x="5332" y="209022"/>
                  </a:lnTo>
                  <a:lnTo>
                    <a:pt x="6739" y="214126"/>
                  </a:lnTo>
                  <a:lnTo>
                    <a:pt x="8308" y="219182"/>
                  </a:lnTo>
                  <a:lnTo>
                    <a:pt x="10035" y="224186"/>
                  </a:lnTo>
                  <a:lnTo>
                    <a:pt x="11921" y="229133"/>
                  </a:lnTo>
                  <a:lnTo>
                    <a:pt x="13962" y="234018"/>
                  </a:lnTo>
                  <a:lnTo>
                    <a:pt x="16156" y="238836"/>
                  </a:lnTo>
                  <a:lnTo>
                    <a:pt x="18502" y="243582"/>
                  </a:lnTo>
                  <a:lnTo>
                    <a:pt x="20997" y="248251"/>
                  </a:lnTo>
                  <a:lnTo>
                    <a:pt x="23639" y="252839"/>
                  </a:lnTo>
                  <a:lnTo>
                    <a:pt x="26425" y="257341"/>
                  </a:lnTo>
                  <a:lnTo>
                    <a:pt x="29352" y="261752"/>
                  </a:lnTo>
                  <a:lnTo>
                    <a:pt x="32417" y="266069"/>
                  </a:lnTo>
                  <a:lnTo>
                    <a:pt x="35617" y="270286"/>
                  </a:lnTo>
                  <a:lnTo>
                    <a:pt x="38950" y="274400"/>
                  </a:lnTo>
                  <a:lnTo>
                    <a:pt x="42410" y="278406"/>
                  </a:lnTo>
                  <a:lnTo>
                    <a:pt x="45996" y="282301"/>
                  </a:lnTo>
                  <a:lnTo>
                    <a:pt x="49704" y="286080"/>
                  </a:lnTo>
                  <a:lnTo>
                    <a:pt x="53529" y="289740"/>
                  </a:lnTo>
                  <a:lnTo>
                    <a:pt x="57468" y="293277"/>
                  </a:lnTo>
                  <a:lnTo>
                    <a:pt x="61518" y="296687"/>
                  </a:lnTo>
                  <a:lnTo>
                    <a:pt x="65673" y="299968"/>
                  </a:lnTo>
                  <a:lnTo>
                    <a:pt x="69930" y="303115"/>
                  </a:lnTo>
                  <a:lnTo>
                    <a:pt x="74284" y="306126"/>
                  </a:lnTo>
                  <a:lnTo>
                    <a:pt x="78732" y="308997"/>
                  </a:lnTo>
                  <a:lnTo>
                    <a:pt x="83268" y="311726"/>
                  </a:lnTo>
                  <a:lnTo>
                    <a:pt x="87889" y="314311"/>
                  </a:lnTo>
                  <a:lnTo>
                    <a:pt x="92589" y="316747"/>
                  </a:lnTo>
                  <a:lnTo>
                    <a:pt x="97364" y="319034"/>
                  </a:lnTo>
                  <a:lnTo>
                    <a:pt x="102209" y="321168"/>
                  </a:lnTo>
                  <a:lnTo>
                    <a:pt x="107119" y="323148"/>
                  </a:lnTo>
                  <a:lnTo>
                    <a:pt x="112089" y="324971"/>
                  </a:lnTo>
                  <a:lnTo>
                    <a:pt x="117115" y="326636"/>
                  </a:lnTo>
                  <a:lnTo>
                    <a:pt x="122190" y="328141"/>
                  </a:lnTo>
                  <a:lnTo>
                    <a:pt x="127311" y="329484"/>
                  </a:lnTo>
                  <a:lnTo>
                    <a:pt x="132472" y="330665"/>
                  </a:lnTo>
                  <a:lnTo>
                    <a:pt x="137667" y="331681"/>
                  </a:lnTo>
                  <a:lnTo>
                    <a:pt x="142892" y="332533"/>
                  </a:lnTo>
                  <a:lnTo>
                    <a:pt x="148142" y="333219"/>
                  </a:lnTo>
                  <a:lnTo>
                    <a:pt x="153411" y="333738"/>
                  </a:lnTo>
                  <a:lnTo>
                    <a:pt x="158693" y="334090"/>
                  </a:lnTo>
                  <a:lnTo>
                    <a:pt x="163984" y="334274"/>
                  </a:lnTo>
                  <a:lnTo>
                    <a:pt x="169278" y="334291"/>
                  </a:lnTo>
                  <a:lnTo>
                    <a:pt x="174570" y="334141"/>
                  </a:lnTo>
                  <a:lnTo>
                    <a:pt x="179854" y="333823"/>
                  </a:lnTo>
                  <a:lnTo>
                    <a:pt x="185126" y="333337"/>
                  </a:lnTo>
                  <a:lnTo>
                    <a:pt x="190380" y="332685"/>
                  </a:lnTo>
                  <a:lnTo>
                    <a:pt x="195610" y="331867"/>
                  </a:lnTo>
                  <a:lnTo>
                    <a:pt x="200812" y="330884"/>
                  </a:lnTo>
                  <a:lnTo>
                    <a:pt x="205981" y="329736"/>
                  </a:lnTo>
                  <a:lnTo>
                    <a:pt x="211110" y="328426"/>
                  </a:lnTo>
                  <a:lnTo>
                    <a:pt x="216195" y="326953"/>
                  </a:lnTo>
                  <a:lnTo>
                    <a:pt x="221231" y="325321"/>
                  </a:lnTo>
                  <a:lnTo>
                    <a:pt x="226213" y="323530"/>
                  </a:lnTo>
                  <a:lnTo>
                    <a:pt x="231136" y="321581"/>
                  </a:lnTo>
                  <a:lnTo>
                    <a:pt x="235994" y="319478"/>
                  </a:lnTo>
                  <a:lnTo>
                    <a:pt x="240784" y="317222"/>
                  </a:lnTo>
                  <a:lnTo>
                    <a:pt x="245499" y="314816"/>
                  </a:lnTo>
                  <a:lnTo>
                    <a:pt x="250136" y="312262"/>
                  </a:lnTo>
                  <a:lnTo>
                    <a:pt x="254690" y="309562"/>
                  </a:lnTo>
                  <a:lnTo>
                    <a:pt x="259156" y="306719"/>
                  </a:lnTo>
                  <a:lnTo>
                    <a:pt x="263530" y="303736"/>
                  </a:lnTo>
                  <a:lnTo>
                    <a:pt x="267807" y="300616"/>
                  </a:lnTo>
                  <a:lnTo>
                    <a:pt x="271983" y="297362"/>
                  </a:lnTo>
                  <a:lnTo>
                    <a:pt x="276054" y="293978"/>
                  </a:lnTo>
                  <a:lnTo>
                    <a:pt x="280016" y="290466"/>
                  </a:lnTo>
                  <a:lnTo>
                    <a:pt x="283865" y="286831"/>
                  </a:lnTo>
                  <a:lnTo>
                    <a:pt x="287596" y="283076"/>
                  </a:lnTo>
                  <a:lnTo>
                    <a:pt x="291207" y="279204"/>
                  </a:lnTo>
                  <a:lnTo>
                    <a:pt x="294694" y="275220"/>
                  </a:lnTo>
                  <a:lnTo>
                    <a:pt x="298052" y="271128"/>
                  </a:lnTo>
                  <a:lnTo>
                    <a:pt x="301279" y="266931"/>
                  </a:lnTo>
                  <a:lnTo>
                    <a:pt x="304372" y="262634"/>
                  </a:lnTo>
                  <a:lnTo>
                    <a:pt x="307327" y="258242"/>
                  </a:lnTo>
                  <a:lnTo>
                    <a:pt x="310142" y="253758"/>
                  </a:lnTo>
                  <a:lnTo>
                    <a:pt x="312813" y="249187"/>
                  </a:lnTo>
                  <a:lnTo>
                    <a:pt x="315338" y="244534"/>
                  </a:lnTo>
                  <a:lnTo>
                    <a:pt x="317715" y="239803"/>
                  </a:lnTo>
                  <a:lnTo>
                    <a:pt x="319940" y="235000"/>
                  </a:lnTo>
                  <a:lnTo>
                    <a:pt x="322012" y="230128"/>
                  </a:lnTo>
                  <a:lnTo>
                    <a:pt x="323929" y="225193"/>
                  </a:lnTo>
                  <a:lnTo>
                    <a:pt x="325689" y="220200"/>
                  </a:lnTo>
                  <a:lnTo>
                    <a:pt x="327290" y="215154"/>
                  </a:lnTo>
                  <a:lnTo>
                    <a:pt x="328730" y="210059"/>
                  </a:lnTo>
                  <a:lnTo>
                    <a:pt x="330008" y="204922"/>
                  </a:lnTo>
                  <a:lnTo>
                    <a:pt x="331123" y="199746"/>
                  </a:lnTo>
                  <a:lnTo>
                    <a:pt x="332073" y="194538"/>
                  </a:lnTo>
                  <a:lnTo>
                    <a:pt x="332858" y="189303"/>
                  </a:lnTo>
                  <a:lnTo>
                    <a:pt x="333477" y="184045"/>
                  </a:lnTo>
                  <a:lnTo>
                    <a:pt x="333929" y="178770"/>
                  </a:lnTo>
                  <a:lnTo>
                    <a:pt x="334214" y="173484"/>
                  </a:lnTo>
                  <a:lnTo>
                    <a:pt x="334331" y="168191"/>
                  </a:lnTo>
                  <a:lnTo>
                    <a:pt x="334281" y="162897"/>
                  </a:lnTo>
                  <a:lnTo>
                    <a:pt x="334063" y="157608"/>
                  </a:lnTo>
                  <a:lnTo>
                    <a:pt x="333677" y="152328"/>
                  </a:lnTo>
                  <a:lnTo>
                    <a:pt x="333125" y="147062"/>
                  </a:lnTo>
                  <a:lnTo>
                    <a:pt x="332406" y="141817"/>
                  </a:lnTo>
                  <a:lnTo>
                    <a:pt x="331521" y="136598"/>
                  </a:lnTo>
                  <a:lnTo>
                    <a:pt x="330472" y="131409"/>
                  </a:lnTo>
                  <a:lnTo>
                    <a:pt x="329258" y="126255"/>
                  </a:lnTo>
                  <a:lnTo>
                    <a:pt x="327883" y="121143"/>
                  </a:lnTo>
                  <a:lnTo>
                    <a:pt x="326345" y="116077"/>
                  </a:lnTo>
                  <a:lnTo>
                    <a:pt x="324649" y="111062"/>
                  </a:lnTo>
                  <a:lnTo>
                    <a:pt x="322794" y="106104"/>
                  </a:lnTo>
                  <a:lnTo>
                    <a:pt x="320784" y="101206"/>
                  </a:lnTo>
                  <a:lnTo>
                    <a:pt x="318619" y="96375"/>
                  </a:lnTo>
                  <a:lnTo>
                    <a:pt x="316302" y="91615"/>
                  </a:lnTo>
                  <a:lnTo>
                    <a:pt x="313836" y="86930"/>
                  </a:lnTo>
                  <a:lnTo>
                    <a:pt x="311222" y="82326"/>
                  </a:lnTo>
                  <a:lnTo>
                    <a:pt x="308465" y="77807"/>
                  </a:lnTo>
                  <a:lnTo>
                    <a:pt x="305565" y="73378"/>
                  </a:lnTo>
                  <a:lnTo>
                    <a:pt x="302527" y="69042"/>
                  </a:lnTo>
                  <a:lnTo>
                    <a:pt x="299353" y="64805"/>
                  </a:lnTo>
                  <a:lnTo>
                    <a:pt x="296046" y="60671"/>
                  </a:lnTo>
                  <a:lnTo>
                    <a:pt x="292610" y="56643"/>
                  </a:lnTo>
                  <a:lnTo>
                    <a:pt x="289048" y="52726"/>
                  </a:lnTo>
                  <a:lnTo>
                    <a:pt x="285364" y="48924"/>
                  </a:lnTo>
                  <a:lnTo>
                    <a:pt x="281562" y="45241"/>
                  </a:lnTo>
                  <a:lnTo>
                    <a:pt x="277644" y="41680"/>
                  </a:lnTo>
                  <a:lnTo>
                    <a:pt x="273616" y="38244"/>
                  </a:lnTo>
                  <a:lnTo>
                    <a:pt x="269482" y="34938"/>
                  </a:lnTo>
                  <a:lnTo>
                    <a:pt x="265244" y="31764"/>
                  </a:lnTo>
                  <a:lnTo>
                    <a:pt x="260908" y="28727"/>
                  </a:lnTo>
                  <a:lnTo>
                    <a:pt x="256478" y="25828"/>
                  </a:lnTo>
                  <a:lnTo>
                    <a:pt x="251959" y="23070"/>
                  </a:lnTo>
                  <a:lnTo>
                    <a:pt x="247355" y="20458"/>
                  </a:lnTo>
                  <a:lnTo>
                    <a:pt x="242670" y="17992"/>
                  </a:lnTo>
                  <a:lnTo>
                    <a:pt x="237909" y="15676"/>
                  </a:lnTo>
                  <a:lnTo>
                    <a:pt x="233078" y="13512"/>
                  </a:lnTo>
                  <a:lnTo>
                    <a:pt x="228180" y="11502"/>
                  </a:lnTo>
                  <a:lnTo>
                    <a:pt x="223221" y="9648"/>
                  </a:lnTo>
                  <a:lnTo>
                    <a:pt x="218206" y="7952"/>
                  </a:lnTo>
                  <a:lnTo>
                    <a:pt x="213140" y="6416"/>
                  </a:lnTo>
                  <a:lnTo>
                    <a:pt x="208027" y="5040"/>
                  </a:lnTo>
                  <a:lnTo>
                    <a:pt x="202874" y="3828"/>
                  </a:lnTo>
                  <a:lnTo>
                    <a:pt x="167167" y="167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35706" cy="167167"/>
            </a:xfrm>
            <a:custGeom>
              <a:avLst/>
              <a:pathLst>
                <a:path w="35706" h="167167">
                  <a:moveTo>
                    <a:pt x="35706" y="3858"/>
                  </a:moveTo>
                  <a:lnTo>
                    <a:pt x="28645" y="2472"/>
                  </a:lnTo>
                  <a:lnTo>
                    <a:pt x="21530" y="1392"/>
                  </a:lnTo>
                  <a:lnTo>
                    <a:pt x="14375" y="619"/>
                  </a:lnTo>
                  <a:lnTo>
                    <a:pt x="7194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7122" y="5399291"/>
              <a:ext cx="46421" cy="167167"/>
            </a:xfrm>
            <a:custGeom>
              <a:avLst/>
              <a:pathLst>
                <a:path w="46421" h="167167">
                  <a:moveTo>
                    <a:pt x="46421" y="0"/>
                  </a:moveTo>
                  <a:lnTo>
                    <a:pt x="39703" y="135"/>
                  </a:lnTo>
                  <a:lnTo>
                    <a:pt x="32996" y="539"/>
                  </a:lnTo>
                  <a:lnTo>
                    <a:pt x="26310" y="1214"/>
                  </a:lnTo>
                  <a:lnTo>
                    <a:pt x="19657" y="2156"/>
                  </a:lnTo>
                  <a:lnTo>
                    <a:pt x="13047" y="3365"/>
                  </a:lnTo>
                  <a:lnTo>
                    <a:pt x="6491" y="4839"/>
                  </a:lnTo>
                  <a:lnTo>
                    <a:pt x="0" y="6574"/>
                  </a:lnTo>
                  <a:lnTo>
                    <a:pt x="464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7122" y="5405866"/>
              <a:ext cx="46421" cy="160592"/>
            </a:xfrm>
            <a:custGeom>
              <a:avLst/>
              <a:pathLst>
                <a:path w="46421" h="160592">
                  <a:moveTo>
                    <a:pt x="0" y="0"/>
                  </a:moveTo>
                  <a:lnTo>
                    <a:pt x="46421" y="1605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7122" y="5405866"/>
              <a:ext cx="46421" cy="160592"/>
            </a:xfrm>
            <a:custGeom>
              <a:avLst/>
              <a:pathLst>
                <a:path w="46421" h="160592">
                  <a:moveTo>
                    <a:pt x="0" y="0"/>
                  </a:moveTo>
                  <a:lnTo>
                    <a:pt x="46421" y="1605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7122" y="5405866"/>
              <a:ext cx="46421" cy="160592"/>
            </a:xfrm>
            <a:custGeom>
              <a:avLst/>
              <a:pathLst>
                <a:path w="46421" h="160592">
                  <a:moveTo>
                    <a:pt x="0" y="0"/>
                  </a:moveTo>
                  <a:lnTo>
                    <a:pt x="46421" y="1605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7122" y="5405866"/>
              <a:ext cx="46421" cy="160592"/>
            </a:xfrm>
            <a:custGeom>
              <a:avLst/>
              <a:pathLst>
                <a:path w="46421" h="160592">
                  <a:moveTo>
                    <a:pt x="0" y="0"/>
                  </a:moveTo>
                  <a:lnTo>
                    <a:pt x="46421" y="1605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7122" y="5405866"/>
              <a:ext cx="46421" cy="160592"/>
            </a:xfrm>
            <a:custGeom>
              <a:avLst/>
              <a:pathLst>
                <a:path w="46421" h="160592">
                  <a:moveTo>
                    <a:pt x="0" y="0"/>
                  </a:moveTo>
                  <a:lnTo>
                    <a:pt x="46421" y="1605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77" y="5405866"/>
              <a:ext cx="167166" cy="277861"/>
            </a:xfrm>
            <a:custGeom>
              <a:avLst/>
              <a:pathLst>
                <a:path w="167166" h="277861">
                  <a:moveTo>
                    <a:pt x="120745" y="0"/>
                  </a:moveTo>
                  <a:lnTo>
                    <a:pt x="115583" y="1582"/>
                  </a:lnTo>
                  <a:lnTo>
                    <a:pt x="110476" y="3331"/>
                  </a:lnTo>
                  <a:lnTo>
                    <a:pt x="105427" y="5243"/>
                  </a:lnTo>
                  <a:lnTo>
                    <a:pt x="100443" y="7318"/>
                  </a:lnTo>
                  <a:lnTo>
                    <a:pt x="95529" y="9552"/>
                  </a:lnTo>
                  <a:lnTo>
                    <a:pt x="90689" y="11944"/>
                  </a:lnTo>
                  <a:lnTo>
                    <a:pt x="85929" y="14491"/>
                  </a:lnTo>
                  <a:lnTo>
                    <a:pt x="81254" y="17190"/>
                  </a:lnTo>
                  <a:lnTo>
                    <a:pt x="76669" y="20039"/>
                  </a:lnTo>
                  <a:lnTo>
                    <a:pt x="72177" y="23035"/>
                  </a:lnTo>
                  <a:lnTo>
                    <a:pt x="67785" y="26174"/>
                  </a:lnTo>
                  <a:lnTo>
                    <a:pt x="63497" y="29453"/>
                  </a:lnTo>
                  <a:lnTo>
                    <a:pt x="59316" y="32869"/>
                  </a:lnTo>
                  <a:lnTo>
                    <a:pt x="55248" y="36418"/>
                  </a:lnTo>
                  <a:lnTo>
                    <a:pt x="51297" y="40096"/>
                  </a:lnTo>
                  <a:lnTo>
                    <a:pt x="47467" y="43901"/>
                  </a:lnTo>
                  <a:lnTo>
                    <a:pt x="43761" y="47827"/>
                  </a:lnTo>
                  <a:lnTo>
                    <a:pt x="40184" y="51870"/>
                  </a:lnTo>
                  <a:lnTo>
                    <a:pt x="36740" y="56027"/>
                  </a:lnTo>
                  <a:lnTo>
                    <a:pt x="33431" y="60293"/>
                  </a:lnTo>
                  <a:lnTo>
                    <a:pt x="30263" y="64664"/>
                  </a:lnTo>
                  <a:lnTo>
                    <a:pt x="27236" y="69134"/>
                  </a:lnTo>
                  <a:lnTo>
                    <a:pt x="24356" y="73700"/>
                  </a:lnTo>
                  <a:lnTo>
                    <a:pt x="21625" y="78357"/>
                  </a:lnTo>
                  <a:lnTo>
                    <a:pt x="19045" y="83099"/>
                  </a:lnTo>
                  <a:lnTo>
                    <a:pt x="16620" y="87923"/>
                  </a:lnTo>
                  <a:lnTo>
                    <a:pt x="14352" y="92822"/>
                  </a:lnTo>
                  <a:lnTo>
                    <a:pt x="12244" y="97791"/>
                  </a:lnTo>
                  <a:lnTo>
                    <a:pt x="10297" y="102826"/>
                  </a:lnTo>
                  <a:lnTo>
                    <a:pt x="8513" y="107922"/>
                  </a:lnTo>
                  <a:lnTo>
                    <a:pt x="6895" y="113072"/>
                  </a:lnTo>
                  <a:lnTo>
                    <a:pt x="5445" y="118272"/>
                  </a:lnTo>
                  <a:lnTo>
                    <a:pt x="4162" y="123516"/>
                  </a:lnTo>
                  <a:lnTo>
                    <a:pt x="3050" y="128799"/>
                  </a:lnTo>
                  <a:lnTo>
                    <a:pt x="2109" y="134115"/>
                  </a:lnTo>
                  <a:lnTo>
                    <a:pt x="1340" y="139458"/>
                  </a:lnTo>
                  <a:lnTo>
                    <a:pt x="744" y="144824"/>
                  </a:lnTo>
                  <a:lnTo>
                    <a:pt x="322" y="150206"/>
                  </a:lnTo>
                  <a:lnTo>
                    <a:pt x="74" y="155599"/>
                  </a:lnTo>
                  <a:lnTo>
                    <a:pt x="0" y="160997"/>
                  </a:lnTo>
                  <a:lnTo>
                    <a:pt x="100" y="166394"/>
                  </a:lnTo>
                  <a:lnTo>
                    <a:pt x="374" y="171786"/>
                  </a:lnTo>
                  <a:lnTo>
                    <a:pt x="823" y="177166"/>
                  </a:lnTo>
                  <a:lnTo>
                    <a:pt x="1445" y="182528"/>
                  </a:lnTo>
                  <a:lnTo>
                    <a:pt x="2239" y="187868"/>
                  </a:lnTo>
                  <a:lnTo>
                    <a:pt x="3206" y="193179"/>
                  </a:lnTo>
                  <a:lnTo>
                    <a:pt x="4344" y="198456"/>
                  </a:lnTo>
                  <a:lnTo>
                    <a:pt x="5651" y="203694"/>
                  </a:lnTo>
                  <a:lnTo>
                    <a:pt x="7127" y="208887"/>
                  </a:lnTo>
                  <a:lnTo>
                    <a:pt x="8770" y="214029"/>
                  </a:lnTo>
                  <a:lnTo>
                    <a:pt x="10578" y="219116"/>
                  </a:lnTo>
                  <a:lnTo>
                    <a:pt x="12550" y="224142"/>
                  </a:lnTo>
                  <a:lnTo>
                    <a:pt x="14682" y="229101"/>
                  </a:lnTo>
                  <a:lnTo>
                    <a:pt x="16974" y="233989"/>
                  </a:lnTo>
                  <a:lnTo>
                    <a:pt x="19422" y="238801"/>
                  </a:lnTo>
                  <a:lnTo>
                    <a:pt x="22025" y="243531"/>
                  </a:lnTo>
                  <a:lnTo>
                    <a:pt x="24778" y="248174"/>
                  </a:lnTo>
                  <a:lnTo>
                    <a:pt x="27681" y="252726"/>
                  </a:lnTo>
                  <a:lnTo>
                    <a:pt x="30728" y="257182"/>
                  </a:lnTo>
                  <a:lnTo>
                    <a:pt x="33918" y="261537"/>
                  </a:lnTo>
                  <a:lnTo>
                    <a:pt x="37247" y="265787"/>
                  </a:lnTo>
                  <a:lnTo>
                    <a:pt x="40712" y="269927"/>
                  </a:lnTo>
                  <a:lnTo>
                    <a:pt x="44308" y="273953"/>
                  </a:lnTo>
                  <a:lnTo>
                    <a:pt x="48033" y="277861"/>
                  </a:lnTo>
                  <a:lnTo>
                    <a:pt x="167166" y="1605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04410" y="5399291"/>
              <a:ext cx="286280" cy="334334"/>
            </a:xfrm>
            <a:custGeom>
              <a:avLst/>
              <a:pathLst>
                <a:path w="286280" h="334334">
                  <a:moveTo>
                    <a:pt x="0" y="284436"/>
                  </a:moveTo>
                  <a:lnTo>
                    <a:pt x="3780" y="288157"/>
                  </a:lnTo>
                  <a:lnTo>
                    <a:pt x="7677" y="291756"/>
                  </a:lnTo>
                  <a:lnTo>
                    <a:pt x="11686" y="295230"/>
                  </a:lnTo>
                  <a:lnTo>
                    <a:pt x="15803" y="298574"/>
                  </a:lnTo>
                  <a:lnTo>
                    <a:pt x="20024" y="301786"/>
                  </a:lnTo>
                  <a:lnTo>
                    <a:pt x="24345" y="304863"/>
                  </a:lnTo>
                  <a:lnTo>
                    <a:pt x="28762" y="307801"/>
                  </a:lnTo>
                  <a:lnTo>
                    <a:pt x="33269" y="310598"/>
                  </a:lnTo>
                  <a:lnTo>
                    <a:pt x="37863" y="313250"/>
                  </a:lnTo>
                  <a:lnTo>
                    <a:pt x="42539" y="315755"/>
                  </a:lnTo>
                  <a:lnTo>
                    <a:pt x="47292" y="318110"/>
                  </a:lnTo>
                  <a:lnTo>
                    <a:pt x="52117" y="320313"/>
                  </a:lnTo>
                  <a:lnTo>
                    <a:pt x="57010" y="322362"/>
                  </a:lnTo>
                  <a:lnTo>
                    <a:pt x="61965" y="324255"/>
                  </a:lnTo>
                  <a:lnTo>
                    <a:pt x="66978" y="325990"/>
                  </a:lnTo>
                  <a:lnTo>
                    <a:pt x="72043" y="327565"/>
                  </a:lnTo>
                  <a:lnTo>
                    <a:pt x="77156" y="328978"/>
                  </a:lnTo>
                  <a:lnTo>
                    <a:pt x="82311" y="330229"/>
                  </a:lnTo>
                  <a:lnTo>
                    <a:pt x="87503" y="331315"/>
                  </a:lnTo>
                  <a:lnTo>
                    <a:pt x="92727" y="332236"/>
                  </a:lnTo>
                  <a:lnTo>
                    <a:pt x="97978" y="332990"/>
                  </a:lnTo>
                  <a:lnTo>
                    <a:pt x="103249" y="333578"/>
                  </a:lnTo>
                  <a:lnTo>
                    <a:pt x="108537" y="333998"/>
                  </a:lnTo>
                  <a:lnTo>
                    <a:pt x="113836" y="334250"/>
                  </a:lnTo>
                  <a:lnTo>
                    <a:pt x="119140" y="334334"/>
                  </a:lnTo>
                  <a:lnTo>
                    <a:pt x="124443" y="334250"/>
                  </a:lnTo>
                  <a:lnTo>
                    <a:pt x="129742" y="333997"/>
                  </a:lnTo>
                  <a:lnTo>
                    <a:pt x="135030" y="333577"/>
                  </a:lnTo>
                  <a:lnTo>
                    <a:pt x="140301" y="332989"/>
                  </a:lnTo>
                  <a:lnTo>
                    <a:pt x="145552" y="332234"/>
                  </a:lnTo>
                  <a:lnTo>
                    <a:pt x="150776" y="331312"/>
                  </a:lnTo>
                  <a:lnTo>
                    <a:pt x="155968" y="330226"/>
                  </a:lnTo>
                  <a:lnTo>
                    <a:pt x="161123" y="328975"/>
                  </a:lnTo>
                  <a:lnTo>
                    <a:pt x="166235" y="327561"/>
                  </a:lnTo>
                  <a:lnTo>
                    <a:pt x="171300" y="325986"/>
                  </a:lnTo>
                  <a:lnTo>
                    <a:pt x="176313" y="324251"/>
                  </a:lnTo>
                  <a:lnTo>
                    <a:pt x="181268" y="322358"/>
                  </a:lnTo>
                  <a:lnTo>
                    <a:pt x="186161" y="320308"/>
                  </a:lnTo>
                  <a:lnTo>
                    <a:pt x="190986" y="318105"/>
                  </a:lnTo>
                  <a:lnTo>
                    <a:pt x="195739" y="315749"/>
                  </a:lnTo>
                  <a:lnTo>
                    <a:pt x="200414" y="313244"/>
                  </a:lnTo>
                  <a:lnTo>
                    <a:pt x="205008" y="310591"/>
                  </a:lnTo>
                  <a:lnTo>
                    <a:pt x="209515" y="307794"/>
                  </a:lnTo>
                  <a:lnTo>
                    <a:pt x="213931" y="304856"/>
                  </a:lnTo>
                  <a:lnTo>
                    <a:pt x="218252" y="301779"/>
                  </a:lnTo>
                  <a:lnTo>
                    <a:pt x="222473" y="298566"/>
                  </a:lnTo>
                  <a:lnTo>
                    <a:pt x="226590" y="295221"/>
                  </a:lnTo>
                  <a:lnTo>
                    <a:pt x="230599" y="291748"/>
                  </a:lnTo>
                  <a:lnTo>
                    <a:pt x="234495" y="288148"/>
                  </a:lnTo>
                  <a:lnTo>
                    <a:pt x="238276" y="284427"/>
                  </a:lnTo>
                  <a:lnTo>
                    <a:pt x="241936" y="280588"/>
                  </a:lnTo>
                  <a:lnTo>
                    <a:pt x="245473" y="276635"/>
                  </a:lnTo>
                  <a:lnTo>
                    <a:pt x="248883" y="272571"/>
                  </a:lnTo>
                  <a:lnTo>
                    <a:pt x="252161" y="268402"/>
                  </a:lnTo>
                  <a:lnTo>
                    <a:pt x="255306" y="264130"/>
                  </a:lnTo>
                  <a:lnTo>
                    <a:pt x="258314" y="259761"/>
                  </a:lnTo>
                  <a:lnTo>
                    <a:pt x="261182" y="255298"/>
                  </a:lnTo>
                  <a:lnTo>
                    <a:pt x="263907" y="250747"/>
                  </a:lnTo>
                  <a:lnTo>
                    <a:pt x="266485" y="246112"/>
                  </a:lnTo>
                  <a:lnTo>
                    <a:pt x="268916" y="241397"/>
                  </a:lnTo>
                  <a:lnTo>
                    <a:pt x="271196" y="236607"/>
                  </a:lnTo>
                  <a:lnTo>
                    <a:pt x="273322" y="231748"/>
                  </a:lnTo>
                  <a:lnTo>
                    <a:pt x="275294" y="226823"/>
                  </a:lnTo>
                  <a:lnTo>
                    <a:pt x="277108" y="221838"/>
                  </a:lnTo>
                  <a:lnTo>
                    <a:pt x="278763" y="216799"/>
                  </a:lnTo>
                  <a:lnTo>
                    <a:pt x="280257" y="211709"/>
                  </a:lnTo>
                  <a:lnTo>
                    <a:pt x="281589" y="206575"/>
                  </a:lnTo>
                  <a:lnTo>
                    <a:pt x="282758" y="201400"/>
                  </a:lnTo>
                  <a:lnTo>
                    <a:pt x="283762" y="196192"/>
                  </a:lnTo>
                  <a:lnTo>
                    <a:pt x="284600" y="190954"/>
                  </a:lnTo>
                  <a:lnTo>
                    <a:pt x="285271" y="185692"/>
                  </a:lnTo>
                  <a:lnTo>
                    <a:pt x="285775" y="180412"/>
                  </a:lnTo>
                  <a:lnTo>
                    <a:pt x="286111" y="175118"/>
                  </a:lnTo>
                  <a:lnTo>
                    <a:pt x="286280" y="169816"/>
                  </a:lnTo>
                  <a:lnTo>
                    <a:pt x="286280" y="164512"/>
                  </a:lnTo>
                  <a:lnTo>
                    <a:pt x="286111" y="159210"/>
                  </a:lnTo>
                  <a:lnTo>
                    <a:pt x="285775" y="153916"/>
                  </a:lnTo>
                  <a:lnTo>
                    <a:pt x="285270" y="148636"/>
                  </a:lnTo>
                  <a:lnTo>
                    <a:pt x="284599" y="143374"/>
                  </a:lnTo>
                  <a:lnTo>
                    <a:pt x="283761" y="138136"/>
                  </a:lnTo>
                  <a:lnTo>
                    <a:pt x="282757" y="132927"/>
                  </a:lnTo>
                  <a:lnTo>
                    <a:pt x="281588" y="127753"/>
                  </a:lnTo>
                  <a:lnTo>
                    <a:pt x="280256" y="122619"/>
                  </a:lnTo>
                  <a:lnTo>
                    <a:pt x="278761" y="117529"/>
                  </a:lnTo>
                  <a:lnTo>
                    <a:pt x="277106" y="112489"/>
                  </a:lnTo>
                  <a:lnTo>
                    <a:pt x="275291" y="107505"/>
                  </a:lnTo>
                  <a:lnTo>
                    <a:pt x="273320" y="102580"/>
                  </a:lnTo>
                  <a:lnTo>
                    <a:pt x="271193" y="97721"/>
                  </a:lnTo>
                  <a:lnTo>
                    <a:pt x="268913" y="92931"/>
                  </a:lnTo>
                  <a:lnTo>
                    <a:pt x="266483" y="88217"/>
                  </a:lnTo>
                  <a:lnTo>
                    <a:pt x="263903" y="83581"/>
                  </a:lnTo>
                  <a:lnTo>
                    <a:pt x="261179" y="79030"/>
                  </a:lnTo>
                  <a:lnTo>
                    <a:pt x="258311" y="74568"/>
                  </a:lnTo>
                  <a:lnTo>
                    <a:pt x="255303" y="70199"/>
                  </a:lnTo>
                  <a:lnTo>
                    <a:pt x="252158" y="65927"/>
                  </a:lnTo>
                  <a:lnTo>
                    <a:pt x="248879" y="61758"/>
                  </a:lnTo>
                  <a:lnTo>
                    <a:pt x="245469" y="57694"/>
                  </a:lnTo>
                  <a:lnTo>
                    <a:pt x="241932" y="53741"/>
                  </a:lnTo>
                  <a:lnTo>
                    <a:pt x="238271" y="49902"/>
                  </a:lnTo>
                  <a:lnTo>
                    <a:pt x="234491" y="46181"/>
                  </a:lnTo>
                  <a:lnTo>
                    <a:pt x="230594" y="42582"/>
                  </a:lnTo>
                  <a:lnTo>
                    <a:pt x="226585" y="39108"/>
                  </a:lnTo>
                  <a:lnTo>
                    <a:pt x="222468" y="35764"/>
                  </a:lnTo>
                  <a:lnTo>
                    <a:pt x="218247" y="32551"/>
                  </a:lnTo>
                  <a:lnTo>
                    <a:pt x="213926" y="29474"/>
                  </a:lnTo>
                  <a:lnTo>
                    <a:pt x="209510" y="26536"/>
                  </a:lnTo>
                  <a:lnTo>
                    <a:pt x="205002" y="23739"/>
                  </a:lnTo>
                  <a:lnTo>
                    <a:pt x="200409" y="21087"/>
                  </a:lnTo>
                  <a:lnTo>
                    <a:pt x="195733" y="18582"/>
                  </a:lnTo>
                  <a:lnTo>
                    <a:pt x="190980" y="16227"/>
                  </a:lnTo>
                  <a:lnTo>
                    <a:pt x="186155" y="14023"/>
                  </a:lnTo>
                  <a:lnTo>
                    <a:pt x="181262" y="11974"/>
                  </a:lnTo>
                  <a:lnTo>
                    <a:pt x="176307" y="10081"/>
                  </a:lnTo>
                  <a:lnTo>
                    <a:pt x="171294" y="8346"/>
                  </a:lnTo>
                  <a:lnTo>
                    <a:pt x="166229" y="6771"/>
                  </a:lnTo>
                  <a:lnTo>
                    <a:pt x="161117" y="5357"/>
                  </a:lnTo>
                  <a:lnTo>
                    <a:pt x="155962" y="4107"/>
                  </a:lnTo>
                  <a:lnTo>
                    <a:pt x="150770" y="3020"/>
                  </a:lnTo>
                  <a:lnTo>
                    <a:pt x="145546" y="2099"/>
                  </a:lnTo>
                  <a:lnTo>
                    <a:pt x="140295" y="1344"/>
                  </a:lnTo>
                  <a:lnTo>
                    <a:pt x="135023" y="756"/>
                  </a:lnTo>
                  <a:lnTo>
                    <a:pt x="129736" y="336"/>
                  </a:lnTo>
                  <a:lnTo>
                    <a:pt x="124437" y="84"/>
                  </a:lnTo>
                  <a:lnTo>
                    <a:pt x="119133" y="0"/>
                  </a:lnTo>
                  <a:lnTo>
                    <a:pt x="1191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18971" y="5269756"/>
              <a:ext cx="26286" cy="167167"/>
            </a:xfrm>
            <a:custGeom>
              <a:avLst/>
              <a:pathLst>
                <a:path w="26286" h="167167">
                  <a:moveTo>
                    <a:pt x="26286" y="0"/>
                  </a:moveTo>
                  <a:lnTo>
                    <a:pt x="19689" y="130"/>
                  </a:lnTo>
                  <a:lnTo>
                    <a:pt x="13102" y="520"/>
                  </a:lnTo>
                  <a:lnTo>
                    <a:pt x="6535" y="1170"/>
                  </a:lnTo>
                  <a:lnTo>
                    <a:pt x="0" y="2079"/>
                  </a:lnTo>
                  <a:lnTo>
                    <a:pt x="2628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18971" y="5271835"/>
              <a:ext cx="26286" cy="165087"/>
            </a:xfrm>
            <a:custGeom>
              <a:avLst/>
              <a:pathLst>
                <a:path w="26286" h="165087">
                  <a:moveTo>
                    <a:pt x="0" y="0"/>
                  </a:moveTo>
                  <a:lnTo>
                    <a:pt x="26286" y="165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18971" y="5271835"/>
              <a:ext cx="26286" cy="165087"/>
            </a:xfrm>
            <a:custGeom>
              <a:avLst/>
              <a:pathLst>
                <a:path w="26286" h="165087">
                  <a:moveTo>
                    <a:pt x="0" y="0"/>
                  </a:moveTo>
                  <a:lnTo>
                    <a:pt x="26286" y="165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18971" y="5271835"/>
              <a:ext cx="26286" cy="165087"/>
            </a:xfrm>
            <a:custGeom>
              <a:avLst/>
              <a:pathLst>
                <a:path w="26286" h="165087">
                  <a:moveTo>
                    <a:pt x="0" y="0"/>
                  </a:moveTo>
                  <a:lnTo>
                    <a:pt x="26286" y="165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18971" y="5271835"/>
              <a:ext cx="26286" cy="165087"/>
            </a:xfrm>
            <a:custGeom>
              <a:avLst/>
              <a:pathLst>
                <a:path w="26286" h="165087">
                  <a:moveTo>
                    <a:pt x="0" y="0"/>
                  </a:moveTo>
                  <a:lnTo>
                    <a:pt x="26286" y="165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9122" y="5271835"/>
              <a:ext cx="166136" cy="165087"/>
            </a:xfrm>
            <a:custGeom>
              <a:avLst/>
              <a:pathLst>
                <a:path w="166136" h="165087">
                  <a:moveTo>
                    <a:pt x="139849" y="0"/>
                  </a:moveTo>
                  <a:lnTo>
                    <a:pt x="134491" y="942"/>
                  </a:lnTo>
                  <a:lnTo>
                    <a:pt x="129167" y="2059"/>
                  </a:lnTo>
                  <a:lnTo>
                    <a:pt x="123882" y="3348"/>
                  </a:lnTo>
                  <a:lnTo>
                    <a:pt x="118641" y="4809"/>
                  </a:lnTo>
                  <a:lnTo>
                    <a:pt x="113451" y="6439"/>
                  </a:lnTo>
                  <a:lnTo>
                    <a:pt x="108317" y="8237"/>
                  </a:lnTo>
                  <a:lnTo>
                    <a:pt x="103244" y="10202"/>
                  </a:lnTo>
                  <a:lnTo>
                    <a:pt x="98238" y="12330"/>
                  </a:lnTo>
                  <a:lnTo>
                    <a:pt x="93303" y="14620"/>
                  </a:lnTo>
                  <a:lnTo>
                    <a:pt x="88446" y="17070"/>
                  </a:lnTo>
                  <a:lnTo>
                    <a:pt x="83671" y="19676"/>
                  </a:lnTo>
                  <a:lnTo>
                    <a:pt x="78983" y="22436"/>
                  </a:lnTo>
                  <a:lnTo>
                    <a:pt x="74387" y="25348"/>
                  </a:lnTo>
                  <a:lnTo>
                    <a:pt x="69889" y="28407"/>
                  </a:lnTo>
                  <a:lnTo>
                    <a:pt x="65493" y="31611"/>
                  </a:lnTo>
                  <a:lnTo>
                    <a:pt x="61203" y="34957"/>
                  </a:lnTo>
                  <a:lnTo>
                    <a:pt x="57024" y="38440"/>
                  </a:lnTo>
                  <a:lnTo>
                    <a:pt x="52961" y="42057"/>
                  </a:lnTo>
                  <a:lnTo>
                    <a:pt x="49018" y="45805"/>
                  </a:lnTo>
                  <a:lnTo>
                    <a:pt x="45198" y="49679"/>
                  </a:lnTo>
                  <a:lnTo>
                    <a:pt x="41507" y="53675"/>
                  </a:lnTo>
                  <a:lnTo>
                    <a:pt x="37948" y="57789"/>
                  </a:lnTo>
                  <a:lnTo>
                    <a:pt x="34525" y="62017"/>
                  </a:lnTo>
                  <a:lnTo>
                    <a:pt x="31241" y="66354"/>
                  </a:lnTo>
                  <a:lnTo>
                    <a:pt x="28099" y="70796"/>
                  </a:lnTo>
                  <a:lnTo>
                    <a:pt x="25104" y="75337"/>
                  </a:lnTo>
                  <a:lnTo>
                    <a:pt x="22259" y="79974"/>
                  </a:lnTo>
                  <a:lnTo>
                    <a:pt x="19565" y="84700"/>
                  </a:lnTo>
                  <a:lnTo>
                    <a:pt x="17027" y="89512"/>
                  </a:lnTo>
                  <a:lnTo>
                    <a:pt x="14647" y="94404"/>
                  </a:lnTo>
                  <a:lnTo>
                    <a:pt x="12428" y="99370"/>
                  </a:lnTo>
                  <a:lnTo>
                    <a:pt x="10371" y="104407"/>
                  </a:lnTo>
                  <a:lnTo>
                    <a:pt x="8479" y="109507"/>
                  </a:lnTo>
                  <a:lnTo>
                    <a:pt x="6754" y="114666"/>
                  </a:lnTo>
                  <a:lnTo>
                    <a:pt x="5197" y="119879"/>
                  </a:lnTo>
                  <a:lnTo>
                    <a:pt x="3812" y="125140"/>
                  </a:lnTo>
                  <a:lnTo>
                    <a:pt x="2598" y="130443"/>
                  </a:lnTo>
                  <a:lnTo>
                    <a:pt x="1557" y="135782"/>
                  </a:lnTo>
                  <a:lnTo>
                    <a:pt x="691" y="141153"/>
                  </a:lnTo>
                  <a:lnTo>
                    <a:pt x="0" y="146549"/>
                  </a:lnTo>
                  <a:lnTo>
                    <a:pt x="166136" y="165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112" y="5269756"/>
              <a:ext cx="334292" cy="334334"/>
            </a:xfrm>
            <a:custGeom>
              <a:avLst/>
              <a:pathLst>
                <a:path w="334292" h="334334">
                  <a:moveTo>
                    <a:pt x="1010" y="148629"/>
                  </a:moveTo>
                  <a:lnTo>
                    <a:pt x="505" y="153909"/>
                  </a:lnTo>
                  <a:lnTo>
                    <a:pt x="168" y="159203"/>
                  </a:lnTo>
                  <a:lnTo>
                    <a:pt x="0" y="164505"/>
                  </a:lnTo>
                  <a:lnTo>
                    <a:pt x="0" y="169810"/>
                  </a:lnTo>
                  <a:lnTo>
                    <a:pt x="168" y="175112"/>
                  </a:lnTo>
                  <a:lnTo>
                    <a:pt x="504" y="180406"/>
                  </a:lnTo>
                  <a:lnTo>
                    <a:pt x="1008" y="185686"/>
                  </a:lnTo>
                  <a:lnTo>
                    <a:pt x="1679" y="190948"/>
                  </a:lnTo>
                  <a:lnTo>
                    <a:pt x="2517" y="196186"/>
                  </a:lnTo>
                  <a:lnTo>
                    <a:pt x="3520" y="201395"/>
                  </a:lnTo>
                  <a:lnTo>
                    <a:pt x="4689" y="206569"/>
                  </a:lnTo>
                  <a:lnTo>
                    <a:pt x="6021" y="211704"/>
                  </a:lnTo>
                  <a:lnTo>
                    <a:pt x="7515" y="216794"/>
                  </a:lnTo>
                  <a:lnTo>
                    <a:pt x="9170" y="221834"/>
                  </a:lnTo>
                  <a:lnTo>
                    <a:pt x="10984" y="226819"/>
                  </a:lnTo>
                  <a:lnTo>
                    <a:pt x="12955" y="231743"/>
                  </a:lnTo>
                  <a:lnTo>
                    <a:pt x="15082" y="236603"/>
                  </a:lnTo>
                  <a:lnTo>
                    <a:pt x="17361" y="241393"/>
                  </a:lnTo>
                  <a:lnTo>
                    <a:pt x="19792" y="246108"/>
                  </a:lnTo>
                  <a:lnTo>
                    <a:pt x="22371" y="250743"/>
                  </a:lnTo>
                  <a:lnTo>
                    <a:pt x="25095" y="255295"/>
                  </a:lnTo>
                  <a:lnTo>
                    <a:pt x="27963" y="259757"/>
                  </a:lnTo>
                  <a:lnTo>
                    <a:pt x="30971" y="264127"/>
                  </a:lnTo>
                  <a:lnTo>
                    <a:pt x="34116" y="268399"/>
                  </a:lnTo>
                  <a:lnTo>
                    <a:pt x="37395" y="272569"/>
                  </a:lnTo>
                  <a:lnTo>
                    <a:pt x="40804" y="276632"/>
                  </a:lnTo>
                  <a:lnTo>
                    <a:pt x="44341" y="280586"/>
                  </a:lnTo>
                  <a:lnTo>
                    <a:pt x="48001" y="284425"/>
                  </a:lnTo>
                  <a:lnTo>
                    <a:pt x="51782" y="288146"/>
                  </a:lnTo>
                  <a:lnTo>
                    <a:pt x="55678" y="291746"/>
                  </a:lnTo>
                  <a:lnTo>
                    <a:pt x="59687" y="295220"/>
                  </a:lnTo>
                  <a:lnTo>
                    <a:pt x="63804" y="298565"/>
                  </a:lnTo>
                  <a:lnTo>
                    <a:pt x="68025" y="301777"/>
                  </a:lnTo>
                  <a:lnTo>
                    <a:pt x="72346" y="304855"/>
                  </a:lnTo>
                  <a:lnTo>
                    <a:pt x="76762" y="307793"/>
                  </a:lnTo>
                  <a:lnTo>
                    <a:pt x="81270" y="310590"/>
                  </a:lnTo>
                  <a:lnTo>
                    <a:pt x="85863" y="313243"/>
                  </a:lnTo>
                  <a:lnTo>
                    <a:pt x="90539" y="315748"/>
                  </a:lnTo>
                  <a:lnTo>
                    <a:pt x="95292" y="318104"/>
                  </a:lnTo>
                  <a:lnTo>
                    <a:pt x="100117" y="320308"/>
                  </a:lnTo>
                  <a:lnTo>
                    <a:pt x="105010" y="322357"/>
                  </a:lnTo>
                  <a:lnTo>
                    <a:pt x="109965" y="324251"/>
                  </a:lnTo>
                  <a:lnTo>
                    <a:pt x="114978" y="325986"/>
                  </a:lnTo>
                  <a:lnTo>
                    <a:pt x="120043" y="327561"/>
                  </a:lnTo>
                  <a:lnTo>
                    <a:pt x="125156" y="328975"/>
                  </a:lnTo>
                  <a:lnTo>
                    <a:pt x="130311" y="330226"/>
                  </a:lnTo>
                  <a:lnTo>
                    <a:pt x="135503" y="331312"/>
                  </a:lnTo>
                  <a:lnTo>
                    <a:pt x="140727" y="332234"/>
                  </a:lnTo>
                  <a:lnTo>
                    <a:pt x="145977" y="332989"/>
                  </a:lnTo>
                  <a:lnTo>
                    <a:pt x="151249" y="333577"/>
                  </a:lnTo>
                  <a:lnTo>
                    <a:pt x="156537" y="333997"/>
                  </a:lnTo>
                  <a:lnTo>
                    <a:pt x="161836" y="334250"/>
                  </a:lnTo>
                  <a:lnTo>
                    <a:pt x="167140" y="334334"/>
                  </a:lnTo>
                  <a:lnTo>
                    <a:pt x="172444" y="334250"/>
                  </a:lnTo>
                  <a:lnTo>
                    <a:pt x="177742" y="333998"/>
                  </a:lnTo>
                  <a:lnTo>
                    <a:pt x="183030" y="333578"/>
                  </a:lnTo>
                  <a:lnTo>
                    <a:pt x="188302" y="332990"/>
                  </a:lnTo>
                  <a:lnTo>
                    <a:pt x="193553" y="332236"/>
                  </a:lnTo>
                  <a:lnTo>
                    <a:pt x="198777" y="331315"/>
                  </a:lnTo>
                  <a:lnTo>
                    <a:pt x="203969" y="330228"/>
                  </a:lnTo>
                  <a:lnTo>
                    <a:pt x="209124" y="328978"/>
                  </a:lnTo>
                  <a:lnTo>
                    <a:pt x="214237" y="327565"/>
                  </a:lnTo>
                  <a:lnTo>
                    <a:pt x="219302" y="325990"/>
                  </a:lnTo>
                  <a:lnTo>
                    <a:pt x="224315" y="324255"/>
                  </a:lnTo>
                  <a:lnTo>
                    <a:pt x="229271" y="322362"/>
                  </a:lnTo>
                  <a:lnTo>
                    <a:pt x="234164" y="320313"/>
                  </a:lnTo>
                  <a:lnTo>
                    <a:pt x="238989" y="318109"/>
                  </a:lnTo>
                  <a:lnTo>
                    <a:pt x="243742" y="315754"/>
                  </a:lnTo>
                  <a:lnTo>
                    <a:pt x="248418" y="313249"/>
                  </a:lnTo>
                  <a:lnTo>
                    <a:pt x="253012" y="310597"/>
                  </a:lnTo>
                  <a:lnTo>
                    <a:pt x="257519" y="307800"/>
                  </a:lnTo>
                  <a:lnTo>
                    <a:pt x="261936" y="304862"/>
                  </a:lnTo>
                  <a:lnTo>
                    <a:pt x="266257" y="301785"/>
                  </a:lnTo>
                  <a:lnTo>
                    <a:pt x="270478" y="298572"/>
                  </a:lnTo>
                  <a:lnTo>
                    <a:pt x="274595" y="295228"/>
                  </a:lnTo>
                  <a:lnTo>
                    <a:pt x="278605" y="291754"/>
                  </a:lnTo>
                  <a:lnTo>
                    <a:pt x="282501" y="288155"/>
                  </a:lnTo>
                  <a:lnTo>
                    <a:pt x="286282" y="284434"/>
                  </a:lnTo>
                  <a:lnTo>
                    <a:pt x="289943" y="280595"/>
                  </a:lnTo>
                  <a:lnTo>
                    <a:pt x="293480" y="276642"/>
                  </a:lnTo>
                  <a:lnTo>
                    <a:pt x="296890" y="272578"/>
                  </a:lnTo>
                  <a:lnTo>
                    <a:pt x="300169" y="268409"/>
                  </a:lnTo>
                  <a:lnTo>
                    <a:pt x="303314" y="264137"/>
                  </a:lnTo>
                  <a:lnTo>
                    <a:pt x="306322" y="259768"/>
                  </a:lnTo>
                  <a:lnTo>
                    <a:pt x="309190" y="255306"/>
                  </a:lnTo>
                  <a:lnTo>
                    <a:pt x="311915" y="250754"/>
                  </a:lnTo>
                  <a:lnTo>
                    <a:pt x="314494" y="246119"/>
                  </a:lnTo>
                  <a:lnTo>
                    <a:pt x="316925" y="241404"/>
                  </a:lnTo>
                  <a:lnTo>
                    <a:pt x="319205" y="236614"/>
                  </a:lnTo>
                  <a:lnTo>
                    <a:pt x="321332" y="231755"/>
                  </a:lnTo>
                  <a:lnTo>
                    <a:pt x="323304" y="226830"/>
                  </a:lnTo>
                  <a:lnTo>
                    <a:pt x="325118" y="221846"/>
                  </a:lnTo>
                  <a:lnTo>
                    <a:pt x="326773" y="216806"/>
                  </a:lnTo>
                  <a:lnTo>
                    <a:pt x="328268" y="211716"/>
                  </a:lnTo>
                  <a:lnTo>
                    <a:pt x="329600" y="206582"/>
                  </a:lnTo>
                  <a:lnTo>
                    <a:pt x="330769" y="201407"/>
                  </a:lnTo>
                  <a:lnTo>
                    <a:pt x="331773" y="196199"/>
                  </a:lnTo>
                  <a:lnTo>
                    <a:pt x="332611" y="190961"/>
                  </a:lnTo>
                  <a:lnTo>
                    <a:pt x="333283" y="185699"/>
                  </a:lnTo>
                  <a:lnTo>
                    <a:pt x="333787" y="180418"/>
                  </a:lnTo>
                  <a:lnTo>
                    <a:pt x="334124" y="175124"/>
                  </a:lnTo>
                  <a:lnTo>
                    <a:pt x="334292" y="169822"/>
                  </a:lnTo>
                  <a:lnTo>
                    <a:pt x="334292" y="164518"/>
                  </a:lnTo>
                  <a:lnTo>
                    <a:pt x="334124" y="159216"/>
                  </a:lnTo>
                  <a:lnTo>
                    <a:pt x="333788" y="153922"/>
                  </a:lnTo>
                  <a:lnTo>
                    <a:pt x="333284" y="148641"/>
                  </a:lnTo>
                  <a:lnTo>
                    <a:pt x="332612" y="143379"/>
                  </a:lnTo>
                  <a:lnTo>
                    <a:pt x="331774" y="138141"/>
                  </a:lnTo>
                  <a:lnTo>
                    <a:pt x="330771" y="132933"/>
                  </a:lnTo>
                  <a:lnTo>
                    <a:pt x="329602" y="127758"/>
                  </a:lnTo>
                  <a:lnTo>
                    <a:pt x="328270" y="122624"/>
                  </a:lnTo>
                  <a:lnTo>
                    <a:pt x="326775" y="117534"/>
                  </a:lnTo>
                  <a:lnTo>
                    <a:pt x="325120" y="112494"/>
                  </a:lnTo>
                  <a:lnTo>
                    <a:pt x="323306" y="107509"/>
                  </a:lnTo>
                  <a:lnTo>
                    <a:pt x="321335" y="102585"/>
                  </a:lnTo>
                  <a:lnTo>
                    <a:pt x="319208" y="97725"/>
                  </a:lnTo>
                  <a:lnTo>
                    <a:pt x="316928" y="92935"/>
                  </a:lnTo>
                  <a:lnTo>
                    <a:pt x="314497" y="88221"/>
                  </a:lnTo>
                  <a:lnTo>
                    <a:pt x="311918" y="83585"/>
                  </a:lnTo>
                  <a:lnTo>
                    <a:pt x="309194" y="79034"/>
                  </a:lnTo>
                  <a:lnTo>
                    <a:pt x="306326" y="74571"/>
                  </a:lnTo>
                  <a:lnTo>
                    <a:pt x="303318" y="70202"/>
                  </a:lnTo>
                  <a:lnTo>
                    <a:pt x="300173" y="65930"/>
                  </a:lnTo>
                  <a:lnTo>
                    <a:pt x="296894" y="61760"/>
                  </a:lnTo>
                  <a:lnTo>
                    <a:pt x="293484" y="57697"/>
                  </a:lnTo>
                  <a:lnTo>
                    <a:pt x="289947" y="53743"/>
                  </a:lnTo>
                  <a:lnTo>
                    <a:pt x="286286" y="49904"/>
                  </a:lnTo>
                  <a:lnTo>
                    <a:pt x="282506" y="46183"/>
                  </a:lnTo>
                  <a:lnTo>
                    <a:pt x="278609" y="42584"/>
                  </a:lnTo>
                  <a:lnTo>
                    <a:pt x="274600" y="39110"/>
                  </a:lnTo>
                  <a:lnTo>
                    <a:pt x="270483" y="35765"/>
                  </a:lnTo>
                  <a:lnTo>
                    <a:pt x="266262" y="32553"/>
                  </a:lnTo>
                  <a:lnTo>
                    <a:pt x="261941" y="29476"/>
                  </a:lnTo>
                  <a:lnTo>
                    <a:pt x="257525" y="26537"/>
                  </a:lnTo>
                  <a:lnTo>
                    <a:pt x="253017" y="23741"/>
                  </a:lnTo>
                  <a:lnTo>
                    <a:pt x="248423" y="21088"/>
                  </a:lnTo>
                  <a:lnTo>
                    <a:pt x="243747" y="18583"/>
                  </a:lnTo>
                  <a:lnTo>
                    <a:pt x="238995" y="16227"/>
                  </a:lnTo>
                  <a:lnTo>
                    <a:pt x="234169" y="14024"/>
                  </a:lnTo>
                  <a:lnTo>
                    <a:pt x="229277" y="11974"/>
                  </a:lnTo>
                  <a:lnTo>
                    <a:pt x="224321" y="10081"/>
                  </a:lnTo>
                  <a:lnTo>
                    <a:pt x="219308" y="8346"/>
                  </a:lnTo>
                  <a:lnTo>
                    <a:pt x="214243" y="6771"/>
                  </a:lnTo>
                  <a:lnTo>
                    <a:pt x="209130" y="5358"/>
                  </a:lnTo>
                  <a:lnTo>
                    <a:pt x="203975" y="4107"/>
                  </a:lnTo>
                  <a:lnTo>
                    <a:pt x="198783" y="3021"/>
                  </a:lnTo>
                  <a:lnTo>
                    <a:pt x="193559" y="2099"/>
                  </a:lnTo>
                  <a:lnTo>
                    <a:pt x="188308" y="1344"/>
                  </a:lnTo>
                  <a:lnTo>
                    <a:pt x="183037" y="756"/>
                  </a:lnTo>
                  <a:lnTo>
                    <a:pt x="177749" y="336"/>
                  </a:lnTo>
                  <a:lnTo>
                    <a:pt x="172450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1012" y="5018213"/>
              <a:ext cx="20026" cy="167167"/>
            </a:xfrm>
            <a:custGeom>
              <a:avLst/>
              <a:pathLst>
                <a:path w="20026" h="167167">
                  <a:moveTo>
                    <a:pt x="20026" y="0"/>
                  </a:moveTo>
                  <a:lnTo>
                    <a:pt x="9995" y="301"/>
                  </a:lnTo>
                  <a:lnTo>
                    <a:pt x="0" y="1203"/>
                  </a:lnTo>
                  <a:lnTo>
                    <a:pt x="2002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1012" y="5019417"/>
              <a:ext cx="20026" cy="165963"/>
            </a:xfrm>
            <a:custGeom>
              <a:avLst/>
              <a:pathLst>
                <a:path w="20026" h="165963">
                  <a:moveTo>
                    <a:pt x="0" y="0"/>
                  </a:moveTo>
                  <a:lnTo>
                    <a:pt x="20026" y="165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01012" y="5019417"/>
              <a:ext cx="20026" cy="165963"/>
            </a:xfrm>
            <a:custGeom>
              <a:avLst/>
              <a:pathLst>
                <a:path w="20026" h="165963">
                  <a:moveTo>
                    <a:pt x="0" y="0"/>
                  </a:moveTo>
                  <a:lnTo>
                    <a:pt x="20026" y="1659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01012" y="5019417"/>
              <a:ext cx="20026" cy="165963"/>
            </a:xfrm>
            <a:custGeom>
              <a:avLst/>
              <a:pathLst>
                <a:path w="20026" h="165963">
                  <a:moveTo>
                    <a:pt x="0" y="0"/>
                  </a:moveTo>
                  <a:lnTo>
                    <a:pt x="20026" y="1659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84323" y="5019417"/>
              <a:ext cx="136715" cy="165963"/>
            </a:xfrm>
            <a:custGeom>
              <a:avLst/>
              <a:pathLst>
                <a:path w="136715" h="165963">
                  <a:moveTo>
                    <a:pt x="116689" y="0"/>
                  </a:moveTo>
                  <a:lnTo>
                    <a:pt x="111141" y="763"/>
                  </a:lnTo>
                  <a:lnTo>
                    <a:pt x="105622" y="1713"/>
                  </a:lnTo>
                  <a:lnTo>
                    <a:pt x="100138" y="2846"/>
                  </a:lnTo>
                  <a:lnTo>
                    <a:pt x="94694" y="4163"/>
                  </a:lnTo>
                  <a:lnTo>
                    <a:pt x="89298" y="5661"/>
                  </a:lnTo>
                  <a:lnTo>
                    <a:pt x="83955" y="7340"/>
                  </a:lnTo>
                  <a:lnTo>
                    <a:pt x="78672" y="9196"/>
                  </a:lnTo>
                  <a:lnTo>
                    <a:pt x="73453" y="11228"/>
                  </a:lnTo>
                  <a:lnTo>
                    <a:pt x="68306" y="13434"/>
                  </a:lnTo>
                  <a:lnTo>
                    <a:pt x="63235" y="15811"/>
                  </a:lnTo>
                  <a:lnTo>
                    <a:pt x="58247" y="18357"/>
                  </a:lnTo>
                  <a:lnTo>
                    <a:pt x="53347" y="21068"/>
                  </a:lnTo>
                  <a:lnTo>
                    <a:pt x="48540" y="23942"/>
                  </a:lnTo>
                  <a:lnTo>
                    <a:pt x="43832" y="26975"/>
                  </a:lnTo>
                  <a:lnTo>
                    <a:pt x="39229" y="30164"/>
                  </a:lnTo>
                  <a:lnTo>
                    <a:pt x="34735" y="33506"/>
                  </a:lnTo>
                  <a:lnTo>
                    <a:pt x="30355" y="36996"/>
                  </a:lnTo>
                  <a:lnTo>
                    <a:pt x="26095" y="40631"/>
                  </a:lnTo>
                  <a:lnTo>
                    <a:pt x="21959" y="44406"/>
                  </a:lnTo>
                  <a:lnTo>
                    <a:pt x="17952" y="48318"/>
                  </a:lnTo>
                  <a:lnTo>
                    <a:pt x="14078" y="52363"/>
                  </a:lnTo>
                  <a:lnTo>
                    <a:pt x="10342" y="56534"/>
                  </a:lnTo>
                  <a:lnTo>
                    <a:pt x="6747" y="60829"/>
                  </a:lnTo>
                  <a:lnTo>
                    <a:pt x="3298" y="65241"/>
                  </a:lnTo>
                  <a:lnTo>
                    <a:pt x="0" y="69766"/>
                  </a:lnTo>
                  <a:lnTo>
                    <a:pt x="136715" y="1659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81" y="5018213"/>
              <a:ext cx="334308" cy="334333"/>
            </a:xfrm>
            <a:custGeom>
              <a:avLst/>
              <a:pathLst>
                <a:path w="334308" h="334333">
                  <a:moveTo>
                    <a:pt x="30441" y="70970"/>
                  </a:moveTo>
                  <a:lnTo>
                    <a:pt x="27461" y="75352"/>
                  </a:lnTo>
                  <a:lnTo>
                    <a:pt x="24621" y="79825"/>
                  </a:lnTo>
                  <a:lnTo>
                    <a:pt x="21925" y="84387"/>
                  </a:lnTo>
                  <a:lnTo>
                    <a:pt x="19374" y="89032"/>
                  </a:lnTo>
                  <a:lnTo>
                    <a:pt x="16972" y="93755"/>
                  </a:lnTo>
                  <a:lnTo>
                    <a:pt x="14721" y="98552"/>
                  </a:lnTo>
                  <a:lnTo>
                    <a:pt x="12622" y="103417"/>
                  </a:lnTo>
                  <a:lnTo>
                    <a:pt x="10680" y="108347"/>
                  </a:lnTo>
                  <a:lnTo>
                    <a:pt x="8894" y="113336"/>
                  </a:lnTo>
                  <a:lnTo>
                    <a:pt x="7267" y="118379"/>
                  </a:lnTo>
                  <a:lnTo>
                    <a:pt x="5801" y="123472"/>
                  </a:lnTo>
                  <a:lnTo>
                    <a:pt x="4498" y="128608"/>
                  </a:lnTo>
                  <a:lnTo>
                    <a:pt x="3357" y="133782"/>
                  </a:lnTo>
                  <a:lnTo>
                    <a:pt x="2381" y="138991"/>
                  </a:lnTo>
                  <a:lnTo>
                    <a:pt x="1571" y="144227"/>
                  </a:lnTo>
                  <a:lnTo>
                    <a:pt x="927" y="149487"/>
                  </a:lnTo>
                  <a:lnTo>
                    <a:pt x="450" y="154764"/>
                  </a:lnTo>
                  <a:lnTo>
                    <a:pt x="141" y="160054"/>
                  </a:lnTo>
                  <a:lnTo>
                    <a:pt x="0" y="165351"/>
                  </a:lnTo>
                  <a:lnTo>
                    <a:pt x="26" y="170650"/>
                  </a:lnTo>
                  <a:lnTo>
                    <a:pt x="220" y="175945"/>
                  </a:lnTo>
                  <a:lnTo>
                    <a:pt x="582" y="181232"/>
                  </a:lnTo>
                  <a:lnTo>
                    <a:pt x="1112" y="186504"/>
                  </a:lnTo>
                  <a:lnTo>
                    <a:pt x="1808" y="191757"/>
                  </a:lnTo>
                  <a:lnTo>
                    <a:pt x="2671" y="196986"/>
                  </a:lnTo>
                  <a:lnTo>
                    <a:pt x="3698" y="202184"/>
                  </a:lnTo>
                  <a:lnTo>
                    <a:pt x="4890" y="207347"/>
                  </a:lnTo>
                  <a:lnTo>
                    <a:pt x="6245" y="212470"/>
                  </a:lnTo>
                  <a:lnTo>
                    <a:pt x="7762" y="217547"/>
                  </a:lnTo>
                  <a:lnTo>
                    <a:pt x="9439" y="222574"/>
                  </a:lnTo>
                  <a:lnTo>
                    <a:pt x="11274" y="227545"/>
                  </a:lnTo>
                  <a:lnTo>
                    <a:pt x="13266" y="232455"/>
                  </a:lnTo>
                  <a:lnTo>
                    <a:pt x="15413" y="237300"/>
                  </a:lnTo>
                  <a:lnTo>
                    <a:pt x="17712" y="242074"/>
                  </a:lnTo>
                  <a:lnTo>
                    <a:pt x="20161" y="246773"/>
                  </a:lnTo>
                  <a:lnTo>
                    <a:pt x="22758" y="251392"/>
                  </a:lnTo>
                  <a:lnTo>
                    <a:pt x="25500" y="255926"/>
                  </a:lnTo>
                  <a:lnTo>
                    <a:pt x="28384" y="260371"/>
                  </a:lnTo>
                  <a:lnTo>
                    <a:pt x="31408" y="264723"/>
                  </a:lnTo>
                  <a:lnTo>
                    <a:pt x="34568" y="268976"/>
                  </a:lnTo>
                  <a:lnTo>
                    <a:pt x="37862" y="273127"/>
                  </a:lnTo>
                  <a:lnTo>
                    <a:pt x="41285" y="277172"/>
                  </a:lnTo>
                  <a:lnTo>
                    <a:pt x="44835" y="281106"/>
                  </a:lnTo>
                  <a:lnTo>
                    <a:pt x="48507" y="284926"/>
                  </a:lnTo>
                  <a:lnTo>
                    <a:pt x="52299" y="288627"/>
                  </a:lnTo>
                  <a:lnTo>
                    <a:pt x="56206" y="292207"/>
                  </a:lnTo>
                  <a:lnTo>
                    <a:pt x="60225" y="295660"/>
                  </a:lnTo>
                  <a:lnTo>
                    <a:pt x="64352" y="298985"/>
                  </a:lnTo>
                  <a:lnTo>
                    <a:pt x="68581" y="302177"/>
                  </a:lnTo>
                  <a:lnTo>
                    <a:pt x="72910" y="305233"/>
                  </a:lnTo>
                  <a:lnTo>
                    <a:pt x="77333" y="308151"/>
                  </a:lnTo>
                  <a:lnTo>
                    <a:pt x="81846" y="310927"/>
                  </a:lnTo>
                  <a:lnTo>
                    <a:pt x="86446" y="313559"/>
                  </a:lnTo>
                  <a:lnTo>
                    <a:pt x="91126" y="316044"/>
                  </a:lnTo>
                  <a:lnTo>
                    <a:pt x="95883" y="318378"/>
                  </a:lnTo>
                  <a:lnTo>
                    <a:pt x="100711" y="320562"/>
                  </a:lnTo>
                  <a:lnTo>
                    <a:pt x="105606" y="322590"/>
                  </a:lnTo>
                  <a:lnTo>
                    <a:pt x="110563" y="324463"/>
                  </a:lnTo>
                  <a:lnTo>
                    <a:pt x="115577" y="326178"/>
                  </a:lnTo>
                  <a:lnTo>
                    <a:pt x="120643" y="327733"/>
                  </a:lnTo>
                  <a:lnTo>
                    <a:pt x="125755" y="329126"/>
                  </a:lnTo>
                  <a:lnTo>
                    <a:pt x="130909" y="330357"/>
                  </a:lnTo>
                  <a:lnTo>
                    <a:pt x="136100" y="331424"/>
                  </a:lnTo>
                  <a:lnTo>
                    <a:pt x="141321" y="332326"/>
                  </a:lnTo>
                  <a:lnTo>
                    <a:pt x="146569" y="333062"/>
                  </a:lnTo>
                  <a:lnTo>
                    <a:pt x="151837" y="333631"/>
                  </a:lnTo>
                  <a:lnTo>
                    <a:pt x="157121" y="334033"/>
                  </a:lnTo>
                  <a:lnTo>
                    <a:pt x="162414" y="334267"/>
                  </a:lnTo>
                  <a:lnTo>
                    <a:pt x="167713" y="334333"/>
                  </a:lnTo>
                  <a:lnTo>
                    <a:pt x="173011" y="334232"/>
                  </a:lnTo>
                  <a:lnTo>
                    <a:pt x="178303" y="333962"/>
                  </a:lnTo>
                  <a:lnTo>
                    <a:pt x="183584" y="333525"/>
                  </a:lnTo>
                  <a:lnTo>
                    <a:pt x="188848" y="332921"/>
                  </a:lnTo>
                  <a:lnTo>
                    <a:pt x="194091" y="332150"/>
                  </a:lnTo>
                  <a:lnTo>
                    <a:pt x="199306" y="331214"/>
                  </a:lnTo>
                  <a:lnTo>
                    <a:pt x="204490" y="330112"/>
                  </a:lnTo>
                  <a:lnTo>
                    <a:pt x="209635" y="328847"/>
                  </a:lnTo>
                  <a:lnTo>
                    <a:pt x="214738" y="327420"/>
                  </a:lnTo>
                  <a:lnTo>
                    <a:pt x="219793" y="325831"/>
                  </a:lnTo>
                  <a:lnTo>
                    <a:pt x="224796" y="324083"/>
                  </a:lnTo>
                  <a:lnTo>
                    <a:pt x="229740" y="322178"/>
                  </a:lnTo>
                  <a:lnTo>
                    <a:pt x="234622" y="320116"/>
                  </a:lnTo>
                  <a:lnTo>
                    <a:pt x="239435" y="317901"/>
                  </a:lnTo>
                  <a:lnTo>
                    <a:pt x="244177" y="315535"/>
                  </a:lnTo>
                  <a:lnTo>
                    <a:pt x="248840" y="313019"/>
                  </a:lnTo>
                  <a:lnTo>
                    <a:pt x="253422" y="310357"/>
                  </a:lnTo>
                  <a:lnTo>
                    <a:pt x="257917" y="307551"/>
                  </a:lnTo>
                  <a:lnTo>
                    <a:pt x="262321" y="304604"/>
                  </a:lnTo>
                  <a:lnTo>
                    <a:pt x="266629" y="301518"/>
                  </a:lnTo>
                  <a:lnTo>
                    <a:pt x="270837" y="298298"/>
                  </a:lnTo>
                  <a:lnTo>
                    <a:pt x="274941" y="294946"/>
                  </a:lnTo>
                  <a:lnTo>
                    <a:pt x="278937" y="291466"/>
                  </a:lnTo>
                  <a:lnTo>
                    <a:pt x="282820" y="287861"/>
                  </a:lnTo>
                  <a:lnTo>
                    <a:pt x="286587" y="284134"/>
                  </a:lnTo>
                  <a:lnTo>
                    <a:pt x="290235" y="280290"/>
                  </a:lnTo>
                  <a:lnTo>
                    <a:pt x="293758" y="276332"/>
                  </a:lnTo>
                  <a:lnTo>
                    <a:pt x="297155" y="272265"/>
                  </a:lnTo>
                  <a:lnTo>
                    <a:pt x="300420" y="268092"/>
                  </a:lnTo>
                  <a:lnTo>
                    <a:pt x="303552" y="263818"/>
                  </a:lnTo>
                  <a:lnTo>
                    <a:pt x="306547" y="259446"/>
                  </a:lnTo>
                  <a:lnTo>
                    <a:pt x="309401" y="254982"/>
                  </a:lnTo>
                  <a:lnTo>
                    <a:pt x="312113" y="250430"/>
                  </a:lnTo>
                  <a:lnTo>
                    <a:pt x="314679" y="245793"/>
                  </a:lnTo>
                  <a:lnTo>
                    <a:pt x="317097" y="241078"/>
                  </a:lnTo>
                  <a:lnTo>
                    <a:pt x="319365" y="236289"/>
                  </a:lnTo>
                  <a:lnTo>
                    <a:pt x="321479" y="231430"/>
                  </a:lnTo>
                  <a:lnTo>
                    <a:pt x="323438" y="226507"/>
                  </a:lnTo>
                  <a:lnTo>
                    <a:pt x="325240" y="221524"/>
                  </a:lnTo>
                  <a:lnTo>
                    <a:pt x="326884" y="216486"/>
                  </a:lnTo>
                  <a:lnTo>
                    <a:pt x="328367" y="211399"/>
                  </a:lnTo>
                  <a:lnTo>
                    <a:pt x="329687" y="206267"/>
                  </a:lnTo>
                  <a:lnTo>
                    <a:pt x="330845" y="201096"/>
                  </a:lnTo>
                  <a:lnTo>
                    <a:pt x="331838" y="195891"/>
                  </a:lnTo>
                  <a:lnTo>
                    <a:pt x="332666" y="190657"/>
                  </a:lnTo>
                  <a:lnTo>
                    <a:pt x="333327" y="185400"/>
                  </a:lnTo>
                  <a:lnTo>
                    <a:pt x="333822" y="180124"/>
                  </a:lnTo>
                  <a:lnTo>
                    <a:pt x="334149" y="174835"/>
                  </a:lnTo>
                  <a:lnTo>
                    <a:pt x="334308" y="169538"/>
                  </a:lnTo>
                  <a:lnTo>
                    <a:pt x="334299" y="164240"/>
                  </a:lnTo>
                  <a:lnTo>
                    <a:pt x="334122" y="158944"/>
                  </a:lnTo>
                  <a:lnTo>
                    <a:pt x="333778" y="153656"/>
                  </a:lnTo>
                  <a:lnTo>
                    <a:pt x="333266" y="148382"/>
                  </a:lnTo>
                  <a:lnTo>
                    <a:pt x="332587" y="143126"/>
                  </a:lnTo>
                  <a:lnTo>
                    <a:pt x="331742" y="137895"/>
                  </a:lnTo>
                  <a:lnTo>
                    <a:pt x="330731" y="132694"/>
                  </a:lnTo>
                  <a:lnTo>
                    <a:pt x="329557" y="127527"/>
                  </a:lnTo>
                  <a:lnTo>
                    <a:pt x="328219" y="122399"/>
                  </a:lnTo>
                  <a:lnTo>
                    <a:pt x="326719" y="117317"/>
                  </a:lnTo>
                  <a:lnTo>
                    <a:pt x="325059" y="112285"/>
                  </a:lnTo>
                  <a:lnTo>
                    <a:pt x="323240" y="107308"/>
                  </a:lnTo>
                  <a:lnTo>
                    <a:pt x="321264" y="102391"/>
                  </a:lnTo>
                  <a:lnTo>
                    <a:pt x="319134" y="97539"/>
                  </a:lnTo>
                  <a:lnTo>
                    <a:pt x="316851" y="92757"/>
                  </a:lnTo>
                  <a:lnTo>
                    <a:pt x="314417" y="88050"/>
                  </a:lnTo>
                  <a:lnTo>
                    <a:pt x="311836" y="83423"/>
                  </a:lnTo>
                  <a:lnTo>
                    <a:pt x="309109" y="78879"/>
                  </a:lnTo>
                  <a:lnTo>
                    <a:pt x="306239" y="74425"/>
                  </a:lnTo>
                  <a:lnTo>
                    <a:pt x="303230" y="70063"/>
                  </a:lnTo>
                  <a:lnTo>
                    <a:pt x="300084" y="65799"/>
                  </a:lnTo>
                  <a:lnTo>
                    <a:pt x="296804" y="61637"/>
                  </a:lnTo>
                  <a:lnTo>
                    <a:pt x="293394" y="57581"/>
                  </a:lnTo>
                  <a:lnTo>
                    <a:pt x="289858" y="53635"/>
                  </a:lnTo>
                  <a:lnTo>
                    <a:pt x="286198" y="49803"/>
                  </a:lnTo>
                  <a:lnTo>
                    <a:pt x="282418" y="46089"/>
                  </a:lnTo>
                  <a:lnTo>
                    <a:pt x="278523" y="42497"/>
                  </a:lnTo>
                  <a:lnTo>
                    <a:pt x="274516" y="39030"/>
                  </a:lnTo>
                  <a:lnTo>
                    <a:pt x="270400" y="35692"/>
                  </a:lnTo>
                  <a:lnTo>
                    <a:pt x="266182" y="32485"/>
                  </a:lnTo>
                  <a:lnTo>
                    <a:pt x="261863" y="29415"/>
                  </a:lnTo>
                  <a:lnTo>
                    <a:pt x="257450" y="26482"/>
                  </a:lnTo>
                  <a:lnTo>
                    <a:pt x="252945" y="23691"/>
                  </a:lnTo>
                  <a:lnTo>
                    <a:pt x="248355" y="21044"/>
                  </a:lnTo>
                  <a:lnTo>
                    <a:pt x="243683" y="18544"/>
                  </a:lnTo>
                  <a:lnTo>
                    <a:pt x="238934" y="16193"/>
                  </a:lnTo>
                  <a:lnTo>
                    <a:pt x="234113" y="13994"/>
                  </a:lnTo>
                  <a:lnTo>
                    <a:pt x="229224" y="11949"/>
                  </a:lnTo>
                  <a:lnTo>
                    <a:pt x="224274" y="10060"/>
                  </a:lnTo>
                  <a:lnTo>
                    <a:pt x="219266" y="8328"/>
                  </a:lnTo>
                  <a:lnTo>
                    <a:pt x="214205" y="6757"/>
                  </a:lnTo>
                  <a:lnTo>
                    <a:pt x="209097" y="5346"/>
                  </a:lnTo>
                  <a:lnTo>
                    <a:pt x="203947" y="4098"/>
                  </a:lnTo>
                  <a:lnTo>
                    <a:pt x="198761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10997" y="4659281"/>
              <a:ext cx="112237" cy="167167"/>
            </a:xfrm>
            <a:custGeom>
              <a:avLst/>
              <a:pathLst>
                <a:path w="112237" h="167167">
                  <a:moveTo>
                    <a:pt x="112237" y="0"/>
                  </a:moveTo>
                  <a:lnTo>
                    <a:pt x="106645" y="93"/>
                  </a:lnTo>
                  <a:lnTo>
                    <a:pt x="101059" y="374"/>
                  </a:lnTo>
                  <a:lnTo>
                    <a:pt x="95485" y="841"/>
                  </a:lnTo>
                  <a:lnTo>
                    <a:pt x="89931" y="1494"/>
                  </a:lnTo>
                  <a:lnTo>
                    <a:pt x="84401" y="2333"/>
                  </a:lnTo>
                  <a:lnTo>
                    <a:pt x="78902" y="3357"/>
                  </a:lnTo>
                  <a:lnTo>
                    <a:pt x="73441" y="4564"/>
                  </a:lnTo>
                  <a:lnTo>
                    <a:pt x="68023" y="5953"/>
                  </a:lnTo>
                  <a:lnTo>
                    <a:pt x="62655" y="7522"/>
                  </a:lnTo>
                  <a:lnTo>
                    <a:pt x="57342" y="9270"/>
                  </a:lnTo>
                  <a:lnTo>
                    <a:pt x="52090" y="11195"/>
                  </a:lnTo>
                  <a:lnTo>
                    <a:pt x="46906" y="13294"/>
                  </a:lnTo>
                  <a:lnTo>
                    <a:pt x="41795" y="15566"/>
                  </a:lnTo>
                  <a:lnTo>
                    <a:pt x="36763" y="18007"/>
                  </a:lnTo>
                  <a:lnTo>
                    <a:pt x="31815" y="20616"/>
                  </a:lnTo>
                  <a:lnTo>
                    <a:pt x="26958" y="23388"/>
                  </a:lnTo>
                  <a:lnTo>
                    <a:pt x="22196" y="26321"/>
                  </a:lnTo>
                  <a:lnTo>
                    <a:pt x="17534" y="29412"/>
                  </a:lnTo>
                  <a:lnTo>
                    <a:pt x="12979" y="32658"/>
                  </a:lnTo>
                  <a:lnTo>
                    <a:pt x="8535" y="36053"/>
                  </a:lnTo>
                  <a:lnTo>
                    <a:pt x="4207" y="39596"/>
                  </a:lnTo>
                  <a:lnTo>
                    <a:pt x="0" y="43281"/>
                  </a:lnTo>
                  <a:lnTo>
                    <a:pt x="1122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10997" y="4702563"/>
              <a:ext cx="112237" cy="123885"/>
            </a:xfrm>
            <a:custGeom>
              <a:avLst/>
              <a:pathLst>
                <a:path w="112237" h="123885">
                  <a:moveTo>
                    <a:pt x="0" y="0"/>
                  </a:moveTo>
                  <a:lnTo>
                    <a:pt x="112237" y="1238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10997" y="4702563"/>
              <a:ext cx="112237" cy="123885"/>
            </a:xfrm>
            <a:custGeom>
              <a:avLst/>
              <a:pathLst>
                <a:path w="112237" h="123885">
                  <a:moveTo>
                    <a:pt x="0" y="0"/>
                  </a:moveTo>
                  <a:lnTo>
                    <a:pt x="112237" y="1238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79" y="4702563"/>
              <a:ext cx="334311" cy="291052"/>
            </a:xfrm>
            <a:custGeom>
              <a:avLst/>
              <a:pathLst>
                <a:path w="334311" h="291052">
                  <a:moveTo>
                    <a:pt x="54918" y="0"/>
                  </a:moveTo>
                  <a:lnTo>
                    <a:pt x="51053" y="3614"/>
                  </a:lnTo>
                  <a:lnTo>
                    <a:pt x="47305" y="7348"/>
                  </a:lnTo>
                  <a:lnTo>
                    <a:pt x="43677" y="11200"/>
                  </a:lnTo>
                  <a:lnTo>
                    <a:pt x="40172" y="15164"/>
                  </a:lnTo>
                  <a:lnTo>
                    <a:pt x="36795" y="19237"/>
                  </a:lnTo>
                  <a:lnTo>
                    <a:pt x="33549" y="23415"/>
                  </a:lnTo>
                  <a:lnTo>
                    <a:pt x="30436" y="27694"/>
                  </a:lnTo>
                  <a:lnTo>
                    <a:pt x="27460" y="32069"/>
                  </a:lnTo>
                  <a:lnTo>
                    <a:pt x="24624" y="36536"/>
                  </a:lnTo>
                  <a:lnTo>
                    <a:pt x="21931" y="41091"/>
                  </a:lnTo>
                  <a:lnTo>
                    <a:pt x="19384" y="45728"/>
                  </a:lnTo>
                  <a:lnTo>
                    <a:pt x="16984" y="50444"/>
                  </a:lnTo>
                  <a:lnTo>
                    <a:pt x="14735" y="55234"/>
                  </a:lnTo>
                  <a:lnTo>
                    <a:pt x="12639" y="60092"/>
                  </a:lnTo>
                  <a:lnTo>
                    <a:pt x="10697" y="65014"/>
                  </a:lnTo>
                  <a:lnTo>
                    <a:pt x="8913" y="69995"/>
                  </a:lnTo>
                  <a:lnTo>
                    <a:pt x="7286" y="75030"/>
                  </a:lnTo>
                  <a:lnTo>
                    <a:pt x="5820" y="80114"/>
                  </a:lnTo>
                  <a:lnTo>
                    <a:pt x="4516" y="85242"/>
                  </a:lnTo>
                  <a:lnTo>
                    <a:pt x="3374" y="90408"/>
                  </a:lnTo>
                  <a:lnTo>
                    <a:pt x="2397" y="95609"/>
                  </a:lnTo>
                  <a:lnTo>
                    <a:pt x="1585" y="100837"/>
                  </a:lnTo>
                  <a:lnTo>
                    <a:pt x="938" y="106088"/>
                  </a:lnTo>
                  <a:lnTo>
                    <a:pt x="458" y="111358"/>
                  </a:lnTo>
                  <a:lnTo>
                    <a:pt x="145" y="116640"/>
                  </a:lnTo>
                  <a:lnTo>
                    <a:pt x="0" y="121929"/>
                  </a:lnTo>
                  <a:lnTo>
                    <a:pt x="21" y="127220"/>
                  </a:lnTo>
                  <a:lnTo>
                    <a:pt x="211" y="132508"/>
                  </a:lnTo>
                  <a:lnTo>
                    <a:pt x="567" y="137787"/>
                  </a:lnTo>
                  <a:lnTo>
                    <a:pt x="1091" y="143052"/>
                  </a:lnTo>
                  <a:lnTo>
                    <a:pt x="1780" y="148298"/>
                  </a:lnTo>
                  <a:lnTo>
                    <a:pt x="2636" y="153520"/>
                  </a:lnTo>
                  <a:lnTo>
                    <a:pt x="3656" y="158712"/>
                  </a:lnTo>
                  <a:lnTo>
                    <a:pt x="4840" y="163869"/>
                  </a:lnTo>
                  <a:lnTo>
                    <a:pt x="6187" y="168986"/>
                  </a:lnTo>
                  <a:lnTo>
                    <a:pt x="7695" y="174057"/>
                  </a:lnTo>
                  <a:lnTo>
                    <a:pt x="9363" y="179079"/>
                  </a:lnTo>
                  <a:lnTo>
                    <a:pt x="11188" y="184045"/>
                  </a:lnTo>
                  <a:lnTo>
                    <a:pt x="13170" y="188951"/>
                  </a:lnTo>
                  <a:lnTo>
                    <a:pt x="15307" y="193792"/>
                  </a:lnTo>
                  <a:lnTo>
                    <a:pt x="17595" y="198562"/>
                  </a:lnTo>
                  <a:lnTo>
                    <a:pt x="20034" y="203258"/>
                  </a:lnTo>
                  <a:lnTo>
                    <a:pt x="22619" y="207875"/>
                  </a:lnTo>
                  <a:lnTo>
                    <a:pt x="25350" y="212407"/>
                  </a:lnTo>
                  <a:lnTo>
                    <a:pt x="28222" y="216850"/>
                  </a:lnTo>
                  <a:lnTo>
                    <a:pt x="31234" y="221201"/>
                  </a:lnTo>
                  <a:lnTo>
                    <a:pt x="34382" y="225454"/>
                  </a:lnTo>
                  <a:lnTo>
                    <a:pt x="37663" y="229605"/>
                  </a:lnTo>
                  <a:lnTo>
                    <a:pt x="41074" y="233650"/>
                  </a:lnTo>
                  <a:lnTo>
                    <a:pt x="44611" y="237585"/>
                  </a:lnTo>
                  <a:lnTo>
                    <a:pt x="48270" y="241407"/>
                  </a:lnTo>
                  <a:lnTo>
                    <a:pt x="52049" y="245110"/>
                  </a:lnTo>
                  <a:lnTo>
                    <a:pt x="55944" y="248692"/>
                  </a:lnTo>
                  <a:lnTo>
                    <a:pt x="59949" y="252149"/>
                  </a:lnTo>
                  <a:lnTo>
                    <a:pt x="64062" y="255478"/>
                  </a:lnTo>
                  <a:lnTo>
                    <a:pt x="68278" y="258675"/>
                  </a:lnTo>
                  <a:lnTo>
                    <a:pt x="72594" y="261737"/>
                  </a:lnTo>
                  <a:lnTo>
                    <a:pt x="77004" y="264660"/>
                  </a:lnTo>
                  <a:lnTo>
                    <a:pt x="81504" y="267443"/>
                  </a:lnTo>
                  <a:lnTo>
                    <a:pt x="86091" y="270082"/>
                  </a:lnTo>
                  <a:lnTo>
                    <a:pt x="90758" y="272574"/>
                  </a:lnTo>
                  <a:lnTo>
                    <a:pt x="95502" y="274917"/>
                  </a:lnTo>
                  <a:lnTo>
                    <a:pt x="100318" y="277109"/>
                  </a:lnTo>
                  <a:lnTo>
                    <a:pt x="105200" y="279148"/>
                  </a:lnTo>
                  <a:lnTo>
                    <a:pt x="110145" y="281031"/>
                  </a:lnTo>
                  <a:lnTo>
                    <a:pt x="115147" y="282756"/>
                  </a:lnTo>
                  <a:lnTo>
                    <a:pt x="120201" y="284323"/>
                  </a:lnTo>
                  <a:lnTo>
                    <a:pt x="125302" y="285728"/>
                  </a:lnTo>
                  <a:lnTo>
                    <a:pt x="130445" y="286972"/>
                  </a:lnTo>
                  <a:lnTo>
                    <a:pt x="135625" y="288052"/>
                  </a:lnTo>
                  <a:lnTo>
                    <a:pt x="140836" y="288968"/>
                  </a:lnTo>
                  <a:lnTo>
                    <a:pt x="146074" y="289718"/>
                  </a:lnTo>
                  <a:lnTo>
                    <a:pt x="151333" y="290302"/>
                  </a:lnTo>
                  <a:lnTo>
                    <a:pt x="156608" y="290719"/>
                  </a:lnTo>
                  <a:lnTo>
                    <a:pt x="161893" y="290970"/>
                  </a:lnTo>
                  <a:lnTo>
                    <a:pt x="167183" y="291052"/>
                  </a:lnTo>
                  <a:lnTo>
                    <a:pt x="172474" y="290968"/>
                  </a:lnTo>
                  <a:lnTo>
                    <a:pt x="177759" y="290716"/>
                  </a:lnTo>
                  <a:lnTo>
                    <a:pt x="183034" y="290297"/>
                  </a:lnTo>
                  <a:lnTo>
                    <a:pt x="188292" y="289711"/>
                  </a:lnTo>
                  <a:lnTo>
                    <a:pt x="193530" y="288959"/>
                  </a:lnTo>
                  <a:lnTo>
                    <a:pt x="198741" y="288041"/>
                  </a:lnTo>
                  <a:lnTo>
                    <a:pt x="203920" y="286960"/>
                  </a:lnTo>
                  <a:lnTo>
                    <a:pt x="209063" y="285714"/>
                  </a:lnTo>
                  <a:lnTo>
                    <a:pt x="214163" y="284307"/>
                  </a:lnTo>
                  <a:lnTo>
                    <a:pt x="219217" y="282739"/>
                  </a:lnTo>
                  <a:lnTo>
                    <a:pt x="224218" y="281012"/>
                  </a:lnTo>
                  <a:lnTo>
                    <a:pt x="229162" y="279127"/>
                  </a:lnTo>
                  <a:lnTo>
                    <a:pt x="234044" y="277087"/>
                  </a:lnTo>
                  <a:lnTo>
                    <a:pt x="238859" y="274893"/>
                  </a:lnTo>
                  <a:lnTo>
                    <a:pt x="243602" y="272548"/>
                  </a:lnTo>
                  <a:lnTo>
                    <a:pt x="248269" y="270055"/>
                  </a:lnTo>
                  <a:lnTo>
                    <a:pt x="252854" y="267414"/>
                  </a:lnTo>
                  <a:lnTo>
                    <a:pt x="257354" y="264630"/>
                  </a:lnTo>
                  <a:lnTo>
                    <a:pt x="261763" y="261705"/>
                  </a:lnTo>
                  <a:lnTo>
                    <a:pt x="266077" y="258642"/>
                  </a:lnTo>
                  <a:lnTo>
                    <a:pt x="270293" y="255444"/>
                  </a:lnTo>
                  <a:lnTo>
                    <a:pt x="274405" y="252114"/>
                  </a:lnTo>
                  <a:lnTo>
                    <a:pt x="278409" y="248655"/>
                  </a:lnTo>
                  <a:lnTo>
                    <a:pt x="282302" y="245072"/>
                  </a:lnTo>
                  <a:lnTo>
                    <a:pt x="286080" y="241367"/>
                  </a:lnTo>
                  <a:lnTo>
                    <a:pt x="289738" y="237544"/>
                  </a:lnTo>
                  <a:lnTo>
                    <a:pt x="293274" y="233608"/>
                  </a:lnTo>
                  <a:lnTo>
                    <a:pt x="296683" y="229562"/>
                  </a:lnTo>
                  <a:lnTo>
                    <a:pt x="299963" y="225409"/>
                  </a:lnTo>
                  <a:lnTo>
                    <a:pt x="303109" y="221155"/>
                  </a:lnTo>
                  <a:lnTo>
                    <a:pt x="306120" y="216804"/>
                  </a:lnTo>
                  <a:lnTo>
                    <a:pt x="308991" y="212360"/>
                  </a:lnTo>
                  <a:lnTo>
                    <a:pt x="311720" y="207826"/>
                  </a:lnTo>
                  <a:lnTo>
                    <a:pt x="314304" y="203209"/>
                  </a:lnTo>
                  <a:lnTo>
                    <a:pt x="316741" y="198513"/>
                  </a:lnTo>
                  <a:lnTo>
                    <a:pt x="319027" y="193741"/>
                  </a:lnTo>
                  <a:lnTo>
                    <a:pt x="321162" y="188900"/>
                  </a:lnTo>
                  <a:lnTo>
                    <a:pt x="323143" y="183993"/>
                  </a:lnTo>
                  <a:lnTo>
                    <a:pt x="324967" y="179026"/>
                  </a:lnTo>
                  <a:lnTo>
                    <a:pt x="326633" y="174004"/>
                  </a:lnTo>
                  <a:lnTo>
                    <a:pt x="328139" y="168932"/>
                  </a:lnTo>
                  <a:lnTo>
                    <a:pt x="329484" y="163815"/>
                  </a:lnTo>
                  <a:lnTo>
                    <a:pt x="330666" y="158657"/>
                  </a:lnTo>
                  <a:lnTo>
                    <a:pt x="331685" y="153465"/>
                  </a:lnTo>
                  <a:lnTo>
                    <a:pt x="332539" y="148243"/>
                  </a:lnTo>
                  <a:lnTo>
                    <a:pt x="333227" y="142997"/>
                  </a:lnTo>
                  <a:lnTo>
                    <a:pt x="333748" y="137732"/>
                  </a:lnTo>
                  <a:lnTo>
                    <a:pt x="334103" y="132452"/>
                  </a:lnTo>
                  <a:lnTo>
                    <a:pt x="334291" y="127164"/>
                  </a:lnTo>
                  <a:lnTo>
                    <a:pt x="334311" y="121873"/>
                  </a:lnTo>
                  <a:lnTo>
                    <a:pt x="334163" y="116584"/>
                  </a:lnTo>
                  <a:lnTo>
                    <a:pt x="333849" y="111302"/>
                  </a:lnTo>
                  <a:lnTo>
                    <a:pt x="333367" y="106033"/>
                  </a:lnTo>
                  <a:lnTo>
                    <a:pt x="332719" y="100782"/>
                  </a:lnTo>
                  <a:lnTo>
                    <a:pt x="331905" y="95554"/>
                  </a:lnTo>
                  <a:lnTo>
                    <a:pt x="330926" y="90354"/>
                  </a:lnTo>
                  <a:lnTo>
                    <a:pt x="329782" y="85188"/>
                  </a:lnTo>
                  <a:lnTo>
                    <a:pt x="328476" y="80060"/>
                  </a:lnTo>
                  <a:lnTo>
                    <a:pt x="327008" y="74977"/>
                  </a:lnTo>
                  <a:lnTo>
                    <a:pt x="325380" y="69942"/>
                  </a:lnTo>
                  <a:lnTo>
                    <a:pt x="323594" y="64962"/>
                  </a:lnTo>
                  <a:lnTo>
                    <a:pt x="321651" y="60040"/>
                  </a:lnTo>
                  <a:lnTo>
                    <a:pt x="319553" y="55183"/>
                  </a:lnTo>
                  <a:lnTo>
                    <a:pt x="167155" y="1238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52397" cy="167167"/>
            </a:xfrm>
            <a:custGeom>
              <a:avLst/>
              <a:pathLst>
                <a:path w="152397" h="167167">
                  <a:moveTo>
                    <a:pt x="152397" y="98465"/>
                  </a:moveTo>
                  <a:lnTo>
                    <a:pt x="150063" y="93507"/>
                  </a:lnTo>
                  <a:lnTo>
                    <a:pt x="147569" y="88629"/>
                  </a:lnTo>
                  <a:lnTo>
                    <a:pt x="144915" y="83834"/>
                  </a:lnTo>
                  <a:lnTo>
                    <a:pt x="142107" y="79130"/>
                  </a:lnTo>
                  <a:lnTo>
                    <a:pt x="139145" y="74520"/>
                  </a:lnTo>
                  <a:lnTo>
                    <a:pt x="136034" y="70009"/>
                  </a:lnTo>
                  <a:lnTo>
                    <a:pt x="132777" y="65603"/>
                  </a:lnTo>
                  <a:lnTo>
                    <a:pt x="129377" y="61306"/>
                  </a:lnTo>
                  <a:lnTo>
                    <a:pt x="125838" y="57123"/>
                  </a:lnTo>
                  <a:lnTo>
                    <a:pt x="122164" y="53058"/>
                  </a:lnTo>
                  <a:lnTo>
                    <a:pt x="118358" y="49116"/>
                  </a:lnTo>
                  <a:lnTo>
                    <a:pt x="114426" y="45300"/>
                  </a:lnTo>
                  <a:lnTo>
                    <a:pt x="110370" y="41615"/>
                  </a:lnTo>
                  <a:lnTo>
                    <a:pt x="106196" y="38066"/>
                  </a:lnTo>
                  <a:lnTo>
                    <a:pt x="101908" y="34654"/>
                  </a:lnTo>
                  <a:lnTo>
                    <a:pt x="97511" y="31386"/>
                  </a:lnTo>
                  <a:lnTo>
                    <a:pt x="93008" y="28263"/>
                  </a:lnTo>
                  <a:lnTo>
                    <a:pt x="88406" y="25289"/>
                  </a:lnTo>
                  <a:lnTo>
                    <a:pt x="83709" y="22468"/>
                  </a:lnTo>
                  <a:lnTo>
                    <a:pt x="78922" y="19803"/>
                  </a:lnTo>
                  <a:lnTo>
                    <a:pt x="74050" y="17295"/>
                  </a:lnTo>
                  <a:lnTo>
                    <a:pt x="69098" y="14949"/>
                  </a:lnTo>
                  <a:lnTo>
                    <a:pt x="64072" y="12766"/>
                  </a:lnTo>
                  <a:lnTo>
                    <a:pt x="58978" y="10749"/>
                  </a:lnTo>
                  <a:lnTo>
                    <a:pt x="53819" y="8900"/>
                  </a:lnTo>
                  <a:lnTo>
                    <a:pt x="48604" y="7221"/>
                  </a:lnTo>
                  <a:lnTo>
                    <a:pt x="43336" y="5714"/>
                  </a:lnTo>
                  <a:lnTo>
                    <a:pt x="38021" y="4381"/>
                  </a:lnTo>
                  <a:lnTo>
                    <a:pt x="32666" y="3222"/>
                  </a:lnTo>
                  <a:lnTo>
                    <a:pt x="27275" y="2240"/>
                  </a:lnTo>
                  <a:lnTo>
                    <a:pt x="21855" y="1434"/>
                  </a:lnTo>
                  <a:lnTo>
                    <a:pt x="16412" y="807"/>
                  </a:lnTo>
                  <a:lnTo>
                    <a:pt x="10951" y="359"/>
                  </a:lnTo>
                  <a:lnTo>
                    <a:pt x="547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62898" y="4213821"/>
              <a:ext cx="65574" cy="167167"/>
            </a:xfrm>
            <a:custGeom>
              <a:avLst/>
              <a:pathLst>
                <a:path w="65574" h="167167">
                  <a:moveTo>
                    <a:pt x="65574" y="0"/>
                  </a:moveTo>
                  <a:lnTo>
                    <a:pt x="59449" y="112"/>
                  </a:lnTo>
                  <a:lnTo>
                    <a:pt x="53333" y="448"/>
                  </a:lnTo>
                  <a:lnTo>
                    <a:pt x="47233" y="1009"/>
                  </a:lnTo>
                  <a:lnTo>
                    <a:pt x="41158" y="1792"/>
                  </a:lnTo>
                  <a:lnTo>
                    <a:pt x="35116" y="2798"/>
                  </a:lnTo>
                  <a:lnTo>
                    <a:pt x="29114" y="4024"/>
                  </a:lnTo>
                  <a:lnTo>
                    <a:pt x="23162" y="5469"/>
                  </a:lnTo>
                  <a:lnTo>
                    <a:pt x="17266" y="7132"/>
                  </a:lnTo>
                  <a:lnTo>
                    <a:pt x="11435" y="9009"/>
                  </a:lnTo>
                  <a:lnTo>
                    <a:pt x="5677" y="11099"/>
                  </a:lnTo>
                  <a:lnTo>
                    <a:pt x="0" y="13398"/>
                  </a:lnTo>
                  <a:lnTo>
                    <a:pt x="6557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62898" y="4227219"/>
              <a:ext cx="65574" cy="153769"/>
            </a:xfrm>
            <a:custGeom>
              <a:avLst/>
              <a:pathLst>
                <a:path w="65574" h="153769">
                  <a:moveTo>
                    <a:pt x="0" y="0"/>
                  </a:moveTo>
                  <a:lnTo>
                    <a:pt x="65574" y="1537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14" y="4227219"/>
              <a:ext cx="167158" cy="316805"/>
            </a:xfrm>
            <a:custGeom>
              <a:avLst/>
              <a:pathLst>
                <a:path w="167158" h="316805">
                  <a:moveTo>
                    <a:pt x="101583" y="0"/>
                  </a:moveTo>
                  <a:lnTo>
                    <a:pt x="96721" y="2165"/>
                  </a:lnTo>
                  <a:lnTo>
                    <a:pt x="91930" y="4485"/>
                  </a:lnTo>
                  <a:lnTo>
                    <a:pt x="87215" y="6956"/>
                  </a:lnTo>
                  <a:lnTo>
                    <a:pt x="82581" y="9575"/>
                  </a:lnTo>
                  <a:lnTo>
                    <a:pt x="78033" y="12341"/>
                  </a:lnTo>
                  <a:lnTo>
                    <a:pt x="73575" y="15251"/>
                  </a:lnTo>
                  <a:lnTo>
                    <a:pt x="69212" y="18301"/>
                  </a:lnTo>
                  <a:lnTo>
                    <a:pt x="64949" y="21488"/>
                  </a:lnTo>
                  <a:lnTo>
                    <a:pt x="60789" y="24809"/>
                  </a:lnTo>
                  <a:lnTo>
                    <a:pt x="56737" y="28261"/>
                  </a:lnTo>
                  <a:lnTo>
                    <a:pt x="52797" y="31840"/>
                  </a:lnTo>
                  <a:lnTo>
                    <a:pt x="48973" y="35543"/>
                  </a:lnTo>
                  <a:lnTo>
                    <a:pt x="45268" y="39366"/>
                  </a:lnTo>
                  <a:lnTo>
                    <a:pt x="41688" y="43305"/>
                  </a:lnTo>
                  <a:lnTo>
                    <a:pt x="38234" y="47356"/>
                  </a:lnTo>
                  <a:lnTo>
                    <a:pt x="34911" y="51515"/>
                  </a:lnTo>
                  <a:lnTo>
                    <a:pt x="31723" y="55777"/>
                  </a:lnTo>
                  <a:lnTo>
                    <a:pt x="28672" y="60139"/>
                  </a:lnTo>
                  <a:lnTo>
                    <a:pt x="25761" y="64596"/>
                  </a:lnTo>
                  <a:lnTo>
                    <a:pt x="22993" y="69143"/>
                  </a:lnTo>
                  <a:lnTo>
                    <a:pt x="20372" y="73776"/>
                  </a:lnTo>
                  <a:lnTo>
                    <a:pt x="17899" y="78490"/>
                  </a:lnTo>
                  <a:lnTo>
                    <a:pt x="15578" y="83280"/>
                  </a:lnTo>
                  <a:lnTo>
                    <a:pt x="13411" y="88142"/>
                  </a:lnTo>
                  <a:lnTo>
                    <a:pt x="11399" y="93071"/>
                  </a:lnTo>
                  <a:lnTo>
                    <a:pt x="9546" y="98061"/>
                  </a:lnTo>
                  <a:lnTo>
                    <a:pt x="7852" y="103107"/>
                  </a:lnTo>
                  <a:lnTo>
                    <a:pt x="6320" y="108205"/>
                  </a:lnTo>
                  <a:lnTo>
                    <a:pt x="4950" y="113349"/>
                  </a:lnTo>
                  <a:lnTo>
                    <a:pt x="3746" y="118534"/>
                  </a:lnTo>
                  <a:lnTo>
                    <a:pt x="2707" y="123755"/>
                  </a:lnTo>
                  <a:lnTo>
                    <a:pt x="1834" y="129006"/>
                  </a:lnTo>
                  <a:lnTo>
                    <a:pt x="1130" y="134282"/>
                  </a:lnTo>
                  <a:lnTo>
                    <a:pt x="594" y="139578"/>
                  </a:lnTo>
                  <a:lnTo>
                    <a:pt x="226" y="144889"/>
                  </a:lnTo>
                  <a:lnTo>
                    <a:pt x="28" y="150208"/>
                  </a:lnTo>
                  <a:lnTo>
                    <a:pt x="0" y="155531"/>
                  </a:lnTo>
                  <a:lnTo>
                    <a:pt x="140" y="160852"/>
                  </a:lnTo>
                  <a:lnTo>
                    <a:pt x="451" y="166166"/>
                  </a:lnTo>
                  <a:lnTo>
                    <a:pt x="930" y="171468"/>
                  </a:lnTo>
                  <a:lnTo>
                    <a:pt x="1578" y="176752"/>
                  </a:lnTo>
                  <a:lnTo>
                    <a:pt x="2393" y="182012"/>
                  </a:lnTo>
                  <a:lnTo>
                    <a:pt x="3376" y="187243"/>
                  </a:lnTo>
                  <a:lnTo>
                    <a:pt x="4525" y="192441"/>
                  </a:lnTo>
                  <a:lnTo>
                    <a:pt x="5839" y="197600"/>
                  </a:lnTo>
                  <a:lnTo>
                    <a:pt x="7316" y="202714"/>
                  </a:lnTo>
                  <a:lnTo>
                    <a:pt x="8955" y="207778"/>
                  </a:lnTo>
                  <a:lnTo>
                    <a:pt x="10755" y="212788"/>
                  </a:lnTo>
                  <a:lnTo>
                    <a:pt x="12714" y="217737"/>
                  </a:lnTo>
                  <a:lnTo>
                    <a:pt x="14829" y="222622"/>
                  </a:lnTo>
                  <a:lnTo>
                    <a:pt x="17098" y="227437"/>
                  </a:lnTo>
                  <a:lnTo>
                    <a:pt x="19520" y="232178"/>
                  </a:lnTo>
                  <a:lnTo>
                    <a:pt x="22091" y="236839"/>
                  </a:lnTo>
                  <a:lnTo>
                    <a:pt x="24809" y="241415"/>
                  </a:lnTo>
                  <a:lnTo>
                    <a:pt x="27672" y="245903"/>
                  </a:lnTo>
                  <a:lnTo>
                    <a:pt x="30676" y="250298"/>
                  </a:lnTo>
                  <a:lnTo>
                    <a:pt x="33819" y="254594"/>
                  </a:lnTo>
                  <a:lnTo>
                    <a:pt x="37097" y="258788"/>
                  </a:lnTo>
                  <a:lnTo>
                    <a:pt x="40506" y="262876"/>
                  </a:lnTo>
                  <a:lnTo>
                    <a:pt x="44045" y="266853"/>
                  </a:lnTo>
                  <a:lnTo>
                    <a:pt x="47707" y="270716"/>
                  </a:lnTo>
                  <a:lnTo>
                    <a:pt x="51492" y="274460"/>
                  </a:lnTo>
                  <a:lnTo>
                    <a:pt x="55393" y="278081"/>
                  </a:lnTo>
                  <a:lnTo>
                    <a:pt x="59408" y="281577"/>
                  </a:lnTo>
                  <a:lnTo>
                    <a:pt x="63531" y="284942"/>
                  </a:lnTo>
                  <a:lnTo>
                    <a:pt x="67760" y="288175"/>
                  </a:lnTo>
                  <a:lnTo>
                    <a:pt x="72090" y="291272"/>
                  </a:lnTo>
                  <a:lnTo>
                    <a:pt x="76516" y="294229"/>
                  </a:lnTo>
                  <a:lnTo>
                    <a:pt x="81034" y="297044"/>
                  </a:lnTo>
                  <a:lnTo>
                    <a:pt x="85640" y="299713"/>
                  </a:lnTo>
                  <a:lnTo>
                    <a:pt x="90328" y="302235"/>
                  </a:lnTo>
                  <a:lnTo>
                    <a:pt x="95094" y="304606"/>
                  </a:lnTo>
                  <a:lnTo>
                    <a:pt x="99933" y="306824"/>
                  </a:lnTo>
                  <a:lnTo>
                    <a:pt x="104840" y="308886"/>
                  </a:lnTo>
                  <a:lnTo>
                    <a:pt x="109811" y="310792"/>
                  </a:lnTo>
                  <a:lnTo>
                    <a:pt x="114839" y="312538"/>
                  </a:lnTo>
                  <a:lnTo>
                    <a:pt x="119921" y="314123"/>
                  </a:lnTo>
                  <a:lnTo>
                    <a:pt x="125050" y="315546"/>
                  </a:lnTo>
                  <a:lnTo>
                    <a:pt x="130222" y="316805"/>
                  </a:lnTo>
                  <a:lnTo>
                    <a:pt x="167158" y="1537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691536" y="4213821"/>
              <a:ext cx="204082" cy="334334"/>
            </a:xfrm>
            <a:custGeom>
              <a:avLst/>
              <a:pathLst>
                <a:path w="204082" h="334334">
                  <a:moveTo>
                    <a:pt x="0" y="330203"/>
                  </a:moveTo>
                  <a:lnTo>
                    <a:pt x="5192" y="331293"/>
                  </a:lnTo>
                  <a:lnTo>
                    <a:pt x="10416" y="332218"/>
                  </a:lnTo>
                  <a:lnTo>
                    <a:pt x="15667" y="332976"/>
                  </a:lnTo>
                  <a:lnTo>
                    <a:pt x="20940" y="333567"/>
                  </a:lnTo>
                  <a:lnTo>
                    <a:pt x="26229" y="333991"/>
                  </a:lnTo>
                  <a:lnTo>
                    <a:pt x="31528" y="334247"/>
                  </a:lnTo>
                  <a:lnTo>
                    <a:pt x="36833" y="334334"/>
                  </a:lnTo>
                  <a:lnTo>
                    <a:pt x="42138" y="334253"/>
                  </a:lnTo>
                  <a:lnTo>
                    <a:pt x="47437" y="334004"/>
                  </a:lnTo>
                  <a:lnTo>
                    <a:pt x="52727" y="333587"/>
                  </a:lnTo>
                  <a:lnTo>
                    <a:pt x="58000" y="333002"/>
                  </a:lnTo>
                  <a:lnTo>
                    <a:pt x="63252" y="332250"/>
                  </a:lnTo>
                  <a:lnTo>
                    <a:pt x="68477" y="331332"/>
                  </a:lnTo>
                  <a:lnTo>
                    <a:pt x="73671" y="330248"/>
                  </a:lnTo>
                  <a:lnTo>
                    <a:pt x="78828" y="329000"/>
                  </a:lnTo>
                  <a:lnTo>
                    <a:pt x="83942" y="327589"/>
                  </a:lnTo>
                  <a:lnTo>
                    <a:pt x="89009" y="326017"/>
                  </a:lnTo>
                  <a:lnTo>
                    <a:pt x="94024" y="324284"/>
                  </a:lnTo>
                  <a:lnTo>
                    <a:pt x="98981" y="322393"/>
                  </a:lnTo>
                  <a:lnTo>
                    <a:pt x="103876" y="320346"/>
                  </a:lnTo>
                  <a:lnTo>
                    <a:pt x="108703" y="318144"/>
                  </a:lnTo>
                  <a:lnTo>
                    <a:pt x="113458" y="315791"/>
                  </a:lnTo>
                  <a:lnTo>
                    <a:pt x="118136" y="313288"/>
                  </a:lnTo>
                  <a:lnTo>
                    <a:pt x="122732" y="310637"/>
                  </a:lnTo>
                  <a:lnTo>
                    <a:pt x="127242" y="307842"/>
                  </a:lnTo>
                  <a:lnTo>
                    <a:pt x="131661" y="304906"/>
                  </a:lnTo>
                  <a:lnTo>
                    <a:pt x="135984" y="301830"/>
                  </a:lnTo>
                  <a:lnTo>
                    <a:pt x="140208" y="298619"/>
                  </a:lnTo>
                  <a:lnTo>
                    <a:pt x="144327" y="295276"/>
                  </a:lnTo>
                  <a:lnTo>
                    <a:pt x="148338" y="291803"/>
                  </a:lnTo>
                  <a:lnTo>
                    <a:pt x="152238" y="288205"/>
                  </a:lnTo>
                  <a:lnTo>
                    <a:pt x="156021" y="284485"/>
                  </a:lnTo>
                  <a:lnTo>
                    <a:pt x="159684" y="280647"/>
                  </a:lnTo>
                  <a:lnTo>
                    <a:pt x="163223" y="276694"/>
                  </a:lnTo>
                  <a:lnTo>
                    <a:pt x="166635" y="272632"/>
                  </a:lnTo>
                  <a:lnTo>
                    <a:pt x="169917" y="268463"/>
                  </a:lnTo>
                  <a:lnTo>
                    <a:pt x="173064" y="264191"/>
                  </a:lnTo>
                  <a:lnTo>
                    <a:pt x="176075" y="259823"/>
                  </a:lnTo>
                  <a:lnTo>
                    <a:pt x="178945" y="255361"/>
                  </a:lnTo>
                  <a:lnTo>
                    <a:pt x="181672" y="250810"/>
                  </a:lnTo>
                  <a:lnTo>
                    <a:pt x="184253" y="246174"/>
                  </a:lnTo>
                  <a:lnTo>
                    <a:pt x="186686" y="241460"/>
                  </a:lnTo>
                  <a:lnTo>
                    <a:pt x="188969" y="236670"/>
                  </a:lnTo>
                  <a:lnTo>
                    <a:pt x="191098" y="231810"/>
                  </a:lnTo>
                  <a:lnTo>
                    <a:pt x="193071" y="226885"/>
                  </a:lnTo>
                  <a:lnTo>
                    <a:pt x="194888" y="221900"/>
                  </a:lnTo>
                  <a:lnTo>
                    <a:pt x="196545" y="216860"/>
                  </a:lnTo>
                  <a:lnTo>
                    <a:pt x="198042" y="211770"/>
                  </a:lnTo>
                  <a:lnTo>
                    <a:pt x="199376" y="206635"/>
                  </a:lnTo>
                  <a:lnTo>
                    <a:pt x="200547" y="201460"/>
                  </a:lnTo>
                  <a:lnTo>
                    <a:pt x="201553" y="196251"/>
                  </a:lnTo>
                  <a:lnTo>
                    <a:pt x="202393" y="191012"/>
                  </a:lnTo>
                  <a:lnTo>
                    <a:pt x="203066" y="185750"/>
                  </a:lnTo>
                  <a:lnTo>
                    <a:pt x="203572" y="180468"/>
                  </a:lnTo>
                  <a:lnTo>
                    <a:pt x="203910" y="175174"/>
                  </a:lnTo>
                  <a:lnTo>
                    <a:pt x="204080" y="169871"/>
                  </a:lnTo>
                  <a:lnTo>
                    <a:pt x="204082" y="164565"/>
                  </a:lnTo>
                  <a:lnTo>
                    <a:pt x="203915" y="159262"/>
                  </a:lnTo>
                  <a:lnTo>
                    <a:pt x="203580" y="153967"/>
                  </a:lnTo>
                  <a:lnTo>
                    <a:pt x="203077" y="148686"/>
                  </a:lnTo>
                  <a:lnTo>
                    <a:pt x="202407" y="143422"/>
                  </a:lnTo>
                  <a:lnTo>
                    <a:pt x="201570" y="138183"/>
                  </a:lnTo>
                  <a:lnTo>
                    <a:pt x="200568" y="132973"/>
                  </a:lnTo>
                  <a:lnTo>
                    <a:pt x="199400" y="127798"/>
                  </a:lnTo>
                  <a:lnTo>
                    <a:pt x="198069" y="122662"/>
                  </a:lnTo>
                  <a:lnTo>
                    <a:pt x="196576" y="117571"/>
                  </a:lnTo>
                  <a:lnTo>
                    <a:pt x="194921" y="112530"/>
                  </a:lnTo>
                  <a:lnTo>
                    <a:pt x="193108" y="107544"/>
                  </a:lnTo>
                  <a:lnTo>
                    <a:pt x="191137" y="102618"/>
                  </a:lnTo>
                  <a:lnTo>
                    <a:pt x="189011" y="97757"/>
                  </a:lnTo>
                  <a:lnTo>
                    <a:pt x="186732" y="92966"/>
                  </a:lnTo>
                  <a:lnTo>
                    <a:pt x="184302" y="88249"/>
                  </a:lnTo>
                  <a:lnTo>
                    <a:pt x="181723" y="83613"/>
                  </a:lnTo>
                  <a:lnTo>
                    <a:pt x="178999" y="79060"/>
                  </a:lnTo>
                  <a:lnTo>
                    <a:pt x="176131" y="74596"/>
                  </a:lnTo>
                  <a:lnTo>
                    <a:pt x="173123" y="70226"/>
                  </a:lnTo>
                  <a:lnTo>
                    <a:pt x="169978" y="65953"/>
                  </a:lnTo>
                  <a:lnTo>
                    <a:pt x="166699" y="61781"/>
                  </a:lnTo>
                  <a:lnTo>
                    <a:pt x="163290" y="57717"/>
                  </a:lnTo>
                  <a:lnTo>
                    <a:pt x="159753" y="53762"/>
                  </a:lnTo>
                  <a:lnTo>
                    <a:pt x="156092" y="49922"/>
                  </a:lnTo>
                  <a:lnTo>
                    <a:pt x="152311" y="46199"/>
                  </a:lnTo>
                  <a:lnTo>
                    <a:pt x="148415" y="42599"/>
                  </a:lnTo>
                  <a:lnTo>
                    <a:pt x="144405" y="39124"/>
                  </a:lnTo>
                  <a:lnTo>
                    <a:pt x="140288" y="35778"/>
                  </a:lnTo>
                  <a:lnTo>
                    <a:pt x="136066" y="32564"/>
                  </a:lnTo>
                  <a:lnTo>
                    <a:pt x="131745" y="29486"/>
                  </a:lnTo>
                  <a:lnTo>
                    <a:pt x="127328" y="26547"/>
                  </a:lnTo>
                  <a:lnTo>
                    <a:pt x="122820" y="23749"/>
                  </a:lnTo>
                  <a:lnTo>
                    <a:pt x="118225" y="21096"/>
                  </a:lnTo>
                  <a:lnTo>
                    <a:pt x="113549" y="18590"/>
                  </a:lnTo>
                  <a:lnTo>
                    <a:pt x="108796" y="16233"/>
                  </a:lnTo>
                  <a:lnTo>
                    <a:pt x="103970" y="14029"/>
                  </a:lnTo>
                  <a:lnTo>
                    <a:pt x="99076" y="11979"/>
                  </a:lnTo>
                  <a:lnTo>
                    <a:pt x="94120" y="10085"/>
                  </a:lnTo>
                  <a:lnTo>
                    <a:pt x="89106" y="8349"/>
                  </a:lnTo>
                  <a:lnTo>
                    <a:pt x="84040" y="6774"/>
                  </a:lnTo>
                  <a:lnTo>
                    <a:pt x="78927" y="5360"/>
                  </a:lnTo>
                  <a:lnTo>
                    <a:pt x="73771" y="4108"/>
                  </a:lnTo>
                  <a:lnTo>
                    <a:pt x="68578" y="3022"/>
                  </a:lnTo>
                  <a:lnTo>
                    <a:pt x="63353" y="2100"/>
                  </a:lnTo>
                  <a:lnTo>
                    <a:pt x="58101" y="1345"/>
                  </a:lnTo>
                  <a:lnTo>
                    <a:pt x="52828" y="757"/>
                  </a:lnTo>
                  <a:lnTo>
                    <a:pt x="47539" y="336"/>
                  </a:lnTo>
                  <a:lnTo>
                    <a:pt x="42240" y="84"/>
                  </a:lnTo>
                  <a:lnTo>
                    <a:pt x="36935" y="0"/>
                  </a:lnTo>
                  <a:lnTo>
                    <a:pt x="3693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8090" y="3707720"/>
              <a:ext cx="160921" cy="167167"/>
            </a:xfrm>
            <a:custGeom>
              <a:avLst/>
              <a:pathLst>
                <a:path w="160921" h="167167">
                  <a:moveTo>
                    <a:pt x="160921" y="0"/>
                  </a:moveTo>
                  <a:lnTo>
                    <a:pt x="155503" y="87"/>
                  </a:lnTo>
                  <a:lnTo>
                    <a:pt x="150091" y="351"/>
                  </a:lnTo>
                  <a:lnTo>
                    <a:pt x="144691" y="789"/>
                  </a:lnTo>
                  <a:lnTo>
                    <a:pt x="139307" y="1403"/>
                  </a:lnTo>
                  <a:lnTo>
                    <a:pt x="133946" y="2190"/>
                  </a:lnTo>
                  <a:lnTo>
                    <a:pt x="128614" y="3151"/>
                  </a:lnTo>
                  <a:lnTo>
                    <a:pt x="123315" y="4284"/>
                  </a:lnTo>
                  <a:lnTo>
                    <a:pt x="118056" y="5589"/>
                  </a:lnTo>
                  <a:lnTo>
                    <a:pt x="112842" y="7063"/>
                  </a:lnTo>
                  <a:lnTo>
                    <a:pt x="107679" y="8705"/>
                  </a:lnTo>
                  <a:lnTo>
                    <a:pt x="102571" y="10514"/>
                  </a:lnTo>
                  <a:lnTo>
                    <a:pt x="97525" y="12487"/>
                  </a:lnTo>
                  <a:lnTo>
                    <a:pt x="92545" y="14623"/>
                  </a:lnTo>
                  <a:lnTo>
                    <a:pt x="87637" y="16919"/>
                  </a:lnTo>
                  <a:lnTo>
                    <a:pt x="82806" y="19373"/>
                  </a:lnTo>
                  <a:lnTo>
                    <a:pt x="78058" y="21982"/>
                  </a:lnTo>
                  <a:lnTo>
                    <a:pt x="73396" y="24744"/>
                  </a:lnTo>
                  <a:lnTo>
                    <a:pt x="68826" y="27655"/>
                  </a:lnTo>
                  <a:lnTo>
                    <a:pt x="64353" y="30713"/>
                  </a:lnTo>
                  <a:lnTo>
                    <a:pt x="59982" y="33914"/>
                  </a:lnTo>
                  <a:lnTo>
                    <a:pt x="55716" y="37256"/>
                  </a:lnTo>
                  <a:lnTo>
                    <a:pt x="51561" y="40733"/>
                  </a:lnTo>
                  <a:lnTo>
                    <a:pt x="47521" y="44344"/>
                  </a:lnTo>
                  <a:lnTo>
                    <a:pt x="43600" y="48084"/>
                  </a:lnTo>
                  <a:lnTo>
                    <a:pt x="39802" y="51948"/>
                  </a:lnTo>
                  <a:lnTo>
                    <a:pt x="36132" y="55934"/>
                  </a:lnTo>
                  <a:lnTo>
                    <a:pt x="32593" y="60037"/>
                  </a:lnTo>
                  <a:lnTo>
                    <a:pt x="29188" y="64252"/>
                  </a:lnTo>
                  <a:lnTo>
                    <a:pt x="25922" y="68575"/>
                  </a:lnTo>
                  <a:lnTo>
                    <a:pt x="22798" y="73002"/>
                  </a:lnTo>
                  <a:lnTo>
                    <a:pt x="19819" y="77528"/>
                  </a:lnTo>
                  <a:lnTo>
                    <a:pt x="16988" y="82148"/>
                  </a:lnTo>
                  <a:lnTo>
                    <a:pt x="14308" y="86857"/>
                  </a:lnTo>
                  <a:lnTo>
                    <a:pt x="11782" y="91651"/>
                  </a:lnTo>
                  <a:lnTo>
                    <a:pt x="9413" y="96524"/>
                  </a:lnTo>
                  <a:lnTo>
                    <a:pt x="7203" y="101471"/>
                  </a:lnTo>
                  <a:lnTo>
                    <a:pt x="5155" y="106488"/>
                  </a:lnTo>
                  <a:lnTo>
                    <a:pt x="3270" y="111568"/>
                  </a:lnTo>
                  <a:lnTo>
                    <a:pt x="1551" y="116706"/>
                  </a:lnTo>
                  <a:lnTo>
                    <a:pt x="0" y="121898"/>
                  </a:lnTo>
                  <a:lnTo>
                    <a:pt x="16092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53" y="3707737"/>
              <a:ext cx="334323" cy="334313"/>
            </a:xfrm>
            <a:custGeom>
              <a:avLst/>
              <a:pathLst>
                <a:path w="334323" h="334313">
                  <a:moveTo>
                    <a:pt x="6236" y="121881"/>
                  </a:moveTo>
                  <a:lnTo>
                    <a:pt x="4883" y="127000"/>
                  </a:lnTo>
                  <a:lnTo>
                    <a:pt x="3693" y="132159"/>
                  </a:lnTo>
                  <a:lnTo>
                    <a:pt x="2667" y="137353"/>
                  </a:lnTo>
                  <a:lnTo>
                    <a:pt x="1806" y="142577"/>
                  </a:lnTo>
                  <a:lnTo>
                    <a:pt x="1110" y="147826"/>
                  </a:lnTo>
                  <a:lnTo>
                    <a:pt x="582" y="153094"/>
                  </a:lnTo>
                  <a:lnTo>
                    <a:pt x="220" y="158376"/>
                  </a:lnTo>
                  <a:lnTo>
                    <a:pt x="26" y="163667"/>
                  </a:lnTo>
                  <a:lnTo>
                    <a:pt x="0" y="168961"/>
                  </a:lnTo>
                  <a:lnTo>
                    <a:pt x="141" y="174253"/>
                  </a:lnTo>
                  <a:lnTo>
                    <a:pt x="449" y="179539"/>
                  </a:lnTo>
                  <a:lnTo>
                    <a:pt x="925" y="184812"/>
                  </a:lnTo>
                  <a:lnTo>
                    <a:pt x="1568" y="190067"/>
                  </a:lnTo>
                  <a:lnTo>
                    <a:pt x="2377" y="195299"/>
                  </a:lnTo>
                  <a:lnTo>
                    <a:pt x="3351" y="200504"/>
                  </a:lnTo>
                  <a:lnTo>
                    <a:pt x="4489" y="205674"/>
                  </a:lnTo>
                  <a:lnTo>
                    <a:pt x="5791" y="210806"/>
                  </a:lnTo>
                  <a:lnTo>
                    <a:pt x="7254" y="215894"/>
                  </a:lnTo>
                  <a:lnTo>
                    <a:pt x="8878" y="220934"/>
                  </a:lnTo>
                  <a:lnTo>
                    <a:pt x="10660" y="225919"/>
                  </a:lnTo>
                  <a:lnTo>
                    <a:pt x="12600" y="230845"/>
                  </a:lnTo>
                  <a:lnTo>
                    <a:pt x="14695" y="235708"/>
                  </a:lnTo>
                  <a:lnTo>
                    <a:pt x="16942" y="240502"/>
                  </a:lnTo>
                  <a:lnTo>
                    <a:pt x="19340" y="245222"/>
                  </a:lnTo>
                  <a:lnTo>
                    <a:pt x="21887" y="249864"/>
                  </a:lnTo>
                  <a:lnTo>
                    <a:pt x="24579" y="254422"/>
                  </a:lnTo>
                  <a:lnTo>
                    <a:pt x="27414" y="258894"/>
                  </a:lnTo>
                  <a:lnTo>
                    <a:pt x="30389" y="263273"/>
                  </a:lnTo>
                  <a:lnTo>
                    <a:pt x="33502" y="267556"/>
                  </a:lnTo>
                  <a:lnTo>
                    <a:pt x="36749" y="271738"/>
                  </a:lnTo>
                  <a:lnTo>
                    <a:pt x="40126" y="275815"/>
                  </a:lnTo>
                  <a:lnTo>
                    <a:pt x="43631" y="279784"/>
                  </a:lnTo>
                  <a:lnTo>
                    <a:pt x="47260" y="283639"/>
                  </a:lnTo>
                  <a:lnTo>
                    <a:pt x="51009" y="287377"/>
                  </a:lnTo>
                  <a:lnTo>
                    <a:pt x="54874" y="290995"/>
                  </a:lnTo>
                  <a:lnTo>
                    <a:pt x="58852" y="294489"/>
                  </a:lnTo>
                  <a:lnTo>
                    <a:pt x="62939" y="297855"/>
                  </a:lnTo>
                  <a:lnTo>
                    <a:pt x="67131" y="301090"/>
                  </a:lnTo>
                  <a:lnTo>
                    <a:pt x="71422" y="304190"/>
                  </a:lnTo>
                  <a:lnTo>
                    <a:pt x="75810" y="307153"/>
                  </a:lnTo>
                  <a:lnTo>
                    <a:pt x="80289" y="309975"/>
                  </a:lnTo>
                  <a:lnTo>
                    <a:pt x="84856" y="312655"/>
                  </a:lnTo>
                  <a:lnTo>
                    <a:pt x="89505" y="315188"/>
                  </a:lnTo>
                  <a:lnTo>
                    <a:pt x="94232" y="317573"/>
                  </a:lnTo>
                  <a:lnTo>
                    <a:pt x="99032" y="319807"/>
                  </a:lnTo>
                  <a:lnTo>
                    <a:pt x="103900" y="321888"/>
                  </a:lnTo>
                  <a:lnTo>
                    <a:pt x="108832" y="323813"/>
                  </a:lnTo>
                  <a:lnTo>
                    <a:pt x="113822" y="325582"/>
                  </a:lnTo>
                  <a:lnTo>
                    <a:pt x="118866" y="327191"/>
                  </a:lnTo>
                  <a:lnTo>
                    <a:pt x="123959" y="328640"/>
                  </a:lnTo>
                  <a:lnTo>
                    <a:pt x="129094" y="329927"/>
                  </a:lnTo>
                  <a:lnTo>
                    <a:pt x="134268" y="331051"/>
                  </a:lnTo>
                  <a:lnTo>
                    <a:pt x="139475" y="332010"/>
                  </a:lnTo>
                  <a:lnTo>
                    <a:pt x="144709" y="332804"/>
                  </a:lnTo>
                  <a:lnTo>
                    <a:pt x="149967" y="333432"/>
                  </a:lnTo>
                  <a:lnTo>
                    <a:pt x="155241" y="333893"/>
                  </a:lnTo>
                  <a:lnTo>
                    <a:pt x="160527" y="334187"/>
                  </a:lnTo>
                  <a:lnTo>
                    <a:pt x="165820" y="334313"/>
                  </a:lnTo>
                  <a:lnTo>
                    <a:pt x="171114" y="334271"/>
                  </a:lnTo>
                  <a:lnTo>
                    <a:pt x="176405" y="334062"/>
                  </a:lnTo>
                  <a:lnTo>
                    <a:pt x="181686" y="333686"/>
                  </a:lnTo>
                  <a:lnTo>
                    <a:pt x="186952" y="333142"/>
                  </a:lnTo>
                  <a:lnTo>
                    <a:pt x="192199" y="332432"/>
                  </a:lnTo>
                  <a:lnTo>
                    <a:pt x="197420" y="331556"/>
                  </a:lnTo>
                  <a:lnTo>
                    <a:pt x="202611" y="330515"/>
                  </a:lnTo>
                  <a:lnTo>
                    <a:pt x="207767" y="329310"/>
                  </a:lnTo>
                  <a:lnTo>
                    <a:pt x="212882" y="327943"/>
                  </a:lnTo>
                  <a:lnTo>
                    <a:pt x="217951" y="326414"/>
                  </a:lnTo>
                  <a:lnTo>
                    <a:pt x="222969" y="324726"/>
                  </a:lnTo>
                  <a:lnTo>
                    <a:pt x="227931" y="322880"/>
                  </a:lnTo>
                  <a:lnTo>
                    <a:pt x="232832" y="320877"/>
                  </a:lnTo>
                  <a:lnTo>
                    <a:pt x="237667" y="318720"/>
                  </a:lnTo>
                  <a:lnTo>
                    <a:pt x="242432" y="316411"/>
                  </a:lnTo>
                  <a:lnTo>
                    <a:pt x="247121" y="313953"/>
                  </a:lnTo>
                  <a:lnTo>
                    <a:pt x="251729" y="311347"/>
                  </a:lnTo>
                  <a:lnTo>
                    <a:pt x="256253" y="308596"/>
                  </a:lnTo>
                  <a:lnTo>
                    <a:pt x="260688" y="305704"/>
                  </a:lnTo>
                  <a:lnTo>
                    <a:pt x="265029" y="302672"/>
                  </a:lnTo>
                  <a:lnTo>
                    <a:pt x="269271" y="299505"/>
                  </a:lnTo>
                  <a:lnTo>
                    <a:pt x="273411" y="296205"/>
                  </a:lnTo>
                  <a:lnTo>
                    <a:pt x="277445" y="292775"/>
                  </a:lnTo>
                  <a:lnTo>
                    <a:pt x="281368" y="289220"/>
                  </a:lnTo>
                  <a:lnTo>
                    <a:pt x="285176" y="285542"/>
                  </a:lnTo>
                  <a:lnTo>
                    <a:pt x="288866" y="281745"/>
                  </a:lnTo>
                  <a:lnTo>
                    <a:pt x="292434" y="277833"/>
                  </a:lnTo>
                  <a:lnTo>
                    <a:pt x="295876" y="273811"/>
                  </a:lnTo>
                  <a:lnTo>
                    <a:pt x="299189" y="269681"/>
                  </a:lnTo>
                  <a:lnTo>
                    <a:pt x="302370" y="265448"/>
                  </a:lnTo>
                  <a:lnTo>
                    <a:pt x="305415" y="261117"/>
                  </a:lnTo>
                  <a:lnTo>
                    <a:pt x="308321" y="256692"/>
                  </a:lnTo>
                  <a:lnTo>
                    <a:pt x="311086" y="252177"/>
                  </a:lnTo>
                  <a:lnTo>
                    <a:pt x="313706" y="247576"/>
                  </a:lnTo>
                  <a:lnTo>
                    <a:pt x="316180" y="242895"/>
                  </a:lnTo>
                  <a:lnTo>
                    <a:pt x="318504" y="238138"/>
                  </a:lnTo>
                  <a:lnTo>
                    <a:pt x="320676" y="233309"/>
                  </a:lnTo>
                  <a:lnTo>
                    <a:pt x="322694" y="228415"/>
                  </a:lnTo>
                  <a:lnTo>
                    <a:pt x="324556" y="223459"/>
                  </a:lnTo>
                  <a:lnTo>
                    <a:pt x="326260" y="218446"/>
                  </a:lnTo>
                  <a:lnTo>
                    <a:pt x="327805" y="213382"/>
                  </a:lnTo>
                  <a:lnTo>
                    <a:pt x="329188" y="208271"/>
                  </a:lnTo>
                  <a:lnTo>
                    <a:pt x="330409" y="203119"/>
                  </a:lnTo>
                  <a:lnTo>
                    <a:pt x="331466" y="197932"/>
                  </a:lnTo>
                  <a:lnTo>
                    <a:pt x="332359" y="192713"/>
                  </a:lnTo>
                  <a:lnTo>
                    <a:pt x="333085" y="187469"/>
                  </a:lnTo>
                  <a:lnTo>
                    <a:pt x="333645" y="182204"/>
                  </a:lnTo>
                  <a:lnTo>
                    <a:pt x="334039" y="176924"/>
                  </a:lnTo>
                  <a:lnTo>
                    <a:pt x="334264" y="171634"/>
                  </a:lnTo>
                  <a:lnTo>
                    <a:pt x="334323" y="166340"/>
                  </a:lnTo>
                  <a:lnTo>
                    <a:pt x="334213" y="161047"/>
                  </a:lnTo>
                  <a:lnTo>
                    <a:pt x="333936" y="155760"/>
                  </a:lnTo>
                  <a:lnTo>
                    <a:pt x="333492" y="150484"/>
                  </a:lnTo>
                  <a:lnTo>
                    <a:pt x="332880" y="145225"/>
                  </a:lnTo>
                  <a:lnTo>
                    <a:pt x="332103" y="139988"/>
                  </a:lnTo>
                  <a:lnTo>
                    <a:pt x="331160" y="134778"/>
                  </a:lnTo>
                  <a:lnTo>
                    <a:pt x="330053" y="129601"/>
                  </a:lnTo>
                  <a:lnTo>
                    <a:pt x="328782" y="124461"/>
                  </a:lnTo>
                  <a:lnTo>
                    <a:pt x="327349" y="119364"/>
                  </a:lnTo>
                  <a:lnTo>
                    <a:pt x="325755" y="114315"/>
                  </a:lnTo>
                  <a:lnTo>
                    <a:pt x="324003" y="109319"/>
                  </a:lnTo>
                  <a:lnTo>
                    <a:pt x="322093" y="104382"/>
                  </a:lnTo>
                  <a:lnTo>
                    <a:pt x="320027" y="99507"/>
                  </a:lnTo>
                  <a:lnTo>
                    <a:pt x="317808" y="94700"/>
                  </a:lnTo>
                  <a:lnTo>
                    <a:pt x="315438" y="89965"/>
                  </a:lnTo>
                  <a:lnTo>
                    <a:pt x="312920" y="85308"/>
                  </a:lnTo>
                  <a:lnTo>
                    <a:pt x="310255" y="80733"/>
                  </a:lnTo>
                  <a:lnTo>
                    <a:pt x="307447" y="76245"/>
                  </a:lnTo>
                  <a:lnTo>
                    <a:pt x="304497" y="71848"/>
                  </a:lnTo>
                  <a:lnTo>
                    <a:pt x="301411" y="67547"/>
                  </a:lnTo>
                  <a:lnTo>
                    <a:pt x="298189" y="63345"/>
                  </a:lnTo>
                  <a:lnTo>
                    <a:pt x="294836" y="59248"/>
                  </a:lnTo>
                  <a:lnTo>
                    <a:pt x="291355" y="55258"/>
                  </a:lnTo>
                  <a:lnTo>
                    <a:pt x="287749" y="51382"/>
                  </a:lnTo>
                  <a:lnTo>
                    <a:pt x="284023" y="47621"/>
                  </a:lnTo>
                  <a:lnTo>
                    <a:pt x="280179" y="43980"/>
                  </a:lnTo>
                  <a:lnTo>
                    <a:pt x="276222" y="40462"/>
                  </a:lnTo>
                  <a:lnTo>
                    <a:pt x="272155" y="37072"/>
                  </a:lnTo>
                  <a:lnTo>
                    <a:pt x="267983" y="33812"/>
                  </a:lnTo>
                  <a:lnTo>
                    <a:pt x="263710" y="30686"/>
                  </a:lnTo>
                  <a:lnTo>
                    <a:pt x="259340" y="27697"/>
                  </a:lnTo>
                  <a:lnTo>
                    <a:pt x="254878" y="24848"/>
                  </a:lnTo>
                  <a:lnTo>
                    <a:pt x="250327" y="22141"/>
                  </a:lnTo>
                  <a:lnTo>
                    <a:pt x="245694" y="19580"/>
                  </a:lnTo>
                  <a:lnTo>
                    <a:pt x="240981" y="17167"/>
                  </a:lnTo>
                  <a:lnTo>
                    <a:pt x="236194" y="14905"/>
                  </a:lnTo>
                  <a:lnTo>
                    <a:pt x="231339" y="12795"/>
                  </a:lnTo>
                  <a:lnTo>
                    <a:pt x="226418" y="10840"/>
                  </a:lnTo>
                  <a:lnTo>
                    <a:pt x="221439" y="9042"/>
                  </a:lnTo>
                  <a:lnTo>
                    <a:pt x="216404" y="7402"/>
                  </a:lnTo>
                  <a:lnTo>
                    <a:pt x="211321" y="5922"/>
                  </a:lnTo>
                  <a:lnTo>
                    <a:pt x="206193" y="4605"/>
                  </a:lnTo>
                  <a:lnTo>
                    <a:pt x="201026" y="3450"/>
                  </a:lnTo>
                  <a:lnTo>
                    <a:pt x="195825" y="2460"/>
                  </a:lnTo>
                  <a:lnTo>
                    <a:pt x="190595" y="1634"/>
                  </a:lnTo>
                  <a:lnTo>
                    <a:pt x="185342" y="975"/>
                  </a:lnTo>
                  <a:lnTo>
                    <a:pt x="180071" y="483"/>
                  </a:lnTo>
                  <a:lnTo>
                    <a:pt x="174786" y="157"/>
                  </a:lnTo>
                  <a:lnTo>
                    <a:pt x="169494" y="0"/>
                  </a:lnTo>
                  <a:lnTo>
                    <a:pt x="167157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2336" cy="167167"/>
            </a:xfrm>
            <a:custGeom>
              <a:avLst/>
              <a:pathLst>
                <a:path w="2336" h="167167">
                  <a:moveTo>
                    <a:pt x="2336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2025-06-06T01:02:58Z</dcterms:modified>
  <cp:category/>
</cp:coreProperties>
</file>