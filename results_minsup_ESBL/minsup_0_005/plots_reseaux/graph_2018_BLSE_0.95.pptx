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76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165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77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76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86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1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2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2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24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7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9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89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7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5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4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25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54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77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5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25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7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74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6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0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6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9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4363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7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9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1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08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9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4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7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7319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17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01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60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27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92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43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1948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307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27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31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31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25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314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6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2723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36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44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9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4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74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tx83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57" name="tx85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58" name="tx85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59" name="tx85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60" name="tx86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62" name="tx86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2025-06-10T16:58:32Z</dcterms:modified>
  <cp:category/>
</cp:coreProperties>
</file>