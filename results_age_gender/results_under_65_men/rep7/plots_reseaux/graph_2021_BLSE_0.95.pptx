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0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59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44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4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96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42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52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8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09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12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9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7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8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8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96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2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4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2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42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10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4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42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0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3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2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5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59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44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9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2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5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2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42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5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52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0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39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2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2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11617" y="3170392"/>
              <a:ext cx="72161" cy="167167"/>
            </a:xfrm>
            <a:custGeom>
              <a:avLst/>
              <a:pathLst>
                <a:path w="72161" h="167167">
                  <a:moveTo>
                    <a:pt x="72161" y="0"/>
                  </a:moveTo>
                  <a:lnTo>
                    <a:pt x="66423" y="98"/>
                  </a:lnTo>
                  <a:lnTo>
                    <a:pt x="60691" y="393"/>
                  </a:lnTo>
                  <a:lnTo>
                    <a:pt x="54973" y="886"/>
                  </a:lnTo>
                  <a:lnTo>
                    <a:pt x="49275" y="1574"/>
                  </a:lnTo>
                  <a:lnTo>
                    <a:pt x="43604" y="2457"/>
                  </a:lnTo>
                  <a:lnTo>
                    <a:pt x="37967" y="3534"/>
                  </a:lnTo>
                  <a:lnTo>
                    <a:pt x="32370" y="4804"/>
                  </a:lnTo>
                  <a:lnTo>
                    <a:pt x="26820" y="6266"/>
                  </a:lnTo>
                  <a:lnTo>
                    <a:pt x="21323" y="7917"/>
                  </a:lnTo>
                  <a:lnTo>
                    <a:pt x="15886" y="9756"/>
                  </a:lnTo>
                  <a:lnTo>
                    <a:pt x="10516" y="11781"/>
                  </a:lnTo>
                  <a:lnTo>
                    <a:pt x="5218" y="13989"/>
                  </a:lnTo>
                  <a:lnTo>
                    <a:pt x="0" y="16377"/>
                  </a:lnTo>
                  <a:lnTo>
                    <a:pt x="721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1617" y="3186769"/>
              <a:ext cx="72161" cy="150790"/>
            </a:xfrm>
            <a:custGeom>
              <a:avLst/>
              <a:pathLst>
                <a:path w="72161" h="150790">
                  <a:moveTo>
                    <a:pt x="0" y="0"/>
                  </a:moveTo>
                  <a:lnTo>
                    <a:pt x="72161" y="1507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816628" y="3170392"/>
              <a:ext cx="334298" cy="334334"/>
            </a:xfrm>
            <a:custGeom>
              <a:avLst/>
              <a:pathLst>
                <a:path w="334298" h="334334">
                  <a:moveTo>
                    <a:pt x="94988" y="16377"/>
                  </a:moveTo>
                  <a:lnTo>
                    <a:pt x="90242" y="18741"/>
                  </a:lnTo>
                  <a:lnTo>
                    <a:pt x="85573" y="21255"/>
                  </a:lnTo>
                  <a:lnTo>
                    <a:pt x="80987" y="23916"/>
                  </a:lnTo>
                  <a:lnTo>
                    <a:pt x="76487" y="26721"/>
                  </a:lnTo>
                  <a:lnTo>
                    <a:pt x="72078" y="29667"/>
                  </a:lnTo>
                  <a:lnTo>
                    <a:pt x="67764" y="32752"/>
                  </a:lnTo>
                  <a:lnTo>
                    <a:pt x="63551" y="35972"/>
                  </a:lnTo>
                  <a:lnTo>
                    <a:pt x="59442" y="39323"/>
                  </a:lnTo>
                  <a:lnTo>
                    <a:pt x="55442" y="42804"/>
                  </a:lnTo>
                  <a:lnTo>
                    <a:pt x="51554" y="46409"/>
                  </a:lnTo>
                  <a:lnTo>
                    <a:pt x="47782" y="50136"/>
                  </a:lnTo>
                  <a:lnTo>
                    <a:pt x="44130" y="53981"/>
                  </a:lnTo>
                  <a:lnTo>
                    <a:pt x="40602" y="57940"/>
                  </a:lnTo>
                  <a:lnTo>
                    <a:pt x="37201" y="62009"/>
                  </a:lnTo>
                  <a:lnTo>
                    <a:pt x="33931" y="66183"/>
                  </a:lnTo>
                  <a:lnTo>
                    <a:pt x="30796" y="70459"/>
                  </a:lnTo>
                  <a:lnTo>
                    <a:pt x="27797" y="74833"/>
                  </a:lnTo>
                  <a:lnTo>
                    <a:pt x="24938" y="79299"/>
                  </a:lnTo>
                  <a:lnTo>
                    <a:pt x="22223" y="83854"/>
                  </a:lnTo>
                  <a:lnTo>
                    <a:pt x="19654" y="88492"/>
                  </a:lnTo>
                  <a:lnTo>
                    <a:pt x="17233" y="93210"/>
                  </a:lnTo>
                  <a:lnTo>
                    <a:pt x="14962" y="98002"/>
                  </a:lnTo>
                  <a:lnTo>
                    <a:pt x="12845" y="102863"/>
                  </a:lnTo>
                  <a:lnTo>
                    <a:pt x="10883" y="107790"/>
                  </a:lnTo>
                  <a:lnTo>
                    <a:pt x="9079" y="112776"/>
                  </a:lnTo>
                  <a:lnTo>
                    <a:pt x="7433" y="117817"/>
                  </a:lnTo>
                  <a:lnTo>
                    <a:pt x="5948" y="122907"/>
                  </a:lnTo>
                  <a:lnTo>
                    <a:pt x="4626" y="128042"/>
                  </a:lnTo>
                  <a:lnTo>
                    <a:pt x="3466" y="133217"/>
                  </a:lnTo>
                  <a:lnTo>
                    <a:pt x="2472" y="138425"/>
                  </a:lnTo>
                  <a:lnTo>
                    <a:pt x="1643" y="143663"/>
                  </a:lnTo>
                  <a:lnTo>
                    <a:pt x="981" y="148924"/>
                  </a:lnTo>
                  <a:lnTo>
                    <a:pt x="486" y="154204"/>
                  </a:lnTo>
                  <a:lnTo>
                    <a:pt x="159" y="159496"/>
                  </a:lnTo>
                  <a:lnTo>
                    <a:pt x="0" y="164796"/>
                  </a:lnTo>
                  <a:lnTo>
                    <a:pt x="8" y="170099"/>
                  </a:lnTo>
                  <a:lnTo>
                    <a:pt x="185" y="175399"/>
                  </a:lnTo>
                  <a:lnTo>
                    <a:pt x="531" y="180690"/>
                  </a:lnTo>
                  <a:lnTo>
                    <a:pt x="1043" y="185968"/>
                  </a:lnTo>
                  <a:lnTo>
                    <a:pt x="1723" y="191227"/>
                  </a:lnTo>
                  <a:lnTo>
                    <a:pt x="2569" y="196461"/>
                  </a:lnTo>
                  <a:lnTo>
                    <a:pt x="3581" y="201667"/>
                  </a:lnTo>
                  <a:lnTo>
                    <a:pt x="4758" y="206837"/>
                  </a:lnTo>
                  <a:lnTo>
                    <a:pt x="6098" y="211968"/>
                  </a:lnTo>
                  <a:lnTo>
                    <a:pt x="7600" y="217053"/>
                  </a:lnTo>
                  <a:lnTo>
                    <a:pt x="9262" y="222089"/>
                  </a:lnTo>
                  <a:lnTo>
                    <a:pt x="11084" y="227069"/>
                  </a:lnTo>
                  <a:lnTo>
                    <a:pt x="13062" y="231988"/>
                  </a:lnTo>
                  <a:lnTo>
                    <a:pt x="15195" y="236843"/>
                  </a:lnTo>
                  <a:lnTo>
                    <a:pt x="17482" y="241627"/>
                  </a:lnTo>
                  <a:lnTo>
                    <a:pt x="19919" y="246337"/>
                  </a:lnTo>
                  <a:lnTo>
                    <a:pt x="22504" y="250967"/>
                  </a:lnTo>
                  <a:lnTo>
                    <a:pt x="25234" y="255512"/>
                  </a:lnTo>
                  <a:lnTo>
                    <a:pt x="28108" y="259969"/>
                  </a:lnTo>
                  <a:lnTo>
                    <a:pt x="31121" y="264332"/>
                  </a:lnTo>
                  <a:lnTo>
                    <a:pt x="34271" y="268598"/>
                  </a:lnTo>
                  <a:lnTo>
                    <a:pt x="37555" y="272761"/>
                  </a:lnTo>
                  <a:lnTo>
                    <a:pt x="40970" y="276818"/>
                  </a:lnTo>
                  <a:lnTo>
                    <a:pt x="44511" y="280765"/>
                  </a:lnTo>
                  <a:lnTo>
                    <a:pt x="48175" y="284598"/>
                  </a:lnTo>
                  <a:lnTo>
                    <a:pt x="51960" y="288312"/>
                  </a:lnTo>
                  <a:lnTo>
                    <a:pt x="55860" y="291905"/>
                  </a:lnTo>
                  <a:lnTo>
                    <a:pt x="59872" y="295372"/>
                  </a:lnTo>
                  <a:lnTo>
                    <a:pt x="63992" y="298710"/>
                  </a:lnTo>
                  <a:lnTo>
                    <a:pt x="68216" y="301915"/>
                  </a:lnTo>
                  <a:lnTo>
                    <a:pt x="72540" y="304985"/>
                  </a:lnTo>
                  <a:lnTo>
                    <a:pt x="76959" y="307917"/>
                  </a:lnTo>
                  <a:lnTo>
                    <a:pt x="81468" y="310706"/>
                  </a:lnTo>
                  <a:lnTo>
                    <a:pt x="86064" y="313352"/>
                  </a:lnTo>
                  <a:lnTo>
                    <a:pt x="90741" y="315850"/>
                  </a:lnTo>
                  <a:lnTo>
                    <a:pt x="95495" y="318199"/>
                  </a:lnTo>
                  <a:lnTo>
                    <a:pt x="100322" y="320395"/>
                  </a:lnTo>
                  <a:lnTo>
                    <a:pt x="105215" y="322438"/>
                  </a:lnTo>
                  <a:lnTo>
                    <a:pt x="110171" y="324324"/>
                  </a:lnTo>
                  <a:lnTo>
                    <a:pt x="115184" y="326052"/>
                  </a:lnTo>
                  <a:lnTo>
                    <a:pt x="120250" y="327620"/>
                  </a:lnTo>
                  <a:lnTo>
                    <a:pt x="125362" y="329027"/>
                  </a:lnTo>
                  <a:lnTo>
                    <a:pt x="130517" y="330271"/>
                  </a:lnTo>
                  <a:lnTo>
                    <a:pt x="135708" y="331351"/>
                  </a:lnTo>
                  <a:lnTo>
                    <a:pt x="140932" y="332266"/>
                  </a:lnTo>
                  <a:lnTo>
                    <a:pt x="146181" y="333014"/>
                  </a:lnTo>
                  <a:lnTo>
                    <a:pt x="151452" y="333596"/>
                  </a:lnTo>
                  <a:lnTo>
                    <a:pt x="156738" y="334010"/>
                  </a:lnTo>
                  <a:lnTo>
                    <a:pt x="162035" y="334256"/>
                  </a:lnTo>
                  <a:lnTo>
                    <a:pt x="167337" y="334334"/>
                  </a:lnTo>
                  <a:lnTo>
                    <a:pt x="172639" y="334244"/>
                  </a:lnTo>
                  <a:lnTo>
                    <a:pt x="177936" y="333986"/>
                  </a:lnTo>
                  <a:lnTo>
                    <a:pt x="183221" y="333560"/>
                  </a:lnTo>
                  <a:lnTo>
                    <a:pt x="188490" y="332967"/>
                  </a:lnTo>
                  <a:lnTo>
                    <a:pt x="193738" y="332206"/>
                  </a:lnTo>
                  <a:lnTo>
                    <a:pt x="198959" y="331280"/>
                  </a:lnTo>
                  <a:lnTo>
                    <a:pt x="204149" y="330189"/>
                  </a:lnTo>
                  <a:lnTo>
                    <a:pt x="209300" y="328933"/>
                  </a:lnTo>
                  <a:lnTo>
                    <a:pt x="214410" y="327515"/>
                  </a:lnTo>
                  <a:lnTo>
                    <a:pt x="219472" y="325935"/>
                  </a:lnTo>
                  <a:lnTo>
                    <a:pt x="224481" y="324196"/>
                  </a:lnTo>
                  <a:lnTo>
                    <a:pt x="229433" y="322299"/>
                  </a:lnTo>
                  <a:lnTo>
                    <a:pt x="234322" y="320245"/>
                  </a:lnTo>
                  <a:lnTo>
                    <a:pt x="239143" y="318038"/>
                  </a:lnTo>
                  <a:lnTo>
                    <a:pt x="243892" y="315678"/>
                  </a:lnTo>
                  <a:lnTo>
                    <a:pt x="248563" y="313170"/>
                  </a:lnTo>
                  <a:lnTo>
                    <a:pt x="253153" y="310514"/>
                  </a:lnTo>
                  <a:lnTo>
                    <a:pt x="257656" y="307714"/>
                  </a:lnTo>
                  <a:lnTo>
                    <a:pt x="262069" y="304773"/>
                  </a:lnTo>
                  <a:lnTo>
                    <a:pt x="266385" y="301693"/>
                  </a:lnTo>
                  <a:lnTo>
                    <a:pt x="270602" y="298478"/>
                  </a:lnTo>
                  <a:lnTo>
                    <a:pt x="274715" y="295131"/>
                  </a:lnTo>
                  <a:lnTo>
                    <a:pt x="278719" y="291655"/>
                  </a:lnTo>
                  <a:lnTo>
                    <a:pt x="282611" y="288054"/>
                  </a:lnTo>
                  <a:lnTo>
                    <a:pt x="286387" y="284331"/>
                  </a:lnTo>
                  <a:lnTo>
                    <a:pt x="290044" y="280490"/>
                  </a:lnTo>
                  <a:lnTo>
                    <a:pt x="293576" y="276535"/>
                  </a:lnTo>
                  <a:lnTo>
                    <a:pt x="296981" y="272471"/>
                  </a:lnTo>
                  <a:lnTo>
                    <a:pt x="300256" y="268300"/>
                  </a:lnTo>
                  <a:lnTo>
                    <a:pt x="303396" y="264027"/>
                  </a:lnTo>
                  <a:lnTo>
                    <a:pt x="306400" y="259657"/>
                  </a:lnTo>
                  <a:lnTo>
                    <a:pt x="309263" y="255194"/>
                  </a:lnTo>
                  <a:lnTo>
                    <a:pt x="311984" y="250643"/>
                  </a:lnTo>
                  <a:lnTo>
                    <a:pt x="314558" y="246007"/>
                  </a:lnTo>
                  <a:lnTo>
                    <a:pt x="316985" y="241292"/>
                  </a:lnTo>
                  <a:lnTo>
                    <a:pt x="319260" y="236502"/>
                  </a:lnTo>
                  <a:lnTo>
                    <a:pt x="321383" y="231643"/>
                  </a:lnTo>
                  <a:lnTo>
                    <a:pt x="323350" y="226719"/>
                  </a:lnTo>
                  <a:lnTo>
                    <a:pt x="325161" y="221735"/>
                  </a:lnTo>
                  <a:lnTo>
                    <a:pt x="326812" y="216696"/>
                  </a:lnTo>
                  <a:lnTo>
                    <a:pt x="328302" y="211607"/>
                  </a:lnTo>
                  <a:lnTo>
                    <a:pt x="329631" y="206473"/>
                  </a:lnTo>
                  <a:lnTo>
                    <a:pt x="330796" y="201300"/>
                  </a:lnTo>
                  <a:lnTo>
                    <a:pt x="331796" y="196093"/>
                  </a:lnTo>
                  <a:lnTo>
                    <a:pt x="332631" y="190856"/>
                  </a:lnTo>
                  <a:lnTo>
                    <a:pt x="333299" y="185596"/>
                  </a:lnTo>
                  <a:lnTo>
                    <a:pt x="333800" y="180317"/>
                  </a:lnTo>
                  <a:lnTo>
                    <a:pt x="334133" y="175025"/>
                  </a:lnTo>
                  <a:lnTo>
                    <a:pt x="334298" y="169725"/>
                  </a:lnTo>
                  <a:lnTo>
                    <a:pt x="334295" y="164422"/>
                  </a:lnTo>
                  <a:lnTo>
                    <a:pt x="334124" y="159122"/>
                  </a:lnTo>
                  <a:lnTo>
                    <a:pt x="333785" y="153830"/>
                  </a:lnTo>
                  <a:lnTo>
                    <a:pt x="333278" y="148552"/>
                  </a:lnTo>
                  <a:lnTo>
                    <a:pt x="332604" y="143292"/>
                  </a:lnTo>
                  <a:lnTo>
                    <a:pt x="331763" y="138057"/>
                  </a:lnTo>
                  <a:lnTo>
                    <a:pt x="330757" y="132850"/>
                  </a:lnTo>
                  <a:lnTo>
                    <a:pt x="329587" y="127679"/>
                  </a:lnTo>
                  <a:lnTo>
                    <a:pt x="328252" y="122546"/>
                  </a:lnTo>
                  <a:lnTo>
                    <a:pt x="326756" y="117459"/>
                  </a:lnTo>
                  <a:lnTo>
                    <a:pt x="325099" y="112422"/>
                  </a:lnTo>
                  <a:lnTo>
                    <a:pt x="323284" y="107440"/>
                  </a:lnTo>
                  <a:lnTo>
                    <a:pt x="321311" y="102518"/>
                  </a:lnTo>
                  <a:lnTo>
                    <a:pt x="319183" y="97661"/>
                  </a:lnTo>
                  <a:lnTo>
                    <a:pt x="316902" y="92874"/>
                  </a:lnTo>
                  <a:lnTo>
                    <a:pt x="314470" y="88162"/>
                  </a:lnTo>
                  <a:lnTo>
                    <a:pt x="311890" y="83529"/>
                  </a:lnTo>
                  <a:lnTo>
                    <a:pt x="309165" y="78981"/>
                  </a:lnTo>
                  <a:lnTo>
                    <a:pt x="306296" y="74521"/>
                  </a:lnTo>
                  <a:lnTo>
                    <a:pt x="303288" y="70154"/>
                  </a:lnTo>
                  <a:lnTo>
                    <a:pt x="300142" y="65885"/>
                  </a:lnTo>
                  <a:lnTo>
                    <a:pt x="296863" y="61718"/>
                  </a:lnTo>
                  <a:lnTo>
                    <a:pt x="293453" y="57657"/>
                  </a:lnTo>
                  <a:lnTo>
                    <a:pt x="289917" y="53706"/>
                  </a:lnTo>
                  <a:lnTo>
                    <a:pt x="286256" y="49870"/>
                  </a:lnTo>
                  <a:lnTo>
                    <a:pt x="282476" y="46151"/>
                  </a:lnTo>
                  <a:lnTo>
                    <a:pt x="278580" y="42554"/>
                  </a:lnTo>
                  <a:lnTo>
                    <a:pt x="274571" y="39083"/>
                  </a:lnTo>
                  <a:lnTo>
                    <a:pt x="270455" y="35740"/>
                  </a:lnTo>
                  <a:lnTo>
                    <a:pt x="266235" y="32530"/>
                  </a:lnTo>
                  <a:lnTo>
                    <a:pt x="261914" y="29455"/>
                  </a:lnTo>
                  <a:lnTo>
                    <a:pt x="257499" y="26518"/>
                  </a:lnTo>
                  <a:lnTo>
                    <a:pt x="252993" y="23724"/>
                  </a:lnTo>
                  <a:lnTo>
                    <a:pt x="248400" y="21073"/>
                  </a:lnTo>
                  <a:lnTo>
                    <a:pt x="243725" y="18570"/>
                  </a:lnTo>
                  <a:lnTo>
                    <a:pt x="238974" y="16216"/>
                  </a:lnTo>
                  <a:lnTo>
                    <a:pt x="234150" y="14014"/>
                  </a:lnTo>
                  <a:lnTo>
                    <a:pt x="229259" y="11966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83779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1863" y="2633064"/>
              <a:ext cx="167147" cy="228145"/>
            </a:xfrm>
            <a:custGeom>
              <a:avLst/>
              <a:pathLst>
                <a:path w="167147" h="228145">
                  <a:moveTo>
                    <a:pt x="167147" y="0"/>
                  </a:moveTo>
                  <a:lnTo>
                    <a:pt x="161731" y="87"/>
                  </a:lnTo>
                  <a:lnTo>
                    <a:pt x="156321" y="350"/>
                  </a:lnTo>
                  <a:lnTo>
                    <a:pt x="150922" y="789"/>
                  </a:lnTo>
                  <a:lnTo>
                    <a:pt x="145541" y="1402"/>
                  </a:lnTo>
                  <a:lnTo>
                    <a:pt x="140182" y="2189"/>
                  </a:lnTo>
                  <a:lnTo>
                    <a:pt x="134851" y="3149"/>
                  </a:lnTo>
                  <a:lnTo>
                    <a:pt x="129554" y="4281"/>
                  </a:lnTo>
                  <a:lnTo>
                    <a:pt x="124297" y="5585"/>
                  </a:lnTo>
                  <a:lnTo>
                    <a:pt x="119084" y="7058"/>
                  </a:lnTo>
                  <a:lnTo>
                    <a:pt x="113923" y="8699"/>
                  </a:lnTo>
                  <a:lnTo>
                    <a:pt x="108817" y="10506"/>
                  </a:lnTo>
                  <a:lnTo>
                    <a:pt x="103772" y="12478"/>
                  </a:lnTo>
                  <a:lnTo>
                    <a:pt x="98794" y="14613"/>
                  </a:lnTo>
                  <a:lnTo>
                    <a:pt x="93887" y="16907"/>
                  </a:lnTo>
                  <a:lnTo>
                    <a:pt x="89058" y="19360"/>
                  </a:lnTo>
                  <a:lnTo>
                    <a:pt x="84310" y="21967"/>
                  </a:lnTo>
                  <a:lnTo>
                    <a:pt x="79649" y="24727"/>
                  </a:lnTo>
                  <a:lnTo>
                    <a:pt x="75081" y="27637"/>
                  </a:lnTo>
                  <a:lnTo>
                    <a:pt x="70609" y="30692"/>
                  </a:lnTo>
                  <a:lnTo>
                    <a:pt x="66238" y="33892"/>
                  </a:lnTo>
                  <a:lnTo>
                    <a:pt x="61973" y="37231"/>
                  </a:lnTo>
                  <a:lnTo>
                    <a:pt x="57819" y="40706"/>
                  </a:lnTo>
                  <a:lnTo>
                    <a:pt x="53779" y="44315"/>
                  </a:lnTo>
                  <a:lnTo>
                    <a:pt x="49858" y="48052"/>
                  </a:lnTo>
                  <a:lnTo>
                    <a:pt x="46061" y="51914"/>
                  </a:lnTo>
                  <a:lnTo>
                    <a:pt x="42391" y="55898"/>
                  </a:lnTo>
                  <a:lnTo>
                    <a:pt x="38851" y="59998"/>
                  </a:lnTo>
                  <a:lnTo>
                    <a:pt x="35447" y="64211"/>
                  </a:lnTo>
                  <a:lnTo>
                    <a:pt x="32180" y="68531"/>
                  </a:lnTo>
                  <a:lnTo>
                    <a:pt x="29056" y="72956"/>
                  </a:lnTo>
                  <a:lnTo>
                    <a:pt x="26076" y="77479"/>
                  </a:lnTo>
                  <a:lnTo>
                    <a:pt x="23244" y="82096"/>
                  </a:lnTo>
                  <a:lnTo>
                    <a:pt x="20564" y="86803"/>
                  </a:lnTo>
                  <a:lnTo>
                    <a:pt x="18037" y="91594"/>
                  </a:lnTo>
                  <a:lnTo>
                    <a:pt x="15667" y="96465"/>
                  </a:lnTo>
                  <a:lnTo>
                    <a:pt x="13456" y="101409"/>
                  </a:lnTo>
                  <a:lnTo>
                    <a:pt x="11406" y="106423"/>
                  </a:lnTo>
                  <a:lnTo>
                    <a:pt x="9520" y="111501"/>
                  </a:lnTo>
                  <a:lnTo>
                    <a:pt x="7799" y="116636"/>
                  </a:lnTo>
                  <a:lnTo>
                    <a:pt x="6246" y="121825"/>
                  </a:lnTo>
                  <a:lnTo>
                    <a:pt x="4862" y="127062"/>
                  </a:lnTo>
                  <a:lnTo>
                    <a:pt x="3647" y="132341"/>
                  </a:lnTo>
                  <a:lnTo>
                    <a:pt x="2605" y="137656"/>
                  </a:lnTo>
                  <a:lnTo>
                    <a:pt x="1735" y="143002"/>
                  </a:lnTo>
                  <a:lnTo>
                    <a:pt x="1039" y="148374"/>
                  </a:lnTo>
                  <a:lnTo>
                    <a:pt x="518" y="153765"/>
                  </a:lnTo>
                  <a:lnTo>
                    <a:pt x="171" y="159170"/>
                  </a:lnTo>
                  <a:lnTo>
                    <a:pt x="0" y="164584"/>
                  </a:lnTo>
                  <a:lnTo>
                    <a:pt x="4" y="170001"/>
                  </a:lnTo>
                  <a:lnTo>
                    <a:pt x="183" y="175414"/>
                  </a:lnTo>
                  <a:lnTo>
                    <a:pt x="538" y="180819"/>
                  </a:lnTo>
                  <a:lnTo>
                    <a:pt x="1068" y="186210"/>
                  </a:lnTo>
                  <a:lnTo>
                    <a:pt x="1772" y="191580"/>
                  </a:lnTo>
                  <a:lnTo>
                    <a:pt x="2650" y="196925"/>
                  </a:lnTo>
                  <a:lnTo>
                    <a:pt x="3700" y="202239"/>
                  </a:lnTo>
                  <a:lnTo>
                    <a:pt x="4922" y="207516"/>
                  </a:lnTo>
                  <a:lnTo>
                    <a:pt x="6314" y="212750"/>
                  </a:lnTo>
                  <a:lnTo>
                    <a:pt x="7876" y="217937"/>
                  </a:lnTo>
                  <a:lnTo>
                    <a:pt x="9604" y="223070"/>
                  </a:lnTo>
                  <a:lnTo>
                    <a:pt x="11498" y="22814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3362" y="2800231"/>
              <a:ext cx="155649" cy="60977"/>
            </a:xfrm>
            <a:custGeom>
              <a:avLst/>
              <a:pathLst>
                <a:path w="155649" h="60977">
                  <a:moveTo>
                    <a:pt x="0" y="60977"/>
                  </a:moveTo>
                  <a:lnTo>
                    <a:pt x="1556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3362" y="2647342"/>
              <a:ext cx="322813" cy="320039"/>
            </a:xfrm>
            <a:custGeom>
              <a:avLst/>
              <a:pathLst>
                <a:path w="322813" h="320039">
                  <a:moveTo>
                    <a:pt x="0" y="213867"/>
                  </a:moveTo>
                  <a:lnTo>
                    <a:pt x="2023" y="218799"/>
                  </a:lnTo>
                  <a:lnTo>
                    <a:pt x="4203" y="223664"/>
                  </a:lnTo>
                  <a:lnTo>
                    <a:pt x="6537" y="228457"/>
                  </a:lnTo>
                  <a:lnTo>
                    <a:pt x="9022" y="233173"/>
                  </a:lnTo>
                  <a:lnTo>
                    <a:pt x="11656" y="237808"/>
                  </a:lnTo>
                  <a:lnTo>
                    <a:pt x="14437" y="242356"/>
                  </a:lnTo>
                  <a:lnTo>
                    <a:pt x="17362" y="246813"/>
                  </a:lnTo>
                  <a:lnTo>
                    <a:pt x="20427" y="251175"/>
                  </a:lnTo>
                  <a:lnTo>
                    <a:pt x="23630" y="255437"/>
                  </a:lnTo>
                  <a:lnTo>
                    <a:pt x="26967" y="259594"/>
                  </a:lnTo>
                  <a:lnTo>
                    <a:pt x="30435" y="263643"/>
                  </a:lnTo>
                  <a:lnTo>
                    <a:pt x="34030" y="267580"/>
                  </a:lnTo>
                  <a:lnTo>
                    <a:pt x="37749" y="271399"/>
                  </a:lnTo>
                  <a:lnTo>
                    <a:pt x="41588" y="275098"/>
                  </a:lnTo>
                  <a:lnTo>
                    <a:pt x="45543" y="278673"/>
                  </a:lnTo>
                  <a:lnTo>
                    <a:pt x="49610" y="282120"/>
                  </a:lnTo>
                  <a:lnTo>
                    <a:pt x="53784" y="285436"/>
                  </a:lnTo>
                  <a:lnTo>
                    <a:pt x="58062" y="288616"/>
                  </a:lnTo>
                  <a:lnTo>
                    <a:pt x="62440" y="291659"/>
                  </a:lnTo>
                  <a:lnTo>
                    <a:pt x="66912" y="294561"/>
                  </a:lnTo>
                  <a:lnTo>
                    <a:pt x="71475" y="297318"/>
                  </a:lnTo>
                  <a:lnTo>
                    <a:pt x="76123" y="299929"/>
                  </a:lnTo>
                  <a:lnTo>
                    <a:pt x="80852" y="302390"/>
                  </a:lnTo>
                  <a:lnTo>
                    <a:pt x="85657" y="304699"/>
                  </a:lnTo>
                  <a:lnTo>
                    <a:pt x="90533" y="306853"/>
                  </a:lnTo>
                  <a:lnTo>
                    <a:pt x="95476" y="308851"/>
                  </a:lnTo>
                  <a:lnTo>
                    <a:pt x="100479" y="310691"/>
                  </a:lnTo>
                  <a:lnTo>
                    <a:pt x="105539" y="312369"/>
                  </a:lnTo>
                  <a:lnTo>
                    <a:pt x="110650" y="313886"/>
                  </a:lnTo>
                  <a:lnTo>
                    <a:pt x="115806" y="315239"/>
                  </a:lnTo>
                  <a:lnTo>
                    <a:pt x="121003" y="316427"/>
                  </a:lnTo>
                  <a:lnTo>
                    <a:pt x="126236" y="317449"/>
                  </a:lnTo>
                  <a:lnTo>
                    <a:pt x="131498" y="318303"/>
                  </a:lnTo>
                  <a:lnTo>
                    <a:pt x="136785" y="318989"/>
                  </a:lnTo>
                  <a:lnTo>
                    <a:pt x="142090" y="319506"/>
                  </a:lnTo>
                  <a:lnTo>
                    <a:pt x="147410" y="319853"/>
                  </a:lnTo>
                  <a:lnTo>
                    <a:pt x="152738" y="320031"/>
                  </a:lnTo>
                  <a:lnTo>
                    <a:pt x="158069" y="320039"/>
                  </a:lnTo>
                  <a:lnTo>
                    <a:pt x="163398" y="319877"/>
                  </a:lnTo>
                  <a:lnTo>
                    <a:pt x="168719" y="319545"/>
                  </a:lnTo>
                  <a:lnTo>
                    <a:pt x="174026" y="319043"/>
                  </a:lnTo>
                  <a:lnTo>
                    <a:pt x="179315" y="318373"/>
                  </a:lnTo>
                  <a:lnTo>
                    <a:pt x="184579" y="317534"/>
                  </a:lnTo>
                  <a:lnTo>
                    <a:pt x="189815" y="316528"/>
                  </a:lnTo>
                  <a:lnTo>
                    <a:pt x="195015" y="315355"/>
                  </a:lnTo>
                  <a:lnTo>
                    <a:pt x="200176" y="314017"/>
                  </a:lnTo>
                  <a:lnTo>
                    <a:pt x="205291" y="312516"/>
                  </a:lnTo>
                  <a:lnTo>
                    <a:pt x="210355" y="310852"/>
                  </a:lnTo>
                  <a:lnTo>
                    <a:pt x="215364" y="309027"/>
                  </a:lnTo>
                  <a:lnTo>
                    <a:pt x="220313" y="307043"/>
                  </a:lnTo>
                  <a:lnTo>
                    <a:pt x="225195" y="304903"/>
                  </a:lnTo>
                  <a:lnTo>
                    <a:pt x="230007" y="302608"/>
                  </a:lnTo>
                  <a:lnTo>
                    <a:pt x="234743" y="300161"/>
                  </a:lnTo>
                  <a:lnTo>
                    <a:pt x="239399" y="297564"/>
                  </a:lnTo>
                  <a:lnTo>
                    <a:pt x="243970" y="294820"/>
                  </a:lnTo>
                  <a:lnTo>
                    <a:pt x="248450" y="291932"/>
                  </a:lnTo>
                  <a:lnTo>
                    <a:pt x="252837" y="288902"/>
                  </a:lnTo>
                  <a:lnTo>
                    <a:pt x="257124" y="285734"/>
                  </a:lnTo>
                  <a:lnTo>
                    <a:pt x="261309" y="282430"/>
                  </a:lnTo>
                  <a:lnTo>
                    <a:pt x="265386" y="278995"/>
                  </a:lnTo>
                  <a:lnTo>
                    <a:pt x="269351" y="275432"/>
                  </a:lnTo>
                  <a:lnTo>
                    <a:pt x="273200" y="271744"/>
                  </a:lnTo>
                  <a:lnTo>
                    <a:pt x="276931" y="267935"/>
                  </a:lnTo>
                  <a:lnTo>
                    <a:pt x="280537" y="264010"/>
                  </a:lnTo>
                  <a:lnTo>
                    <a:pt x="284017" y="259971"/>
                  </a:lnTo>
                  <a:lnTo>
                    <a:pt x="287366" y="255823"/>
                  </a:lnTo>
                  <a:lnTo>
                    <a:pt x="290581" y="251571"/>
                  </a:lnTo>
                  <a:lnTo>
                    <a:pt x="293659" y="247218"/>
                  </a:lnTo>
                  <a:lnTo>
                    <a:pt x="296597" y="242770"/>
                  </a:lnTo>
                  <a:lnTo>
                    <a:pt x="299391" y="238230"/>
                  </a:lnTo>
                  <a:lnTo>
                    <a:pt x="302040" y="233603"/>
                  </a:lnTo>
                  <a:lnTo>
                    <a:pt x="304539" y="228894"/>
                  </a:lnTo>
                  <a:lnTo>
                    <a:pt x="306887" y="224108"/>
                  </a:lnTo>
                  <a:lnTo>
                    <a:pt x="309081" y="219249"/>
                  </a:lnTo>
                  <a:lnTo>
                    <a:pt x="311119" y="214323"/>
                  </a:lnTo>
                  <a:lnTo>
                    <a:pt x="312998" y="209334"/>
                  </a:lnTo>
                  <a:lnTo>
                    <a:pt x="314718" y="204288"/>
                  </a:lnTo>
                  <a:lnTo>
                    <a:pt x="316276" y="199190"/>
                  </a:lnTo>
                  <a:lnTo>
                    <a:pt x="317671" y="194044"/>
                  </a:lnTo>
                  <a:lnTo>
                    <a:pt x="318901" y="188857"/>
                  </a:lnTo>
                  <a:lnTo>
                    <a:pt x="319965" y="183633"/>
                  </a:lnTo>
                  <a:lnTo>
                    <a:pt x="320861" y="178378"/>
                  </a:lnTo>
                  <a:lnTo>
                    <a:pt x="321590" y="173097"/>
                  </a:lnTo>
                  <a:lnTo>
                    <a:pt x="322150" y="167796"/>
                  </a:lnTo>
                  <a:lnTo>
                    <a:pt x="322541" y="162479"/>
                  </a:lnTo>
                  <a:lnTo>
                    <a:pt x="322762" y="157153"/>
                  </a:lnTo>
                  <a:lnTo>
                    <a:pt x="322813" y="151822"/>
                  </a:lnTo>
                  <a:lnTo>
                    <a:pt x="322694" y="146492"/>
                  </a:lnTo>
                  <a:lnTo>
                    <a:pt x="322405" y="141169"/>
                  </a:lnTo>
                  <a:lnTo>
                    <a:pt x="321946" y="135857"/>
                  </a:lnTo>
                  <a:lnTo>
                    <a:pt x="321319" y="130563"/>
                  </a:lnTo>
                  <a:lnTo>
                    <a:pt x="320522" y="125292"/>
                  </a:lnTo>
                  <a:lnTo>
                    <a:pt x="319559" y="120049"/>
                  </a:lnTo>
                  <a:lnTo>
                    <a:pt x="318428" y="114839"/>
                  </a:lnTo>
                  <a:lnTo>
                    <a:pt x="317132" y="109668"/>
                  </a:lnTo>
                  <a:lnTo>
                    <a:pt x="315672" y="104541"/>
                  </a:lnTo>
                  <a:lnTo>
                    <a:pt x="314049" y="99463"/>
                  </a:lnTo>
                  <a:lnTo>
                    <a:pt x="312265" y="94439"/>
                  </a:lnTo>
                  <a:lnTo>
                    <a:pt x="310321" y="89475"/>
                  </a:lnTo>
                  <a:lnTo>
                    <a:pt x="308221" y="84575"/>
                  </a:lnTo>
                  <a:lnTo>
                    <a:pt x="305965" y="79745"/>
                  </a:lnTo>
                  <a:lnTo>
                    <a:pt x="303556" y="74989"/>
                  </a:lnTo>
                  <a:lnTo>
                    <a:pt x="300997" y="70313"/>
                  </a:lnTo>
                  <a:lnTo>
                    <a:pt x="298290" y="65720"/>
                  </a:lnTo>
                  <a:lnTo>
                    <a:pt x="295438" y="61216"/>
                  </a:lnTo>
                  <a:lnTo>
                    <a:pt x="292444" y="56805"/>
                  </a:lnTo>
                  <a:lnTo>
                    <a:pt x="289310" y="52492"/>
                  </a:lnTo>
                  <a:lnTo>
                    <a:pt x="286041" y="48281"/>
                  </a:lnTo>
                  <a:lnTo>
                    <a:pt x="282639" y="44177"/>
                  </a:lnTo>
                  <a:lnTo>
                    <a:pt x="279108" y="40183"/>
                  </a:lnTo>
                  <a:lnTo>
                    <a:pt x="275451" y="36303"/>
                  </a:lnTo>
                  <a:lnTo>
                    <a:pt x="271673" y="32543"/>
                  </a:lnTo>
                  <a:lnTo>
                    <a:pt x="267777" y="28904"/>
                  </a:lnTo>
                  <a:lnTo>
                    <a:pt x="263766" y="25392"/>
                  </a:lnTo>
                  <a:lnTo>
                    <a:pt x="259646" y="22009"/>
                  </a:lnTo>
                  <a:lnTo>
                    <a:pt x="255420" y="18760"/>
                  </a:lnTo>
                  <a:lnTo>
                    <a:pt x="251092" y="15646"/>
                  </a:lnTo>
                  <a:lnTo>
                    <a:pt x="246667" y="12673"/>
                  </a:lnTo>
                  <a:lnTo>
                    <a:pt x="242150" y="9842"/>
                  </a:lnTo>
                  <a:lnTo>
                    <a:pt x="237545" y="7157"/>
                  </a:lnTo>
                  <a:lnTo>
                    <a:pt x="232856" y="4619"/>
                  </a:lnTo>
                  <a:lnTo>
                    <a:pt x="228089" y="2233"/>
                  </a:lnTo>
                  <a:lnTo>
                    <a:pt x="223248" y="0"/>
                  </a:lnTo>
                  <a:lnTo>
                    <a:pt x="155649" y="152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919011" y="2633064"/>
              <a:ext cx="67599" cy="167167"/>
            </a:xfrm>
            <a:custGeom>
              <a:avLst/>
              <a:pathLst>
                <a:path w="67599" h="167167">
                  <a:moveTo>
                    <a:pt x="67599" y="14277"/>
                  </a:moveTo>
                  <a:lnTo>
                    <a:pt x="62255" y="12025"/>
                  </a:lnTo>
                  <a:lnTo>
                    <a:pt x="56837" y="9959"/>
                  </a:lnTo>
                  <a:lnTo>
                    <a:pt x="51350" y="8082"/>
                  </a:lnTo>
                  <a:lnTo>
                    <a:pt x="45801" y="6396"/>
                  </a:lnTo>
                  <a:lnTo>
                    <a:pt x="40197" y="4905"/>
                  </a:lnTo>
                  <a:lnTo>
                    <a:pt x="34545" y="3608"/>
                  </a:lnTo>
                  <a:lnTo>
                    <a:pt x="28851" y="2508"/>
                  </a:lnTo>
                  <a:lnTo>
                    <a:pt x="23123" y="1606"/>
                  </a:lnTo>
                  <a:lnTo>
                    <a:pt x="17366" y="904"/>
                  </a:lnTo>
                  <a:lnTo>
                    <a:pt x="11589" y="402"/>
                  </a:lnTo>
                  <a:lnTo>
                    <a:pt x="579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0541" y="2126963"/>
              <a:ext cx="77930" cy="167167"/>
            </a:xfrm>
            <a:custGeom>
              <a:avLst/>
              <a:pathLst>
                <a:path w="77930" h="167167">
                  <a:moveTo>
                    <a:pt x="77930" y="0"/>
                  </a:moveTo>
                  <a:lnTo>
                    <a:pt x="72141" y="100"/>
                  </a:lnTo>
                  <a:lnTo>
                    <a:pt x="66358" y="401"/>
                  </a:lnTo>
                  <a:lnTo>
                    <a:pt x="60589" y="901"/>
                  </a:lnTo>
                  <a:lnTo>
                    <a:pt x="54841" y="1602"/>
                  </a:lnTo>
                  <a:lnTo>
                    <a:pt x="49121" y="2501"/>
                  </a:lnTo>
                  <a:lnTo>
                    <a:pt x="43435" y="3597"/>
                  </a:lnTo>
                  <a:lnTo>
                    <a:pt x="37791" y="4890"/>
                  </a:lnTo>
                  <a:lnTo>
                    <a:pt x="32194" y="6378"/>
                  </a:lnTo>
                  <a:lnTo>
                    <a:pt x="26653" y="8058"/>
                  </a:lnTo>
                  <a:lnTo>
                    <a:pt x="21173" y="9930"/>
                  </a:lnTo>
                  <a:lnTo>
                    <a:pt x="15762" y="11990"/>
                  </a:lnTo>
                  <a:lnTo>
                    <a:pt x="10424" y="14236"/>
                  </a:lnTo>
                  <a:lnTo>
                    <a:pt x="5168" y="16666"/>
                  </a:lnTo>
                  <a:lnTo>
                    <a:pt x="0" y="19276"/>
                  </a:lnTo>
                  <a:lnTo>
                    <a:pt x="779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0541" y="2146240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561305" y="2146240"/>
              <a:ext cx="239974" cy="315058"/>
            </a:xfrm>
            <a:custGeom>
              <a:avLst/>
              <a:pathLst>
                <a:path w="239974" h="315058">
                  <a:moveTo>
                    <a:pt x="89235" y="0"/>
                  </a:moveTo>
                  <a:lnTo>
                    <a:pt x="84539" y="2571"/>
                  </a:lnTo>
                  <a:lnTo>
                    <a:pt x="79927" y="5292"/>
                  </a:lnTo>
                  <a:lnTo>
                    <a:pt x="75404" y="8160"/>
                  </a:lnTo>
                  <a:lnTo>
                    <a:pt x="70976" y="11170"/>
                  </a:lnTo>
                  <a:lnTo>
                    <a:pt x="66646" y="14321"/>
                  </a:lnTo>
                  <a:lnTo>
                    <a:pt x="62420" y="17609"/>
                  </a:lnTo>
                  <a:lnTo>
                    <a:pt x="58301" y="21031"/>
                  </a:lnTo>
                  <a:lnTo>
                    <a:pt x="54294" y="24583"/>
                  </a:lnTo>
                  <a:lnTo>
                    <a:pt x="50402" y="28261"/>
                  </a:lnTo>
                  <a:lnTo>
                    <a:pt x="46631" y="32062"/>
                  </a:lnTo>
                  <a:lnTo>
                    <a:pt x="42983" y="35982"/>
                  </a:lnTo>
                  <a:lnTo>
                    <a:pt x="39462" y="40017"/>
                  </a:lnTo>
                  <a:lnTo>
                    <a:pt x="36073" y="44162"/>
                  </a:lnTo>
                  <a:lnTo>
                    <a:pt x="32818" y="48414"/>
                  </a:lnTo>
                  <a:lnTo>
                    <a:pt x="29701" y="52768"/>
                  </a:lnTo>
                  <a:lnTo>
                    <a:pt x="26725" y="57220"/>
                  </a:lnTo>
                  <a:lnTo>
                    <a:pt x="23893" y="61764"/>
                  </a:lnTo>
                  <a:lnTo>
                    <a:pt x="21208" y="66397"/>
                  </a:lnTo>
                  <a:lnTo>
                    <a:pt x="18673" y="71114"/>
                  </a:lnTo>
                  <a:lnTo>
                    <a:pt x="16290" y="75909"/>
                  </a:lnTo>
                  <a:lnTo>
                    <a:pt x="14062" y="80778"/>
                  </a:lnTo>
                  <a:lnTo>
                    <a:pt x="11991" y="85716"/>
                  </a:lnTo>
                  <a:lnTo>
                    <a:pt x="10079" y="90718"/>
                  </a:lnTo>
                  <a:lnTo>
                    <a:pt x="8329" y="95779"/>
                  </a:lnTo>
                  <a:lnTo>
                    <a:pt x="6741" y="100893"/>
                  </a:lnTo>
                  <a:lnTo>
                    <a:pt x="5318" y="106055"/>
                  </a:lnTo>
                  <a:lnTo>
                    <a:pt x="4061" y="111260"/>
                  </a:lnTo>
                  <a:lnTo>
                    <a:pt x="2972" y="116503"/>
                  </a:lnTo>
                  <a:lnTo>
                    <a:pt x="2051" y="121778"/>
                  </a:lnTo>
                  <a:lnTo>
                    <a:pt x="1299" y="127079"/>
                  </a:lnTo>
                  <a:lnTo>
                    <a:pt x="718" y="132403"/>
                  </a:lnTo>
                  <a:lnTo>
                    <a:pt x="307" y="137742"/>
                  </a:lnTo>
                  <a:lnTo>
                    <a:pt x="67" y="143091"/>
                  </a:lnTo>
                  <a:lnTo>
                    <a:pt x="0" y="148445"/>
                  </a:lnTo>
                  <a:lnTo>
                    <a:pt x="103" y="153799"/>
                  </a:lnTo>
                  <a:lnTo>
                    <a:pt x="378" y="159147"/>
                  </a:lnTo>
                  <a:lnTo>
                    <a:pt x="824" y="164483"/>
                  </a:lnTo>
                  <a:lnTo>
                    <a:pt x="1441" y="169802"/>
                  </a:lnTo>
                  <a:lnTo>
                    <a:pt x="2228" y="175098"/>
                  </a:lnTo>
                  <a:lnTo>
                    <a:pt x="3184" y="180367"/>
                  </a:lnTo>
                  <a:lnTo>
                    <a:pt x="4308" y="185603"/>
                  </a:lnTo>
                  <a:lnTo>
                    <a:pt x="5599" y="190799"/>
                  </a:lnTo>
                  <a:lnTo>
                    <a:pt x="7057" y="195952"/>
                  </a:lnTo>
                  <a:lnTo>
                    <a:pt x="8678" y="201055"/>
                  </a:lnTo>
                  <a:lnTo>
                    <a:pt x="10462" y="206104"/>
                  </a:lnTo>
                  <a:lnTo>
                    <a:pt x="12407" y="211093"/>
                  </a:lnTo>
                  <a:lnTo>
                    <a:pt x="14511" y="216017"/>
                  </a:lnTo>
                  <a:lnTo>
                    <a:pt x="16771" y="220872"/>
                  </a:lnTo>
                  <a:lnTo>
                    <a:pt x="19185" y="225651"/>
                  </a:lnTo>
                  <a:lnTo>
                    <a:pt x="21752" y="230351"/>
                  </a:lnTo>
                  <a:lnTo>
                    <a:pt x="24468" y="234966"/>
                  </a:lnTo>
                  <a:lnTo>
                    <a:pt x="27330" y="239491"/>
                  </a:lnTo>
                  <a:lnTo>
                    <a:pt x="30335" y="243923"/>
                  </a:lnTo>
                  <a:lnTo>
                    <a:pt x="33481" y="248256"/>
                  </a:lnTo>
                  <a:lnTo>
                    <a:pt x="36764" y="252487"/>
                  </a:lnTo>
                  <a:lnTo>
                    <a:pt x="40181" y="256609"/>
                  </a:lnTo>
                  <a:lnTo>
                    <a:pt x="43728" y="260621"/>
                  </a:lnTo>
                  <a:lnTo>
                    <a:pt x="47402" y="264516"/>
                  </a:lnTo>
                  <a:lnTo>
                    <a:pt x="51199" y="268292"/>
                  </a:lnTo>
                  <a:lnTo>
                    <a:pt x="55115" y="271945"/>
                  </a:lnTo>
                  <a:lnTo>
                    <a:pt x="59145" y="275470"/>
                  </a:lnTo>
                  <a:lnTo>
                    <a:pt x="63287" y="278864"/>
                  </a:lnTo>
                  <a:lnTo>
                    <a:pt x="67535" y="282124"/>
                  </a:lnTo>
                  <a:lnTo>
                    <a:pt x="71885" y="285246"/>
                  </a:lnTo>
                  <a:lnTo>
                    <a:pt x="76334" y="288227"/>
                  </a:lnTo>
                  <a:lnTo>
                    <a:pt x="80875" y="291065"/>
                  </a:lnTo>
                  <a:lnTo>
                    <a:pt x="85505" y="293755"/>
                  </a:lnTo>
                  <a:lnTo>
                    <a:pt x="90218" y="296295"/>
                  </a:lnTo>
                  <a:lnTo>
                    <a:pt x="95011" y="298684"/>
                  </a:lnTo>
                  <a:lnTo>
                    <a:pt x="99878" y="300917"/>
                  </a:lnTo>
                  <a:lnTo>
                    <a:pt x="104813" y="302994"/>
                  </a:lnTo>
                  <a:lnTo>
                    <a:pt x="109813" y="304911"/>
                  </a:lnTo>
                  <a:lnTo>
                    <a:pt x="114872" y="306668"/>
                  </a:lnTo>
                  <a:lnTo>
                    <a:pt x="119984" y="308261"/>
                  </a:lnTo>
                  <a:lnTo>
                    <a:pt x="125144" y="309690"/>
                  </a:lnTo>
                  <a:lnTo>
                    <a:pt x="130348" y="310953"/>
                  </a:lnTo>
                  <a:lnTo>
                    <a:pt x="135589" y="312049"/>
                  </a:lnTo>
                  <a:lnTo>
                    <a:pt x="140863" y="312976"/>
                  </a:lnTo>
                  <a:lnTo>
                    <a:pt x="146164" y="313733"/>
                  </a:lnTo>
                  <a:lnTo>
                    <a:pt x="151487" y="314321"/>
                  </a:lnTo>
                  <a:lnTo>
                    <a:pt x="156825" y="314738"/>
                  </a:lnTo>
                  <a:lnTo>
                    <a:pt x="162174" y="314983"/>
                  </a:lnTo>
                  <a:lnTo>
                    <a:pt x="167528" y="315058"/>
                  </a:lnTo>
                  <a:lnTo>
                    <a:pt x="172882" y="314960"/>
                  </a:lnTo>
                  <a:lnTo>
                    <a:pt x="178230" y="314691"/>
                  </a:lnTo>
                  <a:lnTo>
                    <a:pt x="183567" y="314251"/>
                  </a:lnTo>
                  <a:lnTo>
                    <a:pt x="188887" y="313641"/>
                  </a:lnTo>
                  <a:lnTo>
                    <a:pt x="194184" y="312860"/>
                  </a:lnTo>
                  <a:lnTo>
                    <a:pt x="199454" y="311910"/>
                  </a:lnTo>
                  <a:lnTo>
                    <a:pt x="204691" y="310792"/>
                  </a:lnTo>
                  <a:lnTo>
                    <a:pt x="209889" y="309506"/>
                  </a:lnTo>
                  <a:lnTo>
                    <a:pt x="215043" y="308055"/>
                  </a:lnTo>
                  <a:lnTo>
                    <a:pt x="220148" y="306440"/>
                  </a:lnTo>
                  <a:lnTo>
                    <a:pt x="225199" y="304661"/>
                  </a:lnTo>
                  <a:lnTo>
                    <a:pt x="230191" y="302722"/>
                  </a:lnTo>
                  <a:lnTo>
                    <a:pt x="235117" y="300624"/>
                  </a:lnTo>
                  <a:lnTo>
                    <a:pt x="239974" y="298369"/>
                  </a:lnTo>
                  <a:lnTo>
                    <a:pt x="167166" y="147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728472" y="2126963"/>
              <a:ext cx="167167" cy="317646"/>
            </a:xfrm>
            <a:custGeom>
              <a:avLst/>
              <a:pathLst>
                <a:path w="167167" h="317646">
                  <a:moveTo>
                    <a:pt x="72808" y="317646"/>
                  </a:moveTo>
                  <a:lnTo>
                    <a:pt x="77590" y="315237"/>
                  </a:lnTo>
                  <a:lnTo>
                    <a:pt x="82293" y="312676"/>
                  </a:lnTo>
                  <a:lnTo>
                    <a:pt x="86911" y="309965"/>
                  </a:lnTo>
                  <a:lnTo>
                    <a:pt x="91440" y="307108"/>
                  </a:lnTo>
                  <a:lnTo>
                    <a:pt x="95876" y="304107"/>
                  </a:lnTo>
                  <a:lnTo>
                    <a:pt x="100213" y="300966"/>
                  </a:lnTo>
                  <a:lnTo>
                    <a:pt x="104447" y="297688"/>
                  </a:lnTo>
                  <a:lnTo>
                    <a:pt x="108574" y="294275"/>
                  </a:lnTo>
                  <a:lnTo>
                    <a:pt x="112589" y="290733"/>
                  </a:lnTo>
                  <a:lnTo>
                    <a:pt x="116489" y="287063"/>
                  </a:lnTo>
                  <a:lnTo>
                    <a:pt x="120270" y="283270"/>
                  </a:lnTo>
                  <a:lnTo>
                    <a:pt x="123927" y="279359"/>
                  </a:lnTo>
                  <a:lnTo>
                    <a:pt x="127457" y="275332"/>
                  </a:lnTo>
                  <a:lnTo>
                    <a:pt x="130856" y="271194"/>
                  </a:lnTo>
                  <a:lnTo>
                    <a:pt x="134121" y="266949"/>
                  </a:lnTo>
                  <a:lnTo>
                    <a:pt x="137248" y="262602"/>
                  </a:lnTo>
                  <a:lnTo>
                    <a:pt x="140234" y="258157"/>
                  </a:lnTo>
                  <a:lnTo>
                    <a:pt x="143077" y="253619"/>
                  </a:lnTo>
                  <a:lnTo>
                    <a:pt x="145772" y="248992"/>
                  </a:lnTo>
                  <a:lnTo>
                    <a:pt x="148318" y="244281"/>
                  </a:lnTo>
                  <a:lnTo>
                    <a:pt x="150712" y="239490"/>
                  </a:lnTo>
                  <a:lnTo>
                    <a:pt x="152951" y="234626"/>
                  </a:lnTo>
                  <a:lnTo>
                    <a:pt x="155033" y="229692"/>
                  </a:lnTo>
                  <a:lnTo>
                    <a:pt x="156957" y="224695"/>
                  </a:lnTo>
                  <a:lnTo>
                    <a:pt x="158719" y="219638"/>
                  </a:lnTo>
                  <a:lnTo>
                    <a:pt x="160318" y="214527"/>
                  </a:lnTo>
                  <a:lnTo>
                    <a:pt x="161753" y="209368"/>
                  </a:lnTo>
                  <a:lnTo>
                    <a:pt x="163021" y="204165"/>
                  </a:lnTo>
                  <a:lnTo>
                    <a:pt x="164123" y="198925"/>
                  </a:lnTo>
                  <a:lnTo>
                    <a:pt x="165056" y="193652"/>
                  </a:lnTo>
                  <a:lnTo>
                    <a:pt x="165819" y="188351"/>
                  </a:lnTo>
                  <a:lnTo>
                    <a:pt x="166413" y="183029"/>
                  </a:lnTo>
                  <a:lnTo>
                    <a:pt x="166835" y="177691"/>
                  </a:lnTo>
                  <a:lnTo>
                    <a:pt x="167087" y="172342"/>
                  </a:lnTo>
                  <a:lnTo>
                    <a:pt x="167167" y="166988"/>
                  </a:lnTo>
                  <a:lnTo>
                    <a:pt x="167075" y="161633"/>
                  </a:lnTo>
                  <a:lnTo>
                    <a:pt x="166812" y="156285"/>
                  </a:lnTo>
                  <a:lnTo>
                    <a:pt x="166378" y="150947"/>
                  </a:lnTo>
                  <a:lnTo>
                    <a:pt x="165773" y="145627"/>
                  </a:lnTo>
                  <a:lnTo>
                    <a:pt x="164998" y="140328"/>
                  </a:lnTo>
                  <a:lnTo>
                    <a:pt x="164054" y="135057"/>
                  </a:lnTo>
                  <a:lnTo>
                    <a:pt x="162941" y="129819"/>
                  </a:lnTo>
                  <a:lnTo>
                    <a:pt x="161662" y="124619"/>
                  </a:lnTo>
                  <a:lnTo>
                    <a:pt x="160216" y="119463"/>
                  </a:lnTo>
                  <a:lnTo>
                    <a:pt x="158606" y="114356"/>
                  </a:lnTo>
                  <a:lnTo>
                    <a:pt x="156833" y="109303"/>
                  </a:lnTo>
                  <a:lnTo>
                    <a:pt x="154899" y="104309"/>
                  </a:lnTo>
                  <a:lnTo>
                    <a:pt x="152806" y="99380"/>
                  </a:lnTo>
                  <a:lnTo>
                    <a:pt x="150557" y="94520"/>
                  </a:lnTo>
                  <a:lnTo>
                    <a:pt x="148152" y="89735"/>
                  </a:lnTo>
                  <a:lnTo>
                    <a:pt x="145596" y="85030"/>
                  </a:lnTo>
                  <a:lnTo>
                    <a:pt x="142891" y="80408"/>
                  </a:lnTo>
                  <a:lnTo>
                    <a:pt x="140039" y="75876"/>
                  </a:lnTo>
                  <a:lnTo>
                    <a:pt x="137043" y="71438"/>
                  </a:lnTo>
                  <a:lnTo>
                    <a:pt x="133906" y="67097"/>
                  </a:lnTo>
                  <a:lnTo>
                    <a:pt x="130632" y="62860"/>
                  </a:lnTo>
                  <a:lnTo>
                    <a:pt x="127224" y="58729"/>
                  </a:lnTo>
                  <a:lnTo>
                    <a:pt x="123686" y="54710"/>
                  </a:lnTo>
                  <a:lnTo>
                    <a:pt x="120020" y="50806"/>
                  </a:lnTo>
                  <a:lnTo>
                    <a:pt x="116232" y="47021"/>
                  </a:lnTo>
                  <a:lnTo>
                    <a:pt x="112324" y="43360"/>
                  </a:lnTo>
                  <a:lnTo>
                    <a:pt x="108301" y="39826"/>
                  </a:lnTo>
                  <a:lnTo>
                    <a:pt x="104167" y="36422"/>
                  </a:lnTo>
                  <a:lnTo>
                    <a:pt x="99925" y="33153"/>
                  </a:lnTo>
                  <a:lnTo>
                    <a:pt x="95582" y="30021"/>
                  </a:lnTo>
                  <a:lnTo>
                    <a:pt x="91140" y="27030"/>
                  </a:lnTo>
                  <a:lnTo>
                    <a:pt x="86605" y="24183"/>
                  </a:lnTo>
                  <a:lnTo>
                    <a:pt x="81980" y="21482"/>
                  </a:lnTo>
                  <a:lnTo>
                    <a:pt x="77272" y="18931"/>
                  </a:lnTo>
                  <a:lnTo>
                    <a:pt x="72485" y="16532"/>
                  </a:lnTo>
                  <a:lnTo>
                    <a:pt x="67623" y="14288"/>
                  </a:lnTo>
                  <a:lnTo>
                    <a:pt x="62691" y="12200"/>
                  </a:lnTo>
                  <a:lnTo>
                    <a:pt x="57696" y="10272"/>
                  </a:lnTo>
                  <a:lnTo>
                    <a:pt x="52641" y="8504"/>
                  </a:lnTo>
                  <a:lnTo>
                    <a:pt x="47532" y="6900"/>
                  </a:lnTo>
                  <a:lnTo>
                    <a:pt x="42374" y="5459"/>
                  </a:lnTo>
                  <a:lnTo>
                    <a:pt x="37173" y="4185"/>
                  </a:lnTo>
                  <a:lnTo>
                    <a:pt x="31933" y="3078"/>
                  </a:lnTo>
                  <a:lnTo>
                    <a:pt x="26661" y="2139"/>
                  </a:lnTo>
                  <a:lnTo>
                    <a:pt x="21362" y="1370"/>
                  </a:lnTo>
                  <a:lnTo>
                    <a:pt x="16040" y="771"/>
                  </a:lnTo>
                  <a:lnTo>
                    <a:pt x="10703" y="342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79276" y="1681503"/>
              <a:ext cx="43958" cy="167167"/>
            </a:xfrm>
            <a:custGeom>
              <a:avLst/>
              <a:pathLst>
                <a:path w="43958" h="167167">
                  <a:moveTo>
                    <a:pt x="43958" y="0"/>
                  </a:moveTo>
                  <a:lnTo>
                    <a:pt x="37605" y="120"/>
                  </a:lnTo>
                  <a:lnTo>
                    <a:pt x="31261" y="482"/>
                  </a:lnTo>
                  <a:lnTo>
                    <a:pt x="24936" y="1085"/>
                  </a:lnTo>
                  <a:lnTo>
                    <a:pt x="18638" y="1928"/>
                  </a:lnTo>
                  <a:lnTo>
                    <a:pt x="12376" y="3010"/>
                  </a:lnTo>
                  <a:lnTo>
                    <a:pt x="6161" y="4329"/>
                  </a:lnTo>
                  <a:lnTo>
                    <a:pt x="0" y="5883"/>
                  </a:lnTo>
                  <a:lnTo>
                    <a:pt x="4395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256068" y="1687386"/>
              <a:ext cx="334334" cy="328433"/>
            </a:xfrm>
            <a:custGeom>
              <a:avLst/>
              <a:pathLst>
                <a:path w="334334" h="328433">
                  <a:moveTo>
                    <a:pt x="123208" y="0"/>
                  </a:moveTo>
                  <a:lnTo>
                    <a:pt x="118108" y="1477"/>
                  </a:lnTo>
                  <a:lnTo>
                    <a:pt x="113059" y="3115"/>
                  </a:lnTo>
                  <a:lnTo>
                    <a:pt x="108063" y="4913"/>
                  </a:lnTo>
                  <a:lnTo>
                    <a:pt x="103128" y="6869"/>
                  </a:lnTo>
                  <a:lnTo>
                    <a:pt x="98257" y="8980"/>
                  </a:lnTo>
                  <a:lnTo>
                    <a:pt x="93455" y="11245"/>
                  </a:lnTo>
                  <a:lnTo>
                    <a:pt x="88728" y="13661"/>
                  </a:lnTo>
                  <a:lnTo>
                    <a:pt x="84080" y="16226"/>
                  </a:lnTo>
                  <a:lnTo>
                    <a:pt x="79516" y="18938"/>
                  </a:lnTo>
                  <a:lnTo>
                    <a:pt x="75040" y="21793"/>
                  </a:lnTo>
                  <a:lnTo>
                    <a:pt x="70657" y="24789"/>
                  </a:lnTo>
                  <a:lnTo>
                    <a:pt x="66372" y="27922"/>
                  </a:lnTo>
                  <a:lnTo>
                    <a:pt x="62188" y="31190"/>
                  </a:lnTo>
                  <a:lnTo>
                    <a:pt x="58110" y="34589"/>
                  </a:lnTo>
                  <a:lnTo>
                    <a:pt x="54142" y="38116"/>
                  </a:lnTo>
                  <a:lnTo>
                    <a:pt x="50287" y="41767"/>
                  </a:lnTo>
                  <a:lnTo>
                    <a:pt x="46551" y="45538"/>
                  </a:lnTo>
                  <a:lnTo>
                    <a:pt x="42937" y="49427"/>
                  </a:lnTo>
                  <a:lnTo>
                    <a:pt x="39448" y="53428"/>
                  </a:lnTo>
                  <a:lnTo>
                    <a:pt x="36087" y="57538"/>
                  </a:lnTo>
                  <a:lnTo>
                    <a:pt x="32859" y="61753"/>
                  </a:lnTo>
                  <a:lnTo>
                    <a:pt x="29766" y="66068"/>
                  </a:lnTo>
                  <a:lnTo>
                    <a:pt x="26812" y="70479"/>
                  </a:lnTo>
                  <a:lnTo>
                    <a:pt x="23999" y="74981"/>
                  </a:lnTo>
                  <a:lnTo>
                    <a:pt x="21331" y="79571"/>
                  </a:lnTo>
                  <a:lnTo>
                    <a:pt x="18810" y="84243"/>
                  </a:lnTo>
                  <a:lnTo>
                    <a:pt x="16438" y="88993"/>
                  </a:lnTo>
                  <a:lnTo>
                    <a:pt x="14219" y="93815"/>
                  </a:lnTo>
                  <a:lnTo>
                    <a:pt x="12154" y="98706"/>
                  </a:lnTo>
                  <a:lnTo>
                    <a:pt x="10245" y="103660"/>
                  </a:lnTo>
                  <a:lnTo>
                    <a:pt x="8494" y="108672"/>
                  </a:lnTo>
                  <a:lnTo>
                    <a:pt x="6903" y="113737"/>
                  </a:lnTo>
                  <a:lnTo>
                    <a:pt x="5474" y="118850"/>
                  </a:lnTo>
                  <a:lnTo>
                    <a:pt x="4208" y="124005"/>
                  </a:lnTo>
                  <a:lnTo>
                    <a:pt x="3107" y="129199"/>
                  </a:lnTo>
                  <a:lnTo>
                    <a:pt x="2171" y="134425"/>
                  </a:lnTo>
                  <a:lnTo>
                    <a:pt x="1401" y="139677"/>
                  </a:lnTo>
                  <a:lnTo>
                    <a:pt x="799" y="144952"/>
                  </a:lnTo>
                  <a:lnTo>
                    <a:pt x="364" y="150243"/>
                  </a:lnTo>
                  <a:lnTo>
                    <a:pt x="97" y="155545"/>
                  </a:lnTo>
                  <a:lnTo>
                    <a:pt x="0" y="160853"/>
                  </a:lnTo>
                  <a:lnTo>
                    <a:pt x="70" y="166162"/>
                  </a:lnTo>
                  <a:lnTo>
                    <a:pt x="309" y="171465"/>
                  </a:lnTo>
                  <a:lnTo>
                    <a:pt x="717" y="176758"/>
                  </a:lnTo>
                  <a:lnTo>
                    <a:pt x="1292" y="182036"/>
                  </a:lnTo>
                  <a:lnTo>
                    <a:pt x="2035" y="187293"/>
                  </a:lnTo>
                  <a:lnTo>
                    <a:pt x="2944" y="192523"/>
                  </a:lnTo>
                  <a:lnTo>
                    <a:pt x="4019" y="197722"/>
                  </a:lnTo>
                  <a:lnTo>
                    <a:pt x="5258" y="202884"/>
                  </a:lnTo>
                  <a:lnTo>
                    <a:pt x="6661" y="208005"/>
                  </a:lnTo>
                  <a:lnTo>
                    <a:pt x="8225" y="213078"/>
                  </a:lnTo>
                  <a:lnTo>
                    <a:pt x="9950" y="218099"/>
                  </a:lnTo>
                  <a:lnTo>
                    <a:pt x="11833" y="223062"/>
                  </a:lnTo>
                  <a:lnTo>
                    <a:pt x="13873" y="227963"/>
                  </a:lnTo>
                  <a:lnTo>
                    <a:pt x="16068" y="232797"/>
                  </a:lnTo>
                  <a:lnTo>
                    <a:pt x="18415" y="237559"/>
                  </a:lnTo>
                  <a:lnTo>
                    <a:pt x="20912" y="242244"/>
                  </a:lnTo>
                  <a:lnTo>
                    <a:pt x="23557" y="246848"/>
                  </a:lnTo>
                  <a:lnTo>
                    <a:pt x="26346" y="251365"/>
                  </a:lnTo>
                  <a:lnTo>
                    <a:pt x="29278" y="255791"/>
                  </a:lnTo>
                  <a:lnTo>
                    <a:pt x="32348" y="260122"/>
                  </a:lnTo>
                  <a:lnTo>
                    <a:pt x="35555" y="264353"/>
                  </a:lnTo>
                  <a:lnTo>
                    <a:pt x="38894" y="268480"/>
                  </a:lnTo>
                  <a:lnTo>
                    <a:pt x="42362" y="272499"/>
                  </a:lnTo>
                  <a:lnTo>
                    <a:pt x="45957" y="276406"/>
                  </a:lnTo>
                  <a:lnTo>
                    <a:pt x="49674" y="280197"/>
                  </a:lnTo>
                  <a:lnTo>
                    <a:pt x="53509" y="283868"/>
                  </a:lnTo>
                  <a:lnTo>
                    <a:pt x="57459" y="287415"/>
                  </a:lnTo>
                  <a:lnTo>
                    <a:pt x="61519" y="290835"/>
                  </a:lnTo>
                  <a:lnTo>
                    <a:pt x="65686" y="294125"/>
                  </a:lnTo>
                  <a:lnTo>
                    <a:pt x="69956" y="297280"/>
                  </a:lnTo>
                  <a:lnTo>
                    <a:pt x="74323" y="300298"/>
                  </a:lnTo>
                  <a:lnTo>
                    <a:pt x="78784" y="303176"/>
                  </a:lnTo>
                  <a:lnTo>
                    <a:pt x="83334" y="305911"/>
                  </a:lnTo>
                  <a:lnTo>
                    <a:pt x="87969" y="308500"/>
                  </a:lnTo>
                  <a:lnTo>
                    <a:pt x="92684" y="310941"/>
                  </a:lnTo>
                  <a:lnTo>
                    <a:pt x="97473" y="313231"/>
                  </a:lnTo>
                  <a:lnTo>
                    <a:pt x="102333" y="315367"/>
                  </a:lnTo>
                  <a:lnTo>
                    <a:pt x="107259" y="317348"/>
                  </a:lnTo>
                  <a:lnTo>
                    <a:pt x="112245" y="319172"/>
                  </a:lnTo>
                  <a:lnTo>
                    <a:pt x="117286" y="320836"/>
                  </a:lnTo>
                  <a:lnTo>
                    <a:pt x="122378" y="322339"/>
                  </a:lnTo>
                  <a:lnTo>
                    <a:pt x="127514" y="323680"/>
                  </a:lnTo>
                  <a:lnTo>
                    <a:pt x="132691" y="324858"/>
                  </a:lnTo>
                  <a:lnTo>
                    <a:pt x="137903" y="325870"/>
                  </a:lnTo>
                  <a:lnTo>
                    <a:pt x="143144" y="326716"/>
                  </a:lnTo>
                  <a:lnTo>
                    <a:pt x="148409" y="327395"/>
                  </a:lnTo>
                  <a:lnTo>
                    <a:pt x="153693" y="327907"/>
                  </a:lnTo>
                  <a:lnTo>
                    <a:pt x="158991" y="328251"/>
                  </a:lnTo>
                  <a:lnTo>
                    <a:pt x="164297" y="328426"/>
                  </a:lnTo>
                  <a:lnTo>
                    <a:pt x="169606" y="328433"/>
                  </a:lnTo>
                  <a:lnTo>
                    <a:pt x="174912" y="328272"/>
                  </a:lnTo>
                  <a:lnTo>
                    <a:pt x="180211" y="327941"/>
                  </a:lnTo>
                  <a:lnTo>
                    <a:pt x="185496" y="327443"/>
                  </a:lnTo>
                  <a:lnTo>
                    <a:pt x="190763" y="326777"/>
                  </a:lnTo>
                  <a:lnTo>
                    <a:pt x="196006" y="325945"/>
                  </a:lnTo>
                  <a:lnTo>
                    <a:pt x="201220" y="324946"/>
                  </a:lnTo>
                  <a:lnTo>
                    <a:pt x="206400" y="323782"/>
                  </a:lnTo>
                  <a:lnTo>
                    <a:pt x="211540" y="322454"/>
                  </a:lnTo>
                  <a:lnTo>
                    <a:pt x="216636" y="320964"/>
                  </a:lnTo>
                  <a:lnTo>
                    <a:pt x="221681" y="319312"/>
                  </a:lnTo>
                  <a:lnTo>
                    <a:pt x="226672" y="317502"/>
                  </a:lnTo>
                  <a:lnTo>
                    <a:pt x="231602" y="315533"/>
                  </a:lnTo>
                  <a:lnTo>
                    <a:pt x="236468" y="313409"/>
                  </a:lnTo>
                  <a:lnTo>
                    <a:pt x="241263" y="311132"/>
                  </a:lnTo>
                  <a:lnTo>
                    <a:pt x="245984" y="308704"/>
                  </a:lnTo>
                  <a:lnTo>
                    <a:pt x="250626" y="306127"/>
                  </a:lnTo>
                  <a:lnTo>
                    <a:pt x="255183" y="303403"/>
                  </a:lnTo>
                  <a:lnTo>
                    <a:pt x="259652" y="300537"/>
                  </a:lnTo>
                  <a:lnTo>
                    <a:pt x="264027" y="297530"/>
                  </a:lnTo>
                  <a:lnTo>
                    <a:pt x="268304" y="294385"/>
                  </a:lnTo>
                  <a:lnTo>
                    <a:pt x="272480" y="291107"/>
                  </a:lnTo>
                  <a:lnTo>
                    <a:pt x="276549" y="287697"/>
                  </a:lnTo>
                  <a:lnTo>
                    <a:pt x="280508" y="284160"/>
                  </a:lnTo>
                  <a:lnTo>
                    <a:pt x="284353" y="280499"/>
                  </a:lnTo>
                  <a:lnTo>
                    <a:pt x="288079" y="276718"/>
                  </a:lnTo>
                  <a:lnTo>
                    <a:pt x="291684" y="272820"/>
                  </a:lnTo>
                  <a:lnTo>
                    <a:pt x="295163" y="268810"/>
                  </a:lnTo>
                  <a:lnTo>
                    <a:pt x="298512" y="264691"/>
                  </a:lnTo>
                  <a:lnTo>
                    <a:pt x="301730" y="260469"/>
                  </a:lnTo>
                  <a:lnTo>
                    <a:pt x="304811" y="256146"/>
                  </a:lnTo>
                  <a:lnTo>
                    <a:pt x="307754" y="251727"/>
                  </a:lnTo>
                  <a:lnTo>
                    <a:pt x="310555" y="247217"/>
                  </a:lnTo>
                  <a:lnTo>
                    <a:pt x="313212" y="242621"/>
                  </a:lnTo>
                  <a:lnTo>
                    <a:pt x="315721" y="237942"/>
                  </a:lnTo>
                  <a:lnTo>
                    <a:pt x="318080" y="233186"/>
                  </a:lnTo>
                  <a:lnTo>
                    <a:pt x="320287" y="228358"/>
                  </a:lnTo>
                  <a:lnTo>
                    <a:pt x="322340" y="223462"/>
                  </a:lnTo>
                  <a:lnTo>
                    <a:pt x="324236" y="218503"/>
                  </a:lnTo>
                  <a:lnTo>
                    <a:pt x="325974" y="213487"/>
                  </a:lnTo>
                  <a:lnTo>
                    <a:pt x="327551" y="208418"/>
                  </a:lnTo>
                  <a:lnTo>
                    <a:pt x="328967" y="203301"/>
                  </a:lnTo>
                  <a:lnTo>
                    <a:pt x="330220" y="198142"/>
                  </a:lnTo>
                  <a:lnTo>
                    <a:pt x="331308" y="192946"/>
                  </a:lnTo>
                  <a:lnTo>
                    <a:pt x="332231" y="187718"/>
                  </a:lnTo>
                  <a:lnTo>
                    <a:pt x="332987" y="182463"/>
                  </a:lnTo>
                  <a:lnTo>
                    <a:pt x="333576" y="177187"/>
                  </a:lnTo>
                  <a:lnTo>
                    <a:pt x="333997" y="171895"/>
                  </a:lnTo>
                  <a:lnTo>
                    <a:pt x="334250" y="166592"/>
                  </a:lnTo>
                  <a:lnTo>
                    <a:pt x="334334" y="161284"/>
                  </a:lnTo>
                  <a:lnTo>
                    <a:pt x="334250" y="155975"/>
                  </a:lnTo>
                  <a:lnTo>
                    <a:pt x="333997" y="150673"/>
                  </a:lnTo>
                  <a:lnTo>
                    <a:pt x="333576" y="145380"/>
                  </a:lnTo>
                  <a:lnTo>
                    <a:pt x="332987" y="140104"/>
                  </a:lnTo>
                  <a:lnTo>
                    <a:pt x="332231" y="134850"/>
                  </a:lnTo>
                  <a:lnTo>
                    <a:pt x="331308" y="129621"/>
                  </a:lnTo>
                  <a:lnTo>
                    <a:pt x="330220" y="124425"/>
                  </a:lnTo>
                  <a:lnTo>
                    <a:pt x="328967" y="119266"/>
                  </a:lnTo>
                  <a:lnTo>
                    <a:pt x="327551" y="114150"/>
                  </a:lnTo>
                  <a:lnTo>
                    <a:pt x="325974" y="109081"/>
                  </a:lnTo>
                  <a:lnTo>
                    <a:pt x="324236" y="104064"/>
                  </a:lnTo>
                  <a:lnTo>
                    <a:pt x="322340" y="99105"/>
                  </a:lnTo>
                  <a:lnTo>
                    <a:pt x="320287" y="94209"/>
                  </a:lnTo>
                  <a:lnTo>
                    <a:pt x="318080" y="89381"/>
                  </a:lnTo>
                  <a:lnTo>
                    <a:pt x="315721" y="84625"/>
                  </a:lnTo>
                  <a:lnTo>
                    <a:pt x="313212" y="79947"/>
                  </a:lnTo>
                  <a:lnTo>
                    <a:pt x="310555" y="75350"/>
                  </a:lnTo>
                  <a:lnTo>
                    <a:pt x="307754" y="70840"/>
                  </a:lnTo>
                  <a:lnTo>
                    <a:pt x="304811" y="66422"/>
                  </a:lnTo>
                  <a:lnTo>
                    <a:pt x="301730" y="62099"/>
                  </a:lnTo>
                  <a:lnTo>
                    <a:pt x="298512" y="57876"/>
                  </a:lnTo>
                  <a:lnTo>
                    <a:pt x="295163" y="53757"/>
                  </a:lnTo>
                  <a:lnTo>
                    <a:pt x="291684" y="49747"/>
                  </a:lnTo>
                  <a:lnTo>
                    <a:pt x="288079" y="45849"/>
                  </a:lnTo>
                  <a:lnTo>
                    <a:pt x="284353" y="42068"/>
                  </a:lnTo>
                  <a:lnTo>
                    <a:pt x="280508" y="38407"/>
                  </a:lnTo>
                  <a:lnTo>
                    <a:pt x="276549" y="34870"/>
                  </a:lnTo>
                  <a:lnTo>
                    <a:pt x="272480" y="31461"/>
                  </a:lnTo>
                  <a:lnTo>
                    <a:pt x="268304" y="28182"/>
                  </a:lnTo>
                  <a:lnTo>
                    <a:pt x="264027" y="25037"/>
                  </a:lnTo>
                  <a:lnTo>
                    <a:pt x="259652" y="22030"/>
                  </a:lnTo>
                  <a:lnTo>
                    <a:pt x="255183" y="19164"/>
                  </a:lnTo>
                  <a:lnTo>
                    <a:pt x="250626" y="16441"/>
                  </a:lnTo>
                  <a:lnTo>
                    <a:pt x="245984" y="13864"/>
                  </a:lnTo>
                  <a:lnTo>
                    <a:pt x="241263" y="11435"/>
                  </a:lnTo>
                  <a:lnTo>
                    <a:pt x="167166" y="161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423235" y="1681503"/>
              <a:ext cx="74097" cy="167167"/>
            </a:xfrm>
            <a:custGeom>
              <a:avLst/>
              <a:pathLst>
                <a:path w="74097" h="167167">
                  <a:moveTo>
                    <a:pt x="74097" y="17318"/>
                  </a:moveTo>
                  <a:lnTo>
                    <a:pt x="68758" y="14795"/>
                  </a:lnTo>
                  <a:lnTo>
                    <a:pt x="63334" y="12462"/>
                  </a:lnTo>
                  <a:lnTo>
                    <a:pt x="57831" y="10321"/>
                  </a:lnTo>
                  <a:lnTo>
                    <a:pt x="52255" y="8377"/>
                  </a:lnTo>
                  <a:lnTo>
                    <a:pt x="46614" y="6630"/>
                  </a:lnTo>
                  <a:lnTo>
                    <a:pt x="40916" y="5084"/>
                  </a:lnTo>
                  <a:lnTo>
                    <a:pt x="35166" y="3740"/>
                  </a:lnTo>
                  <a:lnTo>
                    <a:pt x="29372" y="2600"/>
                  </a:lnTo>
                  <a:lnTo>
                    <a:pt x="23542" y="1666"/>
                  </a:lnTo>
                  <a:lnTo>
                    <a:pt x="17682" y="937"/>
                  </a:lnTo>
                  <a:lnTo>
                    <a:pt x="11800" y="417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853885" y="1322571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0" y="754"/>
                  </a:lnTo>
                  <a:lnTo>
                    <a:pt x="146027" y="1340"/>
                  </a:lnTo>
                  <a:lnTo>
                    <a:pt x="140786" y="2092"/>
                  </a:lnTo>
                  <a:lnTo>
                    <a:pt x="135571" y="3010"/>
                  </a:lnTo>
                  <a:lnTo>
                    <a:pt x="130388" y="4092"/>
                  </a:lnTo>
                  <a:lnTo>
                    <a:pt x="125241" y="5339"/>
                  </a:lnTo>
                  <a:lnTo>
                    <a:pt x="120137" y="6747"/>
                  </a:lnTo>
                  <a:lnTo>
                    <a:pt x="115079" y="8317"/>
                  </a:lnTo>
                  <a:lnTo>
                    <a:pt x="110074" y="10046"/>
                  </a:lnTo>
                  <a:lnTo>
                    <a:pt x="105127" y="11933"/>
                  </a:lnTo>
                  <a:lnTo>
                    <a:pt x="100241" y="13975"/>
                  </a:lnTo>
                  <a:lnTo>
                    <a:pt x="95423" y="16171"/>
                  </a:lnTo>
                  <a:lnTo>
                    <a:pt x="90676" y="18519"/>
                  </a:lnTo>
                  <a:lnTo>
                    <a:pt x="86007" y="21015"/>
                  </a:lnTo>
                  <a:lnTo>
                    <a:pt x="81418" y="23659"/>
                  </a:lnTo>
                  <a:lnTo>
                    <a:pt x="76916" y="26446"/>
                  </a:lnTo>
                  <a:lnTo>
                    <a:pt x="72505" y="29375"/>
                  </a:lnTo>
                  <a:lnTo>
                    <a:pt x="68188" y="32442"/>
                  </a:lnTo>
                  <a:lnTo>
                    <a:pt x="63970" y="35644"/>
                  </a:lnTo>
                  <a:lnTo>
                    <a:pt x="59857" y="38978"/>
                  </a:lnTo>
                  <a:lnTo>
                    <a:pt x="55850" y="42440"/>
                  </a:lnTo>
                  <a:lnTo>
                    <a:pt x="51956" y="46028"/>
                  </a:lnTo>
                  <a:lnTo>
                    <a:pt x="48177" y="49737"/>
                  </a:lnTo>
                  <a:lnTo>
                    <a:pt x="44517" y="53564"/>
                  </a:lnTo>
                  <a:lnTo>
                    <a:pt x="40981" y="57506"/>
                  </a:lnTo>
                  <a:lnTo>
                    <a:pt x="37571" y="61557"/>
                  </a:lnTo>
                  <a:lnTo>
                    <a:pt x="34291" y="65714"/>
                  </a:lnTo>
                  <a:lnTo>
                    <a:pt x="31144" y="69973"/>
                  </a:lnTo>
                  <a:lnTo>
                    <a:pt x="28134" y="74329"/>
                  </a:lnTo>
                  <a:lnTo>
                    <a:pt x="25264" y="78779"/>
                  </a:lnTo>
                  <a:lnTo>
                    <a:pt x="22535" y="83317"/>
                  </a:lnTo>
                  <a:lnTo>
                    <a:pt x="19952" y="87939"/>
                  </a:lnTo>
                  <a:lnTo>
                    <a:pt x="17517" y="92641"/>
                  </a:lnTo>
                  <a:lnTo>
                    <a:pt x="15231" y="97418"/>
                  </a:lnTo>
                  <a:lnTo>
                    <a:pt x="13099" y="102265"/>
                  </a:lnTo>
                  <a:lnTo>
                    <a:pt x="11120" y="107177"/>
                  </a:lnTo>
                  <a:lnTo>
                    <a:pt x="9298" y="112149"/>
                  </a:lnTo>
                  <a:lnTo>
                    <a:pt x="7635" y="117176"/>
                  </a:lnTo>
                  <a:lnTo>
                    <a:pt x="6132" y="122253"/>
                  </a:lnTo>
                  <a:lnTo>
                    <a:pt x="4790" y="127376"/>
                  </a:lnTo>
                  <a:lnTo>
                    <a:pt x="3611" y="132538"/>
                  </a:lnTo>
                  <a:lnTo>
                    <a:pt x="2597" y="137735"/>
                  </a:lnTo>
                  <a:lnTo>
                    <a:pt x="1747" y="142962"/>
                  </a:lnTo>
                  <a:lnTo>
                    <a:pt x="1063" y="148213"/>
                  </a:lnTo>
                  <a:lnTo>
                    <a:pt x="546" y="153482"/>
                  </a:lnTo>
                  <a:lnTo>
                    <a:pt x="196" y="158766"/>
                  </a:lnTo>
                  <a:lnTo>
                    <a:pt x="14" y="164058"/>
                  </a:lnTo>
                  <a:lnTo>
                    <a:pt x="0" y="169353"/>
                  </a:lnTo>
                  <a:lnTo>
                    <a:pt x="153" y="174646"/>
                  </a:lnTo>
                  <a:lnTo>
                    <a:pt x="473" y="179932"/>
                  </a:lnTo>
                  <a:lnTo>
                    <a:pt x="961" y="185205"/>
                  </a:lnTo>
                  <a:lnTo>
                    <a:pt x="1616" y="190459"/>
                  </a:lnTo>
                  <a:lnTo>
                    <a:pt x="2437" y="195690"/>
                  </a:lnTo>
                  <a:lnTo>
                    <a:pt x="3423" y="200893"/>
                  </a:lnTo>
                  <a:lnTo>
                    <a:pt x="4573" y="206062"/>
                  </a:lnTo>
                  <a:lnTo>
                    <a:pt x="5886" y="211192"/>
                  </a:lnTo>
                  <a:lnTo>
                    <a:pt x="7362" y="216277"/>
                  </a:lnTo>
                  <a:lnTo>
                    <a:pt x="8997" y="221313"/>
                  </a:lnTo>
                  <a:lnTo>
                    <a:pt x="10792" y="226295"/>
                  </a:lnTo>
                  <a:lnTo>
                    <a:pt x="12743" y="231218"/>
                  </a:lnTo>
                  <a:lnTo>
                    <a:pt x="14849" y="236076"/>
                  </a:lnTo>
                  <a:lnTo>
                    <a:pt x="17108" y="240866"/>
                  </a:lnTo>
                  <a:lnTo>
                    <a:pt x="19517" y="245581"/>
                  </a:lnTo>
                  <a:lnTo>
                    <a:pt x="22075" y="250218"/>
                  </a:lnTo>
                  <a:lnTo>
                    <a:pt x="24778" y="254771"/>
                  </a:lnTo>
                  <a:lnTo>
                    <a:pt x="27624" y="259236"/>
                  </a:lnTo>
                  <a:lnTo>
                    <a:pt x="30610" y="263609"/>
                  </a:lnTo>
                  <a:lnTo>
                    <a:pt x="33733" y="267885"/>
                  </a:lnTo>
                  <a:lnTo>
                    <a:pt x="36990" y="272061"/>
                  </a:lnTo>
                  <a:lnTo>
                    <a:pt x="40378" y="276130"/>
                  </a:lnTo>
                  <a:lnTo>
                    <a:pt x="43892" y="280091"/>
                  </a:lnTo>
                  <a:lnTo>
                    <a:pt x="47531" y="283938"/>
                  </a:lnTo>
                  <a:lnTo>
                    <a:pt x="51289" y="287668"/>
                  </a:lnTo>
                  <a:lnTo>
                    <a:pt x="55164" y="291278"/>
                  </a:lnTo>
                  <a:lnTo>
                    <a:pt x="59151" y="294762"/>
                  </a:lnTo>
                  <a:lnTo>
                    <a:pt x="63246" y="298119"/>
                  </a:lnTo>
                  <a:lnTo>
                    <a:pt x="67446" y="301344"/>
                  </a:lnTo>
                  <a:lnTo>
                    <a:pt x="71746" y="304435"/>
                  </a:lnTo>
                  <a:lnTo>
                    <a:pt x="76141" y="307388"/>
                  </a:lnTo>
                  <a:lnTo>
                    <a:pt x="80628" y="310200"/>
                  </a:lnTo>
                  <a:lnTo>
                    <a:pt x="85201" y="312869"/>
                  </a:lnTo>
                  <a:lnTo>
                    <a:pt x="89857" y="315391"/>
                  </a:lnTo>
                  <a:lnTo>
                    <a:pt x="94591" y="317765"/>
                  </a:lnTo>
                  <a:lnTo>
                    <a:pt x="99397" y="319987"/>
                  </a:lnTo>
                  <a:lnTo>
                    <a:pt x="104271" y="322057"/>
                  </a:lnTo>
                  <a:lnTo>
                    <a:pt x="109208" y="323971"/>
                  </a:lnTo>
                  <a:lnTo>
                    <a:pt x="114204" y="325727"/>
                  </a:lnTo>
                  <a:lnTo>
                    <a:pt x="119252" y="327325"/>
                  </a:lnTo>
                  <a:lnTo>
                    <a:pt x="124349" y="328761"/>
                  </a:lnTo>
                  <a:lnTo>
                    <a:pt x="129488" y="330036"/>
                  </a:lnTo>
                  <a:lnTo>
                    <a:pt x="134666" y="331147"/>
                  </a:lnTo>
                  <a:lnTo>
                    <a:pt x="139875" y="332094"/>
                  </a:lnTo>
                  <a:lnTo>
                    <a:pt x="145113" y="332875"/>
                  </a:lnTo>
                  <a:lnTo>
                    <a:pt x="150372" y="333490"/>
                  </a:lnTo>
                  <a:lnTo>
                    <a:pt x="155648" y="333938"/>
                  </a:lnTo>
                  <a:lnTo>
                    <a:pt x="160936" y="334219"/>
                  </a:lnTo>
                  <a:lnTo>
                    <a:pt x="166230" y="334332"/>
                  </a:lnTo>
                  <a:lnTo>
                    <a:pt x="171525" y="334277"/>
                  </a:lnTo>
                  <a:lnTo>
                    <a:pt x="176816" y="334055"/>
                  </a:lnTo>
                  <a:lnTo>
                    <a:pt x="182097" y="333665"/>
                  </a:lnTo>
                  <a:lnTo>
                    <a:pt x="187362" y="333108"/>
                  </a:lnTo>
                  <a:lnTo>
                    <a:pt x="192608" y="332385"/>
                  </a:lnTo>
                  <a:lnTo>
                    <a:pt x="197828" y="331496"/>
                  </a:lnTo>
                  <a:lnTo>
                    <a:pt x="203017" y="330442"/>
                  </a:lnTo>
                  <a:lnTo>
                    <a:pt x="208171" y="329224"/>
                  </a:lnTo>
                  <a:lnTo>
                    <a:pt x="213283" y="327844"/>
                  </a:lnTo>
                  <a:lnTo>
                    <a:pt x="218349" y="326302"/>
                  </a:lnTo>
                  <a:lnTo>
                    <a:pt x="223363" y="324601"/>
                  </a:lnTo>
                  <a:lnTo>
                    <a:pt x="228321" y="322741"/>
                  </a:lnTo>
                  <a:lnTo>
                    <a:pt x="233218" y="320726"/>
                  </a:lnTo>
                  <a:lnTo>
                    <a:pt x="238048" y="318556"/>
                  </a:lnTo>
                  <a:lnTo>
                    <a:pt x="242808" y="316235"/>
                  </a:lnTo>
                  <a:lnTo>
                    <a:pt x="247491" y="313764"/>
                  </a:lnTo>
                  <a:lnTo>
                    <a:pt x="252094" y="311146"/>
                  </a:lnTo>
                  <a:lnTo>
                    <a:pt x="256611" y="308384"/>
                  </a:lnTo>
                  <a:lnTo>
                    <a:pt x="261039" y="305479"/>
                  </a:lnTo>
                  <a:lnTo>
                    <a:pt x="265373" y="302436"/>
                  </a:lnTo>
                  <a:lnTo>
                    <a:pt x="269608" y="299258"/>
                  </a:lnTo>
                  <a:lnTo>
                    <a:pt x="273740" y="295946"/>
                  </a:lnTo>
                  <a:lnTo>
                    <a:pt x="277765" y="292506"/>
                  </a:lnTo>
                  <a:lnTo>
                    <a:pt x="281679" y="288940"/>
                  </a:lnTo>
                  <a:lnTo>
                    <a:pt x="285479" y="285251"/>
                  </a:lnTo>
                  <a:lnTo>
                    <a:pt x="289159" y="281444"/>
                  </a:lnTo>
                  <a:lnTo>
                    <a:pt x="292717" y="277523"/>
                  </a:lnTo>
                  <a:lnTo>
                    <a:pt x="296150" y="273491"/>
                  </a:lnTo>
                  <a:lnTo>
                    <a:pt x="299452" y="269352"/>
                  </a:lnTo>
                  <a:lnTo>
                    <a:pt x="302623" y="265110"/>
                  </a:lnTo>
                  <a:lnTo>
                    <a:pt x="305657" y="260770"/>
                  </a:lnTo>
                  <a:lnTo>
                    <a:pt x="308552" y="256337"/>
                  </a:lnTo>
                  <a:lnTo>
                    <a:pt x="311305" y="251814"/>
                  </a:lnTo>
                  <a:lnTo>
                    <a:pt x="313914" y="247205"/>
                  </a:lnTo>
                  <a:lnTo>
                    <a:pt x="316375" y="242517"/>
                  </a:lnTo>
                  <a:lnTo>
                    <a:pt x="318687" y="237753"/>
                  </a:lnTo>
                  <a:lnTo>
                    <a:pt x="320846" y="232918"/>
                  </a:lnTo>
                  <a:lnTo>
                    <a:pt x="322852" y="228017"/>
                  </a:lnTo>
                  <a:lnTo>
                    <a:pt x="324701" y="223056"/>
                  </a:lnTo>
                  <a:lnTo>
                    <a:pt x="326392" y="218038"/>
                  </a:lnTo>
                  <a:lnTo>
                    <a:pt x="327923" y="212969"/>
                  </a:lnTo>
                  <a:lnTo>
                    <a:pt x="329293" y="207854"/>
                  </a:lnTo>
                  <a:lnTo>
                    <a:pt x="330500" y="202698"/>
                  </a:lnTo>
                  <a:lnTo>
                    <a:pt x="331544" y="197506"/>
                  </a:lnTo>
                  <a:lnTo>
                    <a:pt x="332422" y="192285"/>
                  </a:lnTo>
                  <a:lnTo>
                    <a:pt x="333135" y="187038"/>
                  </a:lnTo>
                  <a:lnTo>
                    <a:pt x="333681" y="181771"/>
                  </a:lnTo>
                  <a:lnTo>
                    <a:pt x="334060" y="176489"/>
                  </a:lnTo>
                  <a:lnTo>
                    <a:pt x="334271" y="171198"/>
                  </a:lnTo>
                  <a:lnTo>
                    <a:pt x="334315" y="165903"/>
                  </a:lnTo>
                  <a:lnTo>
                    <a:pt x="334191" y="160609"/>
                  </a:lnTo>
                  <a:lnTo>
                    <a:pt x="333900" y="155322"/>
                  </a:lnTo>
                  <a:lnTo>
                    <a:pt x="333441" y="150047"/>
                  </a:lnTo>
                  <a:lnTo>
                    <a:pt x="332815" y="144788"/>
                  </a:lnTo>
                  <a:lnTo>
                    <a:pt x="332024" y="139553"/>
                  </a:lnTo>
                  <a:lnTo>
                    <a:pt x="331066" y="134345"/>
                  </a:lnTo>
                  <a:lnTo>
                    <a:pt x="329944" y="129170"/>
                  </a:lnTo>
                  <a:lnTo>
                    <a:pt x="328659" y="124033"/>
                  </a:lnTo>
                  <a:lnTo>
                    <a:pt x="327212" y="118939"/>
                  </a:lnTo>
                  <a:lnTo>
                    <a:pt x="325604" y="113894"/>
                  </a:lnTo>
                  <a:lnTo>
                    <a:pt x="323838" y="108902"/>
                  </a:lnTo>
                  <a:lnTo>
                    <a:pt x="321914" y="103969"/>
                  </a:lnTo>
                  <a:lnTo>
                    <a:pt x="319834" y="99099"/>
                  </a:lnTo>
                  <a:lnTo>
                    <a:pt x="317602" y="94297"/>
                  </a:lnTo>
                  <a:lnTo>
                    <a:pt x="315218" y="89569"/>
                  </a:lnTo>
                  <a:lnTo>
                    <a:pt x="312686" y="84918"/>
                  </a:lnTo>
                  <a:lnTo>
                    <a:pt x="310008" y="80350"/>
                  </a:lnTo>
                  <a:lnTo>
                    <a:pt x="307187" y="75869"/>
                  </a:lnTo>
                  <a:lnTo>
                    <a:pt x="304225" y="71480"/>
                  </a:lnTo>
                  <a:lnTo>
                    <a:pt x="301126" y="67186"/>
                  </a:lnTo>
                  <a:lnTo>
                    <a:pt x="297892" y="62993"/>
                  </a:lnTo>
                  <a:lnTo>
                    <a:pt x="294527" y="58905"/>
                  </a:lnTo>
                  <a:lnTo>
                    <a:pt x="291034" y="54925"/>
                  </a:lnTo>
                  <a:lnTo>
                    <a:pt x="287417" y="51057"/>
                  </a:lnTo>
                  <a:lnTo>
                    <a:pt x="283679" y="47307"/>
                  </a:lnTo>
                  <a:lnTo>
                    <a:pt x="279825" y="43676"/>
                  </a:lnTo>
                  <a:lnTo>
                    <a:pt x="275857" y="40169"/>
                  </a:lnTo>
                  <a:lnTo>
                    <a:pt x="271780" y="36790"/>
                  </a:lnTo>
                  <a:lnTo>
                    <a:pt x="267598" y="33542"/>
                  </a:lnTo>
                  <a:lnTo>
                    <a:pt x="263316" y="30428"/>
                  </a:lnTo>
                  <a:lnTo>
                    <a:pt x="258937" y="27451"/>
                  </a:lnTo>
                  <a:lnTo>
                    <a:pt x="254465" y="24614"/>
                  </a:lnTo>
                  <a:lnTo>
                    <a:pt x="249907" y="21920"/>
                  </a:lnTo>
                  <a:lnTo>
                    <a:pt x="245265" y="19372"/>
                  </a:lnTo>
                  <a:lnTo>
                    <a:pt x="240545" y="16972"/>
                  </a:lnTo>
                  <a:lnTo>
                    <a:pt x="235751" y="14723"/>
                  </a:lnTo>
                  <a:lnTo>
                    <a:pt x="230888" y="12626"/>
                  </a:lnTo>
                  <a:lnTo>
                    <a:pt x="225961" y="10685"/>
                  </a:lnTo>
                  <a:lnTo>
                    <a:pt x="220976" y="8901"/>
                  </a:lnTo>
                  <a:lnTo>
                    <a:pt x="215936" y="727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9848"/>
              <a:ext cx="48783" cy="159890"/>
            </a:xfrm>
            <a:custGeom>
              <a:avLst/>
              <a:pathLst>
                <a:path w="48783" h="159890">
                  <a:moveTo>
                    <a:pt x="48783" y="0"/>
                  </a:moveTo>
                  <a:lnTo>
                    <a:pt x="0" y="159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48783" cy="167167"/>
            </a:xfrm>
            <a:custGeom>
              <a:avLst/>
              <a:pathLst>
                <a:path w="48783" h="167167">
                  <a:moveTo>
                    <a:pt x="48783" y="7276"/>
                  </a:moveTo>
                  <a:lnTo>
                    <a:pt x="42832" y="5580"/>
                  </a:lnTo>
                  <a:lnTo>
                    <a:pt x="36823" y="4106"/>
                  </a:lnTo>
                  <a:lnTo>
                    <a:pt x="30763" y="2855"/>
                  </a:lnTo>
                  <a:lnTo>
                    <a:pt x="24661" y="1829"/>
                  </a:lnTo>
                  <a:lnTo>
                    <a:pt x="18525" y="1029"/>
                  </a:lnTo>
                  <a:lnTo>
                    <a:pt x="12364" y="457"/>
                  </a:lnTo>
                  <a:lnTo>
                    <a:pt x="6186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378108" y="1071028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3" y="2095"/>
                  </a:lnTo>
                  <a:lnTo>
                    <a:pt x="135544" y="3015"/>
                  </a:lnTo>
                  <a:lnTo>
                    <a:pt x="130357" y="4099"/>
                  </a:lnTo>
                  <a:lnTo>
                    <a:pt x="125206" y="5347"/>
                  </a:lnTo>
                  <a:lnTo>
                    <a:pt x="120098" y="6758"/>
                  </a:lnTo>
                  <a:lnTo>
                    <a:pt x="115038" y="8330"/>
                  </a:lnTo>
                  <a:lnTo>
                    <a:pt x="110029" y="10061"/>
                  </a:lnTo>
                  <a:lnTo>
                    <a:pt x="105078" y="11951"/>
                  </a:lnTo>
                  <a:lnTo>
                    <a:pt x="100189" y="13996"/>
                  </a:lnTo>
                  <a:lnTo>
                    <a:pt x="95368" y="16196"/>
                  </a:lnTo>
                  <a:lnTo>
                    <a:pt x="90619" y="18547"/>
                  </a:lnTo>
                  <a:lnTo>
                    <a:pt x="85947" y="21047"/>
                  </a:lnTo>
                  <a:lnTo>
                    <a:pt x="81356" y="23695"/>
                  </a:lnTo>
                  <a:lnTo>
                    <a:pt x="76851" y="26486"/>
                  </a:lnTo>
                  <a:lnTo>
                    <a:pt x="72438" y="29419"/>
                  </a:lnTo>
                  <a:lnTo>
                    <a:pt x="68119" y="32490"/>
                  </a:lnTo>
                  <a:lnTo>
                    <a:pt x="63900" y="35697"/>
                  </a:lnTo>
                  <a:lnTo>
                    <a:pt x="59785" y="39035"/>
                  </a:lnTo>
                  <a:lnTo>
                    <a:pt x="55777" y="42503"/>
                  </a:lnTo>
                  <a:lnTo>
                    <a:pt x="51882" y="46096"/>
                  </a:lnTo>
                  <a:lnTo>
                    <a:pt x="48102" y="49810"/>
                  </a:lnTo>
                  <a:lnTo>
                    <a:pt x="44442" y="53643"/>
                  </a:lnTo>
                  <a:lnTo>
                    <a:pt x="40905" y="57589"/>
                  </a:lnTo>
                  <a:lnTo>
                    <a:pt x="37496" y="61646"/>
                  </a:lnTo>
                  <a:lnTo>
                    <a:pt x="34216" y="65808"/>
                  </a:lnTo>
                  <a:lnTo>
                    <a:pt x="31070" y="70073"/>
                  </a:lnTo>
                  <a:lnTo>
                    <a:pt x="28061" y="74435"/>
                  </a:lnTo>
                  <a:lnTo>
                    <a:pt x="25192" y="78890"/>
                  </a:lnTo>
                  <a:lnTo>
                    <a:pt x="22465" y="83434"/>
                  </a:lnTo>
                  <a:lnTo>
                    <a:pt x="19883" y="88062"/>
                  </a:lnTo>
                  <a:lnTo>
                    <a:pt x="17450" y="92770"/>
                  </a:lnTo>
                  <a:lnTo>
                    <a:pt x="15167" y="97552"/>
                  </a:lnTo>
                  <a:lnTo>
                    <a:pt x="13037" y="102405"/>
                  </a:lnTo>
                  <a:lnTo>
                    <a:pt x="11062" y="107322"/>
                  </a:lnTo>
                  <a:lnTo>
                    <a:pt x="9243" y="112300"/>
                  </a:lnTo>
                  <a:lnTo>
                    <a:pt x="7583" y="117332"/>
                  </a:lnTo>
                  <a:lnTo>
                    <a:pt x="6084" y="122415"/>
                  </a:lnTo>
                  <a:lnTo>
                    <a:pt x="4746" y="127543"/>
                  </a:lnTo>
                  <a:lnTo>
                    <a:pt x="3572" y="132710"/>
                  </a:lnTo>
                  <a:lnTo>
                    <a:pt x="2562" y="137913"/>
                  </a:lnTo>
                  <a:lnTo>
                    <a:pt x="1717" y="143144"/>
                  </a:lnTo>
                  <a:lnTo>
                    <a:pt x="1039" y="148400"/>
                  </a:lnTo>
                  <a:lnTo>
                    <a:pt x="528" y="153674"/>
                  </a:lnTo>
                  <a:lnTo>
                    <a:pt x="184" y="158963"/>
                  </a:lnTo>
                  <a:lnTo>
                    <a:pt x="8" y="164259"/>
                  </a:lnTo>
                  <a:lnTo>
                    <a:pt x="0" y="169558"/>
                  </a:lnTo>
                  <a:lnTo>
                    <a:pt x="159" y="174855"/>
                  </a:lnTo>
                  <a:lnTo>
                    <a:pt x="487" y="180144"/>
                  </a:lnTo>
                  <a:lnTo>
                    <a:pt x="982" y="185421"/>
                  </a:lnTo>
                  <a:lnTo>
                    <a:pt x="1644" y="190678"/>
                  </a:lnTo>
                  <a:lnTo>
                    <a:pt x="2472" y="195913"/>
                  </a:lnTo>
                  <a:lnTo>
                    <a:pt x="3466" y="201118"/>
                  </a:lnTo>
                  <a:lnTo>
                    <a:pt x="4625" y="206289"/>
                  </a:lnTo>
                  <a:lnTo>
                    <a:pt x="5946" y="211421"/>
                  </a:lnTo>
                  <a:lnTo>
                    <a:pt x="7430" y="216508"/>
                  </a:lnTo>
                  <a:lnTo>
                    <a:pt x="9074" y="221546"/>
                  </a:lnTo>
                  <a:lnTo>
                    <a:pt x="10877" y="226529"/>
                  </a:lnTo>
                  <a:lnTo>
                    <a:pt x="12838" y="231453"/>
                  </a:lnTo>
                  <a:lnTo>
                    <a:pt x="14953" y="236312"/>
                  </a:lnTo>
                  <a:lnTo>
                    <a:pt x="17221" y="241101"/>
                  </a:lnTo>
                  <a:lnTo>
                    <a:pt x="19640" y="245816"/>
                  </a:lnTo>
                  <a:lnTo>
                    <a:pt x="22207" y="250452"/>
                  </a:lnTo>
                  <a:lnTo>
                    <a:pt x="24919" y="255005"/>
                  </a:lnTo>
                  <a:lnTo>
                    <a:pt x="27775" y="259469"/>
                  </a:lnTo>
                  <a:lnTo>
                    <a:pt x="30771" y="263840"/>
                  </a:lnTo>
                  <a:lnTo>
                    <a:pt x="33903" y="268114"/>
                  </a:lnTo>
                  <a:lnTo>
                    <a:pt x="37170" y="272287"/>
                  </a:lnTo>
                  <a:lnTo>
                    <a:pt x="40567" y="276354"/>
                  </a:lnTo>
                  <a:lnTo>
                    <a:pt x="44092" y="280312"/>
                  </a:lnTo>
                  <a:lnTo>
                    <a:pt x="47740" y="284155"/>
                  </a:lnTo>
                  <a:lnTo>
                    <a:pt x="51508" y="287881"/>
                  </a:lnTo>
                  <a:lnTo>
                    <a:pt x="55393" y="291486"/>
                  </a:lnTo>
                  <a:lnTo>
                    <a:pt x="59389" y="294966"/>
                  </a:lnTo>
                  <a:lnTo>
                    <a:pt x="63494" y="298317"/>
                  </a:lnTo>
                  <a:lnTo>
                    <a:pt x="67703" y="301537"/>
                  </a:lnTo>
                  <a:lnTo>
                    <a:pt x="72012" y="304622"/>
                  </a:lnTo>
                  <a:lnTo>
                    <a:pt x="76417" y="307568"/>
                  </a:lnTo>
                  <a:lnTo>
                    <a:pt x="80913" y="310374"/>
                  </a:lnTo>
                  <a:lnTo>
                    <a:pt x="85495" y="313035"/>
                  </a:lnTo>
                  <a:lnTo>
                    <a:pt x="90160" y="315550"/>
                  </a:lnTo>
                  <a:lnTo>
                    <a:pt x="94902" y="317916"/>
                  </a:lnTo>
                  <a:lnTo>
                    <a:pt x="99716" y="320130"/>
                  </a:lnTo>
                  <a:lnTo>
                    <a:pt x="104599" y="322191"/>
                  </a:lnTo>
                  <a:lnTo>
                    <a:pt x="109544" y="324095"/>
                  </a:lnTo>
                  <a:lnTo>
                    <a:pt x="114547" y="325842"/>
                  </a:lnTo>
                  <a:lnTo>
                    <a:pt x="119603" y="327430"/>
                  </a:lnTo>
                  <a:lnTo>
                    <a:pt x="124707" y="328857"/>
                  </a:lnTo>
                  <a:lnTo>
                    <a:pt x="129853" y="330121"/>
                  </a:lnTo>
                  <a:lnTo>
                    <a:pt x="135037" y="331221"/>
                  </a:lnTo>
                  <a:lnTo>
                    <a:pt x="140253" y="332156"/>
                  </a:lnTo>
                  <a:lnTo>
                    <a:pt x="145496" y="332926"/>
                  </a:lnTo>
                  <a:lnTo>
                    <a:pt x="150761" y="333529"/>
                  </a:lnTo>
                  <a:lnTo>
                    <a:pt x="156042" y="333965"/>
                  </a:lnTo>
                  <a:lnTo>
                    <a:pt x="161335" y="334233"/>
                  </a:lnTo>
                  <a:lnTo>
                    <a:pt x="166633" y="334334"/>
                  </a:lnTo>
                  <a:lnTo>
                    <a:pt x="171932" y="334266"/>
                  </a:lnTo>
                  <a:lnTo>
                    <a:pt x="177226" y="334030"/>
                  </a:lnTo>
                  <a:lnTo>
                    <a:pt x="182510" y="333627"/>
                  </a:lnTo>
                  <a:lnTo>
                    <a:pt x="187779" y="333057"/>
                  </a:lnTo>
                  <a:lnTo>
                    <a:pt x="193027" y="332319"/>
                  </a:lnTo>
                  <a:lnTo>
                    <a:pt x="198248" y="331416"/>
                  </a:lnTo>
                  <a:lnTo>
                    <a:pt x="203439" y="330348"/>
                  </a:lnTo>
                  <a:lnTo>
                    <a:pt x="208593" y="329116"/>
                  </a:lnTo>
                  <a:lnTo>
                    <a:pt x="213705" y="327721"/>
                  </a:lnTo>
                  <a:lnTo>
                    <a:pt x="218771" y="326164"/>
                  </a:lnTo>
                  <a:lnTo>
                    <a:pt x="223785" y="324448"/>
                  </a:lnTo>
                  <a:lnTo>
                    <a:pt x="228742" y="322574"/>
                  </a:lnTo>
                  <a:lnTo>
                    <a:pt x="233637" y="320544"/>
                  </a:lnTo>
                  <a:lnTo>
                    <a:pt x="238465" y="318359"/>
                  </a:lnTo>
                  <a:lnTo>
                    <a:pt x="243221" y="316023"/>
                  </a:lnTo>
                  <a:lnTo>
                    <a:pt x="247901" y="313537"/>
                  </a:lnTo>
                  <a:lnTo>
                    <a:pt x="252500" y="310904"/>
                  </a:lnTo>
                  <a:lnTo>
                    <a:pt x="257013" y="308126"/>
                  </a:lnTo>
                  <a:lnTo>
                    <a:pt x="261436" y="305207"/>
                  </a:lnTo>
                  <a:lnTo>
                    <a:pt x="265764" y="302149"/>
                  </a:lnTo>
                  <a:lnTo>
                    <a:pt x="269993" y="298956"/>
                  </a:lnTo>
                  <a:lnTo>
                    <a:pt x="274119" y="295630"/>
                  </a:lnTo>
                  <a:lnTo>
                    <a:pt x="278137" y="292174"/>
                  </a:lnTo>
                  <a:lnTo>
                    <a:pt x="282043" y="288594"/>
                  </a:lnTo>
                  <a:lnTo>
                    <a:pt x="285834" y="284891"/>
                  </a:lnTo>
                  <a:lnTo>
                    <a:pt x="289506" y="281070"/>
                  </a:lnTo>
                  <a:lnTo>
                    <a:pt x="293055" y="277134"/>
                  </a:lnTo>
                  <a:lnTo>
                    <a:pt x="296477" y="273088"/>
                  </a:lnTo>
                  <a:lnTo>
                    <a:pt x="299770" y="268936"/>
                  </a:lnTo>
                  <a:lnTo>
                    <a:pt x="302929" y="264681"/>
                  </a:lnTo>
                  <a:lnTo>
                    <a:pt x="305952" y="260328"/>
                  </a:lnTo>
                  <a:lnTo>
                    <a:pt x="308835" y="255882"/>
                  </a:lnTo>
                  <a:lnTo>
                    <a:pt x="311575" y="251346"/>
                  </a:lnTo>
                  <a:lnTo>
                    <a:pt x="314171" y="246726"/>
                  </a:lnTo>
                  <a:lnTo>
                    <a:pt x="316619" y="242026"/>
                  </a:lnTo>
                  <a:lnTo>
                    <a:pt x="318917" y="237251"/>
                  </a:lnTo>
                  <a:lnTo>
                    <a:pt x="321062" y="232405"/>
                  </a:lnTo>
                  <a:lnTo>
                    <a:pt x="323052" y="227494"/>
                  </a:lnTo>
                  <a:lnTo>
                    <a:pt x="324886" y="222522"/>
                  </a:lnTo>
                  <a:lnTo>
                    <a:pt x="326562" y="217494"/>
                  </a:lnTo>
                  <a:lnTo>
                    <a:pt x="328077" y="212416"/>
                  </a:lnTo>
                  <a:lnTo>
                    <a:pt x="329430" y="207293"/>
                  </a:lnTo>
                  <a:lnTo>
                    <a:pt x="330620" y="202129"/>
                  </a:lnTo>
                  <a:lnTo>
                    <a:pt x="331646" y="196930"/>
                  </a:lnTo>
                  <a:lnTo>
                    <a:pt x="332507" y="191701"/>
                  </a:lnTo>
                  <a:lnTo>
                    <a:pt x="333202" y="186447"/>
                  </a:lnTo>
                  <a:lnTo>
                    <a:pt x="333729" y="181174"/>
                  </a:lnTo>
                  <a:lnTo>
                    <a:pt x="334090" y="175887"/>
                  </a:lnTo>
                  <a:lnTo>
                    <a:pt x="334282" y="170591"/>
                  </a:lnTo>
                  <a:lnTo>
                    <a:pt x="334307" y="165292"/>
                  </a:lnTo>
                  <a:lnTo>
                    <a:pt x="334163" y="15999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1024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29590"/>
              <a:ext cx="167013" cy="8605"/>
            </a:xfrm>
            <a:custGeom>
              <a:avLst/>
              <a:pathLst>
                <a:path w="167013" h="8605">
                  <a:moveTo>
                    <a:pt x="167013" y="1433"/>
                  </a:moveTo>
                  <a:lnTo>
                    <a:pt x="166945" y="0"/>
                  </a:lnTo>
                  <a:lnTo>
                    <a:pt x="0" y="86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166945" cy="167167"/>
            </a:xfrm>
            <a:custGeom>
              <a:avLst/>
              <a:pathLst>
                <a:path w="166945" h="167167">
                  <a:moveTo>
                    <a:pt x="166945" y="158561"/>
                  </a:moveTo>
                  <a:lnTo>
                    <a:pt x="166580" y="153170"/>
                  </a:lnTo>
                  <a:lnTo>
                    <a:pt x="166041" y="147794"/>
                  </a:lnTo>
                  <a:lnTo>
                    <a:pt x="165328" y="142437"/>
                  </a:lnTo>
                  <a:lnTo>
                    <a:pt x="164442" y="137107"/>
                  </a:lnTo>
                  <a:lnTo>
                    <a:pt x="163385" y="131808"/>
                  </a:lnTo>
                  <a:lnTo>
                    <a:pt x="162156" y="126546"/>
                  </a:lnTo>
                  <a:lnTo>
                    <a:pt x="160759" y="121326"/>
                  </a:lnTo>
                  <a:lnTo>
                    <a:pt x="159193" y="116154"/>
                  </a:lnTo>
                  <a:lnTo>
                    <a:pt x="157461" y="111036"/>
                  </a:lnTo>
                  <a:lnTo>
                    <a:pt x="155565" y="105976"/>
                  </a:lnTo>
                  <a:lnTo>
                    <a:pt x="153506" y="100980"/>
                  </a:lnTo>
                  <a:lnTo>
                    <a:pt x="151287" y="96053"/>
                  </a:lnTo>
                  <a:lnTo>
                    <a:pt x="148909" y="91201"/>
                  </a:lnTo>
                  <a:lnTo>
                    <a:pt x="146376" y="86428"/>
                  </a:lnTo>
                  <a:lnTo>
                    <a:pt x="143690" y="81739"/>
                  </a:lnTo>
                  <a:lnTo>
                    <a:pt x="140854" y="77140"/>
                  </a:lnTo>
                  <a:lnTo>
                    <a:pt x="137871" y="72635"/>
                  </a:lnTo>
                  <a:lnTo>
                    <a:pt x="134744" y="68228"/>
                  </a:lnTo>
                  <a:lnTo>
                    <a:pt x="131476" y="63925"/>
                  </a:lnTo>
                  <a:lnTo>
                    <a:pt x="128070" y="59729"/>
                  </a:lnTo>
                  <a:lnTo>
                    <a:pt x="124531" y="55646"/>
                  </a:lnTo>
                  <a:lnTo>
                    <a:pt x="120862" y="51680"/>
                  </a:lnTo>
                  <a:lnTo>
                    <a:pt x="117066" y="47834"/>
                  </a:lnTo>
                  <a:lnTo>
                    <a:pt x="113148" y="44113"/>
                  </a:lnTo>
                  <a:lnTo>
                    <a:pt x="109112" y="40520"/>
                  </a:lnTo>
                  <a:lnTo>
                    <a:pt x="104962" y="37060"/>
                  </a:lnTo>
                  <a:lnTo>
                    <a:pt x="100702" y="33735"/>
                  </a:lnTo>
                  <a:lnTo>
                    <a:pt x="96337" y="30550"/>
                  </a:lnTo>
                  <a:lnTo>
                    <a:pt x="91871" y="27508"/>
                  </a:lnTo>
                  <a:lnTo>
                    <a:pt x="87309" y="24612"/>
                  </a:lnTo>
                  <a:lnTo>
                    <a:pt x="82656" y="21864"/>
                  </a:lnTo>
                  <a:lnTo>
                    <a:pt x="77917" y="19269"/>
                  </a:lnTo>
                  <a:lnTo>
                    <a:pt x="73096" y="16828"/>
                  </a:lnTo>
                  <a:lnTo>
                    <a:pt x="68199" y="14544"/>
                  </a:lnTo>
                  <a:lnTo>
                    <a:pt x="63231" y="12419"/>
                  </a:lnTo>
                  <a:lnTo>
                    <a:pt x="58196" y="10457"/>
                  </a:lnTo>
                  <a:lnTo>
                    <a:pt x="53101" y="8658"/>
                  </a:lnTo>
                  <a:lnTo>
                    <a:pt x="47950" y="7024"/>
                  </a:lnTo>
                  <a:lnTo>
                    <a:pt x="42749" y="5558"/>
                  </a:lnTo>
                  <a:lnTo>
                    <a:pt x="37504" y="4261"/>
                  </a:lnTo>
                  <a:lnTo>
                    <a:pt x="32219" y="3134"/>
                  </a:lnTo>
                  <a:lnTo>
                    <a:pt x="26901" y="2178"/>
                  </a:lnTo>
                  <a:lnTo>
                    <a:pt x="21554" y="1395"/>
                  </a:lnTo>
                  <a:lnTo>
                    <a:pt x="16185" y="785"/>
                  </a:lnTo>
                  <a:lnTo>
                    <a:pt x="10799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903826" y="941493"/>
              <a:ext cx="119717" cy="167167"/>
            </a:xfrm>
            <a:custGeom>
              <a:avLst/>
              <a:pathLst>
                <a:path w="119717" h="167167">
                  <a:moveTo>
                    <a:pt x="119717" y="0"/>
                  </a:moveTo>
                  <a:lnTo>
                    <a:pt x="114158" y="92"/>
                  </a:lnTo>
                  <a:lnTo>
                    <a:pt x="108605" y="369"/>
                  </a:lnTo>
                  <a:lnTo>
                    <a:pt x="103064" y="831"/>
                  </a:lnTo>
                  <a:lnTo>
                    <a:pt x="97541" y="1477"/>
                  </a:lnTo>
                  <a:lnTo>
                    <a:pt x="92044" y="2306"/>
                  </a:lnTo>
                  <a:lnTo>
                    <a:pt x="86577" y="3317"/>
                  </a:lnTo>
                  <a:lnTo>
                    <a:pt x="81146" y="4510"/>
                  </a:lnTo>
                  <a:lnTo>
                    <a:pt x="75758" y="5883"/>
                  </a:lnTo>
                  <a:lnTo>
                    <a:pt x="70419" y="7434"/>
                  </a:lnTo>
                  <a:lnTo>
                    <a:pt x="65134" y="9162"/>
                  </a:lnTo>
                  <a:lnTo>
                    <a:pt x="59910" y="11064"/>
                  </a:lnTo>
                  <a:lnTo>
                    <a:pt x="54752" y="13139"/>
                  </a:lnTo>
                  <a:lnTo>
                    <a:pt x="49665" y="15385"/>
                  </a:lnTo>
                  <a:lnTo>
                    <a:pt x="44657" y="17799"/>
                  </a:lnTo>
                  <a:lnTo>
                    <a:pt x="39731" y="20377"/>
                  </a:lnTo>
                  <a:lnTo>
                    <a:pt x="34894" y="23118"/>
                  </a:lnTo>
                  <a:lnTo>
                    <a:pt x="30150" y="26019"/>
                  </a:lnTo>
                  <a:lnTo>
                    <a:pt x="25506" y="29076"/>
                  </a:lnTo>
                  <a:lnTo>
                    <a:pt x="20966" y="32285"/>
                  </a:lnTo>
                  <a:lnTo>
                    <a:pt x="16535" y="35644"/>
                  </a:lnTo>
                  <a:lnTo>
                    <a:pt x="12218" y="39148"/>
                  </a:lnTo>
                  <a:lnTo>
                    <a:pt x="8020" y="42793"/>
                  </a:lnTo>
                  <a:lnTo>
                    <a:pt x="3946" y="46577"/>
                  </a:lnTo>
                  <a:lnTo>
                    <a:pt x="0" y="50493"/>
                  </a:lnTo>
                  <a:lnTo>
                    <a:pt x="11971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3826" y="991987"/>
              <a:ext cx="119717" cy="116673"/>
            </a:xfrm>
            <a:custGeom>
              <a:avLst/>
              <a:pathLst>
                <a:path w="119717" h="116673">
                  <a:moveTo>
                    <a:pt x="0" y="0"/>
                  </a:moveTo>
                  <a:lnTo>
                    <a:pt x="119717" y="1166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56389" y="977581"/>
              <a:ext cx="334305" cy="298246"/>
            </a:xfrm>
            <a:custGeom>
              <a:avLst/>
              <a:pathLst>
                <a:path w="334305" h="298246">
                  <a:moveTo>
                    <a:pt x="47437" y="14405"/>
                  </a:moveTo>
                  <a:lnTo>
                    <a:pt x="43802" y="18256"/>
                  </a:lnTo>
                  <a:lnTo>
                    <a:pt x="40290" y="22220"/>
                  </a:lnTo>
                  <a:lnTo>
                    <a:pt x="36905" y="26293"/>
                  </a:lnTo>
                  <a:lnTo>
                    <a:pt x="33652" y="30471"/>
                  </a:lnTo>
                  <a:lnTo>
                    <a:pt x="30532" y="34750"/>
                  </a:lnTo>
                  <a:lnTo>
                    <a:pt x="27549" y="39126"/>
                  </a:lnTo>
                  <a:lnTo>
                    <a:pt x="24707" y="43594"/>
                  </a:lnTo>
                  <a:lnTo>
                    <a:pt x="22007" y="48150"/>
                  </a:lnTo>
                  <a:lnTo>
                    <a:pt x="19453" y="52789"/>
                  </a:lnTo>
                  <a:lnTo>
                    <a:pt x="17047" y="57507"/>
                  </a:lnTo>
                  <a:lnTo>
                    <a:pt x="14792" y="62298"/>
                  </a:lnTo>
                  <a:lnTo>
                    <a:pt x="12690" y="67159"/>
                  </a:lnTo>
                  <a:lnTo>
                    <a:pt x="10743" y="72084"/>
                  </a:lnTo>
                  <a:lnTo>
                    <a:pt x="8953" y="77068"/>
                  </a:lnTo>
                  <a:lnTo>
                    <a:pt x="7322" y="82106"/>
                  </a:lnTo>
                  <a:lnTo>
                    <a:pt x="5850" y="87193"/>
                  </a:lnTo>
                  <a:lnTo>
                    <a:pt x="4541" y="92324"/>
                  </a:lnTo>
                  <a:lnTo>
                    <a:pt x="3395" y="97494"/>
                  </a:lnTo>
                  <a:lnTo>
                    <a:pt x="2414" y="102698"/>
                  </a:lnTo>
                  <a:lnTo>
                    <a:pt x="1598" y="107931"/>
                  </a:lnTo>
                  <a:lnTo>
                    <a:pt x="947" y="113186"/>
                  </a:lnTo>
                  <a:lnTo>
                    <a:pt x="464" y="118460"/>
                  </a:lnTo>
                  <a:lnTo>
                    <a:pt x="148" y="123746"/>
                  </a:lnTo>
                  <a:lnTo>
                    <a:pt x="0" y="129040"/>
                  </a:lnTo>
                  <a:lnTo>
                    <a:pt x="19" y="134335"/>
                  </a:lnTo>
                  <a:lnTo>
                    <a:pt x="206" y="139628"/>
                  </a:lnTo>
                  <a:lnTo>
                    <a:pt x="560" y="144912"/>
                  </a:lnTo>
                  <a:lnTo>
                    <a:pt x="1082" y="150182"/>
                  </a:lnTo>
                  <a:lnTo>
                    <a:pt x="1771" y="155432"/>
                  </a:lnTo>
                  <a:lnTo>
                    <a:pt x="2625" y="160659"/>
                  </a:lnTo>
                  <a:lnTo>
                    <a:pt x="3644" y="165855"/>
                  </a:lnTo>
                  <a:lnTo>
                    <a:pt x="4828" y="171017"/>
                  </a:lnTo>
                  <a:lnTo>
                    <a:pt x="6174" y="176139"/>
                  </a:lnTo>
                  <a:lnTo>
                    <a:pt x="7683" y="181215"/>
                  </a:lnTo>
                  <a:lnTo>
                    <a:pt x="9351" y="186241"/>
                  </a:lnTo>
                  <a:lnTo>
                    <a:pt x="11177" y="191212"/>
                  </a:lnTo>
                  <a:lnTo>
                    <a:pt x="13160" y="196122"/>
                  </a:lnTo>
                  <a:lnTo>
                    <a:pt x="15298" y="200967"/>
                  </a:lnTo>
                  <a:lnTo>
                    <a:pt x="17587" y="205742"/>
                  </a:lnTo>
                  <a:lnTo>
                    <a:pt x="20027" y="210442"/>
                  </a:lnTo>
                  <a:lnTo>
                    <a:pt x="22615" y="215063"/>
                  </a:lnTo>
                  <a:lnTo>
                    <a:pt x="25348" y="219599"/>
                  </a:lnTo>
                  <a:lnTo>
                    <a:pt x="28223" y="224046"/>
                  </a:lnTo>
                  <a:lnTo>
                    <a:pt x="31237" y="228400"/>
                  </a:lnTo>
                  <a:lnTo>
                    <a:pt x="34388" y="232657"/>
                  </a:lnTo>
                  <a:lnTo>
                    <a:pt x="37672" y="236811"/>
                  </a:lnTo>
                  <a:lnTo>
                    <a:pt x="41086" y="240859"/>
                  </a:lnTo>
                  <a:lnTo>
                    <a:pt x="44627" y="244797"/>
                  </a:lnTo>
                  <a:lnTo>
                    <a:pt x="48290" y="248621"/>
                  </a:lnTo>
                  <a:lnTo>
                    <a:pt x="52073" y="252327"/>
                  </a:lnTo>
                  <a:lnTo>
                    <a:pt x="55971" y="255912"/>
                  </a:lnTo>
                  <a:lnTo>
                    <a:pt x="59981" y="259371"/>
                  </a:lnTo>
                  <a:lnTo>
                    <a:pt x="64099" y="262701"/>
                  </a:lnTo>
                  <a:lnTo>
                    <a:pt x="68319" y="265899"/>
                  </a:lnTo>
                  <a:lnTo>
                    <a:pt x="72639" y="268962"/>
                  </a:lnTo>
                  <a:lnTo>
                    <a:pt x="77054" y="271887"/>
                  </a:lnTo>
                  <a:lnTo>
                    <a:pt x="81560" y="274670"/>
                  </a:lnTo>
                  <a:lnTo>
                    <a:pt x="86151" y="277309"/>
                  </a:lnTo>
                  <a:lnTo>
                    <a:pt x="90823" y="279802"/>
                  </a:lnTo>
                  <a:lnTo>
                    <a:pt x="95572" y="282145"/>
                  </a:lnTo>
                  <a:lnTo>
                    <a:pt x="100393" y="284336"/>
                  </a:lnTo>
                  <a:lnTo>
                    <a:pt x="105281" y="286374"/>
                  </a:lnTo>
                  <a:lnTo>
                    <a:pt x="110231" y="288256"/>
                  </a:lnTo>
                  <a:lnTo>
                    <a:pt x="115238" y="289980"/>
                  </a:lnTo>
                  <a:lnTo>
                    <a:pt x="120298" y="291545"/>
                  </a:lnTo>
                  <a:lnTo>
                    <a:pt x="125404" y="292949"/>
                  </a:lnTo>
                  <a:lnTo>
                    <a:pt x="130552" y="294190"/>
                  </a:lnTo>
                  <a:lnTo>
                    <a:pt x="135737" y="295267"/>
                  </a:lnTo>
                  <a:lnTo>
                    <a:pt x="140953" y="296180"/>
                  </a:lnTo>
                  <a:lnTo>
                    <a:pt x="146196" y="296927"/>
                  </a:lnTo>
                  <a:lnTo>
                    <a:pt x="151460" y="297508"/>
                  </a:lnTo>
                  <a:lnTo>
                    <a:pt x="156739" y="297921"/>
                  </a:lnTo>
                  <a:lnTo>
                    <a:pt x="162029" y="298168"/>
                  </a:lnTo>
                  <a:lnTo>
                    <a:pt x="167324" y="298246"/>
                  </a:lnTo>
                  <a:lnTo>
                    <a:pt x="172619" y="298157"/>
                  </a:lnTo>
                  <a:lnTo>
                    <a:pt x="177909" y="297900"/>
                  </a:lnTo>
                  <a:lnTo>
                    <a:pt x="183187" y="297476"/>
                  </a:lnTo>
                  <a:lnTo>
                    <a:pt x="188450" y="296884"/>
                  </a:lnTo>
                  <a:lnTo>
                    <a:pt x="193691" y="296127"/>
                  </a:lnTo>
                  <a:lnTo>
                    <a:pt x="198906" y="295203"/>
                  </a:lnTo>
                  <a:lnTo>
                    <a:pt x="204088" y="294115"/>
                  </a:lnTo>
                  <a:lnTo>
                    <a:pt x="209234" y="292863"/>
                  </a:lnTo>
                  <a:lnTo>
                    <a:pt x="214337" y="291449"/>
                  </a:lnTo>
                  <a:lnTo>
                    <a:pt x="219394" y="289874"/>
                  </a:lnTo>
                  <a:lnTo>
                    <a:pt x="224397" y="288140"/>
                  </a:lnTo>
                  <a:lnTo>
                    <a:pt x="229343" y="286248"/>
                  </a:lnTo>
                  <a:lnTo>
                    <a:pt x="234227" y="284200"/>
                  </a:lnTo>
                  <a:lnTo>
                    <a:pt x="239044" y="281999"/>
                  </a:lnTo>
                  <a:lnTo>
                    <a:pt x="243788" y="279646"/>
                  </a:lnTo>
                  <a:lnTo>
                    <a:pt x="248455" y="277144"/>
                  </a:lnTo>
                  <a:lnTo>
                    <a:pt x="253041" y="274496"/>
                  </a:lnTo>
                  <a:lnTo>
                    <a:pt x="257541" y="271703"/>
                  </a:lnTo>
                  <a:lnTo>
                    <a:pt x="261950" y="268770"/>
                  </a:lnTo>
                  <a:lnTo>
                    <a:pt x="266263" y="265698"/>
                  </a:lnTo>
                  <a:lnTo>
                    <a:pt x="270478" y="262491"/>
                  </a:lnTo>
                  <a:lnTo>
                    <a:pt x="274588" y="259153"/>
                  </a:lnTo>
                  <a:lnTo>
                    <a:pt x="278591" y="255685"/>
                  </a:lnTo>
                  <a:lnTo>
                    <a:pt x="282482" y="252093"/>
                  </a:lnTo>
                  <a:lnTo>
                    <a:pt x="286257" y="248379"/>
                  </a:lnTo>
                  <a:lnTo>
                    <a:pt x="289913" y="244548"/>
                  </a:lnTo>
                  <a:lnTo>
                    <a:pt x="293446" y="240603"/>
                  </a:lnTo>
                  <a:lnTo>
                    <a:pt x="296851" y="236548"/>
                  </a:lnTo>
                  <a:lnTo>
                    <a:pt x="300127" y="232386"/>
                  </a:lnTo>
                  <a:lnTo>
                    <a:pt x="303269" y="228124"/>
                  </a:lnTo>
                  <a:lnTo>
                    <a:pt x="306275" y="223764"/>
                  </a:lnTo>
                  <a:lnTo>
                    <a:pt x="309141" y="219310"/>
                  </a:lnTo>
                  <a:lnTo>
                    <a:pt x="311864" y="214769"/>
                  </a:lnTo>
                  <a:lnTo>
                    <a:pt x="314443" y="210143"/>
                  </a:lnTo>
                  <a:lnTo>
                    <a:pt x="316873" y="205438"/>
                  </a:lnTo>
                  <a:lnTo>
                    <a:pt x="319153" y="200658"/>
                  </a:lnTo>
                  <a:lnTo>
                    <a:pt x="321281" y="195809"/>
                  </a:lnTo>
                  <a:lnTo>
                    <a:pt x="323254" y="190895"/>
                  </a:lnTo>
                  <a:lnTo>
                    <a:pt x="325070" y="185920"/>
                  </a:lnTo>
                  <a:lnTo>
                    <a:pt x="326728" y="180891"/>
                  </a:lnTo>
                  <a:lnTo>
                    <a:pt x="328226" y="175811"/>
                  </a:lnTo>
                  <a:lnTo>
                    <a:pt x="329562" y="170687"/>
                  </a:lnTo>
                  <a:lnTo>
                    <a:pt x="330735" y="165523"/>
                  </a:lnTo>
                  <a:lnTo>
                    <a:pt x="331744" y="160324"/>
                  </a:lnTo>
                  <a:lnTo>
                    <a:pt x="332588" y="155096"/>
                  </a:lnTo>
                  <a:lnTo>
                    <a:pt x="333265" y="149844"/>
                  </a:lnTo>
                  <a:lnTo>
                    <a:pt x="333776" y="144573"/>
                  </a:lnTo>
                  <a:lnTo>
                    <a:pt x="334120" y="139288"/>
                  </a:lnTo>
                  <a:lnTo>
                    <a:pt x="334296" y="133996"/>
                  </a:lnTo>
                  <a:lnTo>
                    <a:pt x="334305" y="128700"/>
                  </a:lnTo>
                  <a:lnTo>
                    <a:pt x="334146" y="123407"/>
                  </a:lnTo>
                  <a:lnTo>
                    <a:pt x="333819" y="118121"/>
                  </a:lnTo>
                  <a:lnTo>
                    <a:pt x="333325" y="112849"/>
                  </a:lnTo>
                  <a:lnTo>
                    <a:pt x="332664" y="107594"/>
                  </a:lnTo>
                  <a:lnTo>
                    <a:pt x="331837" y="102364"/>
                  </a:lnTo>
                  <a:lnTo>
                    <a:pt x="330845" y="97162"/>
                  </a:lnTo>
                  <a:lnTo>
                    <a:pt x="329689" y="91994"/>
                  </a:lnTo>
                  <a:lnTo>
                    <a:pt x="328369" y="86865"/>
                  </a:lnTo>
                  <a:lnTo>
                    <a:pt x="326888" y="81781"/>
                  </a:lnTo>
                  <a:lnTo>
                    <a:pt x="325246" y="76746"/>
                  </a:lnTo>
                  <a:lnTo>
                    <a:pt x="323446" y="71766"/>
                  </a:lnTo>
                  <a:lnTo>
                    <a:pt x="321488" y="66845"/>
                  </a:lnTo>
                  <a:lnTo>
                    <a:pt x="319376" y="61989"/>
                  </a:lnTo>
                  <a:lnTo>
                    <a:pt x="317112" y="57202"/>
                  </a:lnTo>
                  <a:lnTo>
                    <a:pt x="314696" y="52489"/>
                  </a:lnTo>
                  <a:lnTo>
                    <a:pt x="312133" y="47855"/>
                  </a:lnTo>
                  <a:lnTo>
                    <a:pt x="309424" y="43305"/>
                  </a:lnTo>
                  <a:lnTo>
                    <a:pt x="306573" y="38842"/>
                  </a:lnTo>
                  <a:lnTo>
                    <a:pt x="303581" y="34473"/>
                  </a:lnTo>
                  <a:lnTo>
                    <a:pt x="300453" y="30200"/>
                  </a:lnTo>
                  <a:lnTo>
                    <a:pt x="297190" y="26028"/>
                  </a:lnTo>
                  <a:lnTo>
                    <a:pt x="293798" y="21962"/>
                  </a:lnTo>
                  <a:lnTo>
                    <a:pt x="290278" y="18005"/>
                  </a:lnTo>
                  <a:lnTo>
                    <a:pt x="286634" y="14162"/>
                  </a:lnTo>
                  <a:lnTo>
                    <a:pt x="282871" y="10436"/>
                  </a:lnTo>
                  <a:lnTo>
                    <a:pt x="278992" y="6831"/>
                  </a:lnTo>
                  <a:lnTo>
                    <a:pt x="275000" y="3351"/>
                  </a:lnTo>
                  <a:lnTo>
                    <a:pt x="270900" y="0"/>
                  </a:lnTo>
                  <a:lnTo>
                    <a:pt x="167155" y="1310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103745" cy="167167"/>
            </a:xfrm>
            <a:custGeom>
              <a:avLst/>
              <a:pathLst>
                <a:path w="103745" h="167167">
                  <a:moveTo>
                    <a:pt x="103745" y="36088"/>
                  </a:moveTo>
                  <a:lnTo>
                    <a:pt x="99300" y="32689"/>
                  </a:lnTo>
                  <a:lnTo>
                    <a:pt x="94743" y="29441"/>
                  </a:lnTo>
                  <a:lnTo>
                    <a:pt x="90081" y="26347"/>
                  </a:lnTo>
                  <a:lnTo>
                    <a:pt x="85317" y="23411"/>
                  </a:lnTo>
                  <a:lnTo>
                    <a:pt x="80458" y="20636"/>
                  </a:lnTo>
                  <a:lnTo>
                    <a:pt x="75508" y="18025"/>
                  </a:lnTo>
                  <a:lnTo>
                    <a:pt x="70474" y="15581"/>
                  </a:lnTo>
                  <a:lnTo>
                    <a:pt x="65361" y="13307"/>
                  </a:lnTo>
                  <a:lnTo>
                    <a:pt x="60175" y="11206"/>
                  </a:lnTo>
                  <a:lnTo>
                    <a:pt x="54921" y="9279"/>
                  </a:lnTo>
                  <a:lnTo>
                    <a:pt x="49606" y="7529"/>
                  </a:lnTo>
                  <a:lnTo>
                    <a:pt x="44235" y="5958"/>
                  </a:lnTo>
                  <a:lnTo>
                    <a:pt x="38815" y="4568"/>
                  </a:lnTo>
                  <a:lnTo>
                    <a:pt x="33351" y="3360"/>
                  </a:lnTo>
                  <a:lnTo>
                    <a:pt x="27850" y="2336"/>
                  </a:lnTo>
                  <a:lnTo>
                    <a:pt x="22317" y="1496"/>
                  </a:lnTo>
                  <a:lnTo>
                    <a:pt x="16760" y="842"/>
                  </a:lnTo>
                  <a:lnTo>
                    <a:pt x="11183" y="374"/>
                  </a:lnTo>
                  <a:lnTo>
                    <a:pt x="559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76399" y="941493"/>
              <a:ext cx="109816" cy="167167"/>
            </a:xfrm>
            <a:custGeom>
              <a:avLst/>
              <a:pathLst>
                <a:path w="109816" h="167167">
                  <a:moveTo>
                    <a:pt x="109816" y="0"/>
                  </a:moveTo>
                  <a:lnTo>
                    <a:pt x="104111" y="97"/>
                  </a:lnTo>
                  <a:lnTo>
                    <a:pt x="98414" y="389"/>
                  </a:lnTo>
                  <a:lnTo>
                    <a:pt x="92729" y="875"/>
                  </a:lnTo>
                  <a:lnTo>
                    <a:pt x="87065" y="1555"/>
                  </a:lnTo>
                  <a:lnTo>
                    <a:pt x="81427" y="2428"/>
                  </a:lnTo>
                  <a:lnTo>
                    <a:pt x="75822" y="3492"/>
                  </a:lnTo>
                  <a:lnTo>
                    <a:pt x="70256" y="4748"/>
                  </a:lnTo>
                  <a:lnTo>
                    <a:pt x="64737" y="6192"/>
                  </a:lnTo>
                  <a:lnTo>
                    <a:pt x="59270" y="7824"/>
                  </a:lnTo>
                  <a:lnTo>
                    <a:pt x="53863" y="9642"/>
                  </a:lnTo>
                  <a:lnTo>
                    <a:pt x="48520" y="11643"/>
                  </a:lnTo>
                  <a:lnTo>
                    <a:pt x="43249" y="13825"/>
                  </a:lnTo>
                  <a:lnTo>
                    <a:pt x="38055" y="16186"/>
                  </a:lnTo>
                  <a:lnTo>
                    <a:pt x="32945" y="18722"/>
                  </a:lnTo>
                  <a:lnTo>
                    <a:pt x="27924" y="21432"/>
                  </a:lnTo>
                  <a:lnTo>
                    <a:pt x="22999" y="24311"/>
                  </a:lnTo>
                  <a:lnTo>
                    <a:pt x="18174" y="27357"/>
                  </a:lnTo>
                  <a:lnTo>
                    <a:pt x="13457" y="30565"/>
                  </a:lnTo>
                  <a:lnTo>
                    <a:pt x="8852" y="33933"/>
                  </a:lnTo>
                  <a:lnTo>
                    <a:pt x="4364" y="37456"/>
                  </a:lnTo>
                  <a:lnTo>
                    <a:pt x="0" y="41130"/>
                  </a:lnTo>
                  <a:lnTo>
                    <a:pt x="1098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6399" y="982623"/>
              <a:ext cx="109816" cy="126037"/>
            </a:xfrm>
            <a:custGeom>
              <a:avLst/>
              <a:pathLst>
                <a:path w="109816" h="126037">
                  <a:moveTo>
                    <a:pt x="0" y="0"/>
                  </a:moveTo>
                  <a:lnTo>
                    <a:pt x="109816" y="1260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064" y="982623"/>
              <a:ext cx="167151" cy="282710"/>
            </a:xfrm>
            <a:custGeom>
              <a:avLst/>
              <a:pathLst>
                <a:path w="167151" h="282710">
                  <a:moveTo>
                    <a:pt x="57335" y="0"/>
                  </a:moveTo>
                  <a:lnTo>
                    <a:pt x="53319" y="3614"/>
                  </a:lnTo>
                  <a:lnTo>
                    <a:pt x="49423" y="7357"/>
                  </a:lnTo>
                  <a:lnTo>
                    <a:pt x="45649" y="11224"/>
                  </a:lnTo>
                  <a:lnTo>
                    <a:pt x="42002" y="15210"/>
                  </a:lnTo>
                  <a:lnTo>
                    <a:pt x="38486" y="19312"/>
                  </a:lnTo>
                  <a:lnTo>
                    <a:pt x="35104" y="23526"/>
                  </a:lnTo>
                  <a:lnTo>
                    <a:pt x="31860" y="27847"/>
                  </a:lnTo>
                  <a:lnTo>
                    <a:pt x="28757" y="32271"/>
                  </a:lnTo>
                  <a:lnTo>
                    <a:pt x="25799" y="36792"/>
                  </a:lnTo>
                  <a:lnTo>
                    <a:pt x="22989" y="41407"/>
                  </a:lnTo>
                  <a:lnTo>
                    <a:pt x="20330" y="46110"/>
                  </a:lnTo>
                  <a:lnTo>
                    <a:pt x="17823" y="50896"/>
                  </a:lnTo>
                  <a:lnTo>
                    <a:pt x="15473" y="55761"/>
                  </a:lnTo>
                  <a:lnTo>
                    <a:pt x="13281" y="60700"/>
                  </a:lnTo>
                  <a:lnTo>
                    <a:pt x="11250" y="65707"/>
                  </a:lnTo>
                  <a:lnTo>
                    <a:pt x="9382" y="70776"/>
                  </a:lnTo>
                  <a:lnTo>
                    <a:pt x="7678" y="75904"/>
                  </a:lnTo>
                  <a:lnTo>
                    <a:pt x="6141" y="81084"/>
                  </a:lnTo>
                  <a:lnTo>
                    <a:pt x="4773" y="86311"/>
                  </a:lnTo>
                  <a:lnTo>
                    <a:pt x="3574" y="91579"/>
                  </a:lnTo>
                  <a:lnTo>
                    <a:pt x="2546" y="96883"/>
                  </a:lnTo>
                  <a:lnTo>
                    <a:pt x="1689" y="102218"/>
                  </a:lnTo>
                  <a:lnTo>
                    <a:pt x="1006" y="107578"/>
                  </a:lnTo>
                  <a:lnTo>
                    <a:pt x="496" y="112957"/>
                  </a:lnTo>
                  <a:lnTo>
                    <a:pt x="161" y="118349"/>
                  </a:lnTo>
                  <a:lnTo>
                    <a:pt x="0" y="123750"/>
                  </a:lnTo>
                  <a:lnTo>
                    <a:pt x="13" y="129153"/>
                  </a:lnTo>
                  <a:lnTo>
                    <a:pt x="201" y="134553"/>
                  </a:lnTo>
                  <a:lnTo>
                    <a:pt x="563" y="139944"/>
                  </a:lnTo>
                  <a:lnTo>
                    <a:pt x="1100" y="145320"/>
                  </a:lnTo>
                  <a:lnTo>
                    <a:pt x="1810" y="150676"/>
                  </a:lnTo>
                  <a:lnTo>
                    <a:pt x="2692" y="156007"/>
                  </a:lnTo>
                  <a:lnTo>
                    <a:pt x="3747" y="161306"/>
                  </a:lnTo>
                  <a:lnTo>
                    <a:pt x="4972" y="166568"/>
                  </a:lnTo>
                  <a:lnTo>
                    <a:pt x="6366" y="171788"/>
                  </a:lnTo>
                  <a:lnTo>
                    <a:pt x="7929" y="176960"/>
                  </a:lnTo>
                  <a:lnTo>
                    <a:pt x="9658" y="182079"/>
                  </a:lnTo>
                  <a:lnTo>
                    <a:pt x="11551" y="187140"/>
                  </a:lnTo>
                  <a:lnTo>
                    <a:pt x="13607" y="192136"/>
                  </a:lnTo>
                  <a:lnTo>
                    <a:pt x="15823" y="197064"/>
                  </a:lnTo>
                  <a:lnTo>
                    <a:pt x="18198" y="201917"/>
                  </a:lnTo>
                  <a:lnTo>
                    <a:pt x="20728" y="206691"/>
                  </a:lnTo>
                  <a:lnTo>
                    <a:pt x="23411" y="211381"/>
                  </a:lnTo>
                  <a:lnTo>
                    <a:pt x="26244" y="215982"/>
                  </a:lnTo>
                  <a:lnTo>
                    <a:pt x="29224" y="220489"/>
                  </a:lnTo>
                  <a:lnTo>
                    <a:pt x="32349" y="224897"/>
                  </a:lnTo>
                  <a:lnTo>
                    <a:pt x="35614" y="229201"/>
                  </a:lnTo>
                  <a:lnTo>
                    <a:pt x="39017" y="233398"/>
                  </a:lnTo>
                  <a:lnTo>
                    <a:pt x="42553" y="237483"/>
                  </a:lnTo>
                  <a:lnTo>
                    <a:pt x="46220" y="241452"/>
                  </a:lnTo>
                  <a:lnTo>
                    <a:pt x="50013" y="245299"/>
                  </a:lnTo>
                  <a:lnTo>
                    <a:pt x="53928" y="249023"/>
                  </a:lnTo>
                  <a:lnTo>
                    <a:pt x="57962" y="252617"/>
                  </a:lnTo>
                  <a:lnTo>
                    <a:pt x="62110" y="256080"/>
                  </a:lnTo>
                  <a:lnTo>
                    <a:pt x="66367" y="259407"/>
                  </a:lnTo>
                  <a:lnTo>
                    <a:pt x="70730" y="262594"/>
                  </a:lnTo>
                  <a:lnTo>
                    <a:pt x="75193" y="265639"/>
                  </a:lnTo>
                  <a:lnTo>
                    <a:pt x="79753" y="268538"/>
                  </a:lnTo>
                  <a:lnTo>
                    <a:pt x="84404" y="271288"/>
                  </a:lnTo>
                  <a:lnTo>
                    <a:pt x="89141" y="273886"/>
                  </a:lnTo>
                  <a:lnTo>
                    <a:pt x="93960" y="276330"/>
                  </a:lnTo>
                  <a:lnTo>
                    <a:pt x="98855" y="278617"/>
                  </a:lnTo>
                  <a:lnTo>
                    <a:pt x="103822" y="280744"/>
                  </a:lnTo>
                  <a:lnTo>
                    <a:pt x="108855" y="282710"/>
                  </a:lnTo>
                  <a:lnTo>
                    <a:pt x="167151" y="1260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27919" y="941493"/>
              <a:ext cx="225450" cy="334331"/>
            </a:xfrm>
            <a:custGeom>
              <a:avLst/>
              <a:pathLst>
                <a:path w="225450" h="334331">
                  <a:moveTo>
                    <a:pt x="0" y="323840"/>
                  </a:moveTo>
                  <a:lnTo>
                    <a:pt x="5010" y="325614"/>
                  </a:lnTo>
                  <a:lnTo>
                    <a:pt x="10075" y="327228"/>
                  </a:lnTo>
                  <a:lnTo>
                    <a:pt x="15188" y="328680"/>
                  </a:lnTo>
                  <a:lnTo>
                    <a:pt x="20344" y="329969"/>
                  </a:lnTo>
                  <a:lnTo>
                    <a:pt x="25540" y="331094"/>
                  </a:lnTo>
                  <a:lnTo>
                    <a:pt x="30768" y="332052"/>
                  </a:lnTo>
                  <a:lnTo>
                    <a:pt x="36024" y="332844"/>
                  </a:lnTo>
                  <a:lnTo>
                    <a:pt x="41303" y="333468"/>
                  </a:lnTo>
                  <a:lnTo>
                    <a:pt x="46598" y="333925"/>
                  </a:lnTo>
                  <a:lnTo>
                    <a:pt x="51906" y="334212"/>
                  </a:lnTo>
                  <a:lnTo>
                    <a:pt x="57220" y="334331"/>
                  </a:lnTo>
                  <a:lnTo>
                    <a:pt x="62535" y="334281"/>
                  </a:lnTo>
                  <a:lnTo>
                    <a:pt x="67846" y="334061"/>
                  </a:lnTo>
                  <a:lnTo>
                    <a:pt x="73147" y="333673"/>
                  </a:lnTo>
                  <a:lnTo>
                    <a:pt x="78434" y="333117"/>
                  </a:lnTo>
                  <a:lnTo>
                    <a:pt x="83700" y="332393"/>
                  </a:lnTo>
                  <a:lnTo>
                    <a:pt x="88940" y="331502"/>
                  </a:lnTo>
                  <a:lnTo>
                    <a:pt x="94149" y="330444"/>
                  </a:lnTo>
                  <a:lnTo>
                    <a:pt x="99322" y="329222"/>
                  </a:lnTo>
                  <a:lnTo>
                    <a:pt x="104453" y="327836"/>
                  </a:lnTo>
                  <a:lnTo>
                    <a:pt x="109538" y="326287"/>
                  </a:lnTo>
                  <a:lnTo>
                    <a:pt x="114571" y="324578"/>
                  </a:lnTo>
                  <a:lnTo>
                    <a:pt x="119547" y="322709"/>
                  </a:lnTo>
                  <a:lnTo>
                    <a:pt x="124461" y="320683"/>
                  </a:lnTo>
                  <a:lnTo>
                    <a:pt x="129309" y="318502"/>
                  </a:lnTo>
                  <a:lnTo>
                    <a:pt x="134084" y="316167"/>
                  </a:lnTo>
                  <a:lnTo>
                    <a:pt x="138783" y="313683"/>
                  </a:lnTo>
                  <a:lnTo>
                    <a:pt x="143400" y="311050"/>
                  </a:lnTo>
                  <a:lnTo>
                    <a:pt x="147932" y="308271"/>
                  </a:lnTo>
                  <a:lnTo>
                    <a:pt x="152373" y="305350"/>
                  </a:lnTo>
                  <a:lnTo>
                    <a:pt x="156718" y="302289"/>
                  </a:lnTo>
                  <a:lnTo>
                    <a:pt x="160965" y="299092"/>
                  </a:lnTo>
                  <a:lnTo>
                    <a:pt x="165107" y="295761"/>
                  </a:lnTo>
                  <a:lnTo>
                    <a:pt x="169141" y="292300"/>
                  </a:lnTo>
                  <a:lnTo>
                    <a:pt x="173064" y="288713"/>
                  </a:lnTo>
                  <a:lnTo>
                    <a:pt x="176870" y="285003"/>
                  </a:lnTo>
                  <a:lnTo>
                    <a:pt x="180556" y="281173"/>
                  </a:lnTo>
                  <a:lnTo>
                    <a:pt x="184119" y="277229"/>
                  </a:lnTo>
                  <a:lnTo>
                    <a:pt x="187555" y="273173"/>
                  </a:lnTo>
                  <a:lnTo>
                    <a:pt x="190860" y="269010"/>
                  </a:lnTo>
                  <a:lnTo>
                    <a:pt x="194030" y="264744"/>
                  </a:lnTo>
                  <a:lnTo>
                    <a:pt x="197064" y="260379"/>
                  </a:lnTo>
                  <a:lnTo>
                    <a:pt x="199957" y="255920"/>
                  </a:lnTo>
                  <a:lnTo>
                    <a:pt x="202707" y="251371"/>
                  </a:lnTo>
                  <a:lnTo>
                    <a:pt x="205312" y="246737"/>
                  </a:lnTo>
                  <a:lnTo>
                    <a:pt x="207767" y="242023"/>
                  </a:lnTo>
                  <a:lnTo>
                    <a:pt x="210071" y="237233"/>
                  </a:lnTo>
                  <a:lnTo>
                    <a:pt x="212222" y="232372"/>
                  </a:lnTo>
                  <a:lnTo>
                    <a:pt x="214218" y="227446"/>
                  </a:lnTo>
                  <a:lnTo>
                    <a:pt x="216055" y="222458"/>
                  </a:lnTo>
                  <a:lnTo>
                    <a:pt x="217733" y="217414"/>
                  </a:lnTo>
                  <a:lnTo>
                    <a:pt x="219250" y="212320"/>
                  </a:lnTo>
                  <a:lnTo>
                    <a:pt x="220604" y="207180"/>
                  </a:lnTo>
                  <a:lnTo>
                    <a:pt x="221794" y="202000"/>
                  </a:lnTo>
                  <a:lnTo>
                    <a:pt x="222819" y="196784"/>
                  </a:lnTo>
                  <a:lnTo>
                    <a:pt x="223678" y="191538"/>
                  </a:lnTo>
                  <a:lnTo>
                    <a:pt x="224369" y="186268"/>
                  </a:lnTo>
                  <a:lnTo>
                    <a:pt x="224892" y="180978"/>
                  </a:lnTo>
                  <a:lnTo>
                    <a:pt x="225247" y="175675"/>
                  </a:lnTo>
                  <a:lnTo>
                    <a:pt x="225433" y="170363"/>
                  </a:lnTo>
                  <a:lnTo>
                    <a:pt x="225450" y="165047"/>
                  </a:lnTo>
                  <a:lnTo>
                    <a:pt x="225298" y="159734"/>
                  </a:lnTo>
                  <a:lnTo>
                    <a:pt x="224978" y="154428"/>
                  </a:lnTo>
                  <a:lnTo>
                    <a:pt x="224488" y="149135"/>
                  </a:lnTo>
                  <a:lnTo>
                    <a:pt x="223831" y="143861"/>
                  </a:lnTo>
                  <a:lnTo>
                    <a:pt x="223006" y="138610"/>
                  </a:lnTo>
                  <a:lnTo>
                    <a:pt x="222015" y="133388"/>
                  </a:lnTo>
                  <a:lnTo>
                    <a:pt x="220859" y="128200"/>
                  </a:lnTo>
                  <a:lnTo>
                    <a:pt x="219538" y="123051"/>
                  </a:lnTo>
                  <a:lnTo>
                    <a:pt x="218053" y="117947"/>
                  </a:lnTo>
                  <a:lnTo>
                    <a:pt x="216408" y="112893"/>
                  </a:lnTo>
                  <a:lnTo>
                    <a:pt x="214602" y="107893"/>
                  </a:lnTo>
                  <a:lnTo>
                    <a:pt x="212639" y="102954"/>
                  </a:lnTo>
                  <a:lnTo>
                    <a:pt x="210519" y="98079"/>
                  </a:lnTo>
                  <a:lnTo>
                    <a:pt x="208246" y="93275"/>
                  </a:lnTo>
                  <a:lnTo>
                    <a:pt x="205821" y="88545"/>
                  </a:lnTo>
                  <a:lnTo>
                    <a:pt x="203247" y="83894"/>
                  </a:lnTo>
                  <a:lnTo>
                    <a:pt x="200526" y="79328"/>
                  </a:lnTo>
                  <a:lnTo>
                    <a:pt x="197661" y="74850"/>
                  </a:lnTo>
                  <a:lnTo>
                    <a:pt x="194656" y="70466"/>
                  </a:lnTo>
                  <a:lnTo>
                    <a:pt x="191512" y="66180"/>
                  </a:lnTo>
                  <a:lnTo>
                    <a:pt x="188234" y="61995"/>
                  </a:lnTo>
                  <a:lnTo>
                    <a:pt x="184825" y="57918"/>
                  </a:lnTo>
                  <a:lnTo>
                    <a:pt x="181288" y="53950"/>
                  </a:lnTo>
                  <a:lnTo>
                    <a:pt x="177626" y="50097"/>
                  </a:lnTo>
                  <a:lnTo>
                    <a:pt x="173844" y="46362"/>
                  </a:lnTo>
                  <a:lnTo>
                    <a:pt x="169945" y="42750"/>
                  </a:lnTo>
                  <a:lnTo>
                    <a:pt x="165933" y="39263"/>
                  </a:lnTo>
                  <a:lnTo>
                    <a:pt x="161812" y="35906"/>
                  </a:lnTo>
                  <a:lnTo>
                    <a:pt x="157586" y="32681"/>
                  </a:lnTo>
                  <a:lnTo>
                    <a:pt x="153260" y="29592"/>
                  </a:lnTo>
                  <a:lnTo>
                    <a:pt x="148838" y="26643"/>
                  </a:lnTo>
                  <a:lnTo>
                    <a:pt x="144325" y="23835"/>
                  </a:lnTo>
                  <a:lnTo>
                    <a:pt x="139725" y="21172"/>
                  </a:lnTo>
                  <a:lnTo>
                    <a:pt x="135042" y="18657"/>
                  </a:lnTo>
                  <a:lnTo>
                    <a:pt x="130281" y="16292"/>
                  </a:lnTo>
                  <a:lnTo>
                    <a:pt x="125448" y="14080"/>
                  </a:lnTo>
                  <a:lnTo>
                    <a:pt x="120547" y="12023"/>
                  </a:lnTo>
                  <a:lnTo>
                    <a:pt x="115583" y="10122"/>
                  </a:lnTo>
                  <a:lnTo>
                    <a:pt x="110561" y="8380"/>
                  </a:lnTo>
                  <a:lnTo>
                    <a:pt x="105487" y="6799"/>
                  </a:lnTo>
                  <a:lnTo>
                    <a:pt x="100364" y="5379"/>
                  </a:lnTo>
                  <a:lnTo>
                    <a:pt x="95199" y="4124"/>
                  </a:lnTo>
                  <a:lnTo>
                    <a:pt x="89997" y="3033"/>
                  </a:lnTo>
                  <a:lnTo>
                    <a:pt x="84763" y="2108"/>
                  </a:lnTo>
                  <a:lnTo>
                    <a:pt x="79502" y="1350"/>
                  </a:lnTo>
                  <a:lnTo>
                    <a:pt x="74219" y="760"/>
                  </a:lnTo>
                  <a:lnTo>
                    <a:pt x="68920" y="337"/>
                  </a:lnTo>
                  <a:lnTo>
                    <a:pt x="63611" y="84"/>
                  </a:lnTo>
                  <a:lnTo>
                    <a:pt x="58296" y="0"/>
                  </a:lnTo>
                  <a:lnTo>
                    <a:pt x="5829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797345" y="1071028"/>
              <a:ext cx="167156" cy="322816"/>
            </a:xfrm>
            <a:custGeom>
              <a:avLst/>
              <a:pathLst>
                <a:path w="167156" h="322816">
                  <a:moveTo>
                    <a:pt x="167156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3" y="761"/>
                  </a:lnTo>
                  <a:lnTo>
                    <a:pt x="145937" y="1352"/>
                  </a:lnTo>
                  <a:lnTo>
                    <a:pt x="140673" y="2111"/>
                  </a:lnTo>
                  <a:lnTo>
                    <a:pt x="135435" y="3037"/>
                  </a:lnTo>
                  <a:lnTo>
                    <a:pt x="130230" y="4129"/>
                  </a:lnTo>
                  <a:lnTo>
                    <a:pt x="125061" y="5386"/>
                  </a:lnTo>
                  <a:lnTo>
                    <a:pt x="119936" y="6807"/>
                  </a:lnTo>
                  <a:lnTo>
                    <a:pt x="114858" y="8390"/>
                  </a:lnTo>
                  <a:lnTo>
                    <a:pt x="109834" y="10135"/>
                  </a:lnTo>
                  <a:lnTo>
                    <a:pt x="104867" y="12038"/>
                  </a:lnTo>
                  <a:lnTo>
                    <a:pt x="99963" y="14098"/>
                  </a:lnTo>
                  <a:lnTo>
                    <a:pt x="95128" y="16313"/>
                  </a:lnTo>
                  <a:lnTo>
                    <a:pt x="90365" y="18681"/>
                  </a:lnTo>
                  <a:lnTo>
                    <a:pt x="85680" y="21199"/>
                  </a:lnTo>
                  <a:lnTo>
                    <a:pt x="81078" y="23865"/>
                  </a:lnTo>
                  <a:lnTo>
                    <a:pt x="76562" y="26676"/>
                  </a:lnTo>
                  <a:lnTo>
                    <a:pt x="72139" y="29629"/>
                  </a:lnTo>
                  <a:lnTo>
                    <a:pt x="67811" y="32721"/>
                  </a:lnTo>
                  <a:lnTo>
                    <a:pt x="63584" y="35950"/>
                  </a:lnTo>
                  <a:lnTo>
                    <a:pt x="59462" y="39311"/>
                  </a:lnTo>
                  <a:lnTo>
                    <a:pt x="55450" y="42802"/>
                  </a:lnTo>
                  <a:lnTo>
                    <a:pt x="51550" y="46418"/>
                  </a:lnTo>
                  <a:lnTo>
                    <a:pt x="47767" y="50157"/>
                  </a:lnTo>
                  <a:lnTo>
                    <a:pt x="44105" y="54015"/>
                  </a:lnTo>
                  <a:lnTo>
                    <a:pt x="40567" y="57986"/>
                  </a:lnTo>
                  <a:lnTo>
                    <a:pt x="37158" y="62069"/>
                  </a:lnTo>
                  <a:lnTo>
                    <a:pt x="33880" y="66258"/>
                  </a:lnTo>
                  <a:lnTo>
                    <a:pt x="30738" y="70549"/>
                  </a:lnTo>
                  <a:lnTo>
                    <a:pt x="27733" y="74937"/>
                  </a:lnTo>
                  <a:lnTo>
                    <a:pt x="24869" y="79420"/>
                  </a:lnTo>
                  <a:lnTo>
                    <a:pt x="22150" y="83991"/>
                  </a:lnTo>
                  <a:lnTo>
                    <a:pt x="19577" y="88646"/>
                  </a:lnTo>
                  <a:lnTo>
                    <a:pt x="17154" y="93380"/>
                  </a:lnTo>
                  <a:lnTo>
                    <a:pt x="14882" y="98190"/>
                  </a:lnTo>
                  <a:lnTo>
                    <a:pt x="12765" y="103069"/>
                  </a:lnTo>
                  <a:lnTo>
                    <a:pt x="10804" y="108013"/>
                  </a:lnTo>
                  <a:lnTo>
                    <a:pt x="9001" y="113017"/>
                  </a:lnTo>
                  <a:lnTo>
                    <a:pt x="7359" y="118076"/>
                  </a:lnTo>
                  <a:lnTo>
                    <a:pt x="5878" y="123184"/>
                  </a:lnTo>
                  <a:lnTo>
                    <a:pt x="4560" y="128337"/>
                  </a:lnTo>
                  <a:lnTo>
                    <a:pt x="3407" y="133530"/>
                  </a:lnTo>
                  <a:lnTo>
                    <a:pt x="2420" y="138756"/>
                  </a:lnTo>
                  <a:lnTo>
                    <a:pt x="1600" y="144011"/>
                  </a:lnTo>
                  <a:lnTo>
                    <a:pt x="947" y="149290"/>
                  </a:lnTo>
                  <a:lnTo>
                    <a:pt x="462" y="154586"/>
                  </a:lnTo>
                  <a:lnTo>
                    <a:pt x="146" y="159896"/>
                  </a:lnTo>
                  <a:lnTo>
                    <a:pt x="0" y="165213"/>
                  </a:lnTo>
                  <a:lnTo>
                    <a:pt x="22" y="170531"/>
                  </a:lnTo>
                  <a:lnTo>
                    <a:pt x="214" y="175847"/>
                  </a:lnTo>
                  <a:lnTo>
                    <a:pt x="574" y="181153"/>
                  </a:lnTo>
                  <a:lnTo>
                    <a:pt x="1103" y="186446"/>
                  </a:lnTo>
                  <a:lnTo>
                    <a:pt x="1801" y="191718"/>
                  </a:lnTo>
                  <a:lnTo>
                    <a:pt x="2666" y="196966"/>
                  </a:lnTo>
                  <a:lnTo>
                    <a:pt x="3697" y="202184"/>
                  </a:lnTo>
                  <a:lnTo>
                    <a:pt x="4894" y="207367"/>
                  </a:lnTo>
                  <a:lnTo>
                    <a:pt x="6255" y="212508"/>
                  </a:lnTo>
                  <a:lnTo>
                    <a:pt x="7778" y="217604"/>
                  </a:lnTo>
                  <a:lnTo>
                    <a:pt x="9464" y="222649"/>
                  </a:lnTo>
                  <a:lnTo>
                    <a:pt x="11309" y="227638"/>
                  </a:lnTo>
                  <a:lnTo>
                    <a:pt x="13311" y="232565"/>
                  </a:lnTo>
                  <a:lnTo>
                    <a:pt x="15470" y="237426"/>
                  </a:lnTo>
                  <a:lnTo>
                    <a:pt x="17782" y="242216"/>
                  </a:lnTo>
                  <a:lnTo>
                    <a:pt x="20245" y="246930"/>
                  </a:lnTo>
                  <a:lnTo>
                    <a:pt x="22857" y="251563"/>
                  </a:lnTo>
                  <a:lnTo>
                    <a:pt x="25615" y="256111"/>
                  </a:lnTo>
                  <a:lnTo>
                    <a:pt x="28516" y="260569"/>
                  </a:lnTo>
                  <a:lnTo>
                    <a:pt x="31557" y="264932"/>
                  </a:lnTo>
                  <a:lnTo>
                    <a:pt x="34736" y="269197"/>
                  </a:lnTo>
                  <a:lnTo>
                    <a:pt x="38049" y="273358"/>
                  </a:lnTo>
                  <a:lnTo>
                    <a:pt x="41493" y="277411"/>
                  </a:lnTo>
                  <a:lnTo>
                    <a:pt x="45064" y="281353"/>
                  </a:lnTo>
                  <a:lnTo>
                    <a:pt x="48758" y="285180"/>
                  </a:lnTo>
                  <a:lnTo>
                    <a:pt x="52572" y="288886"/>
                  </a:lnTo>
                  <a:lnTo>
                    <a:pt x="56503" y="292470"/>
                  </a:lnTo>
                  <a:lnTo>
                    <a:pt x="60545" y="295927"/>
                  </a:lnTo>
                  <a:lnTo>
                    <a:pt x="64695" y="299253"/>
                  </a:lnTo>
                  <a:lnTo>
                    <a:pt x="68949" y="302446"/>
                  </a:lnTo>
                  <a:lnTo>
                    <a:pt x="73302" y="305502"/>
                  </a:lnTo>
                  <a:lnTo>
                    <a:pt x="77751" y="308418"/>
                  </a:lnTo>
                  <a:lnTo>
                    <a:pt x="82290" y="311190"/>
                  </a:lnTo>
                  <a:lnTo>
                    <a:pt x="86914" y="313817"/>
                  </a:lnTo>
                  <a:lnTo>
                    <a:pt x="91620" y="316296"/>
                  </a:lnTo>
                  <a:lnTo>
                    <a:pt x="96403" y="318623"/>
                  </a:lnTo>
                  <a:lnTo>
                    <a:pt x="101257" y="320797"/>
                  </a:lnTo>
                  <a:lnTo>
                    <a:pt x="106178" y="32281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03523" y="1238196"/>
              <a:ext cx="60977" cy="155649"/>
            </a:xfrm>
            <a:custGeom>
              <a:avLst/>
              <a:pathLst>
                <a:path w="60977" h="155649">
                  <a:moveTo>
                    <a:pt x="0" y="155649"/>
                  </a:moveTo>
                  <a:lnTo>
                    <a:pt x="609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03523" y="1092011"/>
              <a:ext cx="228139" cy="313342"/>
            </a:xfrm>
            <a:custGeom>
              <a:avLst/>
              <a:pathLst>
                <a:path w="228139" h="313342">
                  <a:moveTo>
                    <a:pt x="0" y="301833"/>
                  </a:moveTo>
                  <a:lnTo>
                    <a:pt x="5012" y="303705"/>
                  </a:lnTo>
                  <a:lnTo>
                    <a:pt x="10081" y="305415"/>
                  </a:lnTo>
                  <a:lnTo>
                    <a:pt x="15202" y="306962"/>
                  </a:lnTo>
                  <a:lnTo>
                    <a:pt x="20371" y="308345"/>
                  </a:lnTo>
                  <a:lnTo>
                    <a:pt x="25581" y="309561"/>
                  </a:lnTo>
                  <a:lnTo>
                    <a:pt x="30827" y="310610"/>
                  </a:lnTo>
                  <a:lnTo>
                    <a:pt x="36104" y="311491"/>
                  </a:lnTo>
                  <a:lnTo>
                    <a:pt x="41407" y="312202"/>
                  </a:lnTo>
                  <a:lnTo>
                    <a:pt x="46730" y="312743"/>
                  </a:lnTo>
                  <a:lnTo>
                    <a:pt x="52067" y="313114"/>
                  </a:lnTo>
                  <a:lnTo>
                    <a:pt x="57413" y="313314"/>
                  </a:lnTo>
                  <a:lnTo>
                    <a:pt x="62763" y="313342"/>
                  </a:lnTo>
                  <a:lnTo>
                    <a:pt x="68111" y="313199"/>
                  </a:lnTo>
                  <a:lnTo>
                    <a:pt x="73452" y="312886"/>
                  </a:lnTo>
                  <a:lnTo>
                    <a:pt x="78780" y="312401"/>
                  </a:lnTo>
                  <a:lnTo>
                    <a:pt x="84090" y="311746"/>
                  </a:lnTo>
                  <a:lnTo>
                    <a:pt x="89376" y="310922"/>
                  </a:lnTo>
                  <a:lnTo>
                    <a:pt x="94634" y="309929"/>
                  </a:lnTo>
                  <a:lnTo>
                    <a:pt x="99856" y="308768"/>
                  </a:lnTo>
                  <a:lnTo>
                    <a:pt x="105039" y="307440"/>
                  </a:lnTo>
                  <a:lnTo>
                    <a:pt x="110177" y="305948"/>
                  </a:lnTo>
                  <a:lnTo>
                    <a:pt x="115264" y="304291"/>
                  </a:lnTo>
                  <a:lnTo>
                    <a:pt x="120296" y="302473"/>
                  </a:lnTo>
                  <a:lnTo>
                    <a:pt x="125267" y="300495"/>
                  </a:lnTo>
                  <a:lnTo>
                    <a:pt x="130172" y="298359"/>
                  </a:lnTo>
                  <a:lnTo>
                    <a:pt x="135006" y="296067"/>
                  </a:lnTo>
                  <a:lnTo>
                    <a:pt x="139764" y="293621"/>
                  </a:lnTo>
                  <a:lnTo>
                    <a:pt x="144442" y="291024"/>
                  </a:lnTo>
                  <a:lnTo>
                    <a:pt x="149034" y="288279"/>
                  </a:lnTo>
                  <a:lnTo>
                    <a:pt x="153536" y="285388"/>
                  </a:lnTo>
                  <a:lnTo>
                    <a:pt x="157943" y="282355"/>
                  </a:lnTo>
                  <a:lnTo>
                    <a:pt x="162251" y="279183"/>
                  </a:lnTo>
                  <a:lnTo>
                    <a:pt x="166455" y="275874"/>
                  </a:lnTo>
                  <a:lnTo>
                    <a:pt x="170551" y="272432"/>
                  </a:lnTo>
                  <a:lnTo>
                    <a:pt x="174535" y="268861"/>
                  </a:lnTo>
                  <a:lnTo>
                    <a:pt x="178403" y="265164"/>
                  </a:lnTo>
                  <a:lnTo>
                    <a:pt x="182150" y="261345"/>
                  </a:lnTo>
                  <a:lnTo>
                    <a:pt x="185773" y="257409"/>
                  </a:lnTo>
                  <a:lnTo>
                    <a:pt x="189268" y="253358"/>
                  </a:lnTo>
                  <a:lnTo>
                    <a:pt x="192632" y="249198"/>
                  </a:lnTo>
                  <a:lnTo>
                    <a:pt x="195861" y="244932"/>
                  </a:lnTo>
                  <a:lnTo>
                    <a:pt x="198952" y="240566"/>
                  </a:lnTo>
                  <a:lnTo>
                    <a:pt x="201902" y="236102"/>
                  </a:lnTo>
                  <a:lnTo>
                    <a:pt x="204707" y="231546"/>
                  </a:lnTo>
                  <a:lnTo>
                    <a:pt x="207365" y="226903"/>
                  </a:lnTo>
                  <a:lnTo>
                    <a:pt x="209873" y="222177"/>
                  </a:lnTo>
                  <a:lnTo>
                    <a:pt x="212229" y="217374"/>
                  </a:lnTo>
                  <a:lnTo>
                    <a:pt x="214429" y="212497"/>
                  </a:lnTo>
                  <a:lnTo>
                    <a:pt x="216473" y="207553"/>
                  </a:lnTo>
                  <a:lnTo>
                    <a:pt x="218357" y="202545"/>
                  </a:lnTo>
                  <a:lnTo>
                    <a:pt x="220080" y="197480"/>
                  </a:lnTo>
                  <a:lnTo>
                    <a:pt x="221640" y="192363"/>
                  </a:lnTo>
                  <a:lnTo>
                    <a:pt x="223035" y="187198"/>
                  </a:lnTo>
                  <a:lnTo>
                    <a:pt x="224265" y="181991"/>
                  </a:lnTo>
                  <a:lnTo>
                    <a:pt x="225327" y="176747"/>
                  </a:lnTo>
                  <a:lnTo>
                    <a:pt x="226221" y="171472"/>
                  </a:lnTo>
                  <a:lnTo>
                    <a:pt x="226945" y="166171"/>
                  </a:lnTo>
                  <a:lnTo>
                    <a:pt x="227500" y="160850"/>
                  </a:lnTo>
                  <a:lnTo>
                    <a:pt x="227884" y="155514"/>
                  </a:lnTo>
                  <a:lnTo>
                    <a:pt x="228097" y="150168"/>
                  </a:lnTo>
                  <a:lnTo>
                    <a:pt x="228139" y="144818"/>
                  </a:lnTo>
                  <a:lnTo>
                    <a:pt x="228010" y="139470"/>
                  </a:lnTo>
                  <a:lnTo>
                    <a:pt x="227709" y="134128"/>
                  </a:lnTo>
                  <a:lnTo>
                    <a:pt x="227238" y="128799"/>
                  </a:lnTo>
                  <a:lnTo>
                    <a:pt x="226597" y="123487"/>
                  </a:lnTo>
                  <a:lnTo>
                    <a:pt x="225785" y="118199"/>
                  </a:lnTo>
                  <a:lnTo>
                    <a:pt x="224806" y="112939"/>
                  </a:lnTo>
                  <a:lnTo>
                    <a:pt x="223658" y="107714"/>
                  </a:lnTo>
                  <a:lnTo>
                    <a:pt x="222343" y="102528"/>
                  </a:lnTo>
                  <a:lnTo>
                    <a:pt x="220864" y="97386"/>
                  </a:lnTo>
                  <a:lnTo>
                    <a:pt x="219220" y="92295"/>
                  </a:lnTo>
                  <a:lnTo>
                    <a:pt x="217415" y="87258"/>
                  </a:lnTo>
                  <a:lnTo>
                    <a:pt x="215449" y="82283"/>
                  </a:lnTo>
                  <a:lnTo>
                    <a:pt x="213325" y="77372"/>
                  </a:lnTo>
                  <a:lnTo>
                    <a:pt x="211045" y="72532"/>
                  </a:lnTo>
                  <a:lnTo>
                    <a:pt x="208611" y="67768"/>
                  </a:lnTo>
                  <a:lnTo>
                    <a:pt x="206026" y="63084"/>
                  </a:lnTo>
                  <a:lnTo>
                    <a:pt x="203293" y="58484"/>
                  </a:lnTo>
                  <a:lnTo>
                    <a:pt x="200413" y="53975"/>
                  </a:lnTo>
                  <a:lnTo>
                    <a:pt x="197391" y="49560"/>
                  </a:lnTo>
                  <a:lnTo>
                    <a:pt x="194229" y="45245"/>
                  </a:lnTo>
                  <a:lnTo>
                    <a:pt x="190931" y="41032"/>
                  </a:lnTo>
                  <a:lnTo>
                    <a:pt x="187500" y="36927"/>
                  </a:lnTo>
                  <a:lnTo>
                    <a:pt x="183939" y="32935"/>
                  </a:lnTo>
                  <a:lnTo>
                    <a:pt x="180252" y="29058"/>
                  </a:lnTo>
                  <a:lnTo>
                    <a:pt x="176442" y="25301"/>
                  </a:lnTo>
                  <a:lnTo>
                    <a:pt x="172515" y="21668"/>
                  </a:lnTo>
                  <a:lnTo>
                    <a:pt x="168473" y="18163"/>
                  </a:lnTo>
                  <a:lnTo>
                    <a:pt x="164321" y="14788"/>
                  </a:lnTo>
                  <a:lnTo>
                    <a:pt x="160064" y="11548"/>
                  </a:lnTo>
                  <a:lnTo>
                    <a:pt x="155705" y="8447"/>
                  </a:lnTo>
                  <a:lnTo>
                    <a:pt x="151248" y="5486"/>
                  </a:lnTo>
                  <a:lnTo>
                    <a:pt x="146700" y="2669"/>
                  </a:lnTo>
                  <a:lnTo>
                    <a:pt x="142063" y="0"/>
                  </a:lnTo>
                  <a:lnTo>
                    <a:pt x="60977" y="1461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81086" cy="167167"/>
            </a:xfrm>
            <a:custGeom>
              <a:avLst/>
              <a:pathLst>
                <a:path w="81086" h="167167">
                  <a:moveTo>
                    <a:pt x="81086" y="20982"/>
                  </a:moveTo>
                  <a:lnTo>
                    <a:pt x="76105" y="18328"/>
                  </a:lnTo>
                  <a:lnTo>
                    <a:pt x="71037" y="15844"/>
                  </a:lnTo>
                  <a:lnTo>
                    <a:pt x="65889" y="13533"/>
                  </a:lnTo>
                  <a:lnTo>
                    <a:pt x="60665" y="11396"/>
                  </a:lnTo>
                  <a:lnTo>
                    <a:pt x="55373" y="9437"/>
                  </a:lnTo>
                  <a:lnTo>
                    <a:pt x="50017" y="7658"/>
                  </a:lnTo>
                  <a:lnTo>
                    <a:pt x="44604" y="6060"/>
                  </a:lnTo>
                  <a:lnTo>
                    <a:pt x="39140" y="4646"/>
                  </a:lnTo>
                  <a:lnTo>
                    <a:pt x="33632" y="3418"/>
                  </a:lnTo>
                  <a:lnTo>
                    <a:pt x="28085" y="2376"/>
                  </a:lnTo>
                  <a:lnTo>
                    <a:pt x="22507" y="1522"/>
                  </a:lnTo>
                  <a:lnTo>
                    <a:pt x="16902" y="856"/>
                  </a:lnTo>
                  <a:lnTo>
                    <a:pt x="11279" y="380"/>
                  </a:lnTo>
                  <a:lnTo>
                    <a:pt x="564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83296" y="1322571"/>
              <a:ext cx="105424" cy="167167"/>
            </a:xfrm>
            <a:custGeom>
              <a:avLst/>
              <a:pathLst>
                <a:path w="105424" h="167167">
                  <a:moveTo>
                    <a:pt x="105424" y="0"/>
                  </a:moveTo>
                  <a:lnTo>
                    <a:pt x="99722" y="97"/>
                  </a:lnTo>
                  <a:lnTo>
                    <a:pt x="94026" y="389"/>
                  </a:lnTo>
                  <a:lnTo>
                    <a:pt x="88343" y="874"/>
                  </a:lnTo>
                  <a:lnTo>
                    <a:pt x="82680" y="1554"/>
                  </a:lnTo>
                  <a:lnTo>
                    <a:pt x="77044" y="2426"/>
                  </a:lnTo>
                  <a:lnTo>
                    <a:pt x="71441" y="3490"/>
                  </a:lnTo>
                  <a:lnTo>
                    <a:pt x="65877" y="4745"/>
                  </a:lnTo>
                  <a:lnTo>
                    <a:pt x="60359" y="6188"/>
                  </a:lnTo>
                  <a:lnTo>
                    <a:pt x="54894" y="7819"/>
                  </a:lnTo>
                  <a:lnTo>
                    <a:pt x="49487" y="9636"/>
                  </a:lnTo>
                  <a:lnTo>
                    <a:pt x="44146" y="11636"/>
                  </a:lnTo>
                  <a:lnTo>
                    <a:pt x="38876" y="13817"/>
                  </a:lnTo>
                  <a:lnTo>
                    <a:pt x="33684" y="16176"/>
                  </a:lnTo>
                  <a:lnTo>
                    <a:pt x="28575" y="18711"/>
                  </a:lnTo>
                  <a:lnTo>
                    <a:pt x="23555" y="21419"/>
                  </a:lnTo>
                  <a:lnTo>
                    <a:pt x="18631" y="24297"/>
                  </a:lnTo>
                  <a:lnTo>
                    <a:pt x="13807" y="27341"/>
                  </a:lnTo>
                  <a:lnTo>
                    <a:pt x="9091" y="30548"/>
                  </a:lnTo>
                  <a:lnTo>
                    <a:pt x="4486" y="33913"/>
                  </a:lnTo>
                  <a:lnTo>
                    <a:pt x="0" y="37434"/>
                  </a:lnTo>
                  <a:lnTo>
                    <a:pt x="1054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3296" y="1360006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21554" y="1360006"/>
              <a:ext cx="334313" cy="296896"/>
            </a:xfrm>
            <a:custGeom>
              <a:avLst/>
              <a:pathLst>
                <a:path w="334313" h="296896">
                  <a:moveTo>
                    <a:pt x="61741" y="0"/>
                  </a:moveTo>
                  <a:lnTo>
                    <a:pt x="57663" y="3423"/>
                  </a:lnTo>
                  <a:lnTo>
                    <a:pt x="53695" y="6975"/>
                  </a:lnTo>
                  <a:lnTo>
                    <a:pt x="49843" y="10651"/>
                  </a:lnTo>
                  <a:lnTo>
                    <a:pt x="46110" y="14449"/>
                  </a:lnTo>
                  <a:lnTo>
                    <a:pt x="42499" y="18363"/>
                  </a:lnTo>
                  <a:lnTo>
                    <a:pt x="39015" y="22390"/>
                  </a:lnTo>
                  <a:lnTo>
                    <a:pt x="35661" y="26526"/>
                  </a:lnTo>
                  <a:lnTo>
                    <a:pt x="32441" y="30767"/>
                  </a:lnTo>
                  <a:lnTo>
                    <a:pt x="29357" y="35108"/>
                  </a:lnTo>
                  <a:lnTo>
                    <a:pt x="26413" y="39546"/>
                  </a:lnTo>
                  <a:lnTo>
                    <a:pt x="23612" y="44074"/>
                  </a:lnTo>
                  <a:lnTo>
                    <a:pt x="20957" y="48690"/>
                  </a:lnTo>
                  <a:lnTo>
                    <a:pt x="18450" y="53388"/>
                  </a:lnTo>
                  <a:lnTo>
                    <a:pt x="16093" y="58164"/>
                  </a:lnTo>
                  <a:lnTo>
                    <a:pt x="13891" y="63012"/>
                  </a:lnTo>
                  <a:lnTo>
                    <a:pt x="11843" y="67927"/>
                  </a:lnTo>
                  <a:lnTo>
                    <a:pt x="9954" y="72906"/>
                  </a:lnTo>
                  <a:lnTo>
                    <a:pt x="8223" y="77942"/>
                  </a:lnTo>
                  <a:lnTo>
                    <a:pt x="6654" y="83031"/>
                  </a:lnTo>
                  <a:lnTo>
                    <a:pt x="5248" y="88167"/>
                  </a:lnTo>
                  <a:lnTo>
                    <a:pt x="4007" y="93345"/>
                  </a:lnTo>
                  <a:lnTo>
                    <a:pt x="2930" y="98560"/>
                  </a:lnTo>
                  <a:lnTo>
                    <a:pt x="2021" y="103807"/>
                  </a:lnTo>
                  <a:lnTo>
                    <a:pt x="1279" y="109080"/>
                  </a:lnTo>
                  <a:lnTo>
                    <a:pt x="705" y="114374"/>
                  </a:lnTo>
                  <a:lnTo>
                    <a:pt x="301" y="119684"/>
                  </a:lnTo>
                  <a:lnTo>
                    <a:pt x="65" y="125004"/>
                  </a:lnTo>
                  <a:lnTo>
                    <a:pt x="0" y="130328"/>
                  </a:lnTo>
                  <a:lnTo>
                    <a:pt x="103" y="135652"/>
                  </a:lnTo>
                  <a:lnTo>
                    <a:pt x="377" y="140970"/>
                  </a:lnTo>
                  <a:lnTo>
                    <a:pt x="819" y="146277"/>
                  </a:lnTo>
                  <a:lnTo>
                    <a:pt x="1431" y="151567"/>
                  </a:lnTo>
                  <a:lnTo>
                    <a:pt x="2210" y="156835"/>
                  </a:lnTo>
                  <a:lnTo>
                    <a:pt x="3157" y="162075"/>
                  </a:lnTo>
                  <a:lnTo>
                    <a:pt x="4270" y="167282"/>
                  </a:lnTo>
                  <a:lnTo>
                    <a:pt x="5549" y="172451"/>
                  </a:lnTo>
                  <a:lnTo>
                    <a:pt x="6992" y="177577"/>
                  </a:lnTo>
                  <a:lnTo>
                    <a:pt x="8597" y="182655"/>
                  </a:lnTo>
                  <a:lnTo>
                    <a:pt x="10363" y="187678"/>
                  </a:lnTo>
                  <a:lnTo>
                    <a:pt x="12288" y="192643"/>
                  </a:lnTo>
                  <a:lnTo>
                    <a:pt x="14370" y="197544"/>
                  </a:lnTo>
                  <a:lnTo>
                    <a:pt x="16608" y="202377"/>
                  </a:lnTo>
                  <a:lnTo>
                    <a:pt x="18998" y="207135"/>
                  </a:lnTo>
                  <a:lnTo>
                    <a:pt x="21538" y="211815"/>
                  </a:lnTo>
                  <a:lnTo>
                    <a:pt x="24227" y="216412"/>
                  </a:lnTo>
                  <a:lnTo>
                    <a:pt x="27060" y="220920"/>
                  </a:lnTo>
                  <a:lnTo>
                    <a:pt x="30035" y="225337"/>
                  </a:lnTo>
                  <a:lnTo>
                    <a:pt x="33150" y="229656"/>
                  </a:lnTo>
                  <a:lnTo>
                    <a:pt x="36401" y="233874"/>
                  </a:lnTo>
                  <a:lnTo>
                    <a:pt x="39784" y="237986"/>
                  </a:lnTo>
                  <a:lnTo>
                    <a:pt x="43297" y="241988"/>
                  </a:lnTo>
                  <a:lnTo>
                    <a:pt x="46935" y="245876"/>
                  </a:lnTo>
                  <a:lnTo>
                    <a:pt x="50695" y="249647"/>
                  </a:lnTo>
                  <a:lnTo>
                    <a:pt x="54574" y="253296"/>
                  </a:lnTo>
                  <a:lnTo>
                    <a:pt x="58566" y="256819"/>
                  </a:lnTo>
                  <a:lnTo>
                    <a:pt x="62669" y="260214"/>
                  </a:lnTo>
                  <a:lnTo>
                    <a:pt x="66878" y="263476"/>
                  </a:lnTo>
                  <a:lnTo>
                    <a:pt x="71189" y="266602"/>
                  </a:lnTo>
                  <a:lnTo>
                    <a:pt x="75597" y="269590"/>
                  </a:lnTo>
                  <a:lnTo>
                    <a:pt x="80098" y="272435"/>
                  </a:lnTo>
                  <a:lnTo>
                    <a:pt x="84687" y="275136"/>
                  </a:lnTo>
                  <a:lnTo>
                    <a:pt x="89360" y="277689"/>
                  </a:lnTo>
                  <a:lnTo>
                    <a:pt x="94112" y="280092"/>
                  </a:lnTo>
                  <a:lnTo>
                    <a:pt x="98938" y="282343"/>
                  </a:lnTo>
                  <a:lnTo>
                    <a:pt x="103834" y="284438"/>
                  </a:lnTo>
                  <a:lnTo>
                    <a:pt x="108793" y="286377"/>
                  </a:lnTo>
                  <a:lnTo>
                    <a:pt x="113812" y="288157"/>
                  </a:lnTo>
                  <a:lnTo>
                    <a:pt x="118885" y="289776"/>
                  </a:lnTo>
                  <a:lnTo>
                    <a:pt x="124007" y="291232"/>
                  </a:lnTo>
                  <a:lnTo>
                    <a:pt x="129173" y="292525"/>
                  </a:lnTo>
                  <a:lnTo>
                    <a:pt x="134377" y="293652"/>
                  </a:lnTo>
                  <a:lnTo>
                    <a:pt x="139615" y="294614"/>
                  </a:lnTo>
                  <a:lnTo>
                    <a:pt x="144880" y="295408"/>
                  </a:lnTo>
                  <a:lnTo>
                    <a:pt x="150169" y="296033"/>
                  </a:lnTo>
                  <a:lnTo>
                    <a:pt x="155474" y="296490"/>
                  </a:lnTo>
                  <a:lnTo>
                    <a:pt x="160791" y="296778"/>
                  </a:lnTo>
                  <a:lnTo>
                    <a:pt x="166115" y="296896"/>
                  </a:lnTo>
                  <a:lnTo>
                    <a:pt x="171440" y="296845"/>
                  </a:lnTo>
                  <a:lnTo>
                    <a:pt x="176760" y="296624"/>
                  </a:lnTo>
                  <a:lnTo>
                    <a:pt x="182071" y="296234"/>
                  </a:lnTo>
                  <a:lnTo>
                    <a:pt x="187367" y="295675"/>
                  </a:lnTo>
                  <a:lnTo>
                    <a:pt x="192642" y="294947"/>
                  </a:lnTo>
                  <a:lnTo>
                    <a:pt x="197891" y="294052"/>
                  </a:lnTo>
                  <a:lnTo>
                    <a:pt x="203109" y="292990"/>
                  </a:lnTo>
                  <a:lnTo>
                    <a:pt x="208291" y="291762"/>
                  </a:lnTo>
                  <a:lnTo>
                    <a:pt x="213431" y="290370"/>
                  </a:lnTo>
                  <a:lnTo>
                    <a:pt x="218524" y="288815"/>
                  </a:lnTo>
                  <a:lnTo>
                    <a:pt x="223564" y="287099"/>
                  </a:lnTo>
                  <a:lnTo>
                    <a:pt x="228548" y="285222"/>
                  </a:lnTo>
                  <a:lnTo>
                    <a:pt x="233469" y="283188"/>
                  </a:lnTo>
                  <a:lnTo>
                    <a:pt x="238323" y="280999"/>
                  </a:lnTo>
                  <a:lnTo>
                    <a:pt x="243105" y="278656"/>
                  </a:lnTo>
                  <a:lnTo>
                    <a:pt x="247810" y="276161"/>
                  </a:lnTo>
                  <a:lnTo>
                    <a:pt x="252433" y="273519"/>
                  </a:lnTo>
                  <a:lnTo>
                    <a:pt x="256969" y="270730"/>
                  </a:lnTo>
                  <a:lnTo>
                    <a:pt x="261415" y="267798"/>
                  </a:lnTo>
                  <a:lnTo>
                    <a:pt x="265764" y="264726"/>
                  </a:lnTo>
                  <a:lnTo>
                    <a:pt x="270014" y="261517"/>
                  </a:lnTo>
                  <a:lnTo>
                    <a:pt x="274159" y="258174"/>
                  </a:lnTo>
                  <a:lnTo>
                    <a:pt x="278196" y="254701"/>
                  </a:lnTo>
                  <a:lnTo>
                    <a:pt x="282120" y="251102"/>
                  </a:lnTo>
                  <a:lnTo>
                    <a:pt x="285927" y="247379"/>
                  </a:lnTo>
                  <a:lnTo>
                    <a:pt x="289614" y="243536"/>
                  </a:lnTo>
                  <a:lnTo>
                    <a:pt x="293177" y="239579"/>
                  </a:lnTo>
                  <a:lnTo>
                    <a:pt x="296611" y="235509"/>
                  </a:lnTo>
                  <a:lnTo>
                    <a:pt x="299915" y="231333"/>
                  </a:lnTo>
                  <a:lnTo>
                    <a:pt x="303083" y="227053"/>
                  </a:lnTo>
                  <a:lnTo>
                    <a:pt x="306114" y="222675"/>
                  </a:lnTo>
                  <a:lnTo>
                    <a:pt x="309004" y="218202"/>
                  </a:lnTo>
                  <a:lnTo>
                    <a:pt x="311750" y="213640"/>
                  </a:lnTo>
                  <a:lnTo>
                    <a:pt x="314349" y="208992"/>
                  </a:lnTo>
                  <a:lnTo>
                    <a:pt x="316799" y="204264"/>
                  </a:lnTo>
                  <a:lnTo>
                    <a:pt x="319097" y="199460"/>
                  </a:lnTo>
                  <a:lnTo>
                    <a:pt x="321241" y="194586"/>
                  </a:lnTo>
                  <a:lnTo>
                    <a:pt x="323228" y="189645"/>
                  </a:lnTo>
                  <a:lnTo>
                    <a:pt x="325057" y="184644"/>
                  </a:lnTo>
                  <a:lnTo>
                    <a:pt x="326726" y="179587"/>
                  </a:lnTo>
                  <a:lnTo>
                    <a:pt x="328233" y="174480"/>
                  </a:lnTo>
                  <a:lnTo>
                    <a:pt x="329576" y="169327"/>
                  </a:lnTo>
                  <a:lnTo>
                    <a:pt x="330755" y="164134"/>
                  </a:lnTo>
                  <a:lnTo>
                    <a:pt x="331768" y="158906"/>
                  </a:lnTo>
                  <a:lnTo>
                    <a:pt x="332614" y="153649"/>
                  </a:lnTo>
                  <a:lnTo>
                    <a:pt x="333291" y="148367"/>
                  </a:lnTo>
                  <a:lnTo>
                    <a:pt x="333801" y="143067"/>
                  </a:lnTo>
                  <a:lnTo>
                    <a:pt x="334141" y="137752"/>
                  </a:lnTo>
                  <a:lnTo>
                    <a:pt x="334312" y="132430"/>
                  </a:lnTo>
                  <a:lnTo>
                    <a:pt x="334313" y="127105"/>
                  </a:lnTo>
                  <a:lnTo>
                    <a:pt x="334144" y="121783"/>
                  </a:lnTo>
                  <a:lnTo>
                    <a:pt x="333806" y="116468"/>
                  </a:lnTo>
                  <a:lnTo>
                    <a:pt x="333299" y="111167"/>
                  </a:lnTo>
                  <a:lnTo>
                    <a:pt x="332624" y="105885"/>
                  </a:lnTo>
                  <a:lnTo>
                    <a:pt x="331780" y="100628"/>
                  </a:lnTo>
                  <a:lnTo>
                    <a:pt x="330770" y="95399"/>
                  </a:lnTo>
                  <a:lnTo>
                    <a:pt x="329593" y="90206"/>
                  </a:lnTo>
                  <a:lnTo>
                    <a:pt x="328252" y="85052"/>
                  </a:lnTo>
                  <a:lnTo>
                    <a:pt x="326747" y="79944"/>
                  </a:lnTo>
                  <a:lnTo>
                    <a:pt x="325080" y="74887"/>
                  </a:lnTo>
                  <a:lnTo>
                    <a:pt x="323253" y="69885"/>
                  </a:lnTo>
                  <a:lnTo>
                    <a:pt x="321268" y="64944"/>
                  </a:lnTo>
                  <a:lnTo>
                    <a:pt x="319126" y="60069"/>
                  </a:lnTo>
                  <a:lnTo>
                    <a:pt x="316830" y="55264"/>
                  </a:lnTo>
                  <a:lnTo>
                    <a:pt x="314382" y="50535"/>
                  </a:lnTo>
                  <a:lnTo>
                    <a:pt x="167166" y="1297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147216" cy="167167"/>
            </a:xfrm>
            <a:custGeom>
              <a:avLst/>
              <a:pathLst>
                <a:path w="147216" h="167167">
                  <a:moveTo>
                    <a:pt x="147216" y="87970"/>
                  </a:moveTo>
                  <a:lnTo>
                    <a:pt x="144553" y="83207"/>
                  </a:lnTo>
                  <a:lnTo>
                    <a:pt x="141736" y="78534"/>
                  </a:lnTo>
                  <a:lnTo>
                    <a:pt x="138767" y="73955"/>
                  </a:lnTo>
                  <a:lnTo>
                    <a:pt x="135651" y="69476"/>
                  </a:lnTo>
                  <a:lnTo>
                    <a:pt x="132390" y="65100"/>
                  </a:lnTo>
                  <a:lnTo>
                    <a:pt x="128989" y="60834"/>
                  </a:lnTo>
                  <a:lnTo>
                    <a:pt x="125449" y="56680"/>
                  </a:lnTo>
                  <a:lnTo>
                    <a:pt x="121777" y="52645"/>
                  </a:lnTo>
                  <a:lnTo>
                    <a:pt x="117974" y="48731"/>
                  </a:lnTo>
                  <a:lnTo>
                    <a:pt x="114046" y="44944"/>
                  </a:lnTo>
                  <a:lnTo>
                    <a:pt x="109996" y="41287"/>
                  </a:lnTo>
                  <a:lnTo>
                    <a:pt x="105829" y="37764"/>
                  </a:lnTo>
                  <a:lnTo>
                    <a:pt x="101549" y="34379"/>
                  </a:lnTo>
                  <a:lnTo>
                    <a:pt x="97161" y="31135"/>
                  </a:lnTo>
                  <a:lnTo>
                    <a:pt x="92669" y="28037"/>
                  </a:lnTo>
                  <a:lnTo>
                    <a:pt x="88079" y="25086"/>
                  </a:lnTo>
                  <a:lnTo>
                    <a:pt x="83395" y="22287"/>
                  </a:lnTo>
                  <a:lnTo>
                    <a:pt x="78622" y="19642"/>
                  </a:lnTo>
                  <a:lnTo>
                    <a:pt x="73765" y="17155"/>
                  </a:lnTo>
                  <a:lnTo>
                    <a:pt x="68830" y="14827"/>
                  </a:lnTo>
                  <a:lnTo>
                    <a:pt x="63821" y="12662"/>
                  </a:lnTo>
                  <a:lnTo>
                    <a:pt x="58744" y="10661"/>
                  </a:lnTo>
                  <a:lnTo>
                    <a:pt x="53605" y="8827"/>
                  </a:lnTo>
                  <a:lnTo>
                    <a:pt x="48409" y="7162"/>
                  </a:lnTo>
                  <a:lnTo>
                    <a:pt x="43161" y="5667"/>
                  </a:lnTo>
                  <a:lnTo>
                    <a:pt x="37867" y="4345"/>
                  </a:lnTo>
                  <a:lnTo>
                    <a:pt x="32532" y="3196"/>
                  </a:lnTo>
                  <a:lnTo>
                    <a:pt x="27163" y="2221"/>
                  </a:lnTo>
                  <a:lnTo>
                    <a:pt x="21765" y="1423"/>
                  </a:lnTo>
                  <a:lnTo>
                    <a:pt x="16344" y="800"/>
                  </a:lnTo>
                  <a:lnTo>
                    <a:pt x="10906" y="356"/>
                  </a:lnTo>
                  <a:lnTo>
                    <a:pt x="545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41874" y="1681503"/>
              <a:ext cx="44650" cy="167167"/>
            </a:xfrm>
            <a:custGeom>
              <a:avLst/>
              <a:pathLst>
                <a:path w="44650" h="167167">
                  <a:moveTo>
                    <a:pt x="44650" y="0"/>
                  </a:moveTo>
                  <a:lnTo>
                    <a:pt x="38195" y="124"/>
                  </a:lnTo>
                  <a:lnTo>
                    <a:pt x="31749" y="498"/>
                  </a:lnTo>
                  <a:lnTo>
                    <a:pt x="25322" y="1121"/>
                  </a:lnTo>
                  <a:lnTo>
                    <a:pt x="18925" y="1991"/>
                  </a:lnTo>
                  <a:lnTo>
                    <a:pt x="12565" y="3107"/>
                  </a:lnTo>
                  <a:lnTo>
                    <a:pt x="6254" y="4469"/>
                  </a:lnTo>
                  <a:lnTo>
                    <a:pt x="0" y="6073"/>
                  </a:lnTo>
                  <a:lnTo>
                    <a:pt x="4465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41874" y="1687576"/>
              <a:ext cx="44650" cy="161094"/>
            </a:xfrm>
            <a:custGeom>
              <a:avLst/>
              <a:pathLst>
                <a:path w="44650" h="161094">
                  <a:moveTo>
                    <a:pt x="0" y="0"/>
                  </a:moveTo>
                  <a:lnTo>
                    <a:pt x="44650" y="161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19358" y="1681503"/>
              <a:ext cx="334323" cy="334328"/>
            </a:xfrm>
            <a:custGeom>
              <a:avLst/>
              <a:pathLst>
                <a:path w="334323" h="334328">
                  <a:moveTo>
                    <a:pt x="122516" y="6073"/>
                  </a:moveTo>
                  <a:lnTo>
                    <a:pt x="117441" y="7566"/>
                  </a:lnTo>
                  <a:lnTo>
                    <a:pt x="112416" y="9220"/>
                  </a:lnTo>
                  <a:lnTo>
                    <a:pt x="107446" y="11031"/>
                  </a:lnTo>
                  <a:lnTo>
                    <a:pt x="102535" y="12999"/>
                  </a:lnTo>
                  <a:lnTo>
                    <a:pt x="97690" y="15121"/>
                  </a:lnTo>
                  <a:lnTo>
                    <a:pt x="92913" y="17396"/>
                  </a:lnTo>
                  <a:lnTo>
                    <a:pt x="88212" y="19820"/>
                  </a:lnTo>
                  <a:lnTo>
                    <a:pt x="83589" y="22392"/>
                  </a:lnTo>
                  <a:lnTo>
                    <a:pt x="79050" y="25109"/>
                  </a:lnTo>
                  <a:lnTo>
                    <a:pt x="74599" y="27968"/>
                  </a:lnTo>
                  <a:lnTo>
                    <a:pt x="70241" y="30967"/>
                  </a:lnTo>
                  <a:lnTo>
                    <a:pt x="65980" y="34102"/>
                  </a:lnTo>
                  <a:lnTo>
                    <a:pt x="61821" y="37370"/>
                  </a:lnTo>
                  <a:lnTo>
                    <a:pt x="57766" y="40768"/>
                  </a:lnTo>
                  <a:lnTo>
                    <a:pt x="53822" y="44293"/>
                  </a:lnTo>
                  <a:lnTo>
                    <a:pt x="49991" y="47941"/>
                  </a:lnTo>
                  <a:lnTo>
                    <a:pt x="46277" y="51708"/>
                  </a:lnTo>
                  <a:lnTo>
                    <a:pt x="42684" y="55591"/>
                  </a:lnTo>
                  <a:lnTo>
                    <a:pt x="39216" y="59586"/>
                  </a:lnTo>
                  <a:lnTo>
                    <a:pt x="35876" y="63688"/>
                  </a:lnTo>
                  <a:lnTo>
                    <a:pt x="32668" y="67894"/>
                  </a:lnTo>
                  <a:lnTo>
                    <a:pt x="29594" y="72199"/>
                  </a:lnTo>
                  <a:lnTo>
                    <a:pt x="26658" y="76600"/>
                  </a:lnTo>
                  <a:lnTo>
                    <a:pt x="23863" y="81091"/>
                  </a:lnTo>
                  <a:lnTo>
                    <a:pt x="21211" y="85668"/>
                  </a:lnTo>
                  <a:lnTo>
                    <a:pt x="18705" y="90327"/>
                  </a:lnTo>
                  <a:lnTo>
                    <a:pt x="16348" y="95063"/>
                  </a:lnTo>
                  <a:lnTo>
                    <a:pt x="14143" y="99871"/>
                  </a:lnTo>
                  <a:lnTo>
                    <a:pt x="12090" y="104747"/>
                  </a:lnTo>
                  <a:lnTo>
                    <a:pt x="10192" y="109685"/>
                  </a:lnTo>
                  <a:lnTo>
                    <a:pt x="8452" y="114680"/>
                  </a:lnTo>
                  <a:lnTo>
                    <a:pt x="6871" y="119729"/>
                  </a:lnTo>
                  <a:lnTo>
                    <a:pt x="5450" y="124824"/>
                  </a:lnTo>
                  <a:lnTo>
                    <a:pt x="4191" y="129962"/>
                  </a:lnTo>
                  <a:lnTo>
                    <a:pt x="3096" y="135138"/>
                  </a:lnTo>
                  <a:lnTo>
                    <a:pt x="2165" y="140345"/>
                  </a:lnTo>
                  <a:lnTo>
                    <a:pt x="1399" y="145579"/>
                  </a:lnTo>
                  <a:lnTo>
                    <a:pt x="798" y="150835"/>
                  </a:lnTo>
                  <a:lnTo>
                    <a:pt x="365" y="156107"/>
                  </a:lnTo>
                  <a:lnTo>
                    <a:pt x="99" y="161391"/>
                  </a:lnTo>
                  <a:lnTo>
                    <a:pt x="0" y="166680"/>
                  </a:lnTo>
                  <a:lnTo>
                    <a:pt x="68" y="171969"/>
                  </a:lnTo>
                  <a:lnTo>
                    <a:pt x="303" y="177254"/>
                  </a:lnTo>
                  <a:lnTo>
                    <a:pt x="706" y="182529"/>
                  </a:lnTo>
                  <a:lnTo>
                    <a:pt x="1276" y="187788"/>
                  </a:lnTo>
                  <a:lnTo>
                    <a:pt x="2011" y="193027"/>
                  </a:lnTo>
                  <a:lnTo>
                    <a:pt x="2912" y="198239"/>
                  </a:lnTo>
                  <a:lnTo>
                    <a:pt x="3977" y="203421"/>
                  </a:lnTo>
                  <a:lnTo>
                    <a:pt x="5206" y="208566"/>
                  </a:lnTo>
                  <a:lnTo>
                    <a:pt x="6597" y="213670"/>
                  </a:lnTo>
                  <a:lnTo>
                    <a:pt x="8149" y="218728"/>
                  </a:lnTo>
                  <a:lnTo>
                    <a:pt x="9860" y="223733"/>
                  </a:lnTo>
                  <a:lnTo>
                    <a:pt x="11729" y="228682"/>
                  </a:lnTo>
                  <a:lnTo>
                    <a:pt x="13753" y="233570"/>
                  </a:lnTo>
                  <a:lnTo>
                    <a:pt x="15931" y="238391"/>
                  </a:lnTo>
                  <a:lnTo>
                    <a:pt x="18260" y="243140"/>
                  </a:lnTo>
                  <a:lnTo>
                    <a:pt x="20739" y="247814"/>
                  </a:lnTo>
                  <a:lnTo>
                    <a:pt x="23364" y="252406"/>
                  </a:lnTo>
                  <a:lnTo>
                    <a:pt x="26133" y="256914"/>
                  </a:lnTo>
                  <a:lnTo>
                    <a:pt x="29043" y="261331"/>
                  </a:lnTo>
                  <a:lnTo>
                    <a:pt x="32092" y="265654"/>
                  </a:lnTo>
                  <a:lnTo>
                    <a:pt x="35275" y="269879"/>
                  </a:lnTo>
                  <a:lnTo>
                    <a:pt x="38591" y="274001"/>
                  </a:lnTo>
                  <a:lnTo>
                    <a:pt x="42036" y="278016"/>
                  </a:lnTo>
                  <a:lnTo>
                    <a:pt x="45606" y="281919"/>
                  </a:lnTo>
                  <a:lnTo>
                    <a:pt x="49298" y="285708"/>
                  </a:lnTo>
                  <a:lnTo>
                    <a:pt x="53108" y="289378"/>
                  </a:lnTo>
                  <a:lnTo>
                    <a:pt x="57032" y="292926"/>
                  </a:lnTo>
                  <a:lnTo>
                    <a:pt x="61066" y="296348"/>
                  </a:lnTo>
                  <a:lnTo>
                    <a:pt x="65207" y="299640"/>
                  </a:lnTo>
                  <a:lnTo>
                    <a:pt x="69449" y="302800"/>
                  </a:lnTo>
                  <a:lnTo>
                    <a:pt x="73790" y="305824"/>
                  </a:lnTo>
                  <a:lnTo>
                    <a:pt x="78224" y="308709"/>
                  </a:lnTo>
                  <a:lnTo>
                    <a:pt x="82747" y="311452"/>
                  </a:lnTo>
                  <a:lnTo>
                    <a:pt x="87354" y="314051"/>
                  </a:lnTo>
                  <a:lnTo>
                    <a:pt x="92042" y="316503"/>
                  </a:lnTo>
                  <a:lnTo>
                    <a:pt x="96805" y="318805"/>
                  </a:lnTo>
                  <a:lnTo>
                    <a:pt x="101638" y="320956"/>
                  </a:lnTo>
                  <a:lnTo>
                    <a:pt x="106537" y="322952"/>
                  </a:lnTo>
                  <a:lnTo>
                    <a:pt x="111496" y="324792"/>
                  </a:lnTo>
                  <a:lnTo>
                    <a:pt x="116512" y="326475"/>
                  </a:lnTo>
                  <a:lnTo>
                    <a:pt x="121578" y="327998"/>
                  </a:lnTo>
                  <a:lnTo>
                    <a:pt x="126689" y="329360"/>
                  </a:lnTo>
                  <a:lnTo>
                    <a:pt x="131842" y="330559"/>
                  </a:lnTo>
                  <a:lnTo>
                    <a:pt x="137029" y="331595"/>
                  </a:lnTo>
                  <a:lnTo>
                    <a:pt x="142247" y="332467"/>
                  </a:lnTo>
                  <a:lnTo>
                    <a:pt x="147490" y="333172"/>
                  </a:lnTo>
                  <a:lnTo>
                    <a:pt x="152752" y="333712"/>
                  </a:lnTo>
                  <a:lnTo>
                    <a:pt x="158029" y="334084"/>
                  </a:lnTo>
                  <a:lnTo>
                    <a:pt x="163315" y="334290"/>
                  </a:lnTo>
                  <a:lnTo>
                    <a:pt x="168605" y="334328"/>
                  </a:lnTo>
                  <a:lnTo>
                    <a:pt x="173893" y="334199"/>
                  </a:lnTo>
                  <a:lnTo>
                    <a:pt x="179175" y="333902"/>
                  </a:lnTo>
                  <a:lnTo>
                    <a:pt x="184445" y="333439"/>
                  </a:lnTo>
                  <a:lnTo>
                    <a:pt x="189697" y="332809"/>
                  </a:lnTo>
                  <a:lnTo>
                    <a:pt x="194927" y="332013"/>
                  </a:lnTo>
                  <a:lnTo>
                    <a:pt x="200129" y="331052"/>
                  </a:lnTo>
                  <a:lnTo>
                    <a:pt x="205298" y="329927"/>
                  </a:lnTo>
                  <a:lnTo>
                    <a:pt x="210429" y="328639"/>
                  </a:lnTo>
                  <a:lnTo>
                    <a:pt x="215516" y="327190"/>
                  </a:lnTo>
                  <a:lnTo>
                    <a:pt x="220555" y="325580"/>
                  </a:lnTo>
                  <a:lnTo>
                    <a:pt x="225541" y="323811"/>
                  </a:lnTo>
                  <a:lnTo>
                    <a:pt x="230468" y="321886"/>
                  </a:lnTo>
                  <a:lnTo>
                    <a:pt x="235332" y="319805"/>
                  </a:lnTo>
                  <a:lnTo>
                    <a:pt x="240127" y="317572"/>
                  </a:lnTo>
                  <a:lnTo>
                    <a:pt x="244850" y="315188"/>
                  </a:lnTo>
                  <a:lnTo>
                    <a:pt x="249494" y="312656"/>
                  </a:lnTo>
                  <a:lnTo>
                    <a:pt x="254057" y="309978"/>
                  </a:lnTo>
                  <a:lnTo>
                    <a:pt x="258532" y="307157"/>
                  </a:lnTo>
                  <a:lnTo>
                    <a:pt x="262915" y="304196"/>
                  </a:lnTo>
                  <a:lnTo>
                    <a:pt x="267203" y="301098"/>
                  </a:lnTo>
                  <a:lnTo>
                    <a:pt x="271391" y="297866"/>
                  </a:lnTo>
                  <a:lnTo>
                    <a:pt x="275474" y="294503"/>
                  </a:lnTo>
                  <a:lnTo>
                    <a:pt x="279449" y="291012"/>
                  </a:lnTo>
                  <a:lnTo>
                    <a:pt x="283311" y="287397"/>
                  </a:lnTo>
                  <a:lnTo>
                    <a:pt x="287057" y="283662"/>
                  </a:lnTo>
                  <a:lnTo>
                    <a:pt x="290683" y="279810"/>
                  </a:lnTo>
                  <a:lnTo>
                    <a:pt x="294186" y="275845"/>
                  </a:lnTo>
                  <a:lnTo>
                    <a:pt x="297561" y="271772"/>
                  </a:lnTo>
                  <a:lnTo>
                    <a:pt x="300805" y="267594"/>
                  </a:lnTo>
                  <a:lnTo>
                    <a:pt x="303916" y="263315"/>
                  </a:lnTo>
                  <a:lnTo>
                    <a:pt x="306890" y="258940"/>
                  </a:lnTo>
                  <a:lnTo>
                    <a:pt x="309724" y="254473"/>
                  </a:lnTo>
                  <a:lnTo>
                    <a:pt x="312415" y="249919"/>
                  </a:lnTo>
                  <a:lnTo>
                    <a:pt x="314960" y="245281"/>
                  </a:lnTo>
                  <a:lnTo>
                    <a:pt x="317358" y="240566"/>
                  </a:lnTo>
                  <a:lnTo>
                    <a:pt x="319605" y="235777"/>
                  </a:lnTo>
                  <a:lnTo>
                    <a:pt x="321700" y="230919"/>
                  </a:lnTo>
                  <a:lnTo>
                    <a:pt x="323640" y="225998"/>
                  </a:lnTo>
                  <a:lnTo>
                    <a:pt x="325423" y="221017"/>
                  </a:lnTo>
                  <a:lnTo>
                    <a:pt x="327047" y="215983"/>
                  </a:lnTo>
                  <a:lnTo>
                    <a:pt x="328512" y="210900"/>
                  </a:lnTo>
                  <a:lnTo>
                    <a:pt x="329815" y="205773"/>
                  </a:lnTo>
                  <a:lnTo>
                    <a:pt x="330955" y="200607"/>
                  </a:lnTo>
                  <a:lnTo>
                    <a:pt x="331931" y="195408"/>
                  </a:lnTo>
                  <a:lnTo>
                    <a:pt x="332742" y="190180"/>
                  </a:lnTo>
                  <a:lnTo>
                    <a:pt x="333387" y="184930"/>
                  </a:lnTo>
                  <a:lnTo>
                    <a:pt x="333866" y="179662"/>
                  </a:lnTo>
                  <a:lnTo>
                    <a:pt x="334178" y="174381"/>
                  </a:lnTo>
                  <a:lnTo>
                    <a:pt x="334323" y="169093"/>
                  </a:lnTo>
                  <a:lnTo>
                    <a:pt x="334300" y="163803"/>
                  </a:lnTo>
                  <a:lnTo>
                    <a:pt x="334110" y="158516"/>
                  </a:lnTo>
                  <a:lnTo>
                    <a:pt x="333752" y="153238"/>
                  </a:lnTo>
                  <a:lnTo>
                    <a:pt x="333228" y="147974"/>
                  </a:lnTo>
                  <a:lnTo>
                    <a:pt x="332538" y="142729"/>
                  </a:lnTo>
                  <a:lnTo>
                    <a:pt x="331682" y="137509"/>
                  </a:lnTo>
                  <a:lnTo>
                    <a:pt x="330661" y="132319"/>
                  </a:lnTo>
                  <a:lnTo>
                    <a:pt x="329477" y="127163"/>
                  </a:lnTo>
                  <a:lnTo>
                    <a:pt x="328129" y="122047"/>
                  </a:lnTo>
                  <a:lnTo>
                    <a:pt x="326621" y="116977"/>
                  </a:lnTo>
                  <a:lnTo>
                    <a:pt x="324953" y="111957"/>
                  </a:lnTo>
                  <a:lnTo>
                    <a:pt x="323127" y="106992"/>
                  </a:lnTo>
                  <a:lnTo>
                    <a:pt x="321145" y="102087"/>
                  </a:lnTo>
                  <a:lnTo>
                    <a:pt x="319009" y="97248"/>
                  </a:lnTo>
                  <a:lnTo>
                    <a:pt x="316721" y="92478"/>
                  </a:lnTo>
                  <a:lnTo>
                    <a:pt x="314283" y="87783"/>
                  </a:lnTo>
                  <a:lnTo>
                    <a:pt x="311697" y="83168"/>
                  </a:lnTo>
                  <a:lnTo>
                    <a:pt x="308967" y="78637"/>
                  </a:lnTo>
                  <a:lnTo>
                    <a:pt x="306095" y="74195"/>
                  </a:lnTo>
                  <a:lnTo>
                    <a:pt x="303083" y="69846"/>
                  </a:lnTo>
                  <a:lnTo>
                    <a:pt x="299936" y="65594"/>
                  </a:lnTo>
                  <a:lnTo>
                    <a:pt x="296656" y="61444"/>
                  </a:lnTo>
                  <a:lnTo>
                    <a:pt x="293246" y="57399"/>
                  </a:lnTo>
                  <a:lnTo>
                    <a:pt x="289709" y="53465"/>
                  </a:lnTo>
                  <a:lnTo>
                    <a:pt x="286050" y="49645"/>
                  </a:lnTo>
                  <a:lnTo>
                    <a:pt x="282272" y="45942"/>
                  </a:lnTo>
                  <a:lnTo>
                    <a:pt x="278379" y="42360"/>
                  </a:lnTo>
                  <a:lnTo>
                    <a:pt x="274374" y="38904"/>
                  </a:lnTo>
                  <a:lnTo>
                    <a:pt x="270262" y="35576"/>
                  </a:lnTo>
                  <a:lnTo>
                    <a:pt x="266047" y="32380"/>
                  </a:lnTo>
                  <a:lnTo>
                    <a:pt x="261733" y="29319"/>
                  </a:lnTo>
                  <a:lnTo>
                    <a:pt x="257324" y="26395"/>
                  </a:lnTo>
                  <a:lnTo>
                    <a:pt x="252824" y="23613"/>
                  </a:lnTo>
                  <a:lnTo>
                    <a:pt x="248239" y="20975"/>
                  </a:lnTo>
                  <a:lnTo>
                    <a:pt x="243573" y="18483"/>
                  </a:lnTo>
                  <a:lnTo>
                    <a:pt x="238830" y="16140"/>
                  </a:lnTo>
                  <a:lnTo>
                    <a:pt x="234016" y="13948"/>
                  </a:lnTo>
                  <a:lnTo>
                    <a:pt x="229134" y="11909"/>
                  </a:lnTo>
                  <a:lnTo>
                    <a:pt x="224191" y="10026"/>
                  </a:lnTo>
                  <a:lnTo>
                    <a:pt x="219190" y="8301"/>
                  </a:lnTo>
                  <a:lnTo>
                    <a:pt x="214137" y="6734"/>
                  </a:lnTo>
                  <a:lnTo>
                    <a:pt x="209037" y="5328"/>
                  </a:lnTo>
                  <a:lnTo>
                    <a:pt x="203896" y="4084"/>
                  </a:lnTo>
                  <a:lnTo>
                    <a:pt x="198717" y="3004"/>
                  </a:lnTo>
                  <a:lnTo>
                    <a:pt x="193507" y="2088"/>
                  </a:lnTo>
                  <a:lnTo>
                    <a:pt x="188271" y="1337"/>
                  </a:lnTo>
                  <a:lnTo>
                    <a:pt x="183013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80378" y="2126963"/>
              <a:ext cx="100909" cy="167167"/>
            </a:xfrm>
            <a:custGeom>
              <a:avLst/>
              <a:pathLst>
                <a:path w="100909" h="167167">
                  <a:moveTo>
                    <a:pt x="100909" y="0"/>
                  </a:moveTo>
                  <a:lnTo>
                    <a:pt x="95208" y="97"/>
                  </a:lnTo>
                  <a:lnTo>
                    <a:pt x="89514" y="388"/>
                  </a:lnTo>
                  <a:lnTo>
                    <a:pt x="83833" y="874"/>
                  </a:lnTo>
                  <a:lnTo>
                    <a:pt x="78172" y="1553"/>
                  </a:lnTo>
                  <a:lnTo>
                    <a:pt x="72538" y="2425"/>
                  </a:lnTo>
                  <a:lnTo>
                    <a:pt x="66936" y="3488"/>
                  </a:lnTo>
                  <a:lnTo>
                    <a:pt x="61374" y="4742"/>
                  </a:lnTo>
                  <a:lnTo>
                    <a:pt x="55858" y="6184"/>
                  </a:lnTo>
                  <a:lnTo>
                    <a:pt x="50394" y="7814"/>
                  </a:lnTo>
                  <a:lnTo>
                    <a:pt x="44990" y="9630"/>
                  </a:lnTo>
                  <a:lnTo>
                    <a:pt x="39650" y="11628"/>
                  </a:lnTo>
                  <a:lnTo>
                    <a:pt x="34381" y="13808"/>
                  </a:lnTo>
                  <a:lnTo>
                    <a:pt x="29190" y="16166"/>
                  </a:lnTo>
                  <a:lnTo>
                    <a:pt x="24082" y="18699"/>
                  </a:lnTo>
                  <a:lnTo>
                    <a:pt x="19064" y="21405"/>
                  </a:lnTo>
                  <a:lnTo>
                    <a:pt x="14141" y="24281"/>
                  </a:lnTo>
                  <a:lnTo>
                    <a:pt x="9319" y="27323"/>
                  </a:lnTo>
                  <a:lnTo>
                    <a:pt x="4603" y="30528"/>
                  </a:lnTo>
                  <a:lnTo>
                    <a:pt x="0" y="33892"/>
                  </a:lnTo>
                  <a:lnTo>
                    <a:pt x="10090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14121" y="2127579"/>
              <a:ext cx="334331" cy="333708"/>
            </a:xfrm>
            <a:custGeom>
              <a:avLst/>
              <a:pathLst>
                <a:path w="334331" h="333708">
                  <a:moveTo>
                    <a:pt x="66257" y="33276"/>
                  </a:moveTo>
                  <a:lnTo>
                    <a:pt x="62082" y="36543"/>
                  </a:lnTo>
                  <a:lnTo>
                    <a:pt x="58013" y="39940"/>
                  </a:lnTo>
                  <a:lnTo>
                    <a:pt x="54054" y="43464"/>
                  </a:lnTo>
                  <a:lnTo>
                    <a:pt x="50208" y="47112"/>
                  </a:lnTo>
                  <a:lnTo>
                    <a:pt x="46480" y="50880"/>
                  </a:lnTo>
                  <a:lnTo>
                    <a:pt x="42873" y="54765"/>
                  </a:lnTo>
                  <a:lnTo>
                    <a:pt x="39392" y="58762"/>
                  </a:lnTo>
                  <a:lnTo>
                    <a:pt x="36038" y="62867"/>
                  </a:lnTo>
                  <a:lnTo>
                    <a:pt x="32817" y="67076"/>
                  </a:lnTo>
                  <a:lnTo>
                    <a:pt x="29731" y="71386"/>
                  </a:lnTo>
                  <a:lnTo>
                    <a:pt x="26783" y="75791"/>
                  </a:lnTo>
                  <a:lnTo>
                    <a:pt x="23976" y="80288"/>
                  </a:lnTo>
                  <a:lnTo>
                    <a:pt x="21313" y="84871"/>
                  </a:lnTo>
                  <a:lnTo>
                    <a:pt x="18796" y="89536"/>
                  </a:lnTo>
                  <a:lnTo>
                    <a:pt x="16429" y="94279"/>
                  </a:lnTo>
                  <a:lnTo>
                    <a:pt x="14214" y="99094"/>
                  </a:lnTo>
                  <a:lnTo>
                    <a:pt x="12152" y="103978"/>
                  </a:lnTo>
                  <a:lnTo>
                    <a:pt x="10246" y="108924"/>
                  </a:lnTo>
                  <a:lnTo>
                    <a:pt x="8498" y="113928"/>
                  </a:lnTo>
                  <a:lnTo>
                    <a:pt x="6909" y="118985"/>
                  </a:lnTo>
                  <a:lnTo>
                    <a:pt x="5481" y="124090"/>
                  </a:lnTo>
                  <a:lnTo>
                    <a:pt x="4216" y="129237"/>
                  </a:lnTo>
                  <a:lnTo>
                    <a:pt x="3115" y="134422"/>
                  </a:lnTo>
                  <a:lnTo>
                    <a:pt x="2179" y="139640"/>
                  </a:lnTo>
                  <a:lnTo>
                    <a:pt x="1409" y="144884"/>
                  </a:lnTo>
                  <a:lnTo>
                    <a:pt x="805" y="150150"/>
                  </a:lnTo>
                  <a:lnTo>
                    <a:pt x="369" y="155433"/>
                  </a:lnTo>
                  <a:lnTo>
                    <a:pt x="100" y="160727"/>
                  </a:lnTo>
                  <a:lnTo>
                    <a:pt x="0" y="166027"/>
                  </a:lnTo>
                  <a:lnTo>
                    <a:pt x="67" y="171327"/>
                  </a:lnTo>
                  <a:lnTo>
                    <a:pt x="302" y="176622"/>
                  </a:lnTo>
                  <a:lnTo>
                    <a:pt x="705" y="181908"/>
                  </a:lnTo>
                  <a:lnTo>
                    <a:pt x="1276" y="187178"/>
                  </a:lnTo>
                  <a:lnTo>
                    <a:pt x="2013" y="192427"/>
                  </a:lnTo>
                  <a:lnTo>
                    <a:pt x="2917" y="197650"/>
                  </a:lnTo>
                  <a:lnTo>
                    <a:pt x="3985" y="202842"/>
                  </a:lnTo>
                  <a:lnTo>
                    <a:pt x="5218" y="207997"/>
                  </a:lnTo>
                  <a:lnTo>
                    <a:pt x="6613" y="213111"/>
                  </a:lnTo>
                  <a:lnTo>
                    <a:pt x="8170" y="218178"/>
                  </a:lnTo>
                  <a:lnTo>
                    <a:pt x="9887" y="223193"/>
                  </a:lnTo>
                  <a:lnTo>
                    <a:pt x="11762" y="228151"/>
                  </a:lnTo>
                  <a:lnTo>
                    <a:pt x="13793" y="233047"/>
                  </a:lnTo>
                  <a:lnTo>
                    <a:pt x="15978" y="237876"/>
                  </a:lnTo>
                  <a:lnTo>
                    <a:pt x="18316" y="242634"/>
                  </a:lnTo>
                  <a:lnTo>
                    <a:pt x="20803" y="247315"/>
                  </a:lnTo>
                  <a:lnTo>
                    <a:pt x="23437" y="251915"/>
                  </a:lnTo>
                  <a:lnTo>
                    <a:pt x="26216" y="256429"/>
                  </a:lnTo>
                  <a:lnTo>
                    <a:pt x="29136" y="260852"/>
                  </a:lnTo>
                  <a:lnTo>
                    <a:pt x="32195" y="265181"/>
                  </a:lnTo>
                  <a:lnTo>
                    <a:pt x="35390" y="269411"/>
                  </a:lnTo>
                  <a:lnTo>
                    <a:pt x="38718" y="273537"/>
                  </a:lnTo>
                  <a:lnTo>
                    <a:pt x="42174" y="277556"/>
                  </a:lnTo>
                  <a:lnTo>
                    <a:pt x="45756" y="281463"/>
                  </a:lnTo>
                  <a:lnTo>
                    <a:pt x="49461" y="285254"/>
                  </a:lnTo>
                  <a:lnTo>
                    <a:pt x="53283" y="288926"/>
                  </a:lnTo>
                  <a:lnTo>
                    <a:pt x="57220" y="292476"/>
                  </a:lnTo>
                  <a:lnTo>
                    <a:pt x="61268" y="295898"/>
                  </a:lnTo>
                  <a:lnTo>
                    <a:pt x="65422" y="299191"/>
                  </a:lnTo>
                  <a:lnTo>
                    <a:pt x="69679" y="302350"/>
                  </a:lnTo>
                  <a:lnTo>
                    <a:pt x="74033" y="305372"/>
                  </a:lnTo>
                  <a:lnTo>
                    <a:pt x="78481" y="308255"/>
                  </a:lnTo>
                  <a:lnTo>
                    <a:pt x="83019" y="310996"/>
                  </a:lnTo>
                  <a:lnTo>
                    <a:pt x="87640" y="313591"/>
                  </a:lnTo>
                  <a:lnTo>
                    <a:pt x="92342" y="316038"/>
                  </a:lnTo>
                  <a:lnTo>
                    <a:pt x="97119" y="318336"/>
                  </a:lnTo>
                  <a:lnTo>
                    <a:pt x="101967" y="320480"/>
                  </a:lnTo>
                  <a:lnTo>
                    <a:pt x="106880" y="322470"/>
                  </a:lnTo>
                  <a:lnTo>
                    <a:pt x="111854" y="324303"/>
                  </a:lnTo>
                  <a:lnTo>
                    <a:pt x="116883" y="325977"/>
                  </a:lnTo>
                  <a:lnTo>
                    <a:pt x="121963" y="327491"/>
                  </a:lnTo>
                  <a:lnTo>
                    <a:pt x="127088" y="328844"/>
                  </a:lnTo>
                  <a:lnTo>
                    <a:pt x="132254" y="330033"/>
                  </a:lnTo>
                  <a:lnTo>
                    <a:pt x="137454" y="331057"/>
                  </a:lnTo>
                  <a:lnTo>
                    <a:pt x="142685" y="331917"/>
                  </a:lnTo>
                  <a:lnTo>
                    <a:pt x="147940" y="332610"/>
                  </a:lnTo>
                  <a:lnTo>
                    <a:pt x="153215" y="333136"/>
                  </a:lnTo>
                  <a:lnTo>
                    <a:pt x="158503" y="333494"/>
                  </a:lnTo>
                  <a:lnTo>
                    <a:pt x="163800" y="333685"/>
                  </a:lnTo>
                  <a:lnTo>
                    <a:pt x="169101" y="333708"/>
                  </a:lnTo>
                  <a:lnTo>
                    <a:pt x="174400" y="333562"/>
                  </a:lnTo>
                  <a:lnTo>
                    <a:pt x="179691" y="333249"/>
                  </a:lnTo>
                  <a:lnTo>
                    <a:pt x="184970" y="332768"/>
                  </a:lnTo>
                  <a:lnTo>
                    <a:pt x="190231" y="332120"/>
                  </a:lnTo>
                  <a:lnTo>
                    <a:pt x="195469" y="331306"/>
                  </a:lnTo>
                  <a:lnTo>
                    <a:pt x="200678" y="330325"/>
                  </a:lnTo>
                  <a:lnTo>
                    <a:pt x="205854" y="329181"/>
                  </a:lnTo>
                  <a:lnTo>
                    <a:pt x="210990" y="327872"/>
                  </a:lnTo>
                  <a:lnTo>
                    <a:pt x="216083" y="326402"/>
                  </a:lnTo>
                  <a:lnTo>
                    <a:pt x="221126" y="324770"/>
                  </a:lnTo>
                  <a:lnTo>
                    <a:pt x="226116" y="322980"/>
                  </a:lnTo>
                  <a:lnTo>
                    <a:pt x="231046" y="321032"/>
                  </a:lnTo>
                  <a:lnTo>
                    <a:pt x="235911" y="318930"/>
                  </a:lnTo>
                  <a:lnTo>
                    <a:pt x="240708" y="316673"/>
                  </a:lnTo>
                  <a:lnTo>
                    <a:pt x="245430" y="314266"/>
                  </a:lnTo>
                  <a:lnTo>
                    <a:pt x="250074" y="311711"/>
                  </a:lnTo>
                  <a:lnTo>
                    <a:pt x="254635" y="309009"/>
                  </a:lnTo>
                  <a:lnTo>
                    <a:pt x="259108" y="306164"/>
                  </a:lnTo>
                  <a:lnTo>
                    <a:pt x="263488" y="303179"/>
                  </a:lnTo>
                  <a:lnTo>
                    <a:pt x="267771" y="300057"/>
                  </a:lnTo>
                  <a:lnTo>
                    <a:pt x="271953" y="296800"/>
                  </a:lnTo>
                  <a:lnTo>
                    <a:pt x="276030" y="293412"/>
                  </a:lnTo>
                  <a:lnTo>
                    <a:pt x="279997" y="289897"/>
                  </a:lnTo>
                  <a:lnTo>
                    <a:pt x="283851" y="286257"/>
                  </a:lnTo>
                  <a:lnTo>
                    <a:pt x="287588" y="282498"/>
                  </a:lnTo>
                  <a:lnTo>
                    <a:pt x="291204" y="278621"/>
                  </a:lnTo>
                  <a:lnTo>
                    <a:pt x="294694" y="274633"/>
                  </a:lnTo>
                  <a:lnTo>
                    <a:pt x="298057" y="270535"/>
                  </a:lnTo>
                  <a:lnTo>
                    <a:pt x="301288" y="266333"/>
                  </a:lnTo>
                  <a:lnTo>
                    <a:pt x="304384" y="262030"/>
                  </a:lnTo>
                  <a:lnTo>
                    <a:pt x="307342" y="257632"/>
                  </a:lnTo>
                  <a:lnTo>
                    <a:pt x="310159" y="253142"/>
                  </a:lnTo>
                  <a:lnTo>
                    <a:pt x="312833" y="248565"/>
                  </a:lnTo>
                  <a:lnTo>
                    <a:pt x="315360" y="243905"/>
                  </a:lnTo>
                  <a:lnTo>
                    <a:pt x="317738" y="239168"/>
                  </a:lnTo>
                  <a:lnTo>
                    <a:pt x="319964" y="234357"/>
                  </a:lnTo>
                  <a:lnTo>
                    <a:pt x="322037" y="229479"/>
                  </a:lnTo>
                  <a:lnTo>
                    <a:pt x="323955" y="224537"/>
                  </a:lnTo>
                  <a:lnTo>
                    <a:pt x="325714" y="219537"/>
                  </a:lnTo>
                  <a:lnTo>
                    <a:pt x="327314" y="214483"/>
                  </a:lnTo>
                  <a:lnTo>
                    <a:pt x="328754" y="209382"/>
                  </a:lnTo>
                  <a:lnTo>
                    <a:pt x="330030" y="204237"/>
                  </a:lnTo>
                  <a:lnTo>
                    <a:pt x="331143" y="199055"/>
                  </a:lnTo>
                  <a:lnTo>
                    <a:pt x="332091" y="193839"/>
                  </a:lnTo>
                  <a:lnTo>
                    <a:pt x="332874" y="188597"/>
                  </a:lnTo>
                  <a:lnTo>
                    <a:pt x="333489" y="183332"/>
                  </a:lnTo>
                  <a:lnTo>
                    <a:pt x="333938" y="178050"/>
                  </a:lnTo>
                  <a:lnTo>
                    <a:pt x="334218" y="172757"/>
                  </a:lnTo>
                  <a:lnTo>
                    <a:pt x="334331" y="167458"/>
                  </a:lnTo>
                  <a:lnTo>
                    <a:pt x="334276" y="162157"/>
                  </a:lnTo>
                  <a:lnTo>
                    <a:pt x="334052" y="156861"/>
                  </a:lnTo>
                  <a:lnTo>
                    <a:pt x="333661" y="151575"/>
                  </a:lnTo>
                  <a:lnTo>
                    <a:pt x="333103" y="146304"/>
                  </a:lnTo>
                  <a:lnTo>
                    <a:pt x="332377" y="141053"/>
                  </a:lnTo>
                  <a:lnTo>
                    <a:pt x="331486" y="135828"/>
                  </a:lnTo>
                  <a:lnTo>
                    <a:pt x="330429" y="130633"/>
                  </a:lnTo>
                  <a:lnTo>
                    <a:pt x="329208" y="125475"/>
                  </a:lnTo>
                  <a:lnTo>
                    <a:pt x="327825" y="120358"/>
                  </a:lnTo>
                  <a:lnTo>
                    <a:pt x="326279" y="115288"/>
                  </a:lnTo>
                  <a:lnTo>
                    <a:pt x="324574" y="110269"/>
                  </a:lnTo>
                  <a:lnTo>
                    <a:pt x="322710" y="105307"/>
                  </a:lnTo>
                  <a:lnTo>
                    <a:pt x="320690" y="100406"/>
                  </a:lnTo>
                  <a:lnTo>
                    <a:pt x="318516" y="95572"/>
                  </a:lnTo>
                  <a:lnTo>
                    <a:pt x="316190" y="90809"/>
                  </a:lnTo>
                  <a:lnTo>
                    <a:pt x="313713" y="86122"/>
                  </a:lnTo>
                  <a:lnTo>
                    <a:pt x="311090" y="81516"/>
                  </a:lnTo>
                  <a:lnTo>
                    <a:pt x="308321" y="76996"/>
                  </a:lnTo>
                  <a:lnTo>
                    <a:pt x="305411" y="72566"/>
                  </a:lnTo>
                  <a:lnTo>
                    <a:pt x="302362" y="68230"/>
                  </a:lnTo>
                  <a:lnTo>
                    <a:pt x="299176" y="63993"/>
                  </a:lnTo>
                  <a:lnTo>
                    <a:pt x="295858" y="59859"/>
                  </a:lnTo>
                  <a:lnTo>
                    <a:pt x="292411" y="55833"/>
                  </a:lnTo>
                  <a:lnTo>
                    <a:pt x="288838" y="51917"/>
                  </a:lnTo>
                  <a:lnTo>
                    <a:pt x="285142" y="48117"/>
                  </a:lnTo>
                  <a:lnTo>
                    <a:pt x="281328" y="44437"/>
                  </a:lnTo>
                  <a:lnTo>
                    <a:pt x="277399" y="40878"/>
                  </a:lnTo>
                  <a:lnTo>
                    <a:pt x="273359" y="37447"/>
                  </a:lnTo>
                  <a:lnTo>
                    <a:pt x="269212" y="34145"/>
                  </a:lnTo>
                  <a:lnTo>
                    <a:pt x="264963" y="30976"/>
                  </a:lnTo>
                  <a:lnTo>
                    <a:pt x="260616" y="27944"/>
                  </a:lnTo>
                  <a:lnTo>
                    <a:pt x="256174" y="25050"/>
                  </a:lnTo>
                  <a:lnTo>
                    <a:pt x="251643" y="22300"/>
                  </a:lnTo>
                  <a:lnTo>
                    <a:pt x="247027" y="19694"/>
                  </a:lnTo>
                  <a:lnTo>
                    <a:pt x="242331" y="17236"/>
                  </a:lnTo>
                  <a:lnTo>
                    <a:pt x="237559" y="14928"/>
                  </a:lnTo>
                  <a:lnTo>
                    <a:pt x="232716" y="12772"/>
                  </a:lnTo>
                  <a:lnTo>
                    <a:pt x="227808" y="10771"/>
                  </a:lnTo>
                  <a:lnTo>
                    <a:pt x="222838" y="8927"/>
                  </a:lnTo>
                  <a:lnTo>
                    <a:pt x="217813" y="7241"/>
                  </a:lnTo>
                  <a:lnTo>
                    <a:pt x="212736" y="5715"/>
                  </a:lnTo>
                  <a:lnTo>
                    <a:pt x="207614" y="4351"/>
                  </a:lnTo>
                  <a:lnTo>
                    <a:pt x="202451" y="3150"/>
                  </a:lnTo>
                  <a:lnTo>
                    <a:pt x="197253" y="2114"/>
                  </a:lnTo>
                  <a:lnTo>
                    <a:pt x="192024" y="1243"/>
                  </a:lnTo>
                  <a:lnTo>
                    <a:pt x="186771" y="538"/>
                  </a:lnTo>
                  <a:lnTo>
                    <a:pt x="181497" y="0"/>
                  </a:lnTo>
                  <a:lnTo>
                    <a:pt x="167166" y="166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14331" cy="167167"/>
            </a:xfrm>
            <a:custGeom>
              <a:avLst/>
              <a:pathLst>
                <a:path w="14331" h="167167">
                  <a:moveTo>
                    <a:pt x="14331" y="6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23596" y="2633064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3" y="2094"/>
                  </a:lnTo>
                  <a:lnTo>
                    <a:pt x="135556" y="3012"/>
                  </a:lnTo>
                  <a:lnTo>
                    <a:pt x="130370" y="4096"/>
                  </a:lnTo>
                  <a:lnTo>
                    <a:pt x="125222" y="5343"/>
                  </a:lnTo>
                  <a:lnTo>
                    <a:pt x="120115" y="6753"/>
                  </a:lnTo>
                  <a:lnTo>
                    <a:pt x="115056" y="8324"/>
                  </a:lnTo>
                  <a:lnTo>
                    <a:pt x="110049" y="10055"/>
                  </a:lnTo>
                  <a:lnTo>
                    <a:pt x="105100" y="11943"/>
                  </a:lnTo>
                  <a:lnTo>
                    <a:pt x="100212" y="13987"/>
                  </a:lnTo>
                  <a:lnTo>
                    <a:pt x="95392" y="16185"/>
                  </a:lnTo>
                  <a:lnTo>
                    <a:pt x="90644" y="18534"/>
                  </a:lnTo>
                  <a:lnTo>
                    <a:pt x="85973" y="21033"/>
                  </a:lnTo>
                  <a:lnTo>
                    <a:pt x="81383" y="23679"/>
                  </a:lnTo>
                  <a:lnTo>
                    <a:pt x="76880" y="26468"/>
                  </a:lnTo>
                  <a:lnTo>
                    <a:pt x="72467" y="29399"/>
                  </a:lnTo>
                  <a:lnTo>
                    <a:pt x="68149" y="32469"/>
                  </a:lnTo>
                  <a:lnTo>
                    <a:pt x="63931" y="35673"/>
                  </a:lnTo>
                  <a:lnTo>
                    <a:pt x="59816" y="39010"/>
                  </a:lnTo>
                  <a:lnTo>
                    <a:pt x="55810" y="42475"/>
                  </a:lnTo>
                  <a:lnTo>
                    <a:pt x="51914" y="46066"/>
                  </a:lnTo>
                  <a:lnTo>
                    <a:pt x="48135" y="49778"/>
                  </a:lnTo>
                  <a:lnTo>
                    <a:pt x="44475" y="53608"/>
                  </a:lnTo>
                  <a:lnTo>
                    <a:pt x="40939" y="57552"/>
                  </a:lnTo>
                  <a:lnTo>
                    <a:pt x="37529" y="61606"/>
                  </a:lnTo>
                  <a:lnTo>
                    <a:pt x="34249" y="65767"/>
                  </a:lnTo>
                  <a:lnTo>
                    <a:pt x="31103" y="70029"/>
                  </a:lnTo>
                  <a:lnTo>
                    <a:pt x="28093" y="74388"/>
                  </a:lnTo>
                  <a:lnTo>
                    <a:pt x="25223" y="78841"/>
                  </a:lnTo>
                  <a:lnTo>
                    <a:pt x="22496" y="83383"/>
                  </a:lnTo>
                  <a:lnTo>
                    <a:pt x="19914" y="88008"/>
                  </a:lnTo>
                  <a:lnTo>
                    <a:pt x="17479" y="92713"/>
                  </a:lnTo>
                  <a:lnTo>
                    <a:pt x="15195" y="97493"/>
                  </a:lnTo>
                  <a:lnTo>
                    <a:pt x="13064" y="102343"/>
                  </a:lnTo>
                  <a:lnTo>
                    <a:pt x="11087" y="107258"/>
                  </a:lnTo>
                  <a:lnTo>
                    <a:pt x="9268" y="112233"/>
                  </a:lnTo>
                  <a:lnTo>
                    <a:pt x="7606" y="117263"/>
                  </a:lnTo>
                  <a:lnTo>
                    <a:pt x="6105" y="122344"/>
                  </a:lnTo>
                  <a:lnTo>
                    <a:pt x="4766" y="127469"/>
                  </a:lnTo>
                  <a:lnTo>
                    <a:pt x="3589" y="132634"/>
                  </a:lnTo>
                  <a:lnTo>
                    <a:pt x="2577" y="137834"/>
                  </a:lnTo>
                  <a:lnTo>
                    <a:pt x="1730" y="143064"/>
                  </a:lnTo>
                  <a:lnTo>
                    <a:pt x="1050" y="148317"/>
                  </a:lnTo>
                  <a:lnTo>
                    <a:pt x="536" y="153590"/>
                  </a:lnTo>
                  <a:lnTo>
                    <a:pt x="189" y="158876"/>
                  </a:lnTo>
                  <a:lnTo>
                    <a:pt x="11" y="164170"/>
                  </a:lnTo>
                  <a:lnTo>
                    <a:pt x="0" y="169468"/>
                  </a:lnTo>
                  <a:lnTo>
                    <a:pt x="156" y="174763"/>
                  </a:lnTo>
                  <a:lnTo>
                    <a:pt x="481" y="180051"/>
                  </a:lnTo>
                  <a:lnTo>
                    <a:pt x="973" y="185325"/>
                  </a:lnTo>
                  <a:lnTo>
                    <a:pt x="1632" y="190582"/>
                  </a:lnTo>
                  <a:lnTo>
                    <a:pt x="2457" y="195815"/>
                  </a:lnTo>
                  <a:lnTo>
                    <a:pt x="3447" y="201019"/>
                  </a:lnTo>
                  <a:lnTo>
                    <a:pt x="4602" y="206189"/>
                  </a:lnTo>
                  <a:lnTo>
                    <a:pt x="5920" y="211320"/>
                  </a:lnTo>
                  <a:lnTo>
                    <a:pt x="7400" y="216406"/>
                  </a:lnTo>
                  <a:lnTo>
                    <a:pt x="9040" y="221444"/>
                  </a:lnTo>
                  <a:lnTo>
                    <a:pt x="10840" y="226426"/>
                  </a:lnTo>
                  <a:lnTo>
                    <a:pt x="12796" y="231349"/>
                  </a:lnTo>
                  <a:lnTo>
                    <a:pt x="14907" y="236208"/>
                  </a:lnTo>
                  <a:lnTo>
                    <a:pt x="17171" y="240997"/>
                  </a:lnTo>
                  <a:lnTo>
                    <a:pt x="19586" y="245712"/>
                  </a:lnTo>
                  <a:lnTo>
                    <a:pt x="22149" y="250349"/>
                  </a:lnTo>
                  <a:lnTo>
                    <a:pt x="24857" y="254902"/>
                  </a:lnTo>
                  <a:lnTo>
                    <a:pt x="27708" y="259366"/>
                  </a:lnTo>
                  <a:lnTo>
                    <a:pt x="30700" y="263738"/>
                  </a:lnTo>
                  <a:lnTo>
                    <a:pt x="33828" y="268013"/>
                  </a:lnTo>
                  <a:lnTo>
                    <a:pt x="37091" y="272187"/>
                  </a:lnTo>
                  <a:lnTo>
                    <a:pt x="40484" y="276256"/>
                  </a:lnTo>
                  <a:lnTo>
                    <a:pt x="44004" y="280214"/>
                  </a:lnTo>
                  <a:lnTo>
                    <a:pt x="47648" y="284060"/>
                  </a:lnTo>
                  <a:lnTo>
                    <a:pt x="51412" y="287787"/>
                  </a:lnTo>
                  <a:lnTo>
                    <a:pt x="55292" y="291394"/>
                  </a:lnTo>
                  <a:lnTo>
                    <a:pt x="59284" y="294876"/>
                  </a:lnTo>
                  <a:lnTo>
                    <a:pt x="63385" y="298230"/>
                  </a:lnTo>
                  <a:lnTo>
                    <a:pt x="67590" y="301452"/>
                  </a:lnTo>
                  <a:lnTo>
                    <a:pt x="71895" y="304539"/>
                  </a:lnTo>
                  <a:lnTo>
                    <a:pt x="76295" y="307489"/>
                  </a:lnTo>
                  <a:lnTo>
                    <a:pt x="80787" y="310297"/>
                  </a:lnTo>
                  <a:lnTo>
                    <a:pt x="85366" y="312962"/>
                  </a:lnTo>
                  <a:lnTo>
                    <a:pt x="90026" y="315480"/>
                  </a:lnTo>
                  <a:lnTo>
                    <a:pt x="94765" y="317849"/>
                  </a:lnTo>
                  <a:lnTo>
                    <a:pt x="99575" y="320067"/>
                  </a:lnTo>
                  <a:lnTo>
                    <a:pt x="104454" y="322132"/>
                  </a:lnTo>
                  <a:lnTo>
                    <a:pt x="109396" y="324040"/>
                  </a:lnTo>
                  <a:lnTo>
                    <a:pt x="114396" y="325792"/>
                  </a:lnTo>
                  <a:lnTo>
                    <a:pt x="119448" y="327384"/>
                  </a:lnTo>
                  <a:lnTo>
                    <a:pt x="124549" y="328815"/>
                  </a:lnTo>
                  <a:lnTo>
                    <a:pt x="129692" y="330083"/>
                  </a:lnTo>
                  <a:lnTo>
                    <a:pt x="134873" y="331189"/>
                  </a:lnTo>
                  <a:lnTo>
                    <a:pt x="140086" y="332129"/>
                  </a:lnTo>
                  <a:lnTo>
                    <a:pt x="145327" y="332904"/>
                  </a:lnTo>
                  <a:lnTo>
                    <a:pt x="150590" y="333512"/>
                  </a:lnTo>
                  <a:lnTo>
                    <a:pt x="155869" y="333953"/>
                  </a:lnTo>
                  <a:lnTo>
                    <a:pt x="161159" y="334227"/>
                  </a:lnTo>
                  <a:lnTo>
                    <a:pt x="166456" y="334333"/>
                  </a:lnTo>
                  <a:lnTo>
                    <a:pt x="171753" y="334271"/>
                  </a:lnTo>
                  <a:lnTo>
                    <a:pt x="177045" y="334041"/>
                  </a:lnTo>
                  <a:lnTo>
                    <a:pt x="182328" y="333644"/>
                  </a:lnTo>
                  <a:lnTo>
                    <a:pt x="187595" y="333080"/>
                  </a:lnTo>
                  <a:lnTo>
                    <a:pt x="192842" y="332348"/>
                  </a:lnTo>
                  <a:lnTo>
                    <a:pt x="198063" y="331451"/>
                  </a:lnTo>
                  <a:lnTo>
                    <a:pt x="203253" y="330390"/>
                  </a:lnTo>
                  <a:lnTo>
                    <a:pt x="208407" y="329164"/>
                  </a:lnTo>
                  <a:lnTo>
                    <a:pt x="213519" y="327775"/>
                  </a:lnTo>
                  <a:lnTo>
                    <a:pt x="218585" y="326225"/>
                  </a:lnTo>
                  <a:lnTo>
                    <a:pt x="223599" y="324516"/>
                  </a:lnTo>
                  <a:lnTo>
                    <a:pt x="228556" y="322648"/>
                  </a:lnTo>
                  <a:lnTo>
                    <a:pt x="233452" y="320624"/>
                  </a:lnTo>
                  <a:lnTo>
                    <a:pt x="238281" y="318446"/>
                  </a:lnTo>
                  <a:lnTo>
                    <a:pt x="243039" y="316117"/>
                  </a:lnTo>
                  <a:lnTo>
                    <a:pt x="247720" y="313637"/>
                  </a:lnTo>
                  <a:lnTo>
                    <a:pt x="252321" y="311011"/>
                  </a:lnTo>
                  <a:lnTo>
                    <a:pt x="256836" y="308240"/>
                  </a:lnTo>
                  <a:lnTo>
                    <a:pt x="261261" y="305327"/>
                  </a:lnTo>
                  <a:lnTo>
                    <a:pt x="265591" y="302276"/>
                  </a:lnTo>
                  <a:lnTo>
                    <a:pt x="269823" y="299089"/>
                  </a:lnTo>
                  <a:lnTo>
                    <a:pt x="273952" y="295769"/>
                  </a:lnTo>
                  <a:lnTo>
                    <a:pt x="277973" y="292321"/>
                  </a:lnTo>
                  <a:lnTo>
                    <a:pt x="281883" y="288746"/>
                  </a:lnTo>
                  <a:lnTo>
                    <a:pt x="285678" y="285050"/>
                  </a:lnTo>
                  <a:lnTo>
                    <a:pt x="289353" y="281235"/>
                  </a:lnTo>
                  <a:lnTo>
                    <a:pt x="292906" y="277306"/>
                  </a:lnTo>
                  <a:lnTo>
                    <a:pt x="296333" y="273266"/>
                  </a:lnTo>
                  <a:lnTo>
                    <a:pt x="299630" y="269119"/>
                  </a:lnTo>
                  <a:lnTo>
                    <a:pt x="302794" y="264870"/>
                  </a:lnTo>
                  <a:lnTo>
                    <a:pt x="305822" y="260523"/>
                  </a:lnTo>
                  <a:lnTo>
                    <a:pt x="308710" y="256083"/>
                  </a:lnTo>
                  <a:lnTo>
                    <a:pt x="311456" y="251553"/>
                  </a:lnTo>
                  <a:lnTo>
                    <a:pt x="314058" y="246938"/>
                  </a:lnTo>
                  <a:lnTo>
                    <a:pt x="316512" y="242243"/>
                  </a:lnTo>
                  <a:lnTo>
                    <a:pt x="318815" y="237472"/>
                  </a:lnTo>
                  <a:lnTo>
                    <a:pt x="320967" y="232632"/>
                  </a:lnTo>
                  <a:lnTo>
                    <a:pt x="322964" y="227725"/>
                  </a:lnTo>
                  <a:lnTo>
                    <a:pt x="324805" y="222757"/>
                  </a:lnTo>
                  <a:lnTo>
                    <a:pt x="326487" y="217734"/>
                  </a:lnTo>
                  <a:lnTo>
                    <a:pt x="328009" y="212660"/>
                  </a:lnTo>
                  <a:lnTo>
                    <a:pt x="329370" y="207540"/>
                  </a:lnTo>
                  <a:lnTo>
                    <a:pt x="330568" y="202380"/>
                  </a:lnTo>
                  <a:lnTo>
                    <a:pt x="331601" y="197184"/>
                  </a:lnTo>
                  <a:lnTo>
                    <a:pt x="332470" y="191958"/>
                  </a:lnTo>
                  <a:lnTo>
                    <a:pt x="333173" y="186708"/>
                  </a:lnTo>
                  <a:lnTo>
                    <a:pt x="333708" y="181437"/>
                  </a:lnTo>
                  <a:lnTo>
                    <a:pt x="334077" y="176153"/>
                  </a:lnTo>
                  <a:lnTo>
                    <a:pt x="334278" y="170859"/>
                  </a:lnTo>
                  <a:lnTo>
                    <a:pt x="334311" y="165561"/>
                  </a:lnTo>
                  <a:lnTo>
                    <a:pt x="334176" y="160266"/>
                  </a:lnTo>
                  <a:lnTo>
                    <a:pt x="333873" y="154977"/>
                  </a:lnTo>
                  <a:lnTo>
                    <a:pt x="333404" y="149700"/>
                  </a:lnTo>
                  <a:lnTo>
                    <a:pt x="332767" y="144441"/>
                  </a:lnTo>
                  <a:lnTo>
                    <a:pt x="331963" y="139205"/>
                  </a:lnTo>
                  <a:lnTo>
                    <a:pt x="330995" y="133997"/>
                  </a:lnTo>
                  <a:lnTo>
                    <a:pt x="329861" y="128822"/>
                  </a:lnTo>
                  <a:lnTo>
                    <a:pt x="328565" y="123685"/>
                  </a:lnTo>
                  <a:lnTo>
                    <a:pt x="327106" y="118593"/>
                  </a:lnTo>
                  <a:lnTo>
                    <a:pt x="325486" y="113549"/>
                  </a:lnTo>
                  <a:lnTo>
                    <a:pt x="323708" y="108559"/>
                  </a:lnTo>
                  <a:lnTo>
                    <a:pt x="321772" y="103627"/>
                  </a:lnTo>
                  <a:lnTo>
                    <a:pt x="319681" y="98760"/>
                  </a:lnTo>
                  <a:lnTo>
                    <a:pt x="317437" y="93961"/>
                  </a:lnTo>
                  <a:lnTo>
                    <a:pt x="315042" y="8923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22300"/>
              <a:ext cx="147890" cy="77930"/>
            </a:xfrm>
            <a:custGeom>
              <a:avLst/>
              <a:pathLst>
                <a:path w="147890" h="77930">
                  <a:moveTo>
                    <a:pt x="147890" y="0"/>
                  </a:moveTo>
                  <a:lnTo>
                    <a:pt x="0" y="779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7210"/>
              <a:ext cx="147890" cy="163021"/>
            </a:xfrm>
            <a:custGeom>
              <a:avLst/>
              <a:pathLst>
                <a:path w="147890" h="163021">
                  <a:moveTo>
                    <a:pt x="147890" y="85090"/>
                  </a:moveTo>
                  <a:lnTo>
                    <a:pt x="145224" y="80227"/>
                  </a:lnTo>
                  <a:lnTo>
                    <a:pt x="142397" y="75455"/>
                  </a:lnTo>
                  <a:lnTo>
                    <a:pt x="139414" y="70780"/>
                  </a:lnTo>
                  <a:lnTo>
                    <a:pt x="136278" y="66206"/>
                  </a:lnTo>
                  <a:lnTo>
                    <a:pt x="132991" y="61738"/>
                  </a:lnTo>
                  <a:lnTo>
                    <a:pt x="129558" y="57382"/>
                  </a:lnTo>
                  <a:lnTo>
                    <a:pt x="125982" y="53143"/>
                  </a:lnTo>
                  <a:lnTo>
                    <a:pt x="122268" y="49024"/>
                  </a:lnTo>
                  <a:lnTo>
                    <a:pt x="118419" y="45031"/>
                  </a:lnTo>
                  <a:lnTo>
                    <a:pt x="114440" y="41167"/>
                  </a:lnTo>
                  <a:lnTo>
                    <a:pt x="110335" y="37438"/>
                  </a:lnTo>
                  <a:lnTo>
                    <a:pt x="106108" y="33847"/>
                  </a:lnTo>
                  <a:lnTo>
                    <a:pt x="101765" y="30398"/>
                  </a:lnTo>
                  <a:lnTo>
                    <a:pt x="97309" y="27096"/>
                  </a:lnTo>
                  <a:lnTo>
                    <a:pt x="92747" y="23942"/>
                  </a:lnTo>
                  <a:lnTo>
                    <a:pt x="88082" y="20942"/>
                  </a:lnTo>
                  <a:lnTo>
                    <a:pt x="83320" y="18098"/>
                  </a:lnTo>
                  <a:lnTo>
                    <a:pt x="78467" y="15414"/>
                  </a:lnTo>
                  <a:lnTo>
                    <a:pt x="73527" y="12892"/>
                  </a:lnTo>
                  <a:lnTo>
                    <a:pt x="68506" y="10536"/>
                  </a:lnTo>
                  <a:lnTo>
                    <a:pt x="63410" y="8347"/>
                  </a:lnTo>
                  <a:lnTo>
                    <a:pt x="58245" y="6329"/>
                  </a:lnTo>
                  <a:lnTo>
                    <a:pt x="53015" y="4483"/>
                  </a:lnTo>
                  <a:lnTo>
                    <a:pt x="47726" y="2812"/>
                  </a:lnTo>
                  <a:lnTo>
                    <a:pt x="42385" y="1317"/>
                  </a:lnTo>
                  <a:lnTo>
                    <a:pt x="36998" y="0"/>
                  </a:lnTo>
                  <a:lnTo>
                    <a:pt x="0" y="163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36998" cy="167167"/>
            </a:xfrm>
            <a:custGeom>
              <a:avLst/>
              <a:pathLst>
                <a:path w="36998" h="167167">
                  <a:moveTo>
                    <a:pt x="36998" y="4145"/>
                  </a:moveTo>
                  <a:lnTo>
                    <a:pt x="30910" y="2882"/>
                  </a:lnTo>
                  <a:lnTo>
                    <a:pt x="24779" y="1846"/>
                  </a:lnTo>
                  <a:lnTo>
                    <a:pt x="18614" y="1039"/>
                  </a:lnTo>
                  <a:lnTo>
                    <a:pt x="12424" y="462"/>
                  </a:lnTo>
                  <a:lnTo>
                    <a:pt x="6216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358820" y="3170392"/>
              <a:ext cx="334326" cy="334321"/>
            </a:xfrm>
            <a:custGeom>
              <a:avLst/>
              <a:pathLst>
                <a:path w="334326" h="334321">
                  <a:moveTo>
                    <a:pt x="167160" y="0"/>
                  </a:moveTo>
                  <a:lnTo>
                    <a:pt x="161877" y="83"/>
                  </a:lnTo>
                  <a:lnTo>
                    <a:pt x="156601" y="333"/>
                  </a:lnTo>
                  <a:lnTo>
                    <a:pt x="151334" y="750"/>
                  </a:lnTo>
                  <a:lnTo>
                    <a:pt x="146084" y="1333"/>
                  </a:lnTo>
                  <a:lnTo>
                    <a:pt x="140854" y="2082"/>
                  </a:lnTo>
                  <a:lnTo>
                    <a:pt x="135651" y="2996"/>
                  </a:lnTo>
                  <a:lnTo>
                    <a:pt x="130479" y="4073"/>
                  </a:lnTo>
                  <a:lnTo>
                    <a:pt x="125344" y="5314"/>
                  </a:lnTo>
                  <a:lnTo>
                    <a:pt x="120251" y="6716"/>
                  </a:lnTo>
                  <a:lnTo>
                    <a:pt x="115204" y="8278"/>
                  </a:lnTo>
                  <a:lnTo>
                    <a:pt x="110210" y="9999"/>
                  </a:lnTo>
                  <a:lnTo>
                    <a:pt x="105272" y="11877"/>
                  </a:lnTo>
                  <a:lnTo>
                    <a:pt x="100396" y="13910"/>
                  </a:lnTo>
                  <a:lnTo>
                    <a:pt x="95587" y="16096"/>
                  </a:lnTo>
                  <a:lnTo>
                    <a:pt x="90849" y="18433"/>
                  </a:lnTo>
                  <a:lnTo>
                    <a:pt x="86187" y="20919"/>
                  </a:lnTo>
                  <a:lnTo>
                    <a:pt x="81607" y="23551"/>
                  </a:lnTo>
                  <a:lnTo>
                    <a:pt x="77112" y="26326"/>
                  </a:lnTo>
                  <a:lnTo>
                    <a:pt x="72706" y="29241"/>
                  </a:lnTo>
                  <a:lnTo>
                    <a:pt x="68395" y="32295"/>
                  </a:lnTo>
                  <a:lnTo>
                    <a:pt x="64183" y="35483"/>
                  </a:lnTo>
                  <a:lnTo>
                    <a:pt x="60073" y="38802"/>
                  </a:lnTo>
                  <a:lnTo>
                    <a:pt x="56071" y="42250"/>
                  </a:lnTo>
                  <a:lnTo>
                    <a:pt x="52179" y="45823"/>
                  </a:lnTo>
                  <a:lnTo>
                    <a:pt x="48402" y="49516"/>
                  </a:lnTo>
                  <a:lnTo>
                    <a:pt x="44744" y="53328"/>
                  </a:lnTo>
                  <a:lnTo>
                    <a:pt x="41208" y="57253"/>
                  </a:lnTo>
                  <a:lnTo>
                    <a:pt x="37798" y="61287"/>
                  </a:lnTo>
                  <a:lnTo>
                    <a:pt x="34517" y="65428"/>
                  </a:lnTo>
                  <a:lnTo>
                    <a:pt x="31368" y="69670"/>
                  </a:lnTo>
                  <a:lnTo>
                    <a:pt x="28355" y="74009"/>
                  </a:lnTo>
                  <a:lnTo>
                    <a:pt x="25481" y="78442"/>
                  </a:lnTo>
                  <a:lnTo>
                    <a:pt x="22748" y="82963"/>
                  </a:lnTo>
                  <a:lnTo>
                    <a:pt x="20160" y="87568"/>
                  </a:lnTo>
                  <a:lnTo>
                    <a:pt x="17718" y="92252"/>
                  </a:lnTo>
                  <a:lnTo>
                    <a:pt x="15426" y="97012"/>
                  </a:lnTo>
                  <a:lnTo>
                    <a:pt x="13285" y="101841"/>
                  </a:lnTo>
                  <a:lnTo>
                    <a:pt x="11297" y="106736"/>
                  </a:lnTo>
                  <a:lnTo>
                    <a:pt x="9466" y="111691"/>
                  </a:lnTo>
                  <a:lnTo>
                    <a:pt x="7791" y="116702"/>
                  </a:lnTo>
                  <a:lnTo>
                    <a:pt x="6276" y="121763"/>
                  </a:lnTo>
                  <a:lnTo>
                    <a:pt x="4922" y="126869"/>
                  </a:lnTo>
                  <a:lnTo>
                    <a:pt x="3730" y="132015"/>
                  </a:lnTo>
                  <a:lnTo>
                    <a:pt x="2701" y="137197"/>
                  </a:lnTo>
                  <a:lnTo>
                    <a:pt x="1836" y="142409"/>
                  </a:lnTo>
                  <a:lnTo>
                    <a:pt x="1136" y="147645"/>
                  </a:lnTo>
                  <a:lnTo>
                    <a:pt x="602" y="152901"/>
                  </a:lnTo>
                  <a:lnTo>
                    <a:pt x="234" y="158171"/>
                  </a:lnTo>
                  <a:lnTo>
                    <a:pt x="34" y="163450"/>
                  </a:lnTo>
                  <a:lnTo>
                    <a:pt x="0" y="168732"/>
                  </a:lnTo>
                  <a:lnTo>
                    <a:pt x="132" y="174013"/>
                  </a:lnTo>
                  <a:lnTo>
                    <a:pt x="432" y="179288"/>
                  </a:lnTo>
                  <a:lnTo>
                    <a:pt x="898" y="184550"/>
                  </a:lnTo>
                  <a:lnTo>
                    <a:pt x="1531" y="189795"/>
                  </a:lnTo>
                  <a:lnTo>
                    <a:pt x="2328" y="195017"/>
                  </a:lnTo>
                  <a:lnTo>
                    <a:pt x="3291" y="200211"/>
                  </a:lnTo>
                  <a:lnTo>
                    <a:pt x="4417" y="205373"/>
                  </a:lnTo>
                  <a:lnTo>
                    <a:pt x="5705" y="210496"/>
                  </a:lnTo>
                  <a:lnTo>
                    <a:pt x="7155" y="215576"/>
                  </a:lnTo>
                  <a:lnTo>
                    <a:pt x="8764" y="220608"/>
                  </a:lnTo>
                  <a:lnTo>
                    <a:pt x="10532" y="225586"/>
                  </a:lnTo>
                  <a:lnTo>
                    <a:pt x="12456" y="230506"/>
                  </a:lnTo>
                  <a:lnTo>
                    <a:pt x="14535" y="235363"/>
                  </a:lnTo>
                  <a:lnTo>
                    <a:pt x="16766" y="240151"/>
                  </a:lnTo>
                  <a:lnTo>
                    <a:pt x="19147" y="244867"/>
                  </a:lnTo>
                  <a:lnTo>
                    <a:pt x="21676" y="249505"/>
                  </a:lnTo>
                  <a:lnTo>
                    <a:pt x="24351" y="254061"/>
                  </a:lnTo>
                  <a:lnTo>
                    <a:pt x="27168" y="258530"/>
                  </a:lnTo>
                  <a:lnTo>
                    <a:pt x="30124" y="262908"/>
                  </a:lnTo>
                  <a:lnTo>
                    <a:pt x="33218" y="267190"/>
                  </a:lnTo>
                  <a:lnTo>
                    <a:pt x="36445" y="271372"/>
                  </a:lnTo>
                  <a:lnTo>
                    <a:pt x="39803" y="275451"/>
                  </a:lnTo>
                  <a:lnTo>
                    <a:pt x="43288" y="279421"/>
                  </a:lnTo>
                  <a:lnTo>
                    <a:pt x="46897" y="283279"/>
                  </a:lnTo>
                  <a:lnTo>
                    <a:pt x="50626" y="287021"/>
                  </a:lnTo>
                  <a:lnTo>
                    <a:pt x="54472" y="290643"/>
                  </a:lnTo>
                  <a:lnTo>
                    <a:pt x="58429" y="294142"/>
                  </a:lnTo>
                  <a:lnTo>
                    <a:pt x="62496" y="297514"/>
                  </a:lnTo>
                  <a:lnTo>
                    <a:pt x="66667" y="300756"/>
                  </a:lnTo>
                  <a:lnTo>
                    <a:pt x="70938" y="303865"/>
                  </a:lnTo>
                  <a:lnTo>
                    <a:pt x="75306" y="306837"/>
                  </a:lnTo>
                  <a:lnTo>
                    <a:pt x="79765" y="309670"/>
                  </a:lnTo>
                  <a:lnTo>
                    <a:pt x="84311" y="312360"/>
                  </a:lnTo>
                  <a:lnTo>
                    <a:pt x="88940" y="314906"/>
                  </a:lnTo>
                  <a:lnTo>
                    <a:pt x="93648" y="317303"/>
                  </a:lnTo>
                  <a:lnTo>
                    <a:pt x="98428" y="319551"/>
                  </a:lnTo>
                  <a:lnTo>
                    <a:pt x="103278" y="321647"/>
                  </a:lnTo>
                  <a:lnTo>
                    <a:pt x="108191" y="323588"/>
                  </a:lnTo>
                  <a:lnTo>
                    <a:pt x="113163" y="325374"/>
                  </a:lnTo>
                  <a:lnTo>
                    <a:pt x="118189" y="327001"/>
                  </a:lnTo>
                  <a:lnTo>
                    <a:pt x="123264" y="328468"/>
                  </a:lnTo>
                  <a:lnTo>
                    <a:pt x="128383" y="329775"/>
                  </a:lnTo>
                  <a:lnTo>
                    <a:pt x="133540" y="330919"/>
                  </a:lnTo>
                  <a:lnTo>
                    <a:pt x="138731" y="331899"/>
                  </a:lnTo>
                  <a:lnTo>
                    <a:pt x="143950" y="332715"/>
                  </a:lnTo>
                  <a:lnTo>
                    <a:pt x="149193" y="333366"/>
                  </a:lnTo>
                  <a:lnTo>
                    <a:pt x="154453" y="333851"/>
                  </a:lnTo>
                  <a:lnTo>
                    <a:pt x="159727" y="334169"/>
                  </a:lnTo>
                  <a:lnTo>
                    <a:pt x="165007" y="334321"/>
                  </a:lnTo>
                  <a:lnTo>
                    <a:pt x="170290" y="334305"/>
                  </a:lnTo>
                  <a:lnTo>
                    <a:pt x="175570" y="334123"/>
                  </a:lnTo>
                  <a:lnTo>
                    <a:pt x="180841" y="333774"/>
                  </a:lnTo>
                  <a:lnTo>
                    <a:pt x="186099" y="333258"/>
                  </a:lnTo>
                  <a:lnTo>
                    <a:pt x="191337" y="332577"/>
                  </a:lnTo>
                  <a:lnTo>
                    <a:pt x="196552" y="331730"/>
                  </a:lnTo>
                  <a:lnTo>
                    <a:pt x="201737" y="330719"/>
                  </a:lnTo>
                  <a:lnTo>
                    <a:pt x="206888" y="329545"/>
                  </a:lnTo>
                  <a:lnTo>
                    <a:pt x="211999" y="328209"/>
                  </a:lnTo>
                  <a:lnTo>
                    <a:pt x="217065" y="326711"/>
                  </a:lnTo>
                  <a:lnTo>
                    <a:pt x="222081" y="325055"/>
                  </a:lnTo>
                  <a:lnTo>
                    <a:pt x="227043" y="323241"/>
                  </a:lnTo>
                  <a:lnTo>
                    <a:pt x="231944" y="321270"/>
                  </a:lnTo>
                  <a:lnTo>
                    <a:pt x="236781" y="319146"/>
                  </a:lnTo>
                  <a:lnTo>
                    <a:pt x="241549" y="316871"/>
                  </a:lnTo>
                  <a:lnTo>
                    <a:pt x="246242" y="314445"/>
                  </a:lnTo>
                  <a:lnTo>
                    <a:pt x="250856" y="311873"/>
                  </a:lnTo>
                  <a:lnTo>
                    <a:pt x="255387" y="309156"/>
                  </a:lnTo>
                  <a:lnTo>
                    <a:pt x="259829" y="306297"/>
                  </a:lnTo>
                  <a:lnTo>
                    <a:pt x="264179" y="303300"/>
                  </a:lnTo>
                  <a:lnTo>
                    <a:pt x="268432" y="300166"/>
                  </a:lnTo>
                  <a:lnTo>
                    <a:pt x="272584" y="296900"/>
                  </a:lnTo>
                  <a:lnTo>
                    <a:pt x="276631" y="293504"/>
                  </a:lnTo>
                  <a:lnTo>
                    <a:pt x="280568" y="289982"/>
                  </a:lnTo>
                  <a:lnTo>
                    <a:pt x="284392" y="286337"/>
                  </a:lnTo>
                  <a:lnTo>
                    <a:pt x="288099" y="282573"/>
                  </a:lnTo>
                  <a:lnTo>
                    <a:pt x="291686" y="278694"/>
                  </a:lnTo>
                  <a:lnTo>
                    <a:pt x="295147" y="274703"/>
                  </a:lnTo>
                  <a:lnTo>
                    <a:pt x="298481" y="270606"/>
                  </a:lnTo>
                  <a:lnTo>
                    <a:pt x="301684" y="266404"/>
                  </a:lnTo>
                  <a:lnTo>
                    <a:pt x="304753" y="262104"/>
                  </a:lnTo>
                  <a:lnTo>
                    <a:pt x="307684" y="257709"/>
                  </a:lnTo>
                  <a:lnTo>
                    <a:pt x="310475" y="253224"/>
                  </a:lnTo>
                  <a:lnTo>
                    <a:pt x="313122" y="248652"/>
                  </a:lnTo>
                  <a:lnTo>
                    <a:pt x="315624" y="243999"/>
                  </a:lnTo>
                  <a:lnTo>
                    <a:pt x="317978" y="239270"/>
                  </a:lnTo>
                  <a:lnTo>
                    <a:pt x="320181" y="234468"/>
                  </a:lnTo>
                  <a:lnTo>
                    <a:pt x="322231" y="229599"/>
                  </a:lnTo>
                  <a:lnTo>
                    <a:pt x="324126" y="224668"/>
                  </a:lnTo>
                  <a:lnTo>
                    <a:pt x="325865" y="219680"/>
                  </a:lnTo>
                  <a:lnTo>
                    <a:pt x="327445" y="214639"/>
                  </a:lnTo>
                  <a:lnTo>
                    <a:pt x="328865" y="209550"/>
                  </a:lnTo>
                  <a:lnTo>
                    <a:pt x="330123" y="204420"/>
                  </a:lnTo>
                  <a:lnTo>
                    <a:pt x="331219" y="199252"/>
                  </a:lnTo>
                  <a:lnTo>
                    <a:pt x="332151" y="194052"/>
                  </a:lnTo>
                  <a:lnTo>
                    <a:pt x="332918" y="188825"/>
                  </a:lnTo>
                  <a:lnTo>
                    <a:pt x="333520" y="183577"/>
                  </a:lnTo>
                  <a:lnTo>
                    <a:pt x="333955" y="178312"/>
                  </a:lnTo>
                  <a:lnTo>
                    <a:pt x="334224" y="173036"/>
                  </a:lnTo>
                  <a:lnTo>
                    <a:pt x="334326" y="167754"/>
                  </a:lnTo>
                  <a:lnTo>
                    <a:pt x="334261" y="162472"/>
                  </a:lnTo>
                  <a:lnTo>
                    <a:pt x="334029" y="157194"/>
                  </a:lnTo>
                  <a:lnTo>
                    <a:pt x="333631" y="151926"/>
                  </a:lnTo>
                  <a:lnTo>
                    <a:pt x="333066" y="146674"/>
                  </a:lnTo>
                  <a:lnTo>
                    <a:pt x="332336" y="141441"/>
                  </a:lnTo>
                  <a:lnTo>
                    <a:pt x="331440" y="136235"/>
                  </a:lnTo>
                  <a:lnTo>
                    <a:pt x="330381" y="131060"/>
                  </a:lnTo>
                  <a:lnTo>
                    <a:pt x="329159" y="125920"/>
                  </a:lnTo>
                  <a:lnTo>
                    <a:pt x="327774" y="120822"/>
                  </a:lnTo>
                  <a:lnTo>
                    <a:pt x="326230" y="115770"/>
                  </a:lnTo>
                  <a:lnTo>
                    <a:pt x="324526" y="110769"/>
                  </a:lnTo>
                  <a:lnTo>
                    <a:pt x="322666" y="105825"/>
                  </a:lnTo>
                  <a:lnTo>
                    <a:pt x="320650" y="100942"/>
                  </a:lnTo>
                  <a:lnTo>
                    <a:pt x="318480" y="96125"/>
                  </a:lnTo>
                  <a:lnTo>
                    <a:pt x="316160" y="91379"/>
                  </a:lnTo>
                  <a:lnTo>
                    <a:pt x="313691" y="86709"/>
                  </a:lnTo>
                  <a:lnTo>
                    <a:pt x="311076" y="82119"/>
                  </a:lnTo>
                  <a:lnTo>
                    <a:pt x="308316" y="77614"/>
                  </a:lnTo>
                  <a:lnTo>
                    <a:pt x="305416" y="73198"/>
                  </a:lnTo>
                  <a:lnTo>
                    <a:pt x="302378" y="68877"/>
                  </a:lnTo>
                  <a:lnTo>
                    <a:pt x="299205" y="64653"/>
                  </a:lnTo>
                  <a:lnTo>
                    <a:pt x="295899" y="60532"/>
                  </a:lnTo>
                  <a:lnTo>
                    <a:pt x="292466" y="56517"/>
                  </a:lnTo>
                  <a:lnTo>
                    <a:pt x="288907" y="52613"/>
                  </a:lnTo>
                  <a:lnTo>
                    <a:pt x="285226" y="48823"/>
                  </a:lnTo>
                  <a:lnTo>
                    <a:pt x="281428" y="45152"/>
                  </a:lnTo>
                  <a:lnTo>
                    <a:pt x="277516" y="41602"/>
                  </a:lnTo>
                  <a:lnTo>
                    <a:pt x="273493" y="38178"/>
                  </a:lnTo>
                  <a:lnTo>
                    <a:pt x="269364" y="34882"/>
                  </a:lnTo>
                  <a:lnTo>
                    <a:pt x="265133" y="31719"/>
                  </a:lnTo>
                  <a:lnTo>
                    <a:pt x="260804" y="28691"/>
                  </a:lnTo>
                  <a:lnTo>
                    <a:pt x="256382" y="25801"/>
                  </a:lnTo>
                  <a:lnTo>
                    <a:pt x="251870" y="23052"/>
                  </a:lnTo>
                  <a:lnTo>
                    <a:pt x="247274" y="20448"/>
                  </a:lnTo>
                  <a:lnTo>
                    <a:pt x="242598" y="17989"/>
                  </a:lnTo>
                  <a:lnTo>
                    <a:pt x="237847" y="15680"/>
                  </a:lnTo>
                  <a:lnTo>
                    <a:pt x="233025" y="13522"/>
                  </a:lnTo>
                  <a:lnTo>
                    <a:pt x="228137" y="1151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6275"/>
              <a:ext cx="60977" cy="161284"/>
            </a:xfrm>
            <a:custGeom>
              <a:avLst/>
              <a:pathLst>
                <a:path w="60977" h="161284">
                  <a:moveTo>
                    <a:pt x="60977" y="5634"/>
                  </a:moveTo>
                  <a:lnTo>
                    <a:pt x="52543" y="2589"/>
                  </a:lnTo>
                  <a:lnTo>
                    <a:pt x="43958" y="0"/>
                  </a:lnTo>
                  <a:lnTo>
                    <a:pt x="0" y="161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43958" cy="167167"/>
            </a:xfrm>
            <a:custGeom>
              <a:avLst/>
              <a:pathLst>
                <a:path w="43958" h="167167">
                  <a:moveTo>
                    <a:pt x="43958" y="5883"/>
                  </a:moveTo>
                  <a:lnTo>
                    <a:pt x="37797" y="4329"/>
                  </a:lnTo>
                  <a:lnTo>
                    <a:pt x="31581" y="3010"/>
                  </a:lnTo>
                  <a:lnTo>
                    <a:pt x="25320" y="1928"/>
                  </a:lnTo>
                  <a:lnTo>
                    <a:pt x="19022" y="1085"/>
                  </a:lnTo>
                  <a:lnTo>
                    <a:pt x="12696" y="482"/>
                  </a:lnTo>
                  <a:lnTo>
                    <a:pt x="6353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423594" y="3707720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1" y="3008"/>
                  </a:lnTo>
                  <a:lnTo>
                    <a:pt x="130399" y="4090"/>
                  </a:lnTo>
                  <a:lnTo>
                    <a:pt x="125254" y="5336"/>
                  </a:lnTo>
                  <a:lnTo>
                    <a:pt x="120151" y="6743"/>
                  </a:lnTo>
                  <a:lnTo>
                    <a:pt x="115095" y="8312"/>
                  </a:lnTo>
                  <a:lnTo>
                    <a:pt x="110091" y="10040"/>
                  </a:lnTo>
                  <a:lnTo>
                    <a:pt x="105145" y="11926"/>
                  </a:lnTo>
                  <a:lnTo>
                    <a:pt x="100261" y="13967"/>
                  </a:lnTo>
                  <a:lnTo>
                    <a:pt x="95443" y="16162"/>
                  </a:lnTo>
                  <a:lnTo>
                    <a:pt x="90698" y="18508"/>
                  </a:lnTo>
                  <a:lnTo>
                    <a:pt x="86029" y="21003"/>
                  </a:lnTo>
                  <a:lnTo>
                    <a:pt x="81442" y="23645"/>
                  </a:lnTo>
                  <a:lnTo>
                    <a:pt x="76941" y="26431"/>
                  </a:lnTo>
                  <a:lnTo>
                    <a:pt x="72530" y="29358"/>
                  </a:lnTo>
                  <a:lnTo>
                    <a:pt x="68214" y="32423"/>
                  </a:lnTo>
                  <a:lnTo>
                    <a:pt x="63997" y="35623"/>
                  </a:lnTo>
                  <a:lnTo>
                    <a:pt x="59884" y="38956"/>
                  </a:lnTo>
                  <a:lnTo>
                    <a:pt x="55878" y="42416"/>
                  </a:lnTo>
                  <a:lnTo>
                    <a:pt x="51984" y="46002"/>
                  </a:lnTo>
                  <a:lnTo>
                    <a:pt x="48205" y="49710"/>
                  </a:lnTo>
                  <a:lnTo>
                    <a:pt x="44546" y="53535"/>
                  </a:lnTo>
                  <a:lnTo>
                    <a:pt x="41009" y="57474"/>
                  </a:lnTo>
                  <a:lnTo>
                    <a:pt x="37599" y="61523"/>
                  </a:lnTo>
                  <a:lnTo>
                    <a:pt x="34319" y="65678"/>
                  </a:lnTo>
                  <a:lnTo>
                    <a:pt x="31172" y="69935"/>
                  </a:lnTo>
                  <a:lnTo>
                    <a:pt x="28162" y="74289"/>
                  </a:lnTo>
                  <a:lnTo>
                    <a:pt x="25291" y="78737"/>
                  </a:lnTo>
                  <a:lnTo>
                    <a:pt x="22562" y="83273"/>
                  </a:lnTo>
                  <a:lnTo>
                    <a:pt x="19978" y="87893"/>
                  </a:lnTo>
                  <a:lnTo>
                    <a:pt x="17542" y="92593"/>
                  </a:lnTo>
                  <a:lnTo>
                    <a:pt x="15256" y="97367"/>
                  </a:lnTo>
                  <a:lnTo>
                    <a:pt x="13122" y="102212"/>
                  </a:lnTo>
                  <a:lnTo>
                    <a:pt x="11142" y="107121"/>
                  </a:lnTo>
                  <a:lnTo>
                    <a:pt x="9319" y="112091"/>
                  </a:lnTo>
                  <a:lnTo>
                    <a:pt x="7655" y="117116"/>
                  </a:lnTo>
                  <a:lnTo>
                    <a:pt x="6150" y="122192"/>
                  </a:lnTo>
                  <a:lnTo>
                    <a:pt x="4807" y="127312"/>
                  </a:lnTo>
                  <a:lnTo>
                    <a:pt x="3626" y="132473"/>
                  </a:lnTo>
                  <a:lnTo>
                    <a:pt x="2610" y="137668"/>
                  </a:lnTo>
                  <a:lnTo>
                    <a:pt x="1758" y="142892"/>
                  </a:lnTo>
                  <a:lnTo>
                    <a:pt x="1072" y="148142"/>
                  </a:lnTo>
                  <a:lnTo>
                    <a:pt x="553" y="153410"/>
                  </a:lnTo>
                  <a:lnTo>
                    <a:pt x="201" y="158692"/>
                  </a:lnTo>
                  <a:lnTo>
                    <a:pt x="17" y="163982"/>
                  </a:lnTo>
                  <a:lnTo>
                    <a:pt x="0" y="169276"/>
                  </a:lnTo>
                  <a:lnTo>
                    <a:pt x="150" y="174567"/>
                  </a:lnTo>
                  <a:lnTo>
                    <a:pt x="468" y="179851"/>
                  </a:lnTo>
                  <a:lnTo>
                    <a:pt x="953" y="185123"/>
                  </a:lnTo>
                  <a:lnTo>
                    <a:pt x="1605" y="190376"/>
                  </a:lnTo>
                  <a:lnTo>
                    <a:pt x="2423" y="195606"/>
                  </a:lnTo>
                  <a:lnTo>
                    <a:pt x="3406" y="200808"/>
                  </a:lnTo>
                  <a:lnTo>
                    <a:pt x="4553" y="205976"/>
                  </a:lnTo>
                  <a:lnTo>
                    <a:pt x="5864" y="211105"/>
                  </a:lnTo>
                  <a:lnTo>
                    <a:pt x="7336" y="216190"/>
                  </a:lnTo>
                  <a:lnTo>
                    <a:pt x="8968" y="221225"/>
                  </a:lnTo>
                  <a:lnTo>
                    <a:pt x="10759" y="226207"/>
                  </a:lnTo>
                  <a:lnTo>
                    <a:pt x="12707" y="231129"/>
                  </a:lnTo>
                  <a:lnTo>
                    <a:pt x="14810" y="235987"/>
                  </a:lnTo>
                  <a:lnTo>
                    <a:pt x="17065" y="240776"/>
                  </a:lnTo>
                  <a:lnTo>
                    <a:pt x="19471" y="245492"/>
                  </a:lnTo>
                  <a:lnTo>
                    <a:pt x="22025" y="250129"/>
                  </a:lnTo>
                  <a:lnTo>
                    <a:pt x="24725" y="254682"/>
                  </a:lnTo>
                  <a:lnTo>
                    <a:pt x="27567" y="259148"/>
                  </a:lnTo>
                  <a:lnTo>
                    <a:pt x="30549" y="263522"/>
                  </a:lnTo>
                  <a:lnTo>
                    <a:pt x="33669" y="267799"/>
                  </a:lnTo>
                  <a:lnTo>
                    <a:pt x="36922" y="271975"/>
                  </a:lnTo>
                  <a:lnTo>
                    <a:pt x="40306" y="276046"/>
                  </a:lnTo>
                  <a:lnTo>
                    <a:pt x="43817" y="280007"/>
                  </a:lnTo>
                  <a:lnTo>
                    <a:pt x="47451" y="283856"/>
                  </a:lnTo>
                  <a:lnTo>
                    <a:pt x="51206" y="287588"/>
                  </a:lnTo>
                  <a:lnTo>
                    <a:pt x="55077" y="291199"/>
                  </a:lnTo>
                  <a:lnTo>
                    <a:pt x="59061" y="294685"/>
                  </a:lnTo>
                  <a:lnTo>
                    <a:pt x="63152" y="298044"/>
                  </a:lnTo>
                  <a:lnTo>
                    <a:pt x="67349" y="301271"/>
                  </a:lnTo>
                  <a:lnTo>
                    <a:pt x="71645" y="304364"/>
                  </a:lnTo>
                  <a:lnTo>
                    <a:pt x="76037" y="307319"/>
                  </a:lnTo>
                  <a:lnTo>
                    <a:pt x="80520" y="310134"/>
                  </a:lnTo>
                  <a:lnTo>
                    <a:pt x="85090" y="312805"/>
                  </a:lnTo>
                  <a:lnTo>
                    <a:pt x="89743" y="315331"/>
                  </a:lnTo>
                  <a:lnTo>
                    <a:pt x="94473" y="317707"/>
                  </a:lnTo>
                  <a:lnTo>
                    <a:pt x="99276" y="319933"/>
                  </a:lnTo>
                  <a:lnTo>
                    <a:pt x="104147" y="322006"/>
                  </a:lnTo>
                  <a:lnTo>
                    <a:pt x="109081" y="323923"/>
                  </a:lnTo>
                  <a:lnTo>
                    <a:pt x="114074" y="325683"/>
                  </a:lnTo>
                  <a:lnTo>
                    <a:pt x="119119" y="327285"/>
                  </a:lnTo>
                  <a:lnTo>
                    <a:pt x="124213" y="328725"/>
                  </a:lnTo>
                  <a:lnTo>
                    <a:pt x="129350" y="330004"/>
                  </a:lnTo>
                  <a:lnTo>
                    <a:pt x="134525" y="331119"/>
                  </a:lnTo>
                  <a:lnTo>
                    <a:pt x="139732" y="332070"/>
                  </a:lnTo>
                  <a:lnTo>
                    <a:pt x="144968" y="332856"/>
                  </a:lnTo>
                  <a:lnTo>
                    <a:pt x="150225" y="333475"/>
                  </a:lnTo>
                  <a:lnTo>
                    <a:pt x="155499" y="333928"/>
                  </a:lnTo>
                  <a:lnTo>
                    <a:pt x="160785" y="334213"/>
                  </a:lnTo>
                  <a:lnTo>
                    <a:pt x="166077" y="334331"/>
                  </a:lnTo>
                  <a:lnTo>
                    <a:pt x="171371" y="334281"/>
                  </a:lnTo>
                  <a:lnTo>
                    <a:pt x="176660" y="334064"/>
                  </a:lnTo>
                  <a:lnTo>
                    <a:pt x="181940" y="333679"/>
                  </a:lnTo>
                  <a:lnTo>
                    <a:pt x="187205" y="333128"/>
                  </a:lnTo>
                  <a:lnTo>
                    <a:pt x="192449" y="332409"/>
                  </a:lnTo>
                  <a:lnTo>
                    <a:pt x="197669" y="331526"/>
                  </a:lnTo>
                  <a:lnTo>
                    <a:pt x="202858" y="330477"/>
                  </a:lnTo>
                  <a:lnTo>
                    <a:pt x="208011" y="329265"/>
                  </a:lnTo>
                  <a:lnTo>
                    <a:pt x="213123" y="327890"/>
                  </a:lnTo>
                  <a:lnTo>
                    <a:pt x="218188" y="326354"/>
                  </a:lnTo>
                  <a:lnTo>
                    <a:pt x="223203" y="324658"/>
                  </a:lnTo>
                  <a:lnTo>
                    <a:pt x="228162" y="322804"/>
                  </a:lnTo>
                  <a:lnTo>
                    <a:pt x="233059" y="320795"/>
                  </a:lnTo>
                  <a:lnTo>
                    <a:pt x="237890" y="318631"/>
                  </a:lnTo>
                  <a:lnTo>
                    <a:pt x="242651" y="316315"/>
                  </a:lnTo>
                  <a:lnTo>
                    <a:pt x="247335" y="313850"/>
                  </a:lnTo>
                  <a:lnTo>
                    <a:pt x="251939" y="311237"/>
                  </a:lnTo>
                  <a:lnTo>
                    <a:pt x="256459" y="308481"/>
                  </a:lnTo>
                  <a:lnTo>
                    <a:pt x="260888" y="305582"/>
                  </a:lnTo>
                  <a:lnTo>
                    <a:pt x="265224" y="302545"/>
                  </a:lnTo>
                  <a:lnTo>
                    <a:pt x="269461" y="299372"/>
                  </a:lnTo>
                  <a:lnTo>
                    <a:pt x="273596" y="296066"/>
                  </a:lnTo>
                  <a:lnTo>
                    <a:pt x="277624" y="292631"/>
                  </a:lnTo>
                  <a:lnTo>
                    <a:pt x="281541" y="289071"/>
                  </a:lnTo>
                  <a:lnTo>
                    <a:pt x="285343" y="285388"/>
                  </a:lnTo>
                  <a:lnTo>
                    <a:pt x="289027" y="281586"/>
                  </a:lnTo>
                  <a:lnTo>
                    <a:pt x="292589" y="277670"/>
                  </a:lnTo>
                  <a:lnTo>
                    <a:pt x="296025" y="273643"/>
                  </a:lnTo>
                  <a:lnTo>
                    <a:pt x="299332" y="269509"/>
                  </a:lnTo>
                  <a:lnTo>
                    <a:pt x="302506" y="265272"/>
                  </a:lnTo>
                  <a:lnTo>
                    <a:pt x="305544" y="260938"/>
                  </a:lnTo>
                  <a:lnTo>
                    <a:pt x="308444" y="256509"/>
                  </a:lnTo>
                  <a:lnTo>
                    <a:pt x="311202" y="251990"/>
                  </a:lnTo>
                  <a:lnTo>
                    <a:pt x="313816" y="247387"/>
                  </a:lnTo>
                  <a:lnTo>
                    <a:pt x="316282" y="242703"/>
                  </a:lnTo>
                  <a:lnTo>
                    <a:pt x="318599" y="237943"/>
                  </a:lnTo>
                  <a:lnTo>
                    <a:pt x="320764" y="233112"/>
                  </a:lnTo>
                  <a:lnTo>
                    <a:pt x="322775" y="228215"/>
                  </a:lnTo>
                  <a:lnTo>
                    <a:pt x="324630" y="223257"/>
                  </a:lnTo>
                  <a:lnTo>
                    <a:pt x="326327" y="218243"/>
                  </a:lnTo>
                  <a:lnTo>
                    <a:pt x="327864" y="213178"/>
                  </a:lnTo>
                  <a:lnTo>
                    <a:pt x="329241" y="208066"/>
                  </a:lnTo>
                  <a:lnTo>
                    <a:pt x="330454" y="202913"/>
                  </a:lnTo>
                  <a:lnTo>
                    <a:pt x="331504" y="197725"/>
                  </a:lnTo>
                  <a:lnTo>
                    <a:pt x="332390" y="192506"/>
                  </a:lnTo>
                  <a:lnTo>
                    <a:pt x="333109" y="187261"/>
                  </a:lnTo>
                  <a:lnTo>
                    <a:pt x="333662" y="181996"/>
                  </a:lnTo>
                  <a:lnTo>
                    <a:pt x="334048" y="176717"/>
                  </a:lnTo>
                  <a:lnTo>
                    <a:pt x="334267" y="171428"/>
                  </a:lnTo>
                  <a:lnTo>
                    <a:pt x="334318" y="166134"/>
                  </a:lnTo>
                  <a:lnTo>
                    <a:pt x="334201" y="160842"/>
                  </a:lnTo>
                  <a:lnTo>
                    <a:pt x="333917" y="155556"/>
                  </a:lnTo>
                  <a:lnTo>
                    <a:pt x="333466" y="150281"/>
                  </a:lnTo>
                  <a:lnTo>
                    <a:pt x="332848" y="145024"/>
                  </a:lnTo>
                  <a:lnTo>
                    <a:pt x="332064" y="139789"/>
                  </a:lnTo>
                  <a:lnTo>
                    <a:pt x="331114" y="134581"/>
                  </a:lnTo>
                  <a:lnTo>
                    <a:pt x="330000" y="129406"/>
                  </a:lnTo>
                  <a:lnTo>
                    <a:pt x="328723" y="124268"/>
                  </a:lnTo>
                  <a:lnTo>
                    <a:pt x="327284" y="119174"/>
                  </a:lnTo>
                  <a:lnTo>
                    <a:pt x="325684" y="114128"/>
                  </a:lnTo>
                  <a:lnTo>
                    <a:pt x="323925" y="109135"/>
                  </a:lnTo>
                  <a:lnTo>
                    <a:pt x="322009" y="104200"/>
                  </a:lnTo>
                  <a:lnTo>
                    <a:pt x="319938" y="99329"/>
                  </a:lnTo>
                  <a:lnTo>
                    <a:pt x="317713" y="94525"/>
                  </a:lnTo>
                  <a:lnTo>
                    <a:pt x="315337" y="89794"/>
                  </a:lnTo>
                  <a:lnTo>
                    <a:pt x="312813" y="85141"/>
                  </a:lnTo>
                  <a:lnTo>
                    <a:pt x="310143" y="80570"/>
                  </a:lnTo>
                  <a:lnTo>
                    <a:pt x="307330" y="76086"/>
                  </a:lnTo>
                  <a:lnTo>
                    <a:pt x="304375" y="71694"/>
                  </a:lnTo>
                  <a:lnTo>
                    <a:pt x="301284" y="67397"/>
                  </a:lnTo>
                  <a:lnTo>
                    <a:pt x="298057" y="63200"/>
                  </a:lnTo>
                  <a:lnTo>
                    <a:pt x="294700" y="59107"/>
                  </a:lnTo>
                  <a:lnTo>
                    <a:pt x="291214" y="55123"/>
                  </a:lnTo>
                  <a:lnTo>
                    <a:pt x="287605" y="51251"/>
                  </a:lnTo>
                  <a:lnTo>
                    <a:pt x="283874" y="47495"/>
                  </a:lnTo>
                  <a:lnTo>
                    <a:pt x="280026" y="43859"/>
                  </a:lnTo>
                  <a:lnTo>
                    <a:pt x="276065" y="40347"/>
                  </a:lnTo>
                  <a:lnTo>
                    <a:pt x="271995" y="36963"/>
                  </a:lnTo>
                  <a:lnTo>
                    <a:pt x="267820" y="33708"/>
                  </a:lnTo>
                  <a:lnTo>
                    <a:pt x="263544" y="30588"/>
                  </a:lnTo>
                  <a:lnTo>
                    <a:pt x="259171" y="27604"/>
                  </a:lnTo>
                  <a:lnTo>
                    <a:pt x="254706" y="24761"/>
                  </a:lnTo>
                  <a:lnTo>
                    <a:pt x="250153" y="22060"/>
                  </a:lnTo>
                  <a:lnTo>
                    <a:pt x="245517" y="19505"/>
                  </a:lnTo>
                  <a:lnTo>
                    <a:pt x="240802" y="17097"/>
                  </a:lnTo>
                  <a:lnTo>
                    <a:pt x="236014" y="14841"/>
                  </a:lnTo>
                  <a:lnTo>
                    <a:pt x="231156" y="12737"/>
                  </a:lnTo>
                  <a:lnTo>
                    <a:pt x="226234" y="10788"/>
                  </a:lnTo>
                  <a:lnTo>
                    <a:pt x="221253" y="8996"/>
                  </a:lnTo>
                  <a:lnTo>
                    <a:pt x="216218" y="7362"/>
                  </a:lnTo>
                  <a:lnTo>
                    <a:pt x="211133" y="5888"/>
                  </a:lnTo>
                  <a:lnTo>
                    <a:pt x="206005" y="4577"/>
                  </a:lnTo>
                  <a:lnTo>
                    <a:pt x="200837" y="3428"/>
                  </a:lnTo>
                  <a:lnTo>
                    <a:pt x="195636" y="2444"/>
                  </a:lnTo>
                  <a:lnTo>
                    <a:pt x="190406" y="1625"/>
                  </a:lnTo>
                  <a:lnTo>
                    <a:pt x="185153" y="971"/>
                  </a:lnTo>
                  <a:lnTo>
                    <a:pt x="179881" y="485"/>
                  </a:lnTo>
                  <a:lnTo>
                    <a:pt x="174597" y="165"/>
                  </a:lnTo>
                  <a:lnTo>
                    <a:pt x="169306" y="1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14133" y="4213821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1" y="3008"/>
                  </a:lnTo>
                  <a:lnTo>
                    <a:pt x="130399" y="4090"/>
                  </a:lnTo>
                  <a:lnTo>
                    <a:pt x="125254" y="5336"/>
                  </a:lnTo>
                  <a:lnTo>
                    <a:pt x="120151" y="6743"/>
                  </a:lnTo>
                  <a:lnTo>
                    <a:pt x="115095" y="8312"/>
                  </a:lnTo>
                  <a:lnTo>
                    <a:pt x="110091" y="10040"/>
                  </a:lnTo>
                  <a:lnTo>
                    <a:pt x="105145" y="11926"/>
                  </a:lnTo>
                  <a:lnTo>
                    <a:pt x="100261" y="13967"/>
                  </a:lnTo>
                  <a:lnTo>
                    <a:pt x="95443" y="16162"/>
                  </a:lnTo>
                  <a:lnTo>
                    <a:pt x="90698" y="18508"/>
                  </a:lnTo>
                  <a:lnTo>
                    <a:pt x="86029" y="21003"/>
                  </a:lnTo>
                  <a:lnTo>
                    <a:pt x="81442" y="23645"/>
                  </a:lnTo>
                  <a:lnTo>
                    <a:pt x="76941" y="26431"/>
                  </a:lnTo>
                  <a:lnTo>
                    <a:pt x="72530" y="29358"/>
                  </a:lnTo>
                  <a:lnTo>
                    <a:pt x="68214" y="32423"/>
                  </a:lnTo>
                  <a:lnTo>
                    <a:pt x="63997" y="35623"/>
                  </a:lnTo>
                  <a:lnTo>
                    <a:pt x="59884" y="38956"/>
                  </a:lnTo>
                  <a:lnTo>
                    <a:pt x="55878" y="42416"/>
                  </a:lnTo>
                  <a:lnTo>
                    <a:pt x="51984" y="46002"/>
                  </a:lnTo>
                  <a:lnTo>
                    <a:pt x="48205" y="49710"/>
                  </a:lnTo>
                  <a:lnTo>
                    <a:pt x="44546" y="53535"/>
                  </a:lnTo>
                  <a:lnTo>
                    <a:pt x="41009" y="57474"/>
                  </a:lnTo>
                  <a:lnTo>
                    <a:pt x="37599" y="61523"/>
                  </a:lnTo>
                  <a:lnTo>
                    <a:pt x="34319" y="65678"/>
                  </a:lnTo>
                  <a:lnTo>
                    <a:pt x="31172" y="69935"/>
                  </a:lnTo>
                  <a:lnTo>
                    <a:pt x="28162" y="74289"/>
                  </a:lnTo>
                  <a:lnTo>
                    <a:pt x="25291" y="78737"/>
                  </a:lnTo>
                  <a:lnTo>
                    <a:pt x="22562" y="83273"/>
                  </a:lnTo>
                  <a:lnTo>
                    <a:pt x="19978" y="87893"/>
                  </a:lnTo>
                  <a:lnTo>
                    <a:pt x="17542" y="92593"/>
                  </a:lnTo>
                  <a:lnTo>
                    <a:pt x="15256" y="97367"/>
                  </a:lnTo>
                  <a:lnTo>
                    <a:pt x="13122" y="102212"/>
                  </a:lnTo>
                  <a:lnTo>
                    <a:pt x="11142" y="107121"/>
                  </a:lnTo>
                  <a:lnTo>
                    <a:pt x="9319" y="112091"/>
                  </a:lnTo>
                  <a:lnTo>
                    <a:pt x="7655" y="117116"/>
                  </a:lnTo>
                  <a:lnTo>
                    <a:pt x="6150" y="122192"/>
                  </a:lnTo>
                  <a:lnTo>
                    <a:pt x="4807" y="127312"/>
                  </a:lnTo>
                  <a:lnTo>
                    <a:pt x="3626" y="132473"/>
                  </a:lnTo>
                  <a:lnTo>
                    <a:pt x="2610" y="137668"/>
                  </a:lnTo>
                  <a:lnTo>
                    <a:pt x="1758" y="142892"/>
                  </a:lnTo>
                  <a:lnTo>
                    <a:pt x="1072" y="148142"/>
                  </a:lnTo>
                  <a:lnTo>
                    <a:pt x="553" y="153410"/>
                  </a:lnTo>
                  <a:lnTo>
                    <a:pt x="201" y="158692"/>
                  </a:lnTo>
                  <a:lnTo>
                    <a:pt x="17" y="163982"/>
                  </a:lnTo>
                  <a:lnTo>
                    <a:pt x="0" y="169276"/>
                  </a:lnTo>
                  <a:lnTo>
                    <a:pt x="150" y="174567"/>
                  </a:lnTo>
                  <a:lnTo>
                    <a:pt x="468" y="179851"/>
                  </a:lnTo>
                  <a:lnTo>
                    <a:pt x="953" y="185123"/>
                  </a:lnTo>
                  <a:lnTo>
                    <a:pt x="1605" y="190376"/>
                  </a:lnTo>
                  <a:lnTo>
                    <a:pt x="2423" y="195606"/>
                  </a:lnTo>
                  <a:lnTo>
                    <a:pt x="3406" y="200808"/>
                  </a:lnTo>
                  <a:lnTo>
                    <a:pt x="4553" y="205976"/>
                  </a:lnTo>
                  <a:lnTo>
                    <a:pt x="5864" y="211105"/>
                  </a:lnTo>
                  <a:lnTo>
                    <a:pt x="7336" y="216190"/>
                  </a:lnTo>
                  <a:lnTo>
                    <a:pt x="8968" y="221225"/>
                  </a:lnTo>
                  <a:lnTo>
                    <a:pt x="10759" y="226207"/>
                  </a:lnTo>
                  <a:lnTo>
                    <a:pt x="12707" y="231129"/>
                  </a:lnTo>
                  <a:lnTo>
                    <a:pt x="14810" y="235987"/>
                  </a:lnTo>
                  <a:lnTo>
                    <a:pt x="17065" y="240776"/>
                  </a:lnTo>
                  <a:lnTo>
                    <a:pt x="19471" y="245492"/>
                  </a:lnTo>
                  <a:lnTo>
                    <a:pt x="22025" y="250129"/>
                  </a:lnTo>
                  <a:lnTo>
                    <a:pt x="24725" y="254682"/>
                  </a:lnTo>
                  <a:lnTo>
                    <a:pt x="27567" y="259148"/>
                  </a:lnTo>
                  <a:lnTo>
                    <a:pt x="30549" y="263522"/>
                  </a:lnTo>
                  <a:lnTo>
                    <a:pt x="33669" y="267799"/>
                  </a:lnTo>
                  <a:lnTo>
                    <a:pt x="36922" y="271975"/>
                  </a:lnTo>
                  <a:lnTo>
                    <a:pt x="40306" y="276046"/>
                  </a:lnTo>
                  <a:lnTo>
                    <a:pt x="43817" y="280007"/>
                  </a:lnTo>
                  <a:lnTo>
                    <a:pt x="47451" y="283856"/>
                  </a:lnTo>
                  <a:lnTo>
                    <a:pt x="51206" y="287588"/>
                  </a:lnTo>
                  <a:lnTo>
                    <a:pt x="55077" y="291199"/>
                  </a:lnTo>
                  <a:lnTo>
                    <a:pt x="59061" y="294685"/>
                  </a:lnTo>
                  <a:lnTo>
                    <a:pt x="63152" y="298044"/>
                  </a:lnTo>
                  <a:lnTo>
                    <a:pt x="67349" y="301271"/>
                  </a:lnTo>
                  <a:lnTo>
                    <a:pt x="71645" y="304364"/>
                  </a:lnTo>
                  <a:lnTo>
                    <a:pt x="76037" y="307319"/>
                  </a:lnTo>
                  <a:lnTo>
                    <a:pt x="80520" y="310134"/>
                  </a:lnTo>
                  <a:lnTo>
                    <a:pt x="85090" y="312805"/>
                  </a:lnTo>
                  <a:lnTo>
                    <a:pt x="89743" y="315331"/>
                  </a:lnTo>
                  <a:lnTo>
                    <a:pt x="94473" y="317707"/>
                  </a:lnTo>
                  <a:lnTo>
                    <a:pt x="99276" y="319933"/>
                  </a:lnTo>
                  <a:lnTo>
                    <a:pt x="104147" y="322006"/>
                  </a:lnTo>
                  <a:lnTo>
                    <a:pt x="109081" y="323923"/>
                  </a:lnTo>
                  <a:lnTo>
                    <a:pt x="114074" y="325683"/>
                  </a:lnTo>
                  <a:lnTo>
                    <a:pt x="119119" y="327285"/>
                  </a:lnTo>
                  <a:lnTo>
                    <a:pt x="124213" y="328725"/>
                  </a:lnTo>
                  <a:lnTo>
                    <a:pt x="129350" y="330004"/>
                  </a:lnTo>
                  <a:lnTo>
                    <a:pt x="134525" y="331119"/>
                  </a:lnTo>
                  <a:lnTo>
                    <a:pt x="139732" y="332070"/>
                  </a:lnTo>
                  <a:lnTo>
                    <a:pt x="144968" y="332856"/>
                  </a:lnTo>
                  <a:lnTo>
                    <a:pt x="150225" y="333475"/>
                  </a:lnTo>
                  <a:lnTo>
                    <a:pt x="155499" y="333928"/>
                  </a:lnTo>
                  <a:lnTo>
                    <a:pt x="160785" y="334213"/>
                  </a:lnTo>
                  <a:lnTo>
                    <a:pt x="166077" y="334331"/>
                  </a:lnTo>
                  <a:lnTo>
                    <a:pt x="171371" y="334281"/>
                  </a:lnTo>
                  <a:lnTo>
                    <a:pt x="176660" y="334064"/>
                  </a:lnTo>
                  <a:lnTo>
                    <a:pt x="181940" y="333679"/>
                  </a:lnTo>
                  <a:lnTo>
                    <a:pt x="187205" y="333128"/>
                  </a:lnTo>
                  <a:lnTo>
                    <a:pt x="192449" y="332409"/>
                  </a:lnTo>
                  <a:lnTo>
                    <a:pt x="197669" y="331526"/>
                  </a:lnTo>
                  <a:lnTo>
                    <a:pt x="202858" y="330477"/>
                  </a:lnTo>
                  <a:lnTo>
                    <a:pt x="208011" y="329265"/>
                  </a:lnTo>
                  <a:lnTo>
                    <a:pt x="213123" y="327890"/>
                  </a:lnTo>
                  <a:lnTo>
                    <a:pt x="218188" y="326354"/>
                  </a:lnTo>
                  <a:lnTo>
                    <a:pt x="223203" y="324658"/>
                  </a:lnTo>
                  <a:lnTo>
                    <a:pt x="228162" y="322804"/>
                  </a:lnTo>
                  <a:lnTo>
                    <a:pt x="233059" y="320795"/>
                  </a:lnTo>
                  <a:lnTo>
                    <a:pt x="237890" y="318631"/>
                  </a:lnTo>
                  <a:lnTo>
                    <a:pt x="242651" y="316315"/>
                  </a:lnTo>
                  <a:lnTo>
                    <a:pt x="247335" y="313850"/>
                  </a:lnTo>
                  <a:lnTo>
                    <a:pt x="251939" y="311237"/>
                  </a:lnTo>
                  <a:lnTo>
                    <a:pt x="256459" y="308481"/>
                  </a:lnTo>
                  <a:lnTo>
                    <a:pt x="260888" y="305582"/>
                  </a:lnTo>
                  <a:lnTo>
                    <a:pt x="265224" y="302545"/>
                  </a:lnTo>
                  <a:lnTo>
                    <a:pt x="269461" y="299372"/>
                  </a:lnTo>
                  <a:lnTo>
                    <a:pt x="273596" y="296066"/>
                  </a:lnTo>
                  <a:lnTo>
                    <a:pt x="277624" y="292631"/>
                  </a:lnTo>
                  <a:lnTo>
                    <a:pt x="281541" y="289071"/>
                  </a:lnTo>
                  <a:lnTo>
                    <a:pt x="285343" y="285388"/>
                  </a:lnTo>
                  <a:lnTo>
                    <a:pt x="289027" y="281586"/>
                  </a:lnTo>
                  <a:lnTo>
                    <a:pt x="292589" y="277670"/>
                  </a:lnTo>
                  <a:lnTo>
                    <a:pt x="296025" y="273643"/>
                  </a:lnTo>
                  <a:lnTo>
                    <a:pt x="299332" y="269509"/>
                  </a:lnTo>
                  <a:lnTo>
                    <a:pt x="302506" y="265272"/>
                  </a:lnTo>
                  <a:lnTo>
                    <a:pt x="305544" y="260938"/>
                  </a:lnTo>
                  <a:lnTo>
                    <a:pt x="308444" y="256509"/>
                  </a:lnTo>
                  <a:lnTo>
                    <a:pt x="311202" y="251990"/>
                  </a:lnTo>
                  <a:lnTo>
                    <a:pt x="313816" y="247387"/>
                  </a:lnTo>
                  <a:lnTo>
                    <a:pt x="316282" y="242703"/>
                  </a:lnTo>
                  <a:lnTo>
                    <a:pt x="318599" y="237943"/>
                  </a:lnTo>
                  <a:lnTo>
                    <a:pt x="320764" y="233112"/>
                  </a:lnTo>
                  <a:lnTo>
                    <a:pt x="322775" y="228215"/>
                  </a:lnTo>
                  <a:lnTo>
                    <a:pt x="324630" y="223257"/>
                  </a:lnTo>
                  <a:lnTo>
                    <a:pt x="326327" y="218243"/>
                  </a:lnTo>
                  <a:lnTo>
                    <a:pt x="327864" y="213178"/>
                  </a:lnTo>
                  <a:lnTo>
                    <a:pt x="329241" y="208066"/>
                  </a:lnTo>
                  <a:lnTo>
                    <a:pt x="330454" y="202913"/>
                  </a:lnTo>
                  <a:lnTo>
                    <a:pt x="331504" y="197725"/>
                  </a:lnTo>
                  <a:lnTo>
                    <a:pt x="332390" y="192506"/>
                  </a:lnTo>
                  <a:lnTo>
                    <a:pt x="333109" y="187261"/>
                  </a:lnTo>
                  <a:lnTo>
                    <a:pt x="333662" y="181996"/>
                  </a:lnTo>
                  <a:lnTo>
                    <a:pt x="334048" y="176717"/>
                  </a:lnTo>
                  <a:lnTo>
                    <a:pt x="334267" y="171428"/>
                  </a:lnTo>
                  <a:lnTo>
                    <a:pt x="334318" y="166134"/>
                  </a:lnTo>
                  <a:lnTo>
                    <a:pt x="334201" y="160842"/>
                  </a:lnTo>
                  <a:lnTo>
                    <a:pt x="333917" y="155556"/>
                  </a:lnTo>
                  <a:lnTo>
                    <a:pt x="333466" y="150281"/>
                  </a:lnTo>
                  <a:lnTo>
                    <a:pt x="332848" y="145024"/>
                  </a:lnTo>
                  <a:lnTo>
                    <a:pt x="332064" y="139789"/>
                  </a:lnTo>
                  <a:lnTo>
                    <a:pt x="331114" y="134581"/>
                  </a:lnTo>
                  <a:lnTo>
                    <a:pt x="330000" y="129406"/>
                  </a:lnTo>
                  <a:lnTo>
                    <a:pt x="328723" y="124268"/>
                  </a:lnTo>
                  <a:lnTo>
                    <a:pt x="327284" y="119174"/>
                  </a:lnTo>
                  <a:lnTo>
                    <a:pt x="325684" y="114128"/>
                  </a:lnTo>
                  <a:lnTo>
                    <a:pt x="323925" y="109135"/>
                  </a:lnTo>
                  <a:lnTo>
                    <a:pt x="322009" y="104200"/>
                  </a:lnTo>
                  <a:lnTo>
                    <a:pt x="319938" y="99329"/>
                  </a:lnTo>
                  <a:lnTo>
                    <a:pt x="317713" y="94525"/>
                  </a:lnTo>
                  <a:lnTo>
                    <a:pt x="315337" y="89794"/>
                  </a:lnTo>
                  <a:lnTo>
                    <a:pt x="312813" y="85141"/>
                  </a:lnTo>
                  <a:lnTo>
                    <a:pt x="310143" y="80570"/>
                  </a:lnTo>
                  <a:lnTo>
                    <a:pt x="307330" y="76086"/>
                  </a:lnTo>
                  <a:lnTo>
                    <a:pt x="304375" y="71694"/>
                  </a:lnTo>
                  <a:lnTo>
                    <a:pt x="301284" y="67397"/>
                  </a:lnTo>
                  <a:lnTo>
                    <a:pt x="298057" y="63200"/>
                  </a:lnTo>
                  <a:lnTo>
                    <a:pt x="294700" y="59107"/>
                  </a:lnTo>
                  <a:lnTo>
                    <a:pt x="291214" y="55123"/>
                  </a:lnTo>
                  <a:lnTo>
                    <a:pt x="287605" y="51251"/>
                  </a:lnTo>
                  <a:lnTo>
                    <a:pt x="283874" y="47495"/>
                  </a:lnTo>
                  <a:lnTo>
                    <a:pt x="280026" y="43859"/>
                  </a:lnTo>
                  <a:lnTo>
                    <a:pt x="276065" y="40347"/>
                  </a:lnTo>
                  <a:lnTo>
                    <a:pt x="271995" y="36963"/>
                  </a:lnTo>
                  <a:lnTo>
                    <a:pt x="267820" y="33708"/>
                  </a:lnTo>
                  <a:lnTo>
                    <a:pt x="263544" y="30588"/>
                  </a:lnTo>
                  <a:lnTo>
                    <a:pt x="259171" y="27604"/>
                  </a:lnTo>
                  <a:lnTo>
                    <a:pt x="254706" y="24761"/>
                  </a:lnTo>
                  <a:lnTo>
                    <a:pt x="250153" y="22060"/>
                  </a:lnTo>
                  <a:lnTo>
                    <a:pt x="245517" y="19505"/>
                  </a:lnTo>
                  <a:lnTo>
                    <a:pt x="240802" y="17097"/>
                  </a:lnTo>
                  <a:lnTo>
                    <a:pt x="236014" y="14841"/>
                  </a:lnTo>
                  <a:lnTo>
                    <a:pt x="231156" y="12737"/>
                  </a:lnTo>
                  <a:lnTo>
                    <a:pt x="226234" y="10788"/>
                  </a:lnTo>
                  <a:lnTo>
                    <a:pt x="221253" y="8996"/>
                  </a:lnTo>
                  <a:lnTo>
                    <a:pt x="216218" y="7362"/>
                  </a:lnTo>
                  <a:lnTo>
                    <a:pt x="211133" y="5888"/>
                  </a:lnTo>
                  <a:lnTo>
                    <a:pt x="206005" y="4577"/>
                  </a:lnTo>
                  <a:lnTo>
                    <a:pt x="200837" y="3428"/>
                  </a:lnTo>
                  <a:lnTo>
                    <a:pt x="195636" y="2444"/>
                  </a:lnTo>
                  <a:lnTo>
                    <a:pt x="190406" y="1625"/>
                  </a:lnTo>
                  <a:lnTo>
                    <a:pt x="185153" y="971"/>
                  </a:lnTo>
                  <a:lnTo>
                    <a:pt x="179881" y="485"/>
                  </a:lnTo>
                  <a:lnTo>
                    <a:pt x="174597" y="165"/>
                  </a:lnTo>
                  <a:lnTo>
                    <a:pt x="169306" y="1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24162" y="4659281"/>
              <a:ext cx="162362" cy="167167"/>
            </a:xfrm>
            <a:custGeom>
              <a:avLst/>
              <a:pathLst>
                <a:path w="162362" h="167167">
                  <a:moveTo>
                    <a:pt x="162362" y="0"/>
                  </a:moveTo>
                  <a:lnTo>
                    <a:pt x="156938" y="88"/>
                  </a:lnTo>
                  <a:lnTo>
                    <a:pt x="151520" y="351"/>
                  </a:lnTo>
                  <a:lnTo>
                    <a:pt x="146114" y="791"/>
                  </a:lnTo>
                  <a:lnTo>
                    <a:pt x="140724" y="1406"/>
                  </a:lnTo>
                  <a:lnTo>
                    <a:pt x="135358" y="2195"/>
                  </a:lnTo>
                  <a:lnTo>
                    <a:pt x="130020" y="3158"/>
                  </a:lnTo>
                  <a:lnTo>
                    <a:pt x="124715" y="4294"/>
                  </a:lnTo>
                  <a:lnTo>
                    <a:pt x="119451" y="5601"/>
                  </a:lnTo>
                  <a:lnTo>
                    <a:pt x="114232" y="7078"/>
                  </a:lnTo>
                  <a:lnTo>
                    <a:pt x="109063" y="8724"/>
                  </a:lnTo>
                  <a:lnTo>
                    <a:pt x="103950" y="10537"/>
                  </a:lnTo>
                  <a:lnTo>
                    <a:pt x="98899" y="12514"/>
                  </a:lnTo>
                  <a:lnTo>
                    <a:pt x="93915" y="14655"/>
                  </a:lnTo>
                  <a:lnTo>
                    <a:pt x="89003" y="16956"/>
                  </a:lnTo>
                  <a:lnTo>
                    <a:pt x="84168" y="19415"/>
                  </a:lnTo>
                  <a:lnTo>
                    <a:pt x="79416" y="22030"/>
                  </a:lnTo>
                  <a:lnTo>
                    <a:pt x="74750" y="24797"/>
                  </a:lnTo>
                  <a:lnTo>
                    <a:pt x="70177" y="27715"/>
                  </a:lnTo>
                  <a:lnTo>
                    <a:pt x="65701" y="30779"/>
                  </a:lnTo>
                  <a:lnTo>
                    <a:pt x="61327" y="33987"/>
                  </a:lnTo>
                  <a:lnTo>
                    <a:pt x="57060" y="37335"/>
                  </a:lnTo>
                  <a:lnTo>
                    <a:pt x="52903" y="40820"/>
                  </a:lnTo>
                  <a:lnTo>
                    <a:pt x="48861" y="44438"/>
                  </a:lnTo>
                  <a:lnTo>
                    <a:pt x="44939" y="48185"/>
                  </a:lnTo>
                  <a:lnTo>
                    <a:pt x="41140" y="52057"/>
                  </a:lnTo>
                  <a:lnTo>
                    <a:pt x="37470" y="56051"/>
                  </a:lnTo>
                  <a:lnTo>
                    <a:pt x="33930" y="60161"/>
                  </a:lnTo>
                  <a:lnTo>
                    <a:pt x="30526" y="64384"/>
                  </a:lnTo>
                  <a:lnTo>
                    <a:pt x="27261" y="68716"/>
                  </a:lnTo>
                  <a:lnTo>
                    <a:pt x="24138" y="73151"/>
                  </a:lnTo>
                  <a:lnTo>
                    <a:pt x="21160" y="77685"/>
                  </a:lnTo>
                  <a:lnTo>
                    <a:pt x="18331" y="82314"/>
                  </a:lnTo>
                  <a:lnTo>
                    <a:pt x="15654" y="87031"/>
                  </a:lnTo>
                  <a:lnTo>
                    <a:pt x="13131" y="91833"/>
                  </a:lnTo>
                  <a:lnTo>
                    <a:pt x="10766" y="96715"/>
                  </a:lnTo>
                  <a:lnTo>
                    <a:pt x="8560" y="101670"/>
                  </a:lnTo>
                  <a:lnTo>
                    <a:pt x="6516" y="106695"/>
                  </a:lnTo>
                  <a:lnTo>
                    <a:pt x="4636" y="111783"/>
                  </a:lnTo>
                  <a:lnTo>
                    <a:pt x="2922" y="116929"/>
                  </a:lnTo>
                  <a:lnTo>
                    <a:pt x="1376" y="122129"/>
                  </a:lnTo>
                  <a:lnTo>
                    <a:pt x="0" y="127376"/>
                  </a:lnTo>
                  <a:lnTo>
                    <a:pt x="1623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102" y="4786657"/>
              <a:ext cx="166422" cy="39791"/>
            </a:xfrm>
            <a:custGeom>
              <a:avLst/>
              <a:pathLst>
                <a:path w="166422" h="39791">
                  <a:moveTo>
                    <a:pt x="4060" y="0"/>
                  </a:moveTo>
                  <a:lnTo>
                    <a:pt x="2317" y="7941"/>
                  </a:lnTo>
                  <a:lnTo>
                    <a:pt x="963" y="15957"/>
                  </a:lnTo>
                  <a:lnTo>
                    <a:pt x="0" y="24030"/>
                  </a:lnTo>
                  <a:lnTo>
                    <a:pt x="166422" y="3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357" y="4659281"/>
              <a:ext cx="334325" cy="334325"/>
            </a:xfrm>
            <a:custGeom>
              <a:avLst/>
              <a:pathLst>
                <a:path w="334325" h="334325">
                  <a:moveTo>
                    <a:pt x="744" y="151407"/>
                  </a:moveTo>
                  <a:lnTo>
                    <a:pt x="329" y="156676"/>
                  </a:lnTo>
                  <a:lnTo>
                    <a:pt x="81" y="161957"/>
                  </a:lnTo>
                  <a:lnTo>
                    <a:pt x="0" y="167242"/>
                  </a:lnTo>
                  <a:lnTo>
                    <a:pt x="85" y="172528"/>
                  </a:lnTo>
                  <a:lnTo>
                    <a:pt x="339" y="177808"/>
                  </a:lnTo>
                  <a:lnTo>
                    <a:pt x="758" y="183078"/>
                  </a:lnTo>
                  <a:lnTo>
                    <a:pt x="1345" y="188331"/>
                  </a:lnTo>
                  <a:lnTo>
                    <a:pt x="2097" y="193564"/>
                  </a:lnTo>
                  <a:lnTo>
                    <a:pt x="3014" y="198770"/>
                  </a:lnTo>
                  <a:lnTo>
                    <a:pt x="4095" y="203944"/>
                  </a:lnTo>
                  <a:lnTo>
                    <a:pt x="5340" y="209082"/>
                  </a:lnTo>
                  <a:lnTo>
                    <a:pt x="6746" y="214178"/>
                  </a:lnTo>
                  <a:lnTo>
                    <a:pt x="8312" y="219227"/>
                  </a:lnTo>
                  <a:lnTo>
                    <a:pt x="10038" y="224223"/>
                  </a:lnTo>
                  <a:lnTo>
                    <a:pt x="11921" y="229163"/>
                  </a:lnTo>
                  <a:lnTo>
                    <a:pt x="13958" y="234041"/>
                  </a:lnTo>
                  <a:lnTo>
                    <a:pt x="16149" y="238851"/>
                  </a:lnTo>
                  <a:lnTo>
                    <a:pt x="18491" y="243590"/>
                  </a:lnTo>
                  <a:lnTo>
                    <a:pt x="20982" y="248253"/>
                  </a:lnTo>
                  <a:lnTo>
                    <a:pt x="23619" y="252835"/>
                  </a:lnTo>
                  <a:lnTo>
                    <a:pt x="26400" y="257331"/>
                  </a:lnTo>
                  <a:lnTo>
                    <a:pt x="29321" y="261736"/>
                  </a:lnTo>
                  <a:lnTo>
                    <a:pt x="32380" y="266048"/>
                  </a:lnTo>
                  <a:lnTo>
                    <a:pt x="35574" y="270260"/>
                  </a:lnTo>
                  <a:lnTo>
                    <a:pt x="38899" y="274369"/>
                  </a:lnTo>
                  <a:lnTo>
                    <a:pt x="42353" y="278371"/>
                  </a:lnTo>
                  <a:lnTo>
                    <a:pt x="45931" y="282262"/>
                  </a:lnTo>
                  <a:lnTo>
                    <a:pt x="49631" y="286038"/>
                  </a:lnTo>
                  <a:lnTo>
                    <a:pt x="53448" y="289695"/>
                  </a:lnTo>
                  <a:lnTo>
                    <a:pt x="57379" y="293229"/>
                  </a:lnTo>
                  <a:lnTo>
                    <a:pt x="61420" y="296637"/>
                  </a:lnTo>
                  <a:lnTo>
                    <a:pt x="65567" y="299916"/>
                  </a:lnTo>
                  <a:lnTo>
                    <a:pt x="69815" y="303062"/>
                  </a:lnTo>
                  <a:lnTo>
                    <a:pt x="74160" y="306072"/>
                  </a:lnTo>
                  <a:lnTo>
                    <a:pt x="78599" y="308944"/>
                  </a:lnTo>
                  <a:lnTo>
                    <a:pt x="83126" y="311673"/>
                  </a:lnTo>
                  <a:lnTo>
                    <a:pt x="87737" y="314258"/>
                  </a:lnTo>
                  <a:lnTo>
                    <a:pt x="92427" y="316696"/>
                  </a:lnTo>
                  <a:lnTo>
                    <a:pt x="97193" y="318984"/>
                  </a:lnTo>
                  <a:lnTo>
                    <a:pt x="102028" y="321121"/>
                  </a:lnTo>
                  <a:lnTo>
                    <a:pt x="106928" y="323104"/>
                  </a:lnTo>
                  <a:lnTo>
                    <a:pt x="111889" y="324930"/>
                  </a:lnTo>
                  <a:lnTo>
                    <a:pt x="116905" y="326599"/>
                  </a:lnTo>
                  <a:lnTo>
                    <a:pt x="121971" y="328109"/>
                  </a:lnTo>
                  <a:lnTo>
                    <a:pt x="127082" y="329457"/>
                  </a:lnTo>
                  <a:lnTo>
                    <a:pt x="132234" y="330644"/>
                  </a:lnTo>
                  <a:lnTo>
                    <a:pt x="137420" y="331666"/>
                  </a:lnTo>
                  <a:lnTo>
                    <a:pt x="142636" y="332525"/>
                  </a:lnTo>
                  <a:lnTo>
                    <a:pt x="147877" y="333218"/>
                  </a:lnTo>
                  <a:lnTo>
                    <a:pt x="153137" y="333745"/>
                  </a:lnTo>
                  <a:lnTo>
                    <a:pt x="158411" y="334105"/>
                  </a:lnTo>
                  <a:lnTo>
                    <a:pt x="163693" y="334298"/>
                  </a:lnTo>
                  <a:lnTo>
                    <a:pt x="168979" y="334325"/>
                  </a:lnTo>
                  <a:lnTo>
                    <a:pt x="174264" y="334184"/>
                  </a:lnTo>
                  <a:lnTo>
                    <a:pt x="179541" y="333876"/>
                  </a:lnTo>
                  <a:lnTo>
                    <a:pt x="184806" y="333401"/>
                  </a:lnTo>
                  <a:lnTo>
                    <a:pt x="190053" y="332760"/>
                  </a:lnTo>
                  <a:lnTo>
                    <a:pt x="195278" y="331954"/>
                  </a:lnTo>
                  <a:lnTo>
                    <a:pt x="200474" y="330983"/>
                  </a:lnTo>
                  <a:lnTo>
                    <a:pt x="205637" y="329848"/>
                  </a:lnTo>
                  <a:lnTo>
                    <a:pt x="210761" y="328550"/>
                  </a:lnTo>
                  <a:lnTo>
                    <a:pt x="215842" y="327091"/>
                  </a:lnTo>
                  <a:lnTo>
                    <a:pt x="220874" y="325472"/>
                  </a:lnTo>
                  <a:lnTo>
                    <a:pt x="225853" y="323695"/>
                  </a:lnTo>
                  <a:lnTo>
                    <a:pt x="230773" y="321761"/>
                  </a:lnTo>
                  <a:lnTo>
                    <a:pt x="235629" y="319672"/>
                  </a:lnTo>
                  <a:lnTo>
                    <a:pt x="240417" y="317431"/>
                  </a:lnTo>
                  <a:lnTo>
                    <a:pt x="245131" y="315040"/>
                  </a:lnTo>
                  <a:lnTo>
                    <a:pt x="249768" y="312501"/>
                  </a:lnTo>
                  <a:lnTo>
                    <a:pt x="254322" y="309817"/>
                  </a:lnTo>
                  <a:lnTo>
                    <a:pt x="258788" y="306990"/>
                  </a:lnTo>
                  <a:lnTo>
                    <a:pt x="263164" y="304023"/>
                  </a:lnTo>
                  <a:lnTo>
                    <a:pt x="267443" y="300919"/>
                  </a:lnTo>
                  <a:lnTo>
                    <a:pt x="271622" y="297682"/>
                  </a:lnTo>
                  <a:lnTo>
                    <a:pt x="275696" y="294314"/>
                  </a:lnTo>
                  <a:lnTo>
                    <a:pt x="279662" y="290819"/>
                  </a:lnTo>
                  <a:lnTo>
                    <a:pt x="283516" y="287200"/>
                  </a:lnTo>
                  <a:lnTo>
                    <a:pt x="287253" y="283461"/>
                  </a:lnTo>
                  <a:lnTo>
                    <a:pt x="290870" y="279606"/>
                  </a:lnTo>
                  <a:lnTo>
                    <a:pt x="294363" y="275639"/>
                  </a:lnTo>
                  <a:lnTo>
                    <a:pt x="297729" y="271563"/>
                  </a:lnTo>
                  <a:lnTo>
                    <a:pt x="300965" y="267382"/>
                  </a:lnTo>
                  <a:lnTo>
                    <a:pt x="304066" y="263102"/>
                  </a:lnTo>
                  <a:lnTo>
                    <a:pt x="307031" y="258725"/>
                  </a:lnTo>
                  <a:lnTo>
                    <a:pt x="309856" y="254257"/>
                  </a:lnTo>
                  <a:lnTo>
                    <a:pt x="312539" y="249702"/>
                  </a:lnTo>
                  <a:lnTo>
                    <a:pt x="315076" y="245064"/>
                  </a:lnTo>
                  <a:lnTo>
                    <a:pt x="317465" y="240349"/>
                  </a:lnTo>
                  <a:lnTo>
                    <a:pt x="319703" y="235560"/>
                  </a:lnTo>
                  <a:lnTo>
                    <a:pt x="321790" y="230703"/>
                  </a:lnTo>
                  <a:lnTo>
                    <a:pt x="323721" y="225782"/>
                  </a:lnTo>
                  <a:lnTo>
                    <a:pt x="325496" y="220803"/>
                  </a:lnTo>
                  <a:lnTo>
                    <a:pt x="327113" y="215770"/>
                  </a:lnTo>
                  <a:lnTo>
                    <a:pt x="328570" y="210688"/>
                  </a:lnTo>
                  <a:lnTo>
                    <a:pt x="329865" y="205563"/>
                  </a:lnTo>
                  <a:lnTo>
                    <a:pt x="330998" y="200400"/>
                  </a:lnTo>
                  <a:lnTo>
                    <a:pt x="331967" y="195203"/>
                  </a:lnTo>
                  <a:lnTo>
                    <a:pt x="332771" y="189978"/>
                  </a:lnTo>
                  <a:lnTo>
                    <a:pt x="333409" y="184731"/>
                  </a:lnTo>
                  <a:lnTo>
                    <a:pt x="333881" y="179466"/>
                  </a:lnTo>
                  <a:lnTo>
                    <a:pt x="334187" y="174188"/>
                  </a:lnTo>
                  <a:lnTo>
                    <a:pt x="334325" y="168904"/>
                  </a:lnTo>
                  <a:lnTo>
                    <a:pt x="334297" y="163618"/>
                  </a:lnTo>
                  <a:lnTo>
                    <a:pt x="334101" y="158335"/>
                  </a:lnTo>
                  <a:lnTo>
                    <a:pt x="333738" y="153061"/>
                  </a:lnTo>
                  <a:lnTo>
                    <a:pt x="333209" y="147802"/>
                  </a:lnTo>
                  <a:lnTo>
                    <a:pt x="332514" y="142561"/>
                  </a:lnTo>
                  <a:lnTo>
                    <a:pt x="331653" y="137346"/>
                  </a:lnTo>
                  <a:lnTo>
                    <a:pt x="330628" y="132160"/>
                  </a:lnTo>
                  <a:lnTo>
                    <a:pt x="329439" y="127009"/>
                  </a:lnTo>
                  <a:lnTo>
                    <a:pt x="328088" y="121898"/>
                  </a:lnTo>
                  <a:lnTo>
                    <a:pt x="326577" y="116833"/>
                  </a:lnTo>
                  <a:lnTo>
                    <a:pt x="324905" y="111818"/>
                  </a:lnTo>
                  <a:lnTo>
                    <a:pt x="323076" y="106858"/>
                  </a:lnTo>
                  <a:lnTo>
                    <a:pt x="321092" y="101958"/>
                  </a:lnTo>
                  <a:lnTo>
                    <a:pt x="318953" y="97124"/>
                  </a:lnTo>
                  <a:lnTo>
                    <a:pt x="316662" y="92360"/>
                  </a:lnTo>
                  <a:lnTo>
                    <a:pt x="314222" y="87670"/>
                  </a:lnTo>
                  <a:lnTo>
                    <a:pt x="311635" y="83061"/>
                  </a:lnTo>
                  <a:lnTo>
                    <a:pt x="308904" y="78535"/>
                  </a:lnTo>
                  <a:lnTo>
                    <a:pt x="306030" y="74098"/>
                  </a:lnTo>
                  <a:lnTo>
                    <a:pt x="303018" y="69753"/>
                  </a:lnTo>
                  <a:lnTo>
                    <a:pt x="299870" y="65507"/>
                  </a:lnTo>
                  <a:lnTo>
                    <a:pt x="296589" y="61362"/>
                  </a:lnTo>
                  <a:lnTo>
                    <a:pt x="293179" y="57322"/>
                  </a:lnTo>
                  <a:lnTo>
                    <a:pt x="289643" y="53393"/>
                  </a:lnTo>
                  <a:lnTo>
                    <a:pt x="285985" y="49577"/>
                  </a:lnTo>
                  <a:lnTo>
                    <a:pt x="282207" y="45879"/>
                  </a:lnTo>
                  <a:lnTo>
                    <a:pt x="278315" y="42303"/>
                  </a:lnTo>
                  <a:lnTo>
                    <a:pt x="274311" y="38851"/>
                  </a:lnTo>
                  <a:lnTo>
                    <a:pt x="270200" y="35527"/>
                  </a:lnTo>
                  <a:lnTo>
                    <a:pt x="265987" y="32335"/>
                  </a:lnTo>
                  <a:lnTo>
                    <a:pt x="261674" y="29278"/>
                  </a:lnTo>
                  <a:lnTo>
                    <a:pt x="257267" y="26359"/>
                  </a:lnTo>
                  <a:lnTo>
                    <a:pt x="252770" y="23580"/>
                  </a:lnTo>
                  <a:lnTo>
                    <a:pt x="248187" y="20946"/>
                  </a:lnTo>
                  <a:lnTo>
                    <a:pt x="243523" y="18457"/>
                  </a:lnTo>
                  <a:lnTo>
                    <a:pt x="238783" y="16117"/>
                  </a:lnTo>
                  <a:lnTo>
                    <a:pt x="233971" y="13928"/>
                  </a:lnTo>
                  <a:lnTo>
                    <a:pt x="229093" y="11893"/>
                  </a:lnTo>
                  <a:lnTo>
                    <a:pt x="224152" y="10012"/>
                  </a:lnTo>
                  <a:lnTo>
                    <a:pt x="219155" y="8289"/>
                  </a:lnTo>
                  <a:lnTo>
                    <a:pt x="214105" y="6725"/>
                  </a:lnTo>
                  <a:lnTo>
                    <a:pt x="209009" y="5321"/>
                  </a:lnTo>
                  <a:lnTo>
                    <a:pt x="203871" y="4079"/>
                  </a:lnTo>
                  <a:lnTo>
                    <a:pt x="198696" y="3000"/>
                  </a:lnTo>
                  <a:lnTo>
                    <a:pt x="193489" y="2085"/>
                  </a:lnTo>
                  <a:lnTo>
                    <a:pt x="188256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321570" y="5018213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7" y="755"/>
                  </a:lnTo>
                  <a:lnTo>
                    <a:pt x="146011" y="1341"/>
                  </a:lnTo>
                  <a:lnTo>
                    <a:pt x="140766" y="2095"/>
                  </a:lnTo>
                  <a:lnTo>
                    <a:pt x="135548" y="3014"/>
                  </a:lnTo>
                  <a:lnTo>
                    <a:pt x="130361" y="4098"/>
                  </a:lnTo>
                  <a:lnTo>
                    <a:pt x="125212" y="5346"/>
                  </a:lnTo>
                  <a:lnTo>
                    <a:pt x="120104" y="6756"/>
                  </a:lnTo>
                  <a:lnTo>
                    <a:pt x="115044" y="8328"/>
                  </a:lnTo>
                  <a:lnTo>
                    <a:pt x="110036" y="10059"/>
                  </a:lnTo>
                  <a:lnTo>
                    <a:pt x="105086" y="11948"/>
                  </a:lnTo>
                  <a:lnTo>
                    <a:pt x="100197" y="13993"/>
                  </a:lnTo>
                  <a:lnTo>
                    <a:pt x="95377" y="16192"/>
                  </a:lnTo>
                  <a:lnTo>
                    <a:pt x="90628" y="18542"/>
                  </a:lnTo>
                  <a:lnTo>
                    <a:pt x="85956" y="21042"/>
                  </a:lnTo>
                  <a:lnTo>
                    <a:pt x="81365" y="23689"/>
                  </a:lnTo>
                  <a:lnTo>
                    <a:pt x="76861" y="26480"/>
                  </a:lnTo>
                  <a:lnTo>
                    <a:pt x="72448" y="29412"/>
                  </a:lnTo>
                  <a:lnTo>
                    <a:pt x="68130" y="32483"/>
                  </a:lnTo>
                  <a:lnTo>
                    <a:pt x="63911" y="35689"/>
                  </a:lnTo>
                  <a:lnTo>
                    <a:pt x="59796" y="39027"/>
                  </a:lnTo>
                  <a:lnTo>
                    <a:pt x="55789" y="42493"/>
                  </a:lnTo>
                  <a:lnTo>
                    <a:pt x="51893" y="46085"/>
                  </a:lnTo>
                  <a:lnTo>
                    <a:pt x="48114" y="49799"/>
                  </a:lnTo>
                  <a:lnTo>
                    <a:pt x="44454" y="53631"/>
                  </a:lnTo>
                  <a:lnTo>
                    <a:pt x="40917" y="57576"/>
                  </a:lnTo>
                  <a:lnTo>
                    <a:pt x="37507" y="61632"/>
                  </a:lnTo>
                  <a:lnTo>
                    <a:pt x="34228" y="65794"/>
                  </a:lnTo>
                  <a:lnTo>
                    <a:pt x="31082" y="70057"/>
                  </a:lnTo>
                  <a:lnTo>
                    <a:pt x="28072" y="74419"/>
                  </a:lnTo>
                  <a:lnTo>
                    <a:pt x="25203" y="78873"/>
                  </a:lnTo>
                  <a:lnTo>
                    <a:pt x="22476" y="83416"/>
                  </a:lnTo>
                  <a:lnTo>
                    <a:pt x="19894" y="88043"/>
                  </a:lnTo>
                  <a:lnTo>
                    <a:pt x="17460" y="92750"/>
                  </a:lnTo>
                  <a:lnTo>
                    <a:pt x="15177" y="97532"/>
                  </a:lnTo>
                  <a:lnTo>
                    <a:pt x="13046" y="102383"/>
                  </a:lnTo>
                  <a:lnTo>
                    <a:pt x="11071" y="107300"/>
                  </a:lnTo>
                  <a:lnTo>
                    <a:pt x="9252" y="112276"/>
                  </a:lnTo>
                  <a:lnTo>
                    <a:pt x="7591" y="117308"/>
                  </a:lnTo>
                  <a:lnTo>
                    <a:pt x="6091" y="122390"/>
                  </a:lnTo>
                  <a:lnTo>
                    <a:pt x="4753" y="127517"/>
                  </a:lnTo>
                  <a:lnTo>
                    <a:pt x="3578" y="132684"/>
                  </a:lnTo>
                  <a:lnTo>
                    <a:pt x="2567" y="137885"/>
                  </a:lnTo>
                  <a:lnTo>
                    <a:pt x="1722" y="143116"/>
                  </a:lnTo>
                  <a:lnTo>
                    <a:pt x="1043" y="148371"/>
                  </a:lnTo>
                  <a:lnTo>
                    <a:pt x="531" y="153645"/>
                  </a:lnTo>
                  <a:lnTo>
                    <a:pt x="186" y="158932"/>
                  </a:lnTo>
                  <a:lnTo>
                    <a:pt x="9" y="164228"/>
                  </a:lnTo>
                  <a:lnTo>
                    <a:pt x="0" y="169527"/>
                  </a:lnTo>
                  <a:lnTo>
                    <a:pt x="158" y="174823"/>
                  </a:lnTo>
                  <a:lnTo>
                    <a:pt x="485" y="180112"/>
                  </a:lnTo>
                  <a:lnTo>
                    <a:pt x="979" y="185387"/>
                  </a:lnTo>
                  <a:lnTo>
                    <a:pt x="1640" y="190645"/>
                  </a:lnTo>
                  <a:lnTo>
                    <a:pt x="2467" y="195878"/>
                  </a:lnTo>
                  <a:lnTo>
                    <a:pt x="3460" y="201083"/>
                  </a:lnTo>
                  <a:lnTo>
                    <a:pt x="4617" y="206254"/>
                  </a:lnTo>
                  <a:lnTo>
                    <a:pt x="5937" y="211386"/>
                  </a:lnTo>
                  <a:lnTo>
                    <a:pt x="7420" y="216473"/>
                  </a:lnTo>
                  <a:lnTo>
                    <a:pt x="9062" y="221510"/>
                  </a:lnTo>
                  <a:lnTo>
                    <a:pt x="10864" y="226493"/>
                  </a:lnTo>
                  <a:lnTo>
                    <a:pt x="12823" y="231417"/>
                  </a:lnTo>
                  <a:lnTo>
                    <a:pt x="14937" y="236275"/>
                  </a:lnTo>
                  <a:lnTo>
                    <a:pt x="17203" y="241065"/>
                  </a:lnTo>
                  <a:lnTo>
                    <a:pt x="19621" y="245780"/>
                  </a:lnTo>
                  <a:lnTo>
                    <a:pt x="22186" y="250416"/>
                  </a:lnTo>
                  <a:lnTo>
                    <a:pt x="24898" y="254969"/>
                  </a:lnTo>
                  <a:lnTo>
                    <a:pt x="27752" y="259433"/>
                  </a:lnTo>
                  <a:lnTo>
                    <a:pt x="30746" y="263805"/>
                  </a:lnTo>
                  <a:lnTo>
                    <a:pt x="33877" y="268079"/>
                  </a:lnTo>
                  <a:lnTo>
                    <a:pt x="37142" y="272252"/>
                  </a:lnTo>
                  <a:lnTo>
                    <a:pt x="40538" y="276320"/>
                  </a:lnTo>
                  <a:lnTo>
                    <a:pt x="44061" y="280278"/>
                  </a:lnTo>
                  <a:lnTo>
                    <a:pt x="47708" y="284122"/>
                  </a:lnTo>
                  <a:lnTo>
                    <a:pt x="51474" y="287849"/>
                  </a:lnTo>
                  <a:lnTo>
                    <a:pt x="55357" y="291454"/>
                  </a:lnTo>
                  <a:lnTo>
                    <a:pt x="59353" y="294935"/>
                  </a:lnTo>
                  <a:lnTo>
                    <a:pt x="63456" y="298287"/>
                  </a:lnTo>
                  <a:lnTo>
                    <a:pt x="67664" y="301507"/>
                  </a:lnTo>
                  <a:lnTo>
                    <a:pt x="71971" y="304593"/>
                  </a:lnTo>
                  <a:lnTo>
                    <a:pt x="76375" y="307540"/>
                  </a:lnTo>
                  <a:lnTo>
                    <a:pt x="80869" y="310347"/>
                  </a:lnTo>
                  <a:lnTo>
                    <a:pt x="85450" y="313009"/>
                  </a:lnTo>
                  <a:lnTo>
                    <a:pt x="90113" y="315526"/>
                  </a:lnTo>
                  <a:lnTo>
                    <a:pt x="94854" y="317893"/>
                  </a:lnTo>
                  <a:lnTo>
                    <a:pt x="99667" y="320108"/>
                  </a:lnTo>
                  <a:lnTo>
                    <a:pt x="104548" y="322170"/>
                  </a:lnTo>
                  <a:lnTo>
                    <a:pt x="109492" y="324076"/>
                  </a:lnTo>
                  <a:lnTo>
                    <a:pt x="114494" y="325825"/>
                  </a:lnTo>
                  <a:lnTo>
                    <a:pt x="119549" y="327414"/>
                  </a:lnTo>
                  <a:lnTo>
                    <a:pt x="124652" y="328842"/>
                  </a:lnTo>
                  <a:lnTo>
                    <a:pt x="129797" y="330108"/>
                  </a:lnTo>
                  <a:lnTo>
                    <a:pt x="134980" y="331210"/>
                  </a:lnTo>
                  <a:lnTo>
                    <a:pt x="140195" y="332147"/>
                  </a:lnTo>
                  <a:lnTo>
                    <a:pt x="145437" y="332918"/>
                  </a:lnTo>
                  <a:lnTo>
                    <a:pt x="150701" y="333523"/>
                  </a:lnTo>
                  <a:lnTo>
                    <a:pt x="155982" y="333961"/>
                  </a:lnTo>
                  <a:lnTo>
                    <a:pt x="161274" y="334231"/>
                  </a:lnTo>
                  <a:lnTo>
                    <a:pt x="166571" y="334333"/>
                  </a:lnTo>
                  <a:lnTo>
                    <a:pt x="171870" y="334268"/>
                  </a:lnTo>
                  <a:lnTo>
                    <a:pt x="177163" y="334034"/>
                  </a:lnTo>
                  <a:lnTo>
                    <a:pt x="182447" y="333633"/>
                  </a:lnTo>
                  <a:lnTo>
                    <a:pt x="187715" y="333065"/>
                  </a:lnTo>
                  <a:lnTo>
                    <a:pt x="192962" y="332330"/>
                  </a:lnTo>
                  <a:lnTo>
                    <a:pt x="198184" y="331429"/>
                  </a:lnTo>
                  <a:lnTo>
                    <a:pt x="203374" y="330363"/>
                  </a:lnTo>
                  <a:lnTo>
                    <a:pt x="208528" y="329132"/>
                  </a:lnTo>
                  <a:lnTo>
                    <a:pt x="213640" y="327740"/>
                  </a:lnTo>
                  <a:lnTo>
                    <a:pt x="218706" y="326186"/>
                  </a:lnTo>
                  <a:lnTo>
                    <a:pt x="223720" y="324472"/>
                  </a:lnTo>
                  <a:lnTo>
                    <a:pt x="228677" y="322600"/>
                  </a:lnTo>
                  <a:lnTo>
                    <a:pt x="233572" y="320572"/>
                  </a:lnTo>
                  <a:lnTo>
                    <a:pt x="238401" y="318390"/>
                  </a:lnTo>
                  <a:lnTo>
                    <a:pt x="243158" y="316056"/>
                  </a:lnTo>
                  <a:lnTo>
                    <a:pt x="247838" y="313572"/>
                  </a:lnTo>
                  <a:lnTo>
                    <a:pt x="252438" y="310941"/>
                  </a:lnTo>
                  <a:lnTo>
                    <a:pt x="256951" y="308166"/>
                  </a:lnTo>
                  <a:lnTo>
                    <a:pt x="261375" y="305249"/>
                  </a:lnTo>
                  <a:lnTo>
                    <a:pt x="265704" y="302193"/>
                  </a:lnTo>
                  <a:lnTo>
                    <a:pt x="269934" y="299002"/>
                  </a:lnTo>
                  <a:lnTo>
                    <a:pt x="274060" y="295678"/>
                  </a:lnTo>
                  <a:lnTo>
                    <a:pt x="278080" y="292226"/>
                  </a:lnTo>
                  <a:lnTo>
                    <a:pt x="281987" y="288647"/>
                  </a:lnTo>
                  <a:lnTo>
                    <a:pt x="285780" y="284947"/>
                  </a:lnTo>
                  <a:lnTo>
                    <a:pt x="289453" y="281128"/>
                  </a:lnTo>
                  <a:lnTo>
                    <a:pt x="293003" y="277194"/>
                  </a:lnTo>
                  <a:lnTo>
                    <a:pt x="296427" y="273150"/>
                  </a:lnTo>
                  <a:lnTo>
                    <a:pt x="299721" y="269000"/>
                  </a:lnTo>
                  <a:lnTo>
                    <a:pt x="302882" y="264747"/>
                  </a:lnTo>
                  <a:lnTo>
                    <a:pt x="305906" y="260396"/>
                  </a:lnTo>
                  <a:lnTo>
                    <a:pt x="308791" y="255952"/>
                  </a:lnTo>
                  <a:lnTo>
                    <a:pt x="311534" y="251418"/>
                  </a:lnTo>
                  <a:lnTo>
                    <a:pt x="314132" y="246800"/>
                  </a:lnTo>
                  <a:lnTo>
                    <a:pt x="316582" y="242102"/>
                  </a:lnTo>
                  <a:lnTo>
                    <a:pt x="318881" y="237328"/>
                  </a:lnTo>
                  <a:lnTo>
                    <a:pt x="321029" y="232484"/>
                  </a:lnTo>
                  <a:lnTo>
                    <a:pt x="323022" y="227575"/>
                  </a:lnTo>
                  <a:lnTo>
                    <a:pt x="324858" y="222604"/>
                  </a:lnTo>
                  <a:lnTo>
                    <a:pt x="326536" y="217578"/>
                  </a:lnTo>
                  <a:lnTo>
                    <a:pt x="328053" y="212501"/>
                  </a:lnTo>
                  <a:lnTo>
                    <a:pt x="329409" y="207379"/>
                  </a:lnTo>
                  <a:lnTo>
                    <a:pt x="330602" y="202216"/>
                  </a:lnTo>
                  <a:lnTo>
                    <a:pt x="331631" y="197019"/>
                  </a:lnTo>
                  <a:lnTo>
                    <a:pt x="332494" y="191791"/>
                  </a:lnTo>
                  <a:lnTo>
                    <a:pt x="333192" y="186538"/>
                  </a:lnTo>
                  <a:lnTo>
                    <a:pt x="333722" y="181266"/>
                  </a:lnTo>
                  <a:lnTo>
                    <a:pt x="334085" y="175980"/>
                  </a:lnTo>
                  <a:lnTo>
                    <a:pt x="334281" y="170685"/>
                  </a:lnTo>
                  <a:lnTo>
                    <a:pt x="334308" y="165386"/>
                  </a:lnTo>
                  <a:lnTo>
                    <a:pt x="334168" y="160089"/>
                  </a:lnTo>
                  <a:lnTo>
                    <a:pt x="333860" y="154800"/>
                  </a:lnTo>
                  <a:lnTo>
                    <a:pt x="333384" y="149522"/>
                  </a:lnTo>
                  <a:lnTo>
                    <a:pt x="332741" y="144263"/>
                  </a:lnTo>
                  <a:lnTo>
                    <a:pt x="331932" y="139026"/>
                  </a:lnTo>
                  <a:lnTo>
                    <a:pt x="330957" y="133818"/>
                  </a:lnTo>
                  <a:lnTo>
                    <a:pt x="329818" y="128643"/>
                  </a:lnTo>
                  <a:lnTo>
                    <a:pt x="328516" y="123507"/>
                  </a:lnTo>
                  <a:lnTo>
                    <a:pt x="327051" y="118415"/>
                  </a:lnTo>
                  <a:lnTo>
                    <a:pt x="325425" y="113372"/>
                  </a:lnTo>
                  <a:lnTo>
                    <a:pt x="323641" y="108382"/>
                  </a:lnTo>
                  <a:lnTo>
                    <a:pt x="321699" y="103452"/>
                  </a:lnTo>
                  <a:lnTo>
                    <a:pt x="319602" y="98586"/>
                  </a:lnTo>
                  <a:lnTo>
                    <a:pt x="317352" y="93789"/>
                  </a:lnTo>
                  <a:lnTo>
                    <a:pt x="314951" y="89065"/>
                  </a:lnTo>
                  <a:lnTo>
                    <a:pt x="312402" y="84420"/>
                  </a:lnTo>
                  <a:lnTo>
                    <a:pt x="309706" y="79859"/>
                  </a:lnTo>
                  <a:lnTo>
                    <a:pt x="306868" y="75384"/>
                  </a:lnTo>
                  <a:lnTo>
                    <a:pt x="303888" y="71002"/>
                  </a:lnTo>
                  <a:lnTo>
                    <a:pt x="300772" y="66717"/>
                  </a:lnTo>
                  <a:lnTo>
                    <a:pt x="297521" y="62533"/>
                  </a:lnTo>
                  <a:lnTo>
                    <a:pt x="294140" y="58453"/>
                  </a:lnTo>
                  <a:lnTo>
                    <a:pt x="290630" y="54483"/>
                  </a:lnTo>
                  <a:lnTo>
                    <a:pt x="286997" y="50626"/>
                  </a:lnTo>
                  <a:lnTo>
                    <a:pt x="283243" y="46887"/>
                  </a:lnTo>
                  <a:lnTo>
                    <a:pt x="279373" y="43268"/>
                  </a:lnTo>
                  <a:lnTo>
                    <a:pt x="275390" y="39773"/>
                  </a:lnTo>
                  <a:lnTo>
                    <a:pt x="271298" y="36407"/>
                  </a:lnTo>
                  <a:lnTo>
                    <a:pt x="267102" y="33172"/>
                  </a:lnTo>
                  <a:lnTo>
                    <a:pt x="262805" y="30071"/>
                  </a:lnTo>
                  <a:lnTo>
                    <a:pt x="258412" y="27109"/>
                  </a:lnTo>
                  <a:lnTo>
                    <a:pt x="253927" y="24287"/>
                  </a:lnTo>
                  <a:lnTo>
                    <a:pt x="249355" y="21608"/>
                  </a:lnTo>
                  <a:lnTo>
                    <a:pt x="244701" y="19076"/>
                  </a:lnTo>
                  <a:lnTo>
                    <a:pt x="239968" y="16693"/>
                  </a:lnTo>
                  <a:lnTo>
                    <a:pt x="235163" y="14460"/>
                  </a:lnTo>
                  <a:lnTo>
                    <a:pt x="230289" y="12382"/>
                  </a:lnTo>
                  <a:lnTo>
                    <a:pt x="225351" y="10458"/>
                  </a:lnTo>
                  <a:lnTo>
                    <a:pt x="220356" y="8693"/>
                  </a:lnTo>
                  <a:lnTo>
                    <a:pt x="215306" y="7086"/>
                  </a:lnTo>
                  <a:lnTo>
                    <a:pt x="210209" y="5640"/>
                  </a:lnTo>
                  <a:lnTo>
                    <a:pt x="205068" y="4357"/>
                  </a:lnTo>
                  <a:lnTo>
                    <a:pt x="199889" y="3237"/>
                  </a:lnTo>
                  <a:lnTo>
                    <a:pt x="194677" y="2281"/>
                  </a:lnTo>
                  <a:lnTo>
                    <a:pt x="189438" y="1492"/>
                  </a:lnTo>
                  <a:lnTo>
                    <a:pt x="184176" y="869"/>
                  </a:lnTo>
                  <a:lnTo>
                    <a:pt x="178897" y="413"/>
                  </a:lnTo>
                  <a:lnTo>
                    <a:pt x="173606" y="12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6455" cy="167167"/>
            </a:xfrm>
            <a:custGeom>
              <a:avLst/>
              <a:pathLst>
                <a:path w="6455" h="167167">
                  <a:moveTo>
                    <a:pt x="6455" y="1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798455" y="5269756"/>
              <a:ext cx="166046" cy="167167"/>
            </a:xfrm>
            <a:custGeom>
              <a:avLst/>
              <a:pathLst>
                <a:path w="166046" h="167167">
                  <a:moveTo>
                    <a:pt x="166046" y="0"/>
                  </a:moveTo>
                  <a:lnTo>
                    <a:pt x="160642" y="87"/>
                  </a:lnTo>
                  <a:lnTo>
                    <a:pt x="155244" y="349"/>
                  </a:lnTo>
                  <a:lnTo>
                    <a:pt x="149857" y="785"/>
                  </a:lnTo>
                  <a:lnTo>
                    <a:pt x="144487" y="1396"/>
                  </a:lnTo>
                  <a:lnTo>
                    <a:pt x="139140" y="2179"/>
                  </a:lnTo>
                  <a:lnTo>
                    <a:pt x="133820" y="3135"/>
                  </a:lnTo>
                  <a:lnTo>
                    <a:pt x="128535" y="4262"/>
                  </a:lnTo>
                  <a:lnTo>
                    <a:pt x="123288" y="5560"/>
                  </a:lnTo>
                  <a:lnTo>
                    <a:pt x="118086" y="7027"/>
                  </a:lnTo>
                  <a:lnTo>
                    <a:pt x="112935" y="8661"/>
                  </a:lnTo>
                  <a:lnTo>
                    <a:pt x="107839" y="10461"/>
                  </a:lnTo>
                  <a:lnTo>
                    <a:pt x="102803" y="12424"/>
                  </a:lnTo>
                  <a:lnTo>
                    <a:pt x="97834" y="14549"/>
                  </a:lnTo>
                  <a:lnTo>
                    <a:pt x="92936" y="16834"/>
                  </a:lnTo>
                  <a:lnTo>
                    <a:pt x="88115" y="19276"/>
                  </a:lnTo>
                  <a:lnTo>
                    <a:pt x="83375" y="21872"/>
                  </a:lnTo>
                  <a:lnTo>
                    <a:pt x="78721" y="24621"/>
                  </a:lnTo>
                  <a:lnTo>
                    <a:pt x="74159" y="27518"/>
                  </a:lnTo>
                  <a:lnTo>
                    <a:pt x="69693" y="30561"/>
                  </a:lnTo>
                  <a:lnTo>
                    <a:pt x="65327" y="33747"/>
                  </a:lnTo>
                  <a:lnTo>
                    <a:pt x="61067" y="37073"/>
                  </a:lnTo>
                  <a:lnTo>
                    <a:pt x="56917" y="40535"/>
                  </a:lnTo>
                  <a:lnTo>
                    <a:pt x="52880" y="44128"/>
                  </a:lnTo>
                  <a:lnTo>
                    <a:pt x="48962" y="47851"/>
                  </a:lnTo>
                  <a:lnTo>
                    <a:pt x="45166" y="51698"/>
                  </a:lnTo>
                  <a:lnTo>
                    <a:pt x="41497" y="55666"/>
                  </a:lnTo>
                  <a:lnTo>
                    <a:pt x="37957" y="59750"/>
                  </a:lnTo>
                  <a:lnTo>
                    <a:pt x="34552" y="63947"/>
                  </a:lnTo>
                  <a:lnTo>
                    <a:pt x="31284" y="68252"/>
                  </a:lnTo>
                  <a:lnTo>
                    <a:pt x="28157" y="72660"/>
                  </a:lnTo>
                  <a:lnTo>
                    <a:pt x="25174" y="77166"/>
                  </a:lnTo>
                  <a:lnTo>
                    <a:pt x="22338" y="81767"/>
                  </a:lnTo>
                  <a:lnTo>
                    <a:pt x="19653" y="86457"/>
                  </a:lnTo>
                  <a:lnTo>
                    <a:pt x="17120" y="91232"/>
                  </a:lnTo>
                  <a:lnTo>
                    <a:pt x="14743" y="96086"/>
                  </a:lnTo>
                  <a:lnTo>
                    <a:pt x="12525" y="101014"/>
                  </a:lnTo>
                  <a:lnTo>
                    <a:pt x="10467" y="106011"/>
                  </a:lnTo>
                  <a:lnTo>
                    <a:pt x="8571" y="111072"/>
                  </a:lnTo>
                  <a:lnTo>
                    <a:pt x="6840" y="116192"/>
                  </a:lnTo>
                  <a:lnTo>
                    <a:pt x="5275" y="121365"/>
                  </a:lnTo>
                  <a:lnTo>
                    <a:pt x="3879" y="126586"/>
                  </a:lnTo>
                  <a:lnTo>
                    <a:pt x="2652" y="131850"/>
                  </a:lnTo>
                  <a:lnTo>
                    <a:pt x="1595" y="137150"/>
                  </a:lnTo>
                  <a:lnTo>
                    <a:pt x="711" y="142482"/>
                  </a:lnTo>
                  <a:lnTo>
                    <a:pt x="0" y="147839"/>
                  </a:lnTo>
                  <a:lnTo>
                    <a:pt x="1660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797344" y="5269756"/>
              <a:ext cx="334307" cy="334334"/>
            </a:xfrm>
            <a:custGeom>
              <a:avLst/>
              <a:pathLst>
                <a:path w="334307" h="334334">
                  <a:moveTo>
                    <a:pt x="1110" y="147839"/>
                  </a:moveTo>
                  <a:lnTo>
                    <a:pt x="580" y="153122"/>
                  </a:lnTo>
                  <a:lnTo>
                    <a:pt x="218" y="158420"/>
                  </a:lnTo>
                  <a:lnTo>
                    <a:pt x="24" y="163726"/>
                  </a:lnTo>
                  <a:lnTo>
                    <a:pt x="0" y="169036"/>
                  </a:lnTo>
                  <a:lnTo>
                    <a:pt x="143" y="174344"/>
                  </a:lnTo>
                  <a:lnTo>
                    <a:pt x="455" y="179645"/>
                  </a:lnTo>
                  <a:lnTo>
                    <a:pt x="936" y="184933"/>
                  </a:lnTo>
                  <a:lnTo>
                    <a:pt x="1584" y="190203"/>
                  </a:lnTo>
                  <a:lnTo>
                    <a:pt x="2399" y="195450"/>
                  </a:lnTo>
                  <a:lnTo>
                    <a:pt x="3380" y="200668"/>
                  </a:lnTo>
                  <a:lnTo>
                    <a:pt x="4527" y="205853"/>
                  </a:lnTo>
                  <a:lnTo>
                    <a:pt x="5838" y="210998"/>
                  </a:lnTo>
                  <a:lnTo>
                    <a:pt x="7311" y="216099"/>
                  </a:lnTo>
                  <a:lnTo>
                    <a:pt x="8946" y="221151"/>
                  </a:lnTo>
                  <a:lnTo>
                    <a:pt x="10740" y="226149"/>
                  </a:lnTo>
                  <a:lnTo>
                    <a:pt x="12692" y="231087"/>
                  </a:lnTo>
                  <a:lnTo>
                    <a:pt x="14800" y="235960"/>
                  </a:lnTo>
                  <a:lnTo>
                    <a:pt x="17062" y="240764"/>
                  </a:lnTo>
                  <a:lnTo>
                    <a:pt x="19475" y="245494"/>
                  </a:lnTo>
                  <a:lnTo>
                    <a:pt x="22037" y="250145"/>
                  </a:lnTo>
                  <a:lnTo>
                    <a:pt x="24746" y="254712"/>
                  </a:lnTo>
                  <a:lnTo>
                    <a:pt x="27598" y="259191"/>
                  </a:lnTo>
                  <a:lnTo>
                    <a:pt x="30591" y="263577"/>
                  </a:lnTo>
                  <a:lnTo>
                    <a:pt x="33722" y="267865"/>
                  </a:lnTo>
                  <a:lnTo>
                    <a:pt x="36987" y="272052"/>
                  </a:lnTo>
                  <a:lnTo>
                    <a:pt x="40384" y="276134"/>
                  </a:lnTo>
                  <a:lnTo>
                    <a:pt x="43909" y="280105"/>
                  </a:lnTo>
                  <a:lnTo>
                    <a:pt x="47558" y="283962"/>
                  </a:lnTo>
                  <a:lnTo>
                    <a:pt x="51328" y="287702"/>
                  </a:lnTo>
                  <a:lnTo>
                    <a:pt x="55214" y="291319"/>
                  </a:lnTo>
                  <a:lnTo>
                    <a:pt x="59214" y="294812"/>
                  </a:lnTo>
                  <a:lnTo>
                    <a:pt x="63322" y="298176"/>
                  </a:lnTo>
                  <a:lnTo>
                    <a:pt x="67535" y="301408"/>
                  </a:lnTo>
                  <a:lnTo>
                    <a:pt x="71849" y="304504"/>
                  </a:lnTo>
                  <a:lnTo>
                    <a:pt x="76259" y="307461"/>
                  </a:lnTo>
                  <a:lnTo>
                    <a:pt x="80760" y="310278"/>
                  </a:lnTo>
                  <a:lnTo>
                    <a:pt x="85349" y="312949"/>
                  </a:lnTo>
                  <a:lnTo>
                    <a:pt x="90020" y="315474"/>
                  </a:lnTo>
                  <a:lnTo>
                    <a:pt x="94769" y="317849"/>
                  </a:lnTo>
                  <a:lnTo>
                    <a:pt x="99591" y="320072"/>
                  </a:lnTo>
                  <a:lnTo>
                    <a:pt x="104482" y="322141"/>
                  </a:lnTo>
                  <a:lnTo>
                    <a:pt x="109435" y="324053"/>
                  </a:lnTo>
                  <a:lnTo>
                    <a:pt x="114447" y="325807"/>
                  </a:lnTo>
                  <a:lnTo>
                    <a:pt x="119512" y="327401"/>
                  </a:lnTo>
                  <a:lnTo>
                    <a:pt x="124625" y="328833"/>
                  </a:lnTo>
                  <a:lnTo>
                    <a:pt x="129781" y="330103"/>
                  </a:lnTo>
                  <a:lnTo>
                    <a:pt x="134974" y="331207"/>
                  </a:lnTo>
                  <a:lnTo>
                    <a:pt x="140200" y="332147"/>
                  </a:lnTo>
                  <a:lnTo>
                    <a:pt x="145454" y="332920"/>
                  </a:lnTo>
                  <a:lnTo>
                    <a:pt x="150729" y="333525"/>
                  </a:lnTo>
                  <a:lnTo>
                    <a:pt x="156021" y="333963"/>
                  </a:lnTo>
                  <a:lnTo>
                    <a:pt x="161324" y="334233"/>
                  </a:lnTo>
                  <a:lnTo>
                    <a:pt x="166633" y="334334"/>
                  </a:lnTo>
                  <a:lnTo>
                    <a:pt x="171942" y="334266"/>
                  </a:lnTo>
                  <a:lnTo>
                    <a:pt x="177247" y="334030"/>
                  </a:lnTo>
                  <a:lnTo>
                    <a:pt x="182541" y="333625"/>
                  </a:lnTo>
                  <a:lnTo>
                    <a:pt x="187820" y="333052"/>
                  </a:lnTo>
                  <a:lnTo>
                    <a:pt x="193078" y="332312"/>
                  </a:lnTo>
                  <a:lnTo>
                    <a:pt x="198310" y="331406"/>
                  </a:lnTo>
                  <a:lnTo>
                    <a:pt x="203510" y="330334"/>
                  </a:lnTo>
                  <a:lnTo>
                    <a:pt x="208674" y="329097"/>
                  </a:lnTo>
                  <a:lnTo>
                    <a:pt x="213796" y="327696"/>
                  </a:lnTo>
                  <a:lnTo>
                    <a:pt x="218871" y="326134"/>
                  </a:lnTo>
                  <a:lnTo>
                    <a:pt x="223893" y="324412"/>
                  </a:lnTo>
                  <a:lnTo>
                    <a:pt x="228859" y="322530"/>
                  </a:lnTo>
                  <a:lnTo>
                    <a:pt x="233762" y="320492"/>
                  </a:lnTo>
                  <a:lnTo>
                    <a:pt x="238598" y="318300"/>
                  </a:lnTo>
                  <a:lnTo>
                    <a:pt x="243362" y="315954"/>
                  </a:lnTo>
                  <a:lnTo>
                    <a:pt x="248049" y="313459"/>
                  </a:lnTo>
                  <a:lnTo>
                    <a:pt x="252654" y="310816"/>
                  </a:lnTo>
                  <a:lnTo>
                    <a:pt x="257173" y="308028"/>
                  </a:lnTo>
                  <a:lnTo>
                    <a:pt x="261601" y="305098"/>
                  </a:lnTo>
                  <a:lnTo>
                    <a:pt x="265934" y="302029"/>
                  </a:lnTo>
                  <a:lnTo>
                    <a:pt x="270168" y="298824"/>
                  </a:lnTo>
                  <a:lnTo>
                    <a:pt x="274297" y="295486"/>
                  </a:lnTo>
                  <a:lnTo>
                    <a:pt x="278318" y="292019"/>
                  </a:lnTo>
                  <a:lnTo>
                    <a:pt x="282228" y="288425"/>
                  </a:lnTo>
                  <a:lnTo>
                    <a:pt x="286021" y="284709"/>
                  </a:lnTo>
                  <a:lnTo>
                    <a:pt x="289694" y="280875"/>
                  </a:lnTo>
                  <a:lnTo>
                    <a:pt x="293243" y="276926"/>
                  </a:lnTo>
                  <a:lnTo>
                    <a:pt x="296666" y="272866"/>
                  </a:lnTo>
                  <a:lnTo>
                    <a:pt x="299957" y="268700"/>
                  </a:lnTo>
                  <a:lnTo>
                    <a:pt x="303115" y="264431"/>
                  </a:lnTo>
                  <a:lnTo>
                    <a:pt x="306135" y="260064"/>
                  </a:lnTo>
                  <a:lnTo>
                    <a:pt x="309016" y="255603"/>
                  </a:lnTo>
                  <a:lnTo>
                    <a:pt x="311753" y="251053"/>
                  </a:lnTo>
                  <a:lnTo>
                    <a:pt x="314344" y="246418"/>
                  </a:lnTo>
                  <a:lnTo>
                    <a:pt x="316787" y="241704"/>
                  </a:lnTo>
                  <a:lnTo>
                    <a:pt x="319079" y="236914"/>
                  </a:lnTo>
                  <a:lnTo>
                    <a:pt x="321217" y="232054"/>
                  </a:lnTo>
                  <a:lnTo>
                    <a:pt x="323200" y="227128"/>
                  </a:lnTo>
                  <a:lnTo>
                    <a:pt x="325026" y="222142"/>
                  </a:lnTo>
                  <a:lnTo>
                    <a:pt x="326692" y="217100"/>
                  </a:lnTo>
                  <a:lnTo>
                    <a:pt x="328197" y="212008"/>
                  </a:lnTo>
                  <a:lnTo>
                    <a:pt x="329540" y="206871"/>
                  </a:lnTo>
                  <a:lnTo>
                    <a:pt x="330719" y="201694"/>
                  </a:lnTo>
                  <a:lnTo>
                    <a:pt x="331733" y="196482"/>
                  </a:lnTo>
                  <a:lnTo>
                    <a:pt x="332581" y="191240"/>
                  </a:lnTo>
                  <a:lnTo>
                    <a:pt x="333263" y="185974"/>
                  </a:lnTo>
                  <a:lnTo>
                    <a:pt x="333776" y="180689"/>
                  </a:lnTo>
                  <a:lnTo>
                    <a:pt x="334122" y="175391"/>
                  </a:lnTo>
                  <a:lnTo>
                    <a:pt x="334298" y="170084"/>
                  </a:lnTo>
                  <a:lnTo>
                    <a:pt x="334307" y="164774"/>
                  </a:lnTo>
                  <a:lnTo>
                    <a:pt x="334146" y="159467"/>
                  </a:lnTo>
                  <a:lnTo>
                    <a:pt x="333818" y="154167"/>
                  </a:lnTo>
                  <a:lnTo>
                    <a:pt x="333321" y="148880"/>
                  </a:lnTo>
                  <a:lnTo>
                    <a:pt x="332656" y="143612"/>
                  </a:lnTo>
                  <a:lnTo>
                    <a:pt x="331825" y="138368"/>
                  </a:lnTo>
                  <a:lnTo>
                    <a:pt x="330827" y="133153"/>
                  </a:lnTo>
                  <a:lnTo>
                    <a:pt x="329664" y="127972"/>
                  </a:lnTo>
                  <a:lnTo>
                    <a:pt x="328337" y="122830"/>
                  </a:lnTo>
                  <a:lnTo>
                    <a:pt x="326848" y="117734"/>
                  </a:lnTo>
                  <a:lnTo>
                    <a:pt x="325197" y="112687"/>
                  </a:lnTo>
                  <a:lnTo>
                    <a:pt x="323387" y="107695"/>
                  </a:lnTo>
                  <a:lnTo>
                    <a:pt x="321420" y="102763"/>
                  </a:lnTo>
                  <a:lnTo>
                    <a:pt x="319296" y="97896"/>
                  </a:lnTo>
                  <a:lnTo>
                    <a:pt x="317020" y="93099"/>
                  </a:lnTo>
                  <a:lnTo>
                    <a:pt x="314592" y="88377"/>
                  </a:lnTo>
                  <a:lnTo>
                    <a:pt x="312015" y="83735"/>
                  </a:lnTo>
                  <a:lnTo>
                    <a:pt x="309292" y="79176"/>
                  </a:lnTo>
                  <a:lnTo>
                    <a:pt x="306426" y="74706"/>
                  </a:lnTo>
                  <a:lnTo>
                    <a:pt x="303419" y="70330"/>
                  </a:lnTo>
                  <a:lnTo>
                    <a:pt x="300275" y="66051"/>
                  </a:lnTo>
                  <a:lnTo>
                    <a:pt x="296996" y="61874"/>
                  </a:lnTo>
                  <a:lnTo>
                    <a:pt x="293587" y="57804"/>
                  </a:lnTo>
                  <a:lnTo>
                    <a:pt x="290050" y="53843"/>
                  </a:lnTo>
                  <a:lnTo>
                    <a:pt x="286389" y="49998"/>
                  </a:lnTo>
                  <a:lnTo>
                    <a:pt x="282607" y="46270"/>
                  </a:lnTo>
                  <a:lnTo>
                    <a:pt x="278709" y="42664"/>
                  </a:lnTo>
                  <a:lnTo>
                    <a:pt x="274699" y="39184"/>
                  </a:lnTo>
                  <a:lnTo>
                    <a:pt x="270580" y="35833"/>
                  </a:lnTo>
                  <a:lnTo>
                    <a:pt x="266357" y="32615"/>
                  </a:lnTo>
                  <a:lnTo>
                    <a:pt x="262033" y="29532"/>
                  </a:lnTo>
                  <a:lnTo>
                    <a:pt x="257614" y="26588"/>
                  </a:lnTo>
                  <a:lnTo>
                    <a:pt x="253104" y="23786"/>
                  </a:lnTo>
                  <a:lnTo>
                    <a:pt x="248507" y="21129"/>
                  </a:lnTo>
                  <a:lnTo>
                    <a:pt x="243828" y="18619"/>
                  </a:lnTo>
                  <a:lnTo>
                    <a:pt x="239071" y="16259"/>
                  </a:lnTo>
                  <a:lnTo>
                    <a:pt x="234242" y="14051"/>
                  </a:lnTo>
                  <a:lnTo>
                    <a:pt x="229345" y="11998"/>
                  </a:lnTo>
                  <a:lnTo>
                    <a:pt x="224386" y="10101"/>
                  </a:lnTo>
                  <a:lnTo>
                    <a:pt x="219369" y="8363"/>
                  </a:lnTo>
                  <a:lnTo>
                    <a:pt x="214299" y="6784"/>
                  </a:lnTo>
                  <a:lnTo>
                    <a:pt x="209181" y="5368"/>
                  </a:lnTo>
                  <a:lnTo>
                    <a:pt x="204021" y="4115"/>
                  </a:lnTo>
                  <a:lnTo>
                    <a:pt x="198824" y="3026"/>
                  </a:lnTo>
                  <a:lnTo>
                    <a:pt x="193595" y="2103"/>
                  </a:lnTo>
                  <a:lnTo>
                    <a:pt x="188340" y="1347"/>
                  </a:lnTo>
                  <a:lnTo>
                    <a:pt x="183063" y="758"/>
                  </a:lnTo>
                  <a:lnTo>
                    <a:pt x="177769" y="337"/>
                  </a:lnTo>
                  <a:lnTo>
                    <a:pt x="172466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66888" y="5399291"/>
              <a:ext cx="19327" cy="167167"/>
            </a:xfrm>
            <a:custGeom>
              <a:avLst/>
              <a:pathLst>
                <a:path w="19327" h="167167">
                  <a:moveTo>
                    <a:pt x="19327" y="0"/>
                  </a:moveTo>
                  <a:lnTo>
                    <a:pt x="9647" y="280"/>
                  </a:lnTo>
                  <a:lnTo>
                    <a:pt x="0" y="1121"/>
                  </a:lnTo>
                  <a:lnTo>
                    <a:pt x="1932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66888" y="5400412"/>
              <a:ext cx="19327" cy="166046"/>
            </a:xfrm>
            <a:custGeom>
              <a:avLst/>
              <a:pathLst>
                <a:path w="19327" h="166046">
                  <a:moveTo>
                    <a:pt x="0" y="0"/>
                  </a:moveTo>
                  <a:lnTo>
                    <a:pt x="19327" y="166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66888" y="5400412"/>
              <a:ext cx="19327" cy="166046"/>
            </a:xfrm>
            <a:custGeom>
              <a:avLst/>
              <a:pathLst>
                <a:path w="19327" h="166046">
                  <a:moveTo>
                    <a:pt x="0" y="0"/>
                  </a:moveTo>
                  <a:lnTo>
                    <a:pt x="19327" y="166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66888" y="5400412"/>
              <a:ext cx="19327" cy="166046"/>
            </a:xfrm>
            <a:custGeom>
              <a:avLst/>
              <a:pathLst>
                <a:path w="19327" h="166046">
                  <a:moveTo>
                    <a:pt x="0" y="0"/>
                  </a:moveTo>
                  <a:lnTo>
                    <a:pt x="19327" y="166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66888" y="5400412"/>
              <a:ext cx="19327" cy="166046"/>
            </a:xfrm>
            <a:custGeom>
              <a:avLst/>
              <a:pathLst>
                <a:path w="19327" h="166046">
                  <a:moveTo>
                    <a:pt x="0" y="0"/>
                  </a:moveTo>
                  <a:lnTo>
                    <a:pt x="19327" y="166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6888" y="5400412"/>
              <a:ext cx="19327" cy="166046"/>
            </a:xfrm>
            <a:custGeom>
              <a:avLst/>
              <a:pathLst>
                <a:path w="19327" h="166046">
                  <a:moveTo>
                    <a:pt x="0" y="0"/>
                  </a:moveTo>
                  <a:lnTo>
                    <a:pt x="19327" y="1660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6888" y="5400412"/>
              <a:ext cx="19327" cy="166046"/>
            </a:xfrm>
            <a:custGeom>
              <a:avLst/>
              <a:pathLst>
                <a:path w="19327" h="166046">
                  <a:moveTo>
                    <a:pt x="0" y="0"/>
                  </a:moveTo>
                  <a:lnTo>
                    <a:pt x="19327" y="1660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319048" y="5400177"/>
              <a:ext cx="334316" cy="333445"/>
            </a:xfrm>
            <a:custGeom>
              <a:avLst/>
              <a:pathLst>
                <a:path w="334316" h="333445">
                  <a:moveTo>
                    <a:pt x="147839" y="235"/>
                  </a:moveTo>
                  <a:lnTo>
                    <a:pt x="142605" y="928"/>
                  </a:lnTo>
                  <a:lnTo>
                    <a:pt x="137395" y="1786"/>
                  </a:lnTo>
                  <a:lnTo>
                    <a:pt x="132215" y="2808"/>
                  </a:lnTo>
                  <a:lnTo>
                    <a:pt x="127070" y="3993"/>
                  </a:lnTo>
                  <a:lnTo>
                    <a:pt x="121965" y="5341"/>
                  </a:lnTo>
                  <a:lnTo>
                    <a:pt x="116906" y="6848"/>
                  </a:lnTo>
                  <a:lnTo>
                    <a:pt x="111896" y="8515"/>
                  </a:lnTo>
                  <a:lnTo>
                    <a:pt x="106941" y="10339"/>
                  </a:lnTo>
                  <a:lnTo>
                    <a:pt x="102047" y="12319"/>
                  </a:lnTo>
                  <a:lnTo>
                    <a:pt x="97217" y="14452"/>
                  </a:lnTo>
                  <a:lnTo>
                    <a:pt x="92457" y="16737"/>
                  </a:lnTo>
                  <a:lnTo>
                    <a:pt x="87772" y="19171"/>
                  </a:lnTo>
                  <a:lnTo>
                    <a:pt x="83166" y="21751"/>
                  </a:lnTo>
                  <a:lnTo>
                    <a:pt x="78643" y="24476"/>
                  </a:lnTo>
                  <a:lnTo>
                    <a:pt x="74209" y="27342"/>
                  </a:lnTo>
                  <a:lnTo>
                    <a:pt x="69868" y="30347"/>
                  </a:lnTo>
                  <a:lnTo>
                    <a:pt x="65624" y="33488"/>
                  </a:lnTo>
                  <a:lnTo>
                    <a:pt x="61481" y="36761"/>
                  </a:lnTo>
                  <a:lnTo>
                    <a:pt x="57444" y="40163"/>
                  </a:lnTo>
                  <a:lnTo>
                    <a:pt x="53516" y="43691"/>
                  </a:lnTo>
                  <a:lnTo>
                    <a:pt x="49701" y="47341"/>
                  </a:lnTo>
                  <a:lnTo>
                    <a:pt x="46003" y="51110"/>
                  </a:lnTo>
                  <a:lnTo>
                    <a:pt x="42427" y="54993"/>
                  </a:lnTo>
                  <a:lnTo>
                    <a:pt x="38975" y="58988"/>
                  </a:lnTo>
                  <a:lnTo>
                    <a:pt x="35650" y="63090"/>
                  </a:lnTo>
                  <a:lnTo>
                    <a:pt x="32457" y="67295"/>
                  </a:lnTo>
                  <a:lnTo>
                    <a:pt x="29398" y="71598"/>
                  </a:lnTo>
                  <a:lnTo>
                    <a:pt x="26477" y="75996"/>
                  </a:lnTo>
                  <a:lnTo>
                    <a:pt x="23696" y="80484"/>
                  </a:lnTo>
                  <a:lnTo>
                    <a:pt x="21058" y="85058"/>
                  </a:lnTo>
                  <a:lnTo>
                    <a:pt x="18566" y="89712"/>
                  </a:lnTo>
                  <a:lnTo>
                    <a:pt x="16222" y="94443"/>
                  </a:lnTo>
                  <a:lnTo>
                    <a:pt x="14029" y="99246"/>
                  </a:lnTo>
                  <a:lnTo>
                    <a:pt x="11988" y="104115"/>
                  </a:lnTo>
                  <a:lnTo>
                    <a:pt x="10102" y="109047"/>
                  </a:lnTo>
                  <a:lnTo>
                    <a:pt x="8373" y="114035"/>
                  </a:lnTo>
                  <a:lnTo>
                    <a:pt x="6803" y="119076"/>
                  </a:lnTo>
                  <a:lnTo>
                    <a:pt x="5392" y="124164"/>
                  </a:lnTo>
                  <a:lnTo>
                    <a:pt x="4142" y="129293"/>
                  </a:lnTo>
                  <a:lnTo>
                    <a:pt x="3056" y="134460"/>
                  </a:lnTo>
                  <a:lnTo>
                    <a:pt x="2133" y="139659"/>
                  </a:lnTo>
                  <a:lnTo>
                    <a:pt x="1374" y="144884"/>
                  </a:lnTo>
                  <a:lnTo>
                    <a:pt x="781" y="150130"/>
                  </a:lnTo>
                  <a:lnTo>
                    <a:pt x="354" y="155392"/>
                  </a:lnTo>
                  <a:lnTo>
                    <a:pt x="93" y="160666"/>
                  </a:lnTo>
                  <a:lnTo>
                    <a:pt x="0" y="165945"/>
                  </a:lnTo>
                  <a:lnTo>
                    <a:pt x="72" y="171224"/>
                  </a:lnTo>
                  <a:lnTo>
                    <a:pt x="312" y="176498"/>
                  </a:lnTo>
                  <a:lnTo>
                    <a:pt x="718" y="181762"/>
                  </a:lnTo>
                  <a:lnTo>
                    <a:pt x="1289" y="187011"/>
                  </a:lnTo>
                  <a:lnTo>
                    <a:pt x="2027" y="192239"/>
                  </a:lnTo>
                  <a:lnTo>
                    <a:pt x="2929" y="197441"/>
                  </a:lnTo>
                  <a:lnTo>
                    <a:pt x="3995" y="202612"/>
                  </a:lnTo>
                  <a:lnTo>
                    <a:pt x="5224" y="207747"/>
                  </a:lnTo>
                  <a:lnTo>
                    <a:pt x="6614" y="212840"/>
                  </a:lnTo>
                  <a:lnTo>
                    <a:pt x="8164" y="217887"/>
                  </a:lnTo>
                  <a:lnTo>
                    <a:pt x="9873" y="222883"/>
                  </a:lnTo>
                  <a:lnTo>
                    <a:pt x="11739" y="227822"/>
                  </a:lnTo>
                  <a:lnTo>
                    <a:pt x="13760" y="232700"/>
                  </a:lnTo>
                  <a:lnTo>
                    <a:pt x="15934" y="237511"/>
                  </a:lnTo>
                  <a:lnTo>
                    <a:pt x="18259" y="242251"/>
                  </a:lnTo>
                  <a:lnTo>
                    <a:pt x="20732" y="246916"/>
                  </a:lnTo>
                  <a:lnTo>
                    <a:pt x="23352" y="251500"/>
                  </a:lnTo>
                  <a:lnTo>
                    <a:pt x="26115" y="255999"/>
                  </a:lnTo>
                  <a:lnTo>
                    <a:pt x="29018" y="260409"/>
                  </a:lnTo>
                  <a:lnTo>
                    <a:pt x="32060" y="264724"/>
                  </a:lnTo>
                  <a:lnTo>
                    <a:pt x="35236" y="268942"/>
                  </a:lnTo>
                  <a:lnTo>
                    <a:pt x="38544" y="273057"/>
                  </a:lnTo>
                  <a:lnTo>
                    <a:pt x="41980" y="277066"/>
                  </a:lnTo>
                  <a:lnTo>
                    <a:pt x="45541" y="280964"/>
                  </a:lnTo>
                  <a:lnTo>
                    <a:pt x="49223" y="284747"/>
                  </a:lnTo>
                  <a:lnTo>
                    <a:pt x="53023" y="288413"/>
                  </a:lnTo>
                  <a:lnTo>
                    <a:pt x="56937" y="291957"/>
                  </a:lnTo>
                  <a:lnTo>
                    <a:pt x="60961" y="295375"/>
                  </a:lnTo>
                  <a:lnTo>
                    <a:pt x="65091" y="298665"/>
                  </a:lnTo>
                  <a:lnTo>
                    <a:pt x="69322" y="301822"/>
                  </a:lnTo>
                  <a:lnTo>
                    <a:pt x="73651" y="304844"/>
                  </a:lnTo>
                  <a:lnTo>
                    <a:pt x="78074" y="307728"/>
                  </a:lnTo>
                  <a:lnTo>
                    <a:pt x="82585" y="310471"/>
                  </a:lnTo>
                  <a:lnTo>
                    <a:pt x="87181" y="313071"/>
                  </a:lnTo>
                  <a:lnTo>
                    <a:pt x="91856" y="315523"/>
                  </a:lnTo>
                  <a:lnTo>
                    <a:pt x="96607" y="317827"/>
                  </a:lnTo>
                  <a:lnTo>
                    <a:pt x="101428" y="319980"/>
                  </a:lnTo>
                  <a:lnTo>
                    <a:pt x="106314" y="321979"/>
                  </a:lnTo>
                  <a:lnTo>
                    <a:pt x="111261" y="323823"/>
                  </a:lnTo>
                  <a:lnTo>
                    <a:pt x="116264" y="325510"/>
                  </a:lnTo>
                  <a:lnTo>
                    <a:pt x="121318" y="327038"/>
                  </a:lnTo>
                  <a:lnTo>
                    <a:pt x="126418" y="328406"/>
                  </a:lnTo>
                  <a:lnTo>
                    <a:pt x="131558" y="329612"/>
                  </a:lnTo>
                  <a:lnTo>
                    <a:pt x="136734" y="330655"/>
                  </a:lnTo>
                  <a:lnTo>
                    <a:pt x="141940" y="331534"/>
                  </a:lnTo>
                  <a:lnTo>
                    <a:pt x="147171" y="332248"/>
                  </a:lnTo>
                  <a:lnTo>
                    <a:pt x="152422" y="332797"/>
                  </a:lnTo>
                  <a:lnTo>
                    <a:pt x="157688" y="333179"/>
                  </a:lnTo>
                  <a:lnTo>
                    <a:pt x="162963" y="333396"/>
                  </a:lnTo>
                  <a:lnTo>
                    <a:pt x="168243" y="333445"/>
                  </a:lnTo>
                  <a:lnTo>
                    <a:pt x="173521" y="333328"/>
                  </a:lnTo>
                  <a:lnTo>
                    <a:pt x="178793" y="333044"/>
                  </a:lnTo>
                  <a:lnTo>
                    <a:pt x="184054" y="332593"/>
                  </a:lnTo>
                  <a:lnTo>
                    <a:pt x="189297" y="331977"/>
                  </a:lnTo>
                  <a:lnTo>
                    <a:pt x="194519" y="331195"/>
                  </a:lnTo>
                  <a:lnTo>
                    <a:pt x="199713" y="330249"/>
                  </a:lnTo>
                  <a:lnTo>
                    <a:pt x="204875" y="329140"/>
                  </a:lnTo>
                  <a:lnTo>
                    <a:pt x="209999" y="327868"/>
                  </a:lnTo>
                  <a:lnTo>
                    <a:pt x="215081" y="326435"/>
                  </a:lnTo>
                  <a:lnTo>
                    <a:pt x="220115" y="324842"/>
                  </a:lnTo>
                  <a:lnTo>
                    <a:pt x="225096" y="323090"/>
                  </a:lnTo>
                  <a:lnTo>
                    <a:pt x="230019" y="321183"/>
                  </a:lnTo>
                  <a:lnTo>
                    <a:pt x="234879" y="319121"/>
                  </a:lnTo>
                  <a:lnTo>
                    <a:pt x="239672" y="316906"/>
                  </a:lnTo>
                  <a:lnTo>
                    <a:pt x="244392" y="314541"/>
                  </a:lnTo>
                  <a:lnTo>
                    <a:pt x="249036" y="312029"/>
                  </a:lnTo>
                  <a:lnTo>
                    <a:pt x="253598" y="309370"/>
                  </a:lnTo>
                  <a:lnTo>
                    <a:pt x="258073" y="306570"/>
                  </a:lnTo>
                  <a:lnTo>
                    <a:pt x="262458" y="303629"/>
                  </a:lnTo>
                  <a:lnTo>
                    <a:pt x="266748" y="300551"/>
                  </a:lnTo>
                  <a:lnTo>
                    <a:pt x="270939" y="297339"/>
                  </a:lnTo>
                  <a:lnTo>
                    <a:pt x="275026" y="293997"/>
                  </a:lnTo>
                  <a:lnTo>
                    <a:pt x="279005" y="290527"/>
                  </a:lnTo>
                  <a:lnTo>
                    <a:pt x="282873" y="286933"/>
                  </a:lnTo>
                  <a:lnTo>
                    <a:pt x="286625" y="283219"/>
                  </a:lnTo>
                  <a:lnTo>
                    <a:pt x="290259" y="279388"/>
                  </a:lnTo>
                  <a:lnTo>
                    <a:pt x="293769" y="275445"/>
                  </a:lnTo>
                  <a:lnTo>
                    <a:pt x="297153" y="271392"/>
                  </a:lnTo>
                  <a:lnTo>
                    <a:pt x="300408" y="267235"/>
                  </a:lnTo>
                  <a:lnTo>
                    <a:pt x="303530" y="262977"/>
                  </a:lnTo>
                  <a:lnTo>
                    <a:pt x="306515" y="258622"/>
                  </a:lnTo>
                  <a:lnTo>
                    <a:pt x="309362" y="254176"/>
                  </a:lnTo>
                  <a:lnTo>
                    <a:pt x="312067" y="249641"/>
                  </a:lnTo>
                  <a:lnTo>
                    <a:pt x="314627" y="245024"/>
                  </a:lnTo>
                  <a:lnTo>
                    <a:pt x="317040" y="240328"/>
                  </a:lnTo>
                  <a:lnTo>
                    <a:pt x="319304" y="235558"/>
                  </a:lnTo>
                  <a:lnTo>
                    <a:pt x="321415" y="230719"/>
                  </a:lnTo>
                  <a:lnTo>
                    <a:pt x="323373" y="225816"/>
                  </a:lnTo>
                  <a:lnTo>
                    <a:pt x="325176" y="220853"/>
                  </a:lnTo>
                  <a:lnTo>
                    <a:pt x="326820" y="215836"/>
                  </a:lnTo>
                  <a:lnTo>
                    <a:pt x="328305" y="210769"/>
                  </a:lnTo>
                  <a:lnTo>
                    <a:pt x="329630" y="205658"/>
                  </a:lnTo>
                  <a:lnTo>
                    <a:pt x="330793" y="200508"/>
                  </a:lnTo>
                  <a:lnTo>
                    <a:pt x="331792" y="195324"/>
                  </a:lnTo>
                  <a:lnTo>
                    <a:pt x="332627" y="190111"/>
                  </a:lnTo>
                  <a:lnTo>
                    <a:pt x="333297" y="184874"/>
                  </a:lnTo>
                  <a:lnTo>
                    <a:pt x="333801" y="179618"/>
                  </a:lnTo>
                  <a:lnTo>
                    <a:pt x="334139" y="174349"/>
                  </a:lnTo>
                  <a:lnTo>
                    <a:pt x="334311" y="169072"/>
                  </a:lnTo>
                  <a:lnTo>
                    <a:pt x="334316" y="163792"/>
                  </a:lnTo>
                  <a:lnTo>
                    <a:pt x="334154" y="158515"/>
                  </a:lnTo>
                  <a:lnTo>
                    <a:pt x="333825" y="153246"/>
                  </a:lnTo>
                  <a:lnTo>
                    <a:pt x="333330" y="147989"/>
                  </a:lnTo>
                  <a:lnTo>
                    <a:pt x="332670" y="142751"/>
                  </a:lnTo>
                  <a:lnTo>
                    <a:pt x="331844" y="137536"/>
                  </a:lnTo>
                  <a:lnTo>
                    <a:pt x="330854" y="132350"/>
                  </a:lnTo>
                  <a:lnTo>
                    <a:pt x="329701" y="127198"/>
                  </a:lnTo>
                  <a:lnTo>
                    <a:pt x="328386" y="122084"/>
                  </a:lnTo>
                  <a:lnTo>
                    <a:pt x="326910" y="117015"/>
                  </a:lnTo>
                  <a:lnTo>
                    <a:pt x="325274" y="111995"/>
                  </a:lnTo>
                  <a:lnTo>
                    <a:pt x="323481" y="107029"/>
                  </a:lnTo>
                  <a:lnTo>
                    <a:pt x="321532" y="102122"/>
                  </a:lnTo>
                  <a:lnTo>
                    <a:pt x="319429" y="97280"/>
                  </a:lnTo>
                  <a:lnTo>
                    <a:pt x="317174" y="92506"/>
                  </a:lnTo>
                  <a:lnTo>
                    <a:pt x="314769" y="87805"/>
                  </a:lnTo>
                  <a:lnTo>
                    <a:pt x="312217" y="83183"/>
                  </a:lnTo>
                  <a:lnTo>
                    <a:pt x="309521" y="78644"/>
                  </a:lnTo>
                  <a:lnTo>
                    <a:pt x="306682" y="74192"/>
                  </a:lnTo>
                  <a:lnTo>
                    <a:pt x="303704" y="69832"/>
                  </a:lnTo>
                  <a:lnTo>
                    <a:pt x="300591" y="65568"/>
                  </a:lnTo>
                  <a:lnTo>
                    <a:pt x="297344" y="61405"/>
                  </a:lnTo>
                  <a:lnTo>
                    <a:pt x="293967" y="57347"/>
                  </a:lnTo>
                  <a:lnTo>
                    <a:pt x="290463" y="53397"/>
                  </a:lnTo>
                  <a:lnTo>
                    <a:pt x="286837" y="49559"/>
                  </a:lnTo>
                  <a:lnTo>
                    <a:pt x="283091" y="45838"/>
                  </a:lnTo>
                  <a:lnTo>
                    <a:pt x="279230" y="42238"/>
                  </a:lnTo>
                  <a:lnTo>
                    <a:pt x="275257" y="38760"/>
                  </a:lnTo>
                  <a:lnTo>
                    <a:pt x="271176" y="35411"/>
                  </a:lnTo>
                  <a:lnTo>
                    <a:pt x="266991" y="32191"/>
                  </a:lnTo>
                  <a:lnTo>
                    <a:pt x="262707" y="29106"/>
                  </a:lnTo>
                  <a:lnTo>
                    <a:pt x="258327" y="26157"/>
                  </a:lnTo>
                  <a:lnTo>
                    <a:pt x="253857" y="23348"/>
                  </a:lnTo>
                  <a:lnTo>
                    <a:pt x="249300" y="20682"/>
                  </a:lnTo>
                  <a:lnTo>
                    <a:pt x="244661" y="18161"/>
                  </a:lnTo>
                  <a:lnTo>
                    <a:pt x="239944" y="15787"/>
                  </a:lnTo>
                  <a:lnTo>
                    <a:pt x="235156" y="13564"/>
                  </a:lnTo>
                  <a:lnTo>
                    <a:pt x="230299" y="11493"/>
                  </a:lnTo>
                  <a:lnTo>
                    <a:pt x="225379" y="9577"/>
                  </a:lnTo>
                  <a:lnTo>
                    <a:pt x="220402" y="7816"/>
                  </a:lnTo>
                  <a:lnTo>
                    <a:pt x="215371" y="6214"/>
                  </a:lnTo>
                  <a:lnTo>
                    <a:pt x="210292" y="4772"/>
                  </a:lnTo>
                  <a:lnTo>
                    <a:pt x="205170" y="3491"/>
                  </a:lnTo>
                  <a:lnTo>
                    <a:pt x="200010" y="2372"/>
                  </a:lnTo>
                  <a:lnTo>
                    <a:pt x="194818" y="1416"/>
                  </a:lnTo>
                  <a:lnTo>
                    <a:pt x="189597" y="625"/>
                  </a:lnTo>
                  <a:lnTo>
                    <a:pt x="184355" y="0"/>
                  </a:lnTo>
                  <a:lnTo>
                    <a:pt x="167167" y="1662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17188" cy="167167"/>
            </a:xfrm>
            <a:custGeom>
              <a:avLst/>
              <a:pathLst>
                <a:path w="17188" h="167167">
                  <a:moveTo>
                    <a:pt x="17188" y="886"/>
                  </a:moveTo>
                  <a:lnTo>
                    <a:pt x="8605" y="2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856377" y="5399291"/>
              <a:ext cx="167166" cy="315721"/>
            </a:xfrm>
            <a:custGeom>
              <a:avLst/>
              <a:pathLst>
                <a:path w="167166" h="315721">
                  <a:moveTo>
                    <a:pt x="167166" y="0"/>
                  </a:moveTo>
                  <a:lnTo>
                    <a:pt x="161799" y="86"/>
                  </a:lnTo>
                  <a:lnTo>
                    <a:pt x="156438" y="344"/>
                  </a:lnTo>
                  <a:lnTo>
                    <a:pt x="151088" y="775"/>
                  </a:lnTo>
                  <a:lnTo>
                    <a:pt x="145754" y="1377"/>
                  </a:lnTo>
                  <a:lnTo>
                    <a:pt x="140442" y="2149"/>
                  </a:lnTo>
                  <a:lnTo>
                    <a:pt x="135158" y="3093"/>
                  </a:lnTo>
                  <a:lnTo>
                    <a:pt x="129907" y="4205"/>
                  </a:lnTo>
                  <a:lnTo>
                    <a:pt x="124694" y="5485"/>
                  </a:lnTo>
                  <a:lnTo>
                    <a:pt x="119525" y="6932"/>
                  </a:lnTo>
                  <a:lnTo>
                    <a:pt x="114405" y="8544"/>
                  </a:lnTo>
                  <a:lnTo>
                    <a:pt x="109340" y="10320"/>
                  </a:lnTo>
                  <a:lnTo>
                    <a:pt x="104334" y="12257"/>
                  </a:lnTo>
                  <a:lnTo>
                    <a:pt x="99393" y="14354"/>
                  </a:lnTo>
                  <a:lnTo>
                    <a:pt x="94522" y="16609"/>
                  </a:lnTo>
                  <a:lnTo>
                    <a:pt x="89725" y="19019"/>
                  </a:lnTo>
                  <a:lnTo>
                    <a:pt x="85009" y="21582"/>
                  </a:lnTo>
                  <a:lnTo>
                    <a:pt x="80377" y="24294"/>
                  </a:lnTo>
                  <a:lnTo>
                    <a:pt x="75835" y="27154"/>
                  </a:lnTo>
                  <a:lnTo>
                    <a:pt x="71387" y="30159"/>
                  </a:lnTo>
                  <a:lnTo>
                    <a:pt x="67038" y="33304"/>
                  </a:lnTo>
                  <a:lnTo>
                    <a:pt x="62792" y="36588"/>
                  </a:lnTo>
                  <a:lnTo>
                    <a:pt x="58653" y="40006"/>
                  </a:lnTo>
                  <a:lnTo>
                    <a:pt x="54626" y="43556"/>
                  </a:lnTo>
                  <a:lnTo>
                    <a:pt x="50716" y="47233"/>
                  </a:lnTo>
                  <a:lnTo>
                    <a:pt x="46925" y="51033"/>
                  </a:lnTo>
                  <a:lnTo>
                    <a:pt x="43259" y="54953"/>
                  </a:lnTo>
                  <a:lnTo>
                    <a:pt x="39720" y="58989"/>
                  </a:lnTo>
                  <a:lnTo>
                    <a:pt x="36313" y="63137"/>
                  </a:lnTo>
                  <a:lnTo>
                    <a:pt x="33040" y="67392"/>
                  </a:lnTo>
                  <a:lnTo>
                    <a:pt x="29906" y="71749"/>
                  </a:lnTo>
                  <a:lnTo>
                    <a:pt x="26913" y="76205"/>
                  </a:lnTo>
                  <a:lnTo>
                    <a:pt x="24065" y="80755"/>
                  </a:lnTo>
                  <a:lnTo>
                    <a:pt x="21365" y="85394"/>
                  </a:lnTo>
                  <a:lnTo>
                    <a:pt x="18815" y="90117"/>
                  </a:lnTo>
                  <a:lnTo>
                    <a:pt x="16417" y="94920"/>
                  </a:lnTo>
                  <a:lnTo>
                    <a:pt x="14176" y="99797"/>
                  </a:lnTo>
                  <a:lnTo>
                    <a:pt x="12091" y="104743"/>
                  </a:lnTo>
                  <a:lnTo>
                    <a:pt x="10167" y="109754"/>
                  </a:lnTo>
                  <a:lnTo>
                    <a:pt x="8405" y="114824"/>
                  </a:lnTo>
                  <a:lnTo>
                    <a:pt x="6806" y="119948"/>
                  </a:lnTo>
                  <a:lnTo>
                    <a:pt x="5373" y="125121"/>
                  </a:lnTo>
                  <a:lnTo>
                    <a:pt x="4106" y="130337"/>
                  </a:lnTo>
                  <a:lnTo>
                    <a:pt x="3008" y="135591"/>
                  </a:lnTo>
                  <a:lnTo>
                    <a:pt x="2079" y="140878"/>
                  </a:lnTo>
                  <a:lnTo>
                    <a:pt x="1320" y="146192"/>
                  </a:lnTo>
                  <a:lnTo>
                    <a:pt x="732" y="151527"/>
                  </a:lnTo>
                  <a:lnTo>
                    <a:pt x="316" y="156879"/>
                  </a:lnTo>
                  <a:lnTo>
                    <a:pt x="72" y="162241"/>
                  </a:lnTo>
                  <a:lnTo>
                    <a:pt x="0" y="167608"/>
                  </a:lnTo>
                  <a:lnTo>
                    <a:pt x="100" y="172975"/>
                  </a:lnTo>
                  <a:lnTo>
                    <a:pt x="372" y="178335"/>
                  </a:lnTo>
                  <a:lnTo>
                    <a:pt x="817" y="183684"/>
                  </a:lnTo>
                  <a:lnTo>
                    <a:pt x="1433" y="189017"/>
                  </a:lnTo>
                  <a:lnTo>
                    <a:pt x="2220" y="194326"/>
                  </a:lnTo>
                  <a:lnTo>
                    <a:pt x="3177" y="199608"/>
                  </a:lnTo>
                  <a:lnTo>
                    <a:pt x="4303" y="204856"/>
                  </a:lnTo>
                  <a:lnTo>
                    <a:pt x="5597" y="210066"/>
                  </a:lnTo>
                  <a:lnTo>
                    <a:pt x="7058" y="215231"/>
                  </a:lnTo>
                  <a:lnTo>
                    <a:pt x="8683" y="220346"/>
                  </a:lnTo>
                  <a:lnTo>
                    <a:pt x="10472" y="225407"/>
                  </a:lnTo>
                  <a:lnTo>
                    <a:pt x="12423" y="230408"/>
                  </a:lnTo>
                  <a:lnTo>
                    <a:pt x="14533" y="235343"/>
                  </a:lnTo>
                  <a:lnTo>
                    <a:pt x="16800" y="240208"/>
                  </a:lnTo>
                  <a:lnTo>
                    <a:pt x="19223" y="244998"/>
                  </a:lnTo>
                  <a:lnTo>
                    <a:pt x="21798" y="249708"/>
                  </a:lnTo>
                  <a:lnTo>
                    <a:pt x="24523" y="254333"/>
                  </a:lnTo>
                  <a:lnTo>
                    <a:pt x="27395" y="258867"/>
                  </a:lnTo>
                  <a:lnTo>
                    <a:pt x="30411" y="263307"/>
                  </a:lnTo>
                  <a:lnTo>
                    <a:pt x="33568" y="267648"/>
                  </a:lnTo>
                  <a:lnTo>
                    <a:pt x="36863" y="271886"/>
                  </a:lnTo>
                  <a:lnTo>
                    <a:pt x="40292" y="276015"/>
                  </a:lnTo>
                  <a:lnTo>
                    <a:pt x="43852" y="280032"/>
                  </a:lnTo>
                  <a:lnTo>
                    <a:pt x="47540" y="283933"/>
                  </a:lnTo>
                  <a:lnTo>
                    <a:pt x="51350" y="287714"/>
                  </a:lnTo>
                  <a:lnTo>
                    <a:pt x="55280" y="291370"/>
                  </a:lnTo>
                  <a:lnTo>
                    <a:pt x="59325" y="294898"/>
                  </a:lnTo>
                  <a:lnTo>
                    <a:pt x="63482" y="298295"/>
                  </a:lnTo>
                  <a:lnTo>
                    <a:pt x="67745" y="301556"/>
                  </a:lnTo>
                  <a:lnTo>
                    <a:pt x="72111" y="304678"/>
                  </a:lnTo>
                  <a:lnTo>
                    <a:pt x="76575" y="307659"/>
                  </a:lnTo>
                  <a:lnTo>
                    <a:pt x="81132" y="310495"/>
                  </a:lnTo>
                  <a:lnTo>
                    <a:pt x="85778" y="313184"/>
                  </a:lnTo>
                  <a:lnTo>
                    <a:pt x="90508" y="31572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946885" y="5566459"/>
              <a:ext cx="76658" cy="148554"/>
            </a:xfrm>
            <a:custGeom>
              <a:avLst/>
              <a:pathLst>
                <a:path w="76658" h="148554">
                  <a:moveTo>
                    <a:pt x="0" y="148554"/>
                  </a:moveTo>
                  <a:lnTo>
                    <a:pt x="766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946885" y="5566459"/>
              <a:ext cx="76658" cy="148554"/>
            </a:xfrm>
            <a:custGeom>
              <a:avLst/>
              <a:pathLst>
                <a:path w="76658" h="148554">
                  <a:moveTo>
                    <a:pt x="0" y="148554"/>
                  </a:moveTo>
                  <a:lnTo>
                    <a:pt x="766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946885" y="5566459"/>
              <a:ext cx="76658" cy="148554"/>
            </a:xfrm>
            <a:custGeom>
              <a:avLst/>
              <a:pathLst>
                <a:path w="76658" h="148554">
                  <a:moveTo>
                    <a:pt x="0" y="148554"/>
                  </a:moveTo>
                  <a:lnTo>
                    <a:pt x="766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946885" y="5566459"/>
              <a:ext cx="76658" cy="148554"/>
            </a:xfrm>
            <a:custGeom>
              <a:avLst/>
              <a:pathLst>
                <a:path w="76658" h="148554">
                  <a:moveTo>
                    <a:pt x="0" y="148554"/>
                  </a:moveTo>
                  <a:lnTo>
                    <a:pt x="766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46885" y="5566459"/>
              <a:ext cx="76658" cy="148554"/>
            </a:xfrm>
            <a:custGeom>
              <a:avLst/>
              <a:pathLst>
                <a:path w="76658" h="148554">
                  <a:moveTo>
                    <a:pt x="0" y="148554"/>
                  </a:moveTo>
                  <a:lnTo>
                    <a:pt x="766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946885" y="5566459"/>
              <a:ext cx="78093" cy="167161"/>
            </a:xfrm>
            <a:custGeom>
              <a:avLst/>
              <a:pathLst>
                <a:path w="78093" h="167161">
                  <a:moveTo>
                    <a:pt x="0" y="148554"/>
                  </a:moveTo>
                  <a:lnTo>
                    <a:pt x="5191" y="151120"/>
                  </a:lnTo>
                  <a:lnTo>
                    <a:pt x="10467" y="153504"/>
                  </a:lnTo>
                  <a:lnTo>
                    <a:pt x="15823" y="155705"/>
                  </a:lnTo>
                  <a:lnTo>
                    <a:pt x="21253" y="157718"/>
                  </a:lnTo>
                  <a:lnTo>
                    <a:pt x="26748" y="159543"/>
                  </a:lnTo>
                  <a:lnTo>
                    <a:pt x="32304" y="161175"/>
                  </a:lnTo>
                  <a:lnTo>
                    <a:pt x="37913" y="162615"/>
                  </a:lnTo>
                  <a:lnTo>
                    <a:pt x="43568" y="163859"/>
                  </a:lnTo>
                  <a:lnTo>
                    <a:pt x="49263" y="164907"/>
                  </a:lnTo>
                  <a:lnTo>
                    <a:pt x="54991" y="165757"/>
                  </a:lnTo>
                  <a:lnTo>
                    <a:pt x="60745" y="166408"/>
                  </a:lnTo>
                  <a:lnTo>
                    <a:pt x="66517" y="166859"/>
                  </a:lnTo>
                  <a:lnTo>
                    <a:pt x="72303" y="167110"/>
                  </a:lnTo>
                  <a:lnTo>
                    <a:pt x="78093" y="167161"/>
                  </a:lnTo>
                  <a:lnTo>
                    <a:pt x="7665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167165" cy="334328"/>
            </a:xfrm>
            <a:custGeom>
              <a:avLst/>
              <a:pathLst>
                <a:path w="167165" h="334328">
                  <a:moveTo>
                    <a:pt x="1434" y="334328"/>
                  </a:moveTo>
                  <a:lnTo>
                    <a:pt x="6777" y="334197"/>
                  </a:lnTo>
                  <a:lnTo>
                    <a:pt x="12112" y="333895"/>
                  </a:lnTo>
                  <a:lnTo>
                    <a:pt x="17435" y="333423"/>
                  </a:lnTo>
                  <a:lnTo>
                    <a:pt x="22741" y="332780"/>
                  </a:lnTo>
                  <a:lnTo>
                    <a:pt x="28023" y="331969"/>
                  </a:lnTo>
                  <a:lnTo>
                    <a:pt x="33276" y="330989"/>
                  </a:lnTo>
                  <a:lnTo>
                    <a:pt x="38496" y="329841"/>
                  </a:lnTo>
                  <a:lnTo>
                    <a:pt x="43676" y="328528"/>
                  </a:lnTo>
                  <a:lnTo>
                    <a:pt x="48811" y="327049"/>
                  </a:lnTo>
                  <a:lnTo>
                    <a:pt x="53897" y="325407"/>
                  </a:lnTo>
                  <a:lnTo>
                    <a:pt x="58927" y="323604"/>
                  </a:lnTo>
                  <a:lnTo>
                    <a:pt x="63897" y="321640"/>
                  </a:lnTo>
                  <a:lnTo>
                    <a:pt x="68802" y="319519"/>
                  </a:lnTo>
                  <a:lnTo>
                    <a:pt x="73637" y="317242"/>
                  </a:lnTo>
                  <a:lnTo>
                    <a:pt x="78396" y="314811"/>
                  </a:lnTo>
                  <a:lnTo>
                    <a:pt x="83076" y="312230"/>
                  </a:lnTo>
                  <a:lnTo>
                    <a:pt x="87670" y="309501"/>
                  </a:lnTo>
                  <a:lnTo>
                    <a:pt x="92175" y="306626"/>
                  </a:lnTo>
                  <a:lnTo>
                    <a:pt x="96585" y="303608"/>
                  </a:lnTo>
                  <a:lnTo>
                    <a:pt x="100897" y="300451"/>
                  </a:lnTo>
                  <a:lnTo>
                    <a:pt x="105106" y="297158"/>
                  </a:lnTo>
                  <a:lnTo>
                    <a:pt x="109207" y="293732"/>
                  </a:lnTo>
                  <a:lnTo>
                    <a:pt x="113197" y="290176"/>
                  </a:lnTo>
                  <a:lnTo>
                    <a:pt x="117071" y="286495"/>
                  </a:lnTo>
                  <a:lnTo>
                    <a:pt x="120825" y="282692"/>
                  </a:lnTo>
                  <a:lnTo>
                    <a:pt x="124456" y="278771"/>
                  </a:lnTo>
                  <a:lnTo>
                    <a:pt x="127960" y="274736"/>
                  </a:lnTo>
                  <a:lnTo>
                    <a:pt x="131333" y="270591"/>
                  </a:lnTo>
                  <a:lnTo>
                    <a:pt x="134572" y="266340"/>
                  </a:lnTo>
                  <a:lnTo>
                    <a:pt x="137673" y="261988"/>
                  </a:lnTo>
                  <a:lnTo>
                    <a:pt x="140633" y="257539"/>
                  </a:lnTo>
                  <a:lnTo>
                    <a:pt x="143450" y="252997"/>
                  </a:lnTo>
                  <a:lnTo>
                    <a:pt x="146120" y="248368"/>
                  </a:lnTo>
                  <a:lnTo>
                    <a:pt x="148641" y="243656"/>
                  </a:lnTo>
                  <a:lnTo>
                    <a:pt x="151010" y="238866"/>
                  </a:lnTo>
                  <a:lnTo>
                    <a:pt x="153225" y="234002"/>
                  </a:lnTo>
                  <a:lnTo>
                    <a:pt x="155283" y="229071"/>
                  </a:lnTo>
                  <a:lnTo>
                    <a:pt x="157182" y="224075"/>
                  </a:lnTo>
                  <a:lnTo>
                    <a:pt x="158921" y="219022"/>
                  </a:lnTo>
                  <a:lnTo>
                    <a:pt x="160497" y="213916"/>
                  </a:lnTo>
                  <a:lnTo>
                    <a:pt x="161909" y="208762"/>
                  </a:lnTo>
                  <a:lnTo>
                    <a:pt x="163156" y="203565"/>
                  </a:lnTo>
                  <a:lnTo>
                    <a:pt x="164236" y="198332"/>
                  </a:lnTo>
                  <a:lnTo>
                    <a:pt x="165148" y="193066"/>
                  </a:lnTo>
                  <a:lnTo>
                    <a:pt x="165892" y="187774"/>
                  </a:lnTo>
                  <a:lnTo>
                    <a:pt x="166466" y="182461"/>
                  </a:lnTo>
                  <a:lnTo>
                    <a:pt x="166870" y="177132"/>
                  </a:lnTo>
                  <a:lnTo>
                    <a:pt x="167103" y="171793"/>
                  </a:lnTo>
                  <a:lnTo>
                    <a:pt x="167165" y="166449"/>
                  </a:lnTo>
                  <a:lnTo>
                    <a:pt x="167057" y="161107"/>
                  </a:lnTo>
                  <a:lnTo>
                    <a:pt x="166778" y="155770"/>
                  </a:lnTo>
                  <a:lnTo>
                    <a:pt x="166328" y="150445"/>
                  </a:lnTo>
                  <a:lnTo>
                    <a:pt x="165709" y="145137"/>
                  </a:lnTo>
                  <a:lnTo>
                    <a:pt x="164920" y="139851"/>
                  </a:lnTo>
                  <a:lnTo>
                    <a:pt x="163963" y="134594"/>
                  </a:lnTo>
                  <a:lnTo>
                    <a:pt x="162838" y="129369"/>
                  </a:lnTo>
                  <a:lnTo>
                    <a:pt x="161546" y="124184"/>
                  </a:lnTo>
                  <a:lnTo>
                    <a:pt x="160090" y="119042"/>
                  </a:lnTo>
                  <a:lnTo>
                    <a:pt x="158470" y="113949"/>
                  </a:lnTo>
                  <a:lnTo>
                    <a:pt x="156688" y="108911"/>
                  </a:lnTo>
                  <a:lnTo>
                    <a:pt x="154746" y="103933"/>
                  </a:lnTo>
                  <a:lnTo>
                    <a:pt x="152645" y="99019"/>
                  </a:lnTo>
                  <a:lnTo>
                    <a:pt x="150389" y="94174"/>
                  </a:lnTo>
                  <a:lnTo>
                    <a:pt x="147979" y="89405"/>
                  </a:lnTo>
                  <a:lnTo>
                    <a:pt x="145418" y="84714"/>
                  </a:lnTo>
                  <a:lnTo>
                    <a:pt x="142708" y="80108"/>
                  </a:lnTo>
                  <a:lnTo>
                    <a:pt x="139852" y="75591"/>
                  </a:lnTo>
                  <a:lnTo>
                    <a:pt x="136854" y="71168"/>
                  </a:lnTo>
                  <a:lnTo>
                    <a:pt x="133715" y="66842"/>
                  </a:lnTo>
                  <a:lnTo>
                    <a:pt x="130440" y="62620"/>
                  </a:lnTo>
                  <a:lnTo>
                    <a:pt x="127032" y="58504"/>
                  </a:lnTo>
                  <a:lnTo>
                    <a:pt x="123494" y="54499"/>
                  </a:lnTo>
                  <a:lnTo>
                    <a:pt x="119829" y="50609"/>
                  </a:lnTo>
                  <a:lnTo>
                    <a:pt x="116042" y="46838"/>
                  </a:lnTo>
                  <a:lnTo>
                    <a:pt x="112137" y="43190"/>
                  </a:lnTo>
                  <a:lnTo>
                    <a:pt x="108117" y="39669"/>
                  </a:lnTo>
                  <a:lnTo>
                    <a:pt x="103986" y="36279"/>
                  </a:lnTo>
                  <a:lnTo>
                    <a:pt x="99749" y="33022"/>
                  </a:lnTo>
                  <a:lnTo>
                    <a:pt x="95410" y="29902"/>
                  </a:lnTo>
                  <a:lnTo>
                    <a:pt x="90974" y="26922"/>
                  </a:lnTo>
                  <a:lnTo>
                    <a:pt x="86445" y="24086"/>
                  </a:lnTo>
                  <a:lnTo>
                    <a:pt x="81827" y="21396"/>
                  </a:lnTo>
                  <a:lnTo>
                    <a:pt x="77126" y="18855"/>
                  </a:lnTo>
                  <a:lnTo>
                    <a:pt x="72346" y="16465"/>
                  </a:lnTo>
                  <a:lnTo>
                    <a:pt x="67492" y="14230"/>
                  </a:lnTo>
                  <a:lnTo>
                    <a:pt x="62569" y="12151"/>
                  </a:lnTo>
                  <a:lnTo>
                    <a:pt x="57582" y="10230"/>
                  </a:lnTo>
                  <a:lnTo>
                    <a:pt x="52536" y="8470"/>
                  </a:lnTo>
                  <a:lnTo>
                    <a:pt x="47437" y="6871"/>
                  </a:lnTo>
                  <a:lnTo>
                    <a:pt x="42289" y="5437"/>
                  </a:lnTo>
                  <a:lnTo>
                    <a:pt x="37098" y="4168"/>
                  </a:lnTo>
                  <a:lnTo>
                    <a:pt x="31869" y="3065"/>
                  </a:lnTo>
                  <a:lnTo>
                    <a:pt x="26607" y="2131"/>
                  </a:lnTo>
                  <a:lnTo>
                    <a:pt x="21318" y="1364"/>
                  </a:lnTo>
                  <a:lnTo>
                    <a:pt x="16008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411983" y="5269756"/>
              <a:ext cx="133275" cy="167167"/>
            </a:xfrm>
            <a:custGeom>
              <a:avLst/>
              <a:pathLst>
                <a:path w="133275" h="167167">
                  <a:moveTo>
                    <a:pt x="133275" y="0"/>
                  </a:moveTo>
                  <a:lnTo>
                    <a:pt x="127767" y="90"/>
                  </a:lnTo>
                  <a:lnTo>
                    <a:pt x="122265" y="362"/>
                  </a:lnTo>
                  <a:lnTo>
                    <a:pt x="116775" y="816"/>
                  </a:lnTo>
                  <a:lnTo>
                    <a:pt x="111303" y="1450"/>
                  </a:lnTo>
                  <a:lnTo>
                    <a:pt x="105854" y="2264"/>
                  </a:lnTo>
                  <a:lnTo>
                    <a:pt x="100436" y="3257"/>
                  </a:lnTo>
                  <a:lnTo>
                    <a:pt x="95053" y="4428"/>
                  </a:lnTo>
                  <a:lnTo>
                    <a:pt x="89712" y="5775"/>
                  </a:lnTo>
                  <a:lnTo>
                    <a:pt x="84418" y="7298"/>
                  </a:lnTo>
                  <a:lnTo>
                    <a:pt x="79177" y="8995"/>
                  </a:lnTo>
                  <a:lnTo>
                    <a:pt x="73994" y="10863"/>
                  </a:lnTo>
                  <a:lnTo>
                    <a:pt x="68877" y="12901"/>
                  </a:lnTo>
                  <a:lnTo>
                    <a:pt x="63829" y="15107"/>
                  </a:lnTo>
                  <a:lnTo>
                    <a:pt x="58856" y="17478"/>
                  </a:lnTo>
                  <a:lnTo>
                    <a:pt x="53965" y="20011"/>
                  </a:lnTo>
                  <a:lnTo>
                    <a:pt x="49159" y="22704"/>
                  </a:lnTo>
                  <a:lnTo>
                    <a:pt x="44445" y="25554"/>
                  </a:lnTo>
                  <a:lnTo>
                    <a:pt x="39827" y="28558"/>
                  </a:lnTo>
                  <a:lnTo>
                    <a:pt x="35311" y="31712"/>
                  </a:lnTo>
                  <a:lnTo>
                    <a:pt x="30901" y="35013"/>
                  </a:lnTo>
                  <a:lnTo>
                    <a:pt x="26602" y="38458"/>
                  </a:lnTo>
                  <a:lnTo>
                    <a:pt x="22419" y="42043"/>
                  </a:lnTo>
                  <a:lnTo>
                    <a:pt x="18357" y="45763"/>
                  </a:lnTo>
                  <a:lnTo>
                    <a:pt x="14419" y="49616"/>
                  </a:lnTo>
                  <a:lnTo>
                    <a:pt x="10610" y="53596"/>
                  </a:lnTo>
                  <a:lnTo>
                    <a:pt x="6935" y="57699"/>
                  </a:lnTo>
                  <a:lnTo>
                    <a:pt x="3397" y="61921"/>
                  </a:lnTo>
                  <a:lnTo>
                    <a:pt x="0" y="66258"/>
                  </a:lnTo>
                  <a:lnTo>
                    <a:pt x="1332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411983" y="5336014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11983" y="5336014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11983" y="5336014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411983" y="5336014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90679" y="5336014"/>
              <a:ext cx="154579" cy="100909"/>
            </a:xfrm>
            <a:custGeom>
              <a:avLst/>
              <a:pathLst>
                <a:path w="154579" h="100909">
                  <a:moveTo>
                    <a:pt x="21304" y="0"/>
                  </a:moveTo>
                  <a:lnTo>
                    <a:pt x="17683" y="4969"/>
                  </a:lnTo>
                  <a:lnTo>
                    <a:pt x="14247" y="10069"/>
                  </a:lnTo>
                  <a:lnTo>
                    <a:pt x="11001" y="15292"/>
                  </a:lnTo>
                  <a:lnTo>
                    <a:pt x="7949" y="20630"/>
                  </a:lnTo>
                  <a:lnTo>
                    <a:pt x="5096" y="26078"/>
                  </a:lnTo>
                  <a:lnTo>
                    <a:pt x="2445" y="31626"/>
                  </a:lnTo>
                  <a:lnTo>
                    <a:pt x="0" y="37268"/>
                  </a:lnTo>
                  <a:lnTo>
                    <a:pt x="154579" y="100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78099" y="5269756"/>
              <a:ext cx="334309" cy="334333"/>
            </a:xfrm>
            <a:custGeom>
              <a:avLst/>
              <a:pathLst>
                <a:path w="334309" h="334333">
                  <a:moveTo>
                    <a:pt x="12579" y="103526"/>
                  </a:moveTo>
                  <a:lnTo>
                    <a:pt x="10640" y="108457"/>
                  </a:lnTo>
                  <a:lnTo>
                    <a:pt x="8858" y="113446"/>
                  </a:lnTo>
                  <a:lnTo>
                    <a:pt x="7235" y="118490"/>
                  </a:lnTo>
                  <a:lnTo>
                    <a:pt x="5773" y="123582"/>
                  </a:lnTo>
                  <a:lnTo>
                    <a:pt x="4472" y="128719"/>
                  </a:lnTo>
                  <a:lnTo>
                    <a:pt x="3336" y="133893"/>
                  </a:lnTo>
                  <a:lnTo>
                    <a:pt x="2364" y="139102"/>
                  </a:lnTo>
                  <a:lnTo>
                    <a:pt x="1557" y="144338"/>
                  </a:lnTo>
                  <a:lnTo>
                    <a:pt x="917" y="149597"/>
                  </a:lnTo>
                  <a:lnTo>
                    <a:pt x="443" y="154874"/>
                  </a:lnTo>
                  <a:lnTo>
                    <a:pt x="138" y="160164"/>
                  </a:lnTo>
                  <a:lnTo>
                    <a:pt x="0" y="165460"/>
                  </a:lnTo>
                  <a:lnTo>
                    <a:pt x="29" y="170758"/>
                  </a:lnTo>
                  <a:lnTo>
                    <a:pt x="227" y="176053"/>
                  </a:lnTo>
                  <a:lnTo>
                    <a:pt x="593" y="181338"/>
                  </a:lnTo>
                  <a:lnTo>
                    <a:pt x="1125" y="186610"/>
                  </a:lnTo>
                  <a:lnTo>
                    <a:pt x="1825" y="191862"/>
                  </a:lnTo>
                  <a:lnTo>
                    <a:pt x="2690" y="197089"/>
                  </a:lnTo>
                  <a:lnTo>
                    <a:pt x="3721" y="202286"/>
                  </a:lnTo>
                  <a:lnTo>
                    <a:pt x="4916" y="207447"/>
                  </a:lnTo>
                  <a:lnTo>
                    <a:pt x="6274" y="212568"/>
                  </a:lnTo>
                  <a:lnTo>
                    <a:pt x="7794" y="217644"/>
                  </a:lnTo>
                  <a:lnTo>
                    <a:pt x="9473" y="222669"/>
                  </a:lnTo>
                  <a:lnTo>
                    <a:pt x="11312" y="227638"/>
                  </a:lnTo>
                  <a:lnTo>
                    <a:pt x="13306" y="232547"/>
                  </a:lnTo>
                  <a:lnTo>
                    <a:pt x="15455" y="237389"/>
                  </a:lnTo>
                  <a:lnTo>
                    <a:pt x="17757" y="242161"/>
                  </a:lnTo>
                  <a:lnTo>
                    <a:pt x="20208" y="246858"/>
                  </a:lnTo>
                  <a:lnTo>
                    <a:pt x="22808" y="251475"/>
                  </a:lnTo>
                  <a:lnTo>
                    <a:pt x="25552" y="256007"/>
                  </a:lnTo>
                  <a:lnTo>
                    <a:pt x="28438" y="260450"/>
                  </a:lnTo>
                  <a:lnTo>
                    <a:pt x="31464" y="264799"/>
                  </a:lnTo>
                  <a:lnTo>
                    <a:pt x="34626" y="269050"/>
                  </a:lnTo>
                  <a:lnTo>
                    <a:pt x="37922" y="273199"/>
                  </a:lnTo>
                  <a:lnTo>
                    <a:pt x="41347" y="277241"/>
                  </a:lnTo>
                  <a:lnTo>
                    <a:pt x="44898" y="281173"/>
                  </a:lnTo>
                  <a:lnTo>
                    <a:pt x="48572" y="284990"/>
                  </a:lnTo>
                  <a:lnTo>
                    <a:pt x="52366" y="288689"/>
                  </a:lnTo>
                  <a:lnTo>
                    <a:pt x="56274" y="292266"/>
                  </a:lnTo>
                  <a:lnTo>
                    <a:pt x="60294" y="295717"/>
                  </a:lnTo>
                  <a:lnTo>
                    <a:pt x="64422" y="299039"/>
                  </a:lnTo>
                  <a:lnTo>
                    <a:pt x="68653" y="302228"/>
                  </a:lnTo>
                  <a:lnTo>
                    <a:pt x="72982" y="305282"/>
                  </a:lnTo>
                  <a:lnTo>
                    <a:pt x="77406" y="308197"/>
                  </a:lnTo>
                  <a:lnTo>
                    <a:pt x="81921" y="310971"/>
                  </a:lnTo>
                  <a:lnTo>
                    <a:pt x="86521" y="313600"/>
                  </a:lnTo>
                  <a:lnTo>
                    <a:pt x="91201" y="316081"/>
                  </a:lnTo>
                  <a:lnTo>
                    <a:pt x="95959" y="318414"/>
                  </a:lnTo>
                  <a:lnTo>
                    <a:pt x="100787" y="320594"/>
                  </a:lnTo>
                  <a:lnTo>
                    <a:pt x="105683" y="322620"/>
                  </a:lnTo>
                  <a:lnTo>
                    <a:pt x="110640" y="324490"/>
                  </a:lnTo>
                  <a:lnTo>
                    <a:pt x="115654" y="326202"/>
                  </a:lnTo>
                  <a:lnTo>
                    <a:pt x="120720" y="327755"/>
                  </a:lnTo>
                  <a:lnTo>
                    <a:pt x="125832" y="329146"/>
                  </a:lnTo>
                  <a:lnTo>
                    <a:pt x="130986" y="330374"/>
                  </a:lnTo>
                  <a:lnTo>
                    <a:pt x="136176" y="331438"/>
                  </a:lnTo>
                  <a:lnTo>
                    <a:pt x="141398" y="332338"/>
                  </a:lnTo>
                  <a:lnTo>
                    <a:pt x="146645" y="333071"/>
                  </a:lnTo>
                  <a:lnTo>
                    <a:pt x="151913" y="333638"/>
                  </a:lnTo>
                  <a:lnTo>
                    <a:pt x="157196" y="334037"/>
                  </a:lnTo>
                  <a:lnTo>
                    <a:pt x="162489" y="334269"/>
                  </a:lnTo>
                  <a:lnTo>
                    <a:pt x="167787" y="334333"/>
                  </a:lnTo>
                  <a:lnTo>
                    <a:pt x="173084" y="334229"/>
                  </a:lnTo>
                  <a:lnTo>
                    <a:pt x="178375" y="333958"/>
                  </a:lnTo>
                  <a:lnTo>
                    <a:pt x="183655" y="333518"/>
                  </a:lnTo>
                  <a:lnTo>
                    <a:pt x="188918" y="332912"/>
                  </a:lnTo>
                  <a:lnTo>
                    <a:pt x="194160" y="332139"/>
                  </a:lnTo>
                  <a:lnTo>
                    <a:pt x="199374" y="331201"/>
                  </a:lnTo>
                  <a:lnTo>
                    <a:pt x="204556" y="330097"/>
                  </a:lnTo>
                  <a:lnTo>
                    <a:pt x="209701" y="328830"/>
                  </a:lnTo>
                  <a:lnTo>
                    <a:pt x="214803" y="327401"/>
                  </a:lnTo>
                  <a:lnTo>
                    <a:pt x="219856" y="325811"/>
                  </a:lnTo>
                  <a:lnTo>
                    <a:pt x="224857" y="324061"/>
                  </a:lnTo>
                  <a:lnTo>
                    <a:pt x="229800" y="322154"/>
                  </a:lnTo>
                  <a:lnTo>
                    <a:pt x="234680" y="320091"/>
                  </a:lnTo>
                  <a:lnTo>
                    <a:pt x="239493" y="317874"/>
                  </a:lnTo>
                  <a:lnTo>
                    <a:pt x="244232" y="315506"/>
                  </a:lnTo>
                  <a:lnTo>
                    <a:pt x="248894" y="312989"/>
                  </a:lnTo>
                  <a:lnTo>
                    <a:pt x="253474" y="310326"/>
                  </a:lnTo>
                  <a:lnTo>
                    <a:pt x="257968" y="307519"/>
                  </a:lnTo>
                  <a:lnTo>
                    <a:pt x="262370" y="304570"/>
                  </a:lnTo>
                  <a:lnTo>
                    <a:pt x="266676" y="301484"/>
                  </a:lnTo>
                  <a:lnTo>
                    <a:pt x="270883" y="298263"/>
                  </a:lnTo>
                  <a:lnTo>
                    <a:pt x="274985" y="294910"/>
                  </a:lnTo>
                  <a:lnTo>
                    <a:pt x="278979" y="291429"/>
                  </a:lnTo>
                  <a:lnTo>
                    <a:pt x="282861" y="287823"/>
                  </a:lnTo>
                  <a:lnTo>
                    <a:pt x="286626" y="284096"/>
                  </a:lnTo>
                  <a:lnTo>
                    <a:pt x="290272" y="280251"/>
                  </a:lnTo>
                  <a:lnTo>
                    <a:pt x="293794" y="276293"/>
                  </a:lnTo>
                  <a:lnTo>
                    <a:pt x="297188" y="272225"/>
                  </a:lnTo>
                  <a:lnTo>
                    <a:pt x="300452" y="268051"/>
                  </a:lnTo>
                  <a:lnTo>
                    <a:pt x="303582" y="263777"/>
                  </a:lnTo>
                  <a:lnTo>
                    <a:pt x="306575" y="259405"/>
                  </a:lnTo>
                  <a:lnTo>
                    <a:pt x="309428" y="254940"/>
                  </a:lnTo>
                  <a:lnTo>
                    <a:pt x="312138" y="250388"/>
                  </a:lnTo>
                  <a:lnTo>
                    <a:pt x="314703" y="245751"/>
                  </a:lnTo>
                  <a:lnTo>
                    <a:pt x="317119" y="241036"/>
                  </a:lnTo>
                  <a:lnTo>
                    <a:pt x="319385" y="236247"/>
                  </a:lnTo>
                  <a:lnTo>
                    <a:pt x="321497" y="231388"/>
                  </a:lnTo>
                  <a:lnTo>
                    <a:pt x="323455" y="226465"/>
                  </a:lnTo>
                  <a:lnTo>
                    <a:pt x="325256" y="221482"/>
                  </a:lnTo>
                  <a:lnTo>
                    <a:pt x="326898" y="216445"/>
                  </a:lnTo>
                  <a:lnTo>
                    <a:pt x="328379" y="211358"/>
                  </a:lnTo>
                  <a:lnTo>
                    <a:pt x="329698" y="206227"/>
                  </a:lnTo>
                  <a:lnTo>
                    <a:pt x="330855" y="201056"/>
                  </a:lnTo>
                  <a:lnTo>
                    <a:pt x="331846" y="195851"/>
                  </a:lnTo>
                  <a:lnTo>
                    <a:pt x="332673" y="190618"/>
                  </a:lnTo>
                  <a:lnTo>
                    <a:pt x="333333" y="185361"/>
                  </a:lnTo>
                  <a:lnTo>
                    <a:pt x="333826" y="180086"/>
                  </a:lnTo>
                  <a:lnTo>
                    <a:pt x="334151" y="174798"/>
                  </a:lnTo>
                  <a:lnTo>
                    <a:pt x="334309" y="169502"/>
                  </a:lnTo>
                  <a:lnTo>
                    <a:pt x="334299" y="164204"/>
                  </a:lnTo>
                  <a:lnTo>
                    <a:pt x="334122" y="158909"/>
                  </a:lnTo>
                  <a:lnTo>
                    <a:pt x="333776" y="153622"/>
                  </a:lnTo>
                  <a:lnTo>
                    <a:pt x="333263" y="148348"/>
                  </a:lnTo>
                  <a:lnTo>
                    <a:pt x="332583" y="143094"/>
                  </a:lnTo>
                  <a:lnTo>
                    <a:pt x="331737" y="137864"/>
                  </a:lnTo>
                  <a:lnTo>
                    <a:pt x="330726" y="132663"/>
                  </a:lnTo>
                  <a:lnTo>
                    <a:pt x="329550" y="127497"/>
                  </a:lnTo>
                  <a:lnTo>
                    <a:pt x="328212" y="122370"/>
                  </a:lnTo>
                  <a:lnTo>
                    <a:pt x="326711" y="117289"/>
                  </a:lnTo>
                  <a:lnTo>
                    <a:pt x="325050" y="112258"/>
                  </a:lnTo>
                  <a:lnTo>
                    <a:pt x="323231" y="107282"/>
                  </a:lnTo>
                  <a:lnTo>
                    <a:pt x="321255" y="102366"/>
                  </a:lnTo>
                  <a:lnTo>
                    <a:pt x="319124" y="97515"/>
                  </a:lnTo>
                  <a:lnTo>
                    <a:pt x="316840" y="92734"/>
                  </a:lnTo>
                  <a:lnTo>
                    <a:pt x="314407" y="88028"/>
                  </a:lnTo>
                  <a:lnTo>
                    <a:pt x="311825" y="83402"/>
                  </a:lnTo>
                  <a:lnTo>
                    <a:pt x="309097" y="78859"/>
                  </a:lnTo>
                  <a:lnTo>
                    <a:pt x="306228" y="74406"/>
                  </a:lnTo>
                  <a:lnTo>
                    <a:pt x="303218" y="70045"/>
                  </a:lnTo>
                  <a:lnTo>
                    <a:pt x="300072" y="65782"/>
                  </a:lnTo>
                  <a:lnTo>
                    <a:pt x="296793" y="61621"/>
                  </a:lnTo>
                  <a:lnTo>
                    <a:pt x="293383" y="57566"/>
                  </a:lnTo>
                  <a:lnTo>
                    <a:pt x="289846" y="53621"/>
                  </a:lnTo>
                  <a:lnTo>
                    <a:pt x="286186" y="49790"/>
                  </a:lnTo>
                  <a:lnTo>
                    <a:pt x="282407" y="46077"/>
                  </a:lnTo>
                  <a:lnTo>
                    <a:pt x="278511" y="42486"/>
                  </a:lnTo>
                  <a:lnTo>
                    <a:pt x="274504" y="39020"/>
                  </a:lnTo>
                  <a:lnTo>
                    <a:pt x="270389" y="35682"/>
                  </a:lnTo>
                  <a:lnTo>
                    <a:pt x="266171" y="32477"/>
                  </a:lnTo>
                  <a:lnTo>
                    <a:pt x="261853" y="29407"/>
                  </a:lnTo>
                  <a:lnTo>
                    <a:pt x="257440" y="26475"/>
                  </a:lnTo>
                  <a:lnTo>
                    <a:pt x="252936" y="23685"/>
                  </a:lnTo>
                  <a:lnTo>
                    <a:pt x="248346" y="21038"/>
                  </a:lnTo>
                  <a:lnTo>
                    <a:pt x="243674" y="18539"/>
                  </a:lnTo>
                  <a:lnTo>
                    <a:pt x="238926" y="16189"/>
                  </a:lnTo>
                  <a:lnTo>
                    <a:pt x="234105" y="13990"/>
                  </a:lnTo>
                  <a:lnTo>
                    <a:pt x="229217" y="11946"/>
                  </a:lnTo>
                  <a:lnTo>
                    <a:pt x="224267" y="10057"/>
                  </a:lnTo>
                  <a:lnTo>
                    <a:pt x="219260" y="8326"/>
                  </a:lnTo>
                  <a:lnTo>
                    <a:pt x="214200" y="6755"/>
                  </a:lnTo>
                  <a:lnTo>
                    <a:pt x="209093" y="5345"/>
                  </a:lnTo>
                  <a:lnTo>
                    <a:pt x="203944" y="4097"/>
                  </a:lnTo>
                  <a:lnTo>
                    <a:pt x="198757" y="3013"/>
                  </a:lnTo>
                  <a:lnTo>
                    <a:pt x="193540" y="2094"/>
                  </a:lnTo>
                  <a:lnTo>
                    <a:pt x="188295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858507" y="5018213"/>
              <a:ext cx="162531" cy="167167"/>
            </a:xfrm>
            <a:custGeom>
              <a:avLst/>
              <a:pathLst>
                <a:path w="162531" h="167167">
                  <a:moveTo>
                    <a:pt x="162531" y="0"/>
                  </a:moveTo>
                  <a:lnTo>
                    <a:pt x="157090" y="88"/>
                  </a:lnTo>
                  <a:lnTo>
                    <a:pt x="151655" y="354"/>
                  </a:lnTo>
                  <a:lnTo>
                    <a:pt x="146231" y="796"/>
                  </a:lnTo>
                  <a:lnTo>
                    <a:pt x="140824" y="1415"/>
                  </a:lnTo>
                  <a:lnTo>
                    <a:pt x="135441" y="2209"/>
                  </a:lnTo>
                  <a:lnTo>
                    <a:pt x="130086" y="3178"/>
                  </a:lnTo>
                  <a:lnTo>
                    <a:pt x="124765" y="4321"/>
                  </a:lnTo>
                  <a:lnTo>
                    <a:pt x="119485" y="5637"/>
                  </a:lnTo>
                  <a:lnTo>
                    <a:pt x="114250" y="7124"/>
                  </a:lnTo>
                  <a:lnTo>
                    <a:pt x="109066" y="8780"/>
                  </a:lnTo>
                  <a:lnTo>
                    <a:pt x="103939" y="10604"/>
                  </a:lnTo>
                  <a:lnTo>
                    <a:pt x="98875" y="12594"/>
                  </a:lnTo>
                  <a:lnTo>
                    <a:pt x="93877" y="14748"/>
                  </a:lnTo>
                  <a:lnTo>
                    <a:pt x="88952" y="17063"/>
                  </a:lnTo>
                  <a:lnTo>
                    <a:pt x="84106" y="19538"/>
                  </a:lnTo>
                  <a:lnTo>
                    <a:pt x="79342" y="22169"/>
                  </a:lnTo>
                  <a:lnTo>
                    <a:pt x="74666" y="24953"/>
                  </a:lnTo>
                  <a:lnTo>
                    <a:pt x="70084" y="27889"/>
                  </a:lnTo>
                  <a:lnTo>
                    <a:pt x="65600" y="30971"/>
                  </a:lnTo>
                  <a:lnTo>
                    <a:pt x="61218" y="34199"/>
                  </a:lnTo>
                  <a:lnTo>
                    <a:pt x="56944" y="37567"/>
                  </a:lnTo>
                  <a:lnTo>
                    <a:pt x="52781" y="41072"/>
                  </a:lnTo>
                  <a:lnTo>
                    <a:pt x="48735" y="44711"/>
                  </a:lnTo>
                  <a:lnTo>
                    <a:pt x="44810" y="48480"/>
                  </a:lnTo>
                  <a:lnTo>
                    <a:pt x="41009" y="52375"/>
                  </a:lnTo>
                  <a:lnTo>
                    <a:pt x="37337" y="56391"/>
                  </a:lnTo>
                  <a:lnTo>
                    <a:pt x="33798" y="60525"/>
                  </a:lnTo>
                  <a:lnTo>
                    <a:pt x="30395" y="64771"/>
                  </a:lnTo>
                  <a:lnTo>
                    <a:pt x="27132" y="69127"/>
                  </a:lnTo>
                  <a:lnTo>
                    <a:pt x="24012" y="73586"/>
                  </a:lnTo>
                  <a:lnTo>
                    <a:pt x="21040" y="78144"/>
                  </a:lnTo>
                  <a:lnTo>
                    <a:pt x="18217" y="82796"/>
                  </a:lnTo>
                  <a:lnTo>
                    <a:pt x="15547" y="87538"/>
                  </a:lnTo>
                  <a:lnTo>
                    <a:pt x="13034" y="92365"/>
                  </a:lnTo>
                  <a:lnTo>
                    <a:pt x="10678" y="97270"/>
                  </a:lnTo>
                  <a:lnTo>
                    <a:pt x="8483" y="102250"/>
                  </a:lnTo>
                  <a:lnTo>
                    <a:pt x="6452" y="107299"/>
                  </a:lnTo>
                  <a:lnTo>
                    <a:pt x="4586" y="112411"/>
                  </a:lnTo>
                  <a:lnTo>
                    <a:pt x="2887" y="117581"/>
                  </a:lnTo>
                  <a:lnTo>
                    <a:pt x="1358" y="122803"/>
                  </a:lnTo>
                  <a:lnTo>
                    <a:pt x="0" y="128073"/>
                  </a:lnTo>
                  <a:lnTo>
                    <a:pt x="1625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858507" y="5146286"/>
              <a:ext cx="162531" cy="39094"/>
            </a:xfrm>
            <a:custGeom>
              <a:avLst/>
              <a:pathLst>
                <a:path w="162531" h="39094">
                  <a:moveTo>
                    <a:pt x="0" y="0"/>
                  </a:moveTo>
                  <a:lnTo>
                    <a:pt x="162531" y="39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8507" y="5146286"/>
              <a:ext cx="162531" cy="39094"/>
            </a:xfrm>
            <a:custGeom>
              <a:avLst/>
              <a:pathLst>
                <a:path w="162531" h="39094">
                  <a:moveTo>
                    <a:pt x="0" y="0"/>
                  </a:moveTo>
                  <a:lnTo>
                    <a:pt x="162531" y="390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8507" y="5146286"/>
              <a:ext cx="162531" cy="39094"/>
            </a:xfrm>
            <a:custGeom>
              <a:avLst/>
              <a:pathLst>
                <a:path w="162531" h="39094">
                  <a:moveTo>
                    <a:pt x="0" y="0"/>
                  </a:moveTo>
                  <a:lnTo>
                    <a:pt x="162531" y="390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4093" y="5146286"/>
              <a:ext cx="166945" cy="39094"/>
            </a:xfrm>
            <a:custGeom>
              <a:avLst/>
              <a:pathLst>
                <a:path w="166945" h="39094">
                  <a:moveTo>
                    <a:pt x="4413" y="0"/>
                  </a:moveTo>
                  <a:lnTo>
                    <a:pt x="2783" y="7537"/>
                  </a:lnTo>
                  <a:lnTo>
                    <a:pt x="1503" y="15142"/>
                  </a:lnTo>
                  <a:lnTo>
                    <a:pt x="574" y="22798"/>
                  </a:lnTo>
                  <a:lnTo>
                    <a:pt x="0" y="30488"/>
                  </a:lnTo>
                  <a:lnTo>
                    <a:pt x="166945" y="39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3883" y="5018213"/>
              <a:ext cx="334305" cy="334334"/>
            </a:xfrm>
            <a:custGeom>
              <a:avLst/>
              <a:pathLst>
                <a:path w="334305" h="334334">
                  <a:moveTo>
                    <a:pt x="209" y="158561"/>
                  </a:moveTo>
                  <a:lnTo>
                    <a:pt x="20" y="163867"/>
                  </a:lnTo>
                  <a:lnTo>
                    <a:pt x="0" y="169176"/>
                  </a:lnTo>
                  <a:lnTo>
                    <a:pt x="148" y="174483"/>
                  </a:lnTo>
                  <a:lnTo>
                    <a:pt x="464" y="179782"/>
                  </a:lnTo>
                  <a:lnTo>
                    <a:pt x="949" y="185069"/>
                  </a:lnTo>
                  <a:lnTo>
                    <a:pt x="1601" y="190337"/>
                  </a:lnTo>
                  <a:lnTo>
                    <a:pt x="2420" y="195583"/>
                  </a:lnTo>
                  <a:lnTo>
                    <a:pt x="3406" y="200799"/>
                  </a:lnTo>
                  <a:lnTo>
                    <a:pt x="4556" y="205982"/>
                  </a:lnTo>
                  <a:lnTo>
                    <a:pt x="5871" y="211126"/>
                  </a:lnTo>
                  <a:lnTo>
                    <a:pt x="7348" y="216225"/>
                  </a:lnTo>
                  <a:lnTo>
                    <a:pt x="8986" y="221275"/>
                  </a:lnTo>
                  <a:lnTo>
                    <a:pt x="10784" y="226270"/>
                  </a:lnTo>
                  <a:lnTo>
                    <a:pt x="12740" y="231205"/>
                  </a:lnTo>
                  <a:lnTo>
                    <a:pt x="14851" y="236076"/>
                  </a:lnTo>
                  <a:lnTo>
                    <a:pt x="17116" y="240878"/>
                  </a:lnTo>
                  <a:lnTo>
                    <a:pt x="19532" y="245605"/>
                  </a:lnTo>
                  <a:lnTo>
                    <a:pt x="22097" y="250253"/>
                  </a:lnTo>
                  <a:lnTo>
                    <a:pt x="24809" y="254817"/>
                  </a:lnTo>
                  <a:lnTo>
                    <a:pt x="27664" y="259293"/>
                  </a:lnTo>
                  <a:lnTo>
                    <a:pt x="30660" y="263676"/>
                  </a:lnTo>
                  <a:lnTo>
                    <a:pt x="33793" y="267962"/>
                  </a:lnTo>
                  <a:lnTo>
                    <a:pt x="37061" y="272146"/>
                  </a:lnTo>
                  <a:lnTo>
                    <a:pt x="40460" y="276224"/>
                  </a:lnTo>
                  <a:lnTo>
                    <a:pt x="43987" y="280192"/>
                  </a:lnTo>
                  <a:lnTo>
                    <a:pt x="47638" y="284046"/>
                  </a:lnTo>
                  <a:lnTo>
                    <a:pt x="51410" y="287782"/>
                  </a:lnTo>
                  <a:lnTo>
                    <a:pt x="55298" y="291397"/>
                  </a:lnTo>
                  <a:lnTo>
                    <a:pt x="59299" y="294886"/>
                  </a:lnTo>
                  <a:lnTo>
                    <a:pt x="63409" y="298246"/>
                  </a:lnTo>
                  <a:lnTo>
                    <a:pt x="67624" y="301474"/>
                  </a:lnTo>
                  <a:lnTo>
                    <a:pt x="71939" y="304567"/>
                  </a:lnTo>
                  <a:lnTo>
                    <a:pt x="76350" y="307521"/>
                  </a:lnTo>
                  <a:lnTo>
                    <a:pt x="80852" y="310334"/>
                  </a:lnTo>
                  <a:lnTo>
                    <a:pt x="85442" y="313002"/>
                  </a:lnTo>
                  <a:lnTo>
                    <a:pt x="90114" y="315523"/>
                  </a:lnTo>
                  <a:lnTo>
                    <a:pt x="94864" y="317895"/>
                  </a:lnTo>
                  <a:lnTo>
                    <a:pt x="99686" y="320115"/>
                  </a:lnTo>
                  <a:lnTo>
                    <a:pt x="104577" y="322180"/>
                  </a:lnTo>
                  <a:lnTo>
                    <a:pt x="109531" y="324089"/>
                  </a:lnTo>
                  <a:lnTo>
                    <a:pt x="114543" y="325839"/>
                  </a:lnTo>
                  <a:lnTo>
                    <a:pt x="119608" y="327430"/>
                  </a:lnTo>
                  <a:lnTo>
                    <a:pt x="124721" y="328859"/>
                  </a:lnTo>
                  <a:lnTo>
                    <a:pt x="129877" y="330125"/>
                  </a:lnTo>
                  <a:lnTo>
                    <a:pt x="135070" y="331226"/>
                  </a:lnTo>
                  <a:lnTo>
                    <a:pt x="140296" y="332163"/>
                  </a:lnTo>
                  <a:lnTo>
                    <a:pt x="145549" y="332932"/>
                  </a:lnTo>
                  <a:lnTo>
                    <a:pt x="150823" y="333535"/>
                  </a:lnTo>
                  <a:lnTo>
                    <a:pt x="156114" y="333969"/>
                  </a:lnTo>
                  <a:lnTo>
                    <a:pt x="161416" y="334236"/>
                  </a:lnTo>
                  <a:lnTo>
                    <a:pt x="166724" y="334334"/>
                  </a:lnTo>
                  <a:lnTo>
                    <a:pt x="172033" y="334263"/>
                  </a:lnTo>
                  <a:lnTo>
                    <a:pt x="177336" y="334024"/>
                  </a:lnTo>
                  <a:lnTo>
                    <a:pt x="182630" y="333617"/>
                  </a:lnTo>
                  <a:lnTo>
                    <a:pt x="187907" y="333041"/>
                  </a:lnTo>
                  <a:lnTo>
                    <a:pt x="193164" y="332299"/>
                  </a:lnTo>
                  <a:lnTo>
                    <a:pt x="198394" y="331389"/>
                  </a:lnTo>
                  <a:lnTo>
                    <a:pt x="203593" y="330315"/>
                  </a:lnTo>
                  <a:lnTo>
                    <a:pt x="208756" y="329075"/>
                  </a:lnTo>
                  <a:lnTo>
                    <a:pt x="213876" y="327673"/>
                  </a:lnTo>
                  <a:lnTo>
                    <a:pt x="218949" y="326108"/>
                  </a:lnTo>
                  <a:lnTo>
                    <a:pt x="223970" y="324383"/>
                  </a:lnTo>
                  <a:lnTo>
                    <a:pt x="228933" y="322500"/>
                  </a:lnTo>
                  <a:lnTo>
                    <a:pt x="233835" y="320460"/>
                  </a:lnTo>
                  <a:lnTo>
                    <a:pt x="238669" y="318265"/>
                  </a:lnTo>
                  <a:lnTo>
                    <a:pt x="243431" y="315918"/>
                  </a:lnTo>
                  <a:lnTo>
                    <a:pt x="248116" y="313421"/>
                  </a:lnTo>
                  <a:lnTo>
                    <a:pt x="252719" y="310777"/>
                  </a:lnTo>
                  <a:lnTo>
                    <a:pt x="257236" y="307987"/>
                  </a:lnTo>
                  <a:lnTo>
                    <a:pt x="261662" y="305056"/>
                  </a:lnTo>
                  <a:lnTo>
                    <a:pt x="265993" y="301985"/>
                  </a:lnTo>
                  <a:lnTo>
                    <a:pt x="270224" y="298779"/>
                  </a:lnTo>
                  <a:lnTo>
                    <a:pt x="274351" y="295440"/>
                  </a:lnTo>
                  <a:lnTo>
                    <a:pt x="278370" y="291971"/>
                  </a:lnTo>
                  <a:lnTo>
                    <a:pt x="282277" y="288377"/>
                  </a:lnTo>
                  <a:lnTo>
                    <a:pt x="286068" y="284660"/>
                  </a:lnTo>
                  <a:lnTo>
                    <a:pt x="289739" y="280825"/>
                  </a:lnTo>
                  <a:lnTo>
                    <a:pt x="293286" y="276875"/>
                  </a:lnTo>
                  <a:lnTo>
                    <a:pt x="296706" y="272814"/>
                  </a:lnTo>
                  <a:lnTo>
                    <a:pt x="299996" y="268647"/>
                  </a:lnTo>
                  <a:lnTo>
                    <a:pt x="303151" y="264378"/>
                  </a:lnTo>
                  <a:lnTo>
                    <a:pt x="306169" y="260010"/>
                  </a:lnTo>
                  <a:lnTo>
                    <a:pt x="309047" y="255549"/>
                  </a:lnTo>
                  <a:lnTo>
                    <a:pt x="311782" y="250999"/>
                  </a:lnTo>
                  <a:lnTo>
                    <a:pt x="314371" y="246364"/>
                  </a:lnTo>
                  <a:lnTo>
                    <a:pt x="316812" y="241650"/>
                  </a:lnTo>
                  <a:lnTo>
                    <a:pt x="319102" y="236860"/>
                  </a:lnTo>
                  <a:lnTo>
                    <a:pt x="321238" y="232000"/>
                  </a:lnTo>
                  <a:lnTo>
                    <a:pt x="323219" y="227074"/>
                  </a:lnTo>
                  <a:lnTo>
                    <a:pt x="325043" y="222089"/>
                  </a:lnTo>
                  <a:lnTo>
                    <a:pt x="326707" y="217047"/>
                  </a:lnTo>
                  <a:lnTo>
                    <a:pt x="328211" y="211956"/>
                  </a:lnTo>
                  <a:lnTo>
                    <a:pt x="329552" y="206819"/>
                  </a:lnTo>
                  <a:lnTo>
                    <a:pt x="330729" y="201642"/>
                  </a:lnTo>
                  <a:lnTo>
                    <a:pt x="331741" y="196431"/>
                  </a:lnTo>
                  <a:lnTo>
                    <a:pt x="332587" y="191190"/>
                  </a:lnTo>
                  <a:lnTo>
                    <a:pt x="333267" y="185924"/>
                  </a:lnTo>
                  <a:lnTo>
                    <a:pt x="333778" y="180640"/>
                  </a:lnTo>
                  <a:lnTo>
                    <a:pt x="334122" y="175343"/>
                  </a:lnTo>
                  <a:lnTo>
                    <a:pt x="334298" y="170037"/>
                  </a:lnTo>
                  <a:lnTo>
                    <a:pt x="334305" y="164728"/>
                  </a:lnTo>
                  <a:lnTo>
                    <a:pt x="334143" y="159421"/>
                  </a:lnTo>
                  <a:lnTo>
                    <a:pt x="333813" y="154123"/>
                  </a:lnTo>
                  <a:lnTo>
                    <a:pt x="333314" y="148837"/>
                  </a:lnTo>
                  <a:lnTo>
                    <a:pt x="332649" y="143570"/>
                  </a:lnTo>
                  <a:lnTo>
                    <a:pt x="331816" y="138327"/>
                  </a:lnTo>
                  <a:lnTo>
                    <a:pt x="330817" y="133113"/>
                  </a:lnTo>
                  <a:lnTo>
                    <a:pt x="329653" y="127933"/>
                  </a:lnTo>
                  <a:lnTo>
                    <a:pt x="328325" y="122793"/>
                  </a:lnTo>
                  <a:lnTo>
                    <a:pt x="326835" y="117698"/>
                  </a:lnTo>
                  <a:lnTo>
                    <a:pt x="325184" y="112652"/>
                  </a:lnTo>
                  <a:lnTo>
                    <a:pt x="323373" y="107662"/>
                  </a:lnTo>
                  <a:lnTo>
                    <a:pt x="321405" y="102731"/>
                  </a:lnTo>
                  <a:lnTo>
                    <a:pt x="319281" y="97865"/>
                  </a:lnTo>
                  <a:lnTo>
                    <a:pt x="317003" y="93070"/>
                  </a:lnTo>
                  <a:lnTo>
                    <a:pt x="314575" y="88349"/>
                  </a:lnTo>
                  <a:lnTo>
                    <a:pt x="311998" y="83708"/>
                  </a:lnTo>
                  <a:lnTo>
                    <a:pt x="309275" y="79150"/>
                  </a:lnTo>
                  <a:lnTo>
                    <a:pt x="306408" y="74682"/>
                  </a:lnTo>
                  <a:lnTo>
                    <a:pt x="303401" y="70307"/>
                  </a:lnTo>
                  <a:lnTo>
                    <a:pt x="300257" y="66029"/>
                  </a:lnTo>
                  <a:lnTo>
                    <a:pt x="296978" y="61854"/>
                  </a:lnTo>
                  <a:lnTo>
                    <a:pt x="293568" y="57784"/>
                  </a:lnTo>
                  <a:lnTo>
                    <a:pt x="290031" y="53825"/>
                  </a:lnTo>
                  <a:lnTo>
                    <a:pt x="286370" y="49981"/>
                  </a:lnTo>
                  <a:lnTo>
                    <a:pt x="282589" y="46254"/>
                  </a:lnTo>
                  <a:lnTo>
                    <a:pt x="278691" y="42650"/>
                  </a:lnTo>
                  <a:lnTo>
                    <a:pt x="274681" y="39171"/>
                  </a:lnTo>
                  <a:lnTo>
                    <a:pt x="270563" y="35821"/>
                  </a:lnTo>
                  <a:lnTo>
                    <a:pt x="266340" y="32604"/>
                  </a:lnTo>
                  <a:lnTo>
                    <a:pt x="262017" y="29522"/>
                  </a:lnTo>
                  <a:lnTo>
                    <a:pt x="257598" y="26579"/>
                  </a:lnTo>
                  <a:lnTo>
                    <a:pt x="253088" y="23778"/>
                  </a:lnTo>
                  <a:lnTo>
                    <a:pt x="248492" y="21122"/>
                  </a:lnTo>
                  <a:lnTo>
                    <a:pt x="243813" y="18612"/>
                  </a:lnTo>
                  <a:lnTo>
                    <a:pt x="239058" y="16253"/>
                  </a:lnTo>
                  <a:lnTo>
                    <a:pt x="234229" y="14046"/>
                  </a:lnTo>
                  <a:lnTo>
                    <a:pt x="229333" y="11993"/>
                  </a:lnTo>
                  <a:lnTo>
                    <a:pt x="224374" y="10097"/>
                  </a:lnTo>
                  <a:lnTo>
                    <a:pt x="219358" y="8360"/>
                  </a:lnTo>
                  <a:lnTo>
                    <a:pt x="214289" y="6782"/>
                  </a:lnTo>
                  <a:lnTo>
                    <a:pt x="209172" y="5366"/>
                  </a:lnTo>
                  <a:lnTo>
                    <a:pt x="204013" y="4114"/>
                  </a:lnTo>
                  <a:lnTo>
                    <a:pt x="198817" y="3025"/>
                  </a:lnTo>
                  <a:lnTo>
                    <a:pt x="193589" y="2103"/>
                  </a:lnTo>
                  <a:lnTo>
                    <a:pt x="188334" y="1347"/>
                  </a:lnTo>
                  <a:lnTo>
                    <a:pt x="183058" y="758"/>
                  </a:lnTo>
                  <a:lnTo>
                    <a:pt x="177766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256085" y="4659281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3" y="1342"/>
                  </a:lnTo>
                  <a:lnTo>
                    <a:pt x="140757" y="2096"/>
                  </a:lnTo>
                  <a:lnTo>
                    <a:pt x="135537" y="3016"/>
                  </a:lnTo>
                  <a:lnTo>
                    <a:pt x="130349" y="4100"/>
                  </a:lnTo>
                  <a:lnTo>
                    <a:pt x="125197" y="5349"/>
                  </a:lnTo>
                  <a:lnTo>
                    <a:pt x="120088" y="6760"/>
                  </a:lnTo>
                  <a:lnTo>
                    <a:pt x="115027" y="8333"/>
                  </a:lnTo>
                  <a:lnTo>
                    <a:pt x="110017" y="10065"/>
                  </a:lnTo>
                  <a:lnTo>
                    <a:pt x="105065" y="11956"/>
                  </a:lnTo>
                  <a:lnTo>
                    <a:pt x="100176" y="14002"/>
                  </a:lnTo>
                  <a:lnTo>
                    <a:pt x="95354" y="16202"/>
                  </a:lnTo>
                  <a:lnTo>
                    <a:pt x="90604" y="18554"/>
                  </a:lnTo>
                  <a:lnTo>
                    <a:pt x="85931" y="21056"/>
                  </a:lnTo>
                  <a:lnTo>
                    <a:pt x="81339" y="23704"/>
                  </a:lnTo>
                  <a:lnTo>
                    <a:pt x="76834" y="26496"/>
                  </a:lnTo>
                  <a:lnTo>
                    <a:pt x="72420" y="29430"/>
                  </a:lnTo>
                  <a:lnTo>
                    <a:pt x="68101" y="32503"/>
                  </a:lnTo>
                  <a:lnTo>
                    <a:pt x="63881" y="35711"/>
                  </a:lnTo>
                  <a:lnTo>
                    <a:pt x="59766" y="39051"/>
                  </a:lnTo>
                  <a:lnTo>
                    <a:pt x="55758" y="42519"/>
                  </a:lnTo>
                  <a:lnTo>
                    <a:pt x="51862" y="46113"/>
                  </a:lnTo>
                  <a:lnTo>
                    <a:pt x="48083" y="49829"/>
                  </a:lnTo>
                  <a:lnTo>
                    <a:pt x="44422" y="53663"/>
                  </a:lnTo>
                  <a:lnTo>
                    <a:pt x="40886" y="57611"/>
                  </a:lnTo>
                  <a:lnTo>
                    <a:pt x="37476" y="61669"/>
                  </a:lnTo>
                  <a:lnTo>
                    <a:pt x="34196" y="65833"/>
                  </a:lnTo>
                  <a:lnTo>
                    <a:pt x="31051" y="70099"/>
                  </a:lnTo>
                  <a:lnTo>
                    <a:pt x="28042" y="74463"/>
                  </a:lnTo>
                  <a:lnTo>
                    <a:pt x="25173" y="78919"/>
                  </a:lnTo>
                  <a:lnTo>
                    <a:pt x="22446" y="83465"/>
                  </a:lnTo>
                  <a:lnTo>
                    <a:pt x="19865" y="88094"/>
                  </a:lnTo>
                  <a:lnTo>
                    <a:pt x="17433" y="92803"/>
                  </a:lnTo>
                  <a:lnTo>
                    <a:pt x="15150" y="97587"/>
                  </a:lnTo>
                  <a:lnTo>
                    <a:pt x="13021" y="102441"/>
                  </a:lnTo>
                  <a:lnTo>
                    <a:pt x="11046" y="107360"/>
                  </a:lnTo>
                  <a:lnTo>
                    <a:pt x="9229" y="112339"/>
                  </a:lnTo>
                  <a:lnTo>
                    <a:pt x="7570" y="117373"/>
                  </a:lnTo>
                  <a:lnTo>
                    <a:pt x="6071" y="122457"/>
                  </a:lnTo>
                  <a:lnTo>
                    <a:pt x="4735" y="127586"/>
                  </a:lnTo>
                  <a:lnTo>
                    <a:pt x="3562" y="132755"/>
                  </a:lnTo>
                  <a:lnTo>
                    <a:pt x="2553" y="137959"/>
                  </a:lnTo>
                  <a:lnTo>
                    <a:pt x="1710" y="143192"/>
                  </a:lnTo>
                  <a:lnTo>
                    <a:pt x="1033" y="148449"/>
                  </a:lnTo>
                  <a:lnTo>
                    <a:pt x="523" y="153725"/>
                  </a:lnTo>
                  <a:lnTo>
                    <a:pt x="181" y="159014"/>
                  </a:lnTo>
                  <a:lnTo>
                    <a:pt x="6" y="164311"/>
                  </a:lnTo>
                  <a:lnTo>
                    <a:pt x="0" y="169612"/>
                  </a:lnTo>
                  <a:lnTo>
                    <a:pt x="161" y="174910"/>
                  </a:lnTo>
                  <a:lnTo>
                    <a:pt x="490" y="180200"/>
                  </a:lnTo>
                  <a:lnTo>
                    <a:pt x="987" y="185477"/>
                  </a:lnTo>
                  <a:lnTo>
                    <a:pt x="1651" y="190736"/>
                  </a:lnTo>
                  <a:lnTo>
                    <a:pt x="2482" y="195971"/>
                  </a:lnTo>
                  <a:lnTo>
                    <a:pt x="3478" y="201177"/>
                  </a:lnTo>
                  <a:lnTo>
                    <a:pt x="4638" y="206348"/>
                  </a:lnTo>
                  <a:lnTo>
                    <a:pt x="5962" y="211481"/>
                  </a:lnTo>
                  <a:lnTo>
                    <a:pt x="7448" y="216569"/>
                  </a:lnTo>
                  <a:lnTo>
                    <a:pt x="9094" y="221607"/>
                  </a:lnTo>
                  <a:lnTo>
                    <a:pt x="10900" y="226590"/>
                  </a:lnTo>
                  <a:lnTo>
                    <a:pt x="12862" y="231514"/>
                  </a:lnTo>
                  <a:lnTo>
                    <a:pt x="14980" y="236373"/>
                  </a:lnTo>
                  <a:lnTo>
                    <a:pt x="17250" y="241162"/>
                  </a:lnTo>
                  <a:lnTo>
                    <a:pt x="19672" y="245878"/>
                  </a:lnTo>
                  <a:lnTo>
                    <a:pt x="22241" y="250513"/>
                  </a:lnTo>
                  <a:lnTo>
                    <a:pt x="24956" y="255066"/>
                  </a:lnTo>
                  <a:lnTo>
                    <a:pt x="27814" y="259529"/>
                  </a:lnTo>
                  <a:lnTo>
                    <a:pt x="30813" y="263900"/>
                  </a:lnTo>
                  <a:lnTo>
                    <a:pt x="33948" y="268174"/>
                  </a:lnTo>
                  <a:lnTo>
                    <a:pt x="37217" y="272346"/>
                  </a:lnTo>
                  <a:lnTo>
                    <a:pt x="40617" y="276412"/>
                  </a:lnTo>
                  <a:lnTo>
                    <a:pt x="44144" y="280369"/>
                  </a:lnTo>
                  <a:lnTo>
                    <a:pt x="47795" y="284212"/>
                  </a:lnTo>
                  <a:lnTo>
                    <a:pt x="51565" y="287937"/>
                  </a:lnTo>
                  <a:lnTo>
                    <a:pt x="55452" y="291540"/>
                  </a:lnTo>
                  <a:lnTo>
                    <a:pt x="59451" y="295019"/>
                  </a:lnTo>
                  <a:lnTo>
                    <a:pt x="63559" y="298369"/>
                  </a:lnTo>
                  <a:lnTo>
                    <a:pt x="67770" y="301587"/>
                  </a:lnTo>
                  <a:lnTo>
                    <a:pt x="72082" y="304670"/>
                  </a:lnTo>
                  <a:lnTo>
                    <a:pt x="76489" y="307615"/>
                  </a:lnTo>
                  <a:lnTo>
                    <a:pt x="80987" y="310419"/>
                  </a:lnTo>
                  <a:lnTo>
                    <a:pt x="85572" y="313078"/>
                  </a:lnTo>
                  <a:lnTo>
                    <a:pt x="90239" y="315591"/>
                  </a:lnTo>
                  <a:lnTo>
                    <a:pt x="94983" y="317955"/>
                  </a:lnTo>
                  <a:lnTo>
                    <a:pt x="99800" y="320167"/>
                  </a:lnTo>
                  <a:lnTo>
                    <a:pt x="104684" y="322225"/>
                  </a:lnTo>
                  <a:lnTo>
                    <a:pt x="109632" y="324128"/>
                  </a:lnTo>
                  <a:lnTo>
                    <a:pt x="114637" y="325872"/>
                  </a:lnTo>
                  <a:lnTo>
                    <a:pt x="119694" y="327457"/>
                  </a:lnTo>
                  <a:lnTo>
                    <a:pt x="124800" y="328881"/>
                  </a:lnTo>
                  <a:lnTo>
                    <a:pt x="129948" y="330143"/>
                  </a:lnTo>
                  <a:lnTo>
                    <a:pt x="135134" y="331240"/>
                  </a:lnTo>
                  <a:lnTo>
                    <a:pt x="140351" y="332173"/>
                  </a:lnTo>
                  <a:lnTo>
                    <a:pt x="145596" y="332939"/>
                  </a:lnTo>
                  <a:lnTo>
                    <a:pt x="150862" y="333539"/>
                  </a:lnTo>
                  <a:lnTo>
                    <a:pt x="156145" y="333972"/>
                  </a:lnTo>
                  <a:lnTo>
                    <a:pt x="161439" y="334237"/>
                  </a:lnTo>
                  <a:lnTo>
                    <a:pt x="166738" y="334334"/>
                  </a:lnTo>
                  <a:lnTo>
                    <a:pt x="172038" y="334263"/>
                  </a:lnTo>
                  <a:lnTo>
                    <a:pt x="177333" y="334024"/>
                  </a:lnTo>
                  <a:lnTo>
                    <a:pt x="182618" y="333617"/>
                  </a:lnTo>
                  <a:lnTo>
                    <a:pt x="187887" y="333043"/>
                  </a:lnTo>
                  <a:lnTo>
                    <a:pt x="193136" y="332302"/>
                  </a:lnTo>
                  <a:lnTo>
                    <a:pt x="198358" y="331395"/>
                  </a:lnTo>
                  <a:lnTo>
                    <a:pt x="203549" y="330323"/>
                  </a:lnTo>
                  <a:lnTo>
                    <a:pt x="208703" y="329087"/>
                  </a:lnTo>
                  <a:lnTo>
                    <a:pt x="213816" y="327689"/>
                  </a:lnTo>
                  <a:lnTo>
                    <a:pt x="218881" y="326128"/>
                  </a:lnTo>
                  <a:lnTo>
                    <a:pt x="223895" y="324408"/>
                  </a:lnTo>
                  <a:lnTo>
                    <a:pt x="228851" y="322530"/>
                  </a:lnTo>
                  <a:lnTo>
                    <a:pt x="233746" y="320496"/>
                  </a:lnTo>
                  <a:lnTo>
                    <a:pt x="238573" y="318308"/>
                  </a:lnTo>
                  <a:lnTo>
                    <a:pt x="243329" y="315967"/>
                  </a:lnTo>
                  <a:lnTo>
                    <a:pt x="248008" y="313477"/>
                  </a:lnTo>
                  <a:lnTo>
                    <a:pt x="252606" y="310840"/>
                  </a:lnTo>
                  <a:lnTo>
                    <a:pt x="257118" y="308059"/>
                  </a:lnTo>
                  <a:lnTo>
                    <a:pt x="261539" y="305136"/>
                  </a:lnTo>
                  <a:lnTo>
                    <a:pt x="265866" y="302074"/>
                  </a:lnTo>
                  <a:lnTo>
                    <a:pt x="270093" y="298877"/>
                  </a:lnTo>
                  <a:lnTo>
                    <a:pt x="274217" y="295547"/>
                  </a:lnTo>
                  <a:lnTo>
                    <a:pt x="278233" y="292088"/>
                  </a:lnTo>
                  <a:lnTo>
                    <a:pt x="282138" y="288503"/>
                  </a:lnTo>
                  <a:lnTo>
                    <a:pt x="285927" y="284797"/>
                  </a:lnTo>
                  <a:lnTo>
                    <a:pt x="289596" y="280972"/>
                  </a:lnTo>
                  <a:lnTo>
                    <a:pt x="293143" y="277033"/>
                  </a:lnTo>
                  <a:lnTo>
                    <a:pt x="296563" y="272983"/>
                  </a:lnTo>
                  <a:lnTo>
                    <a:pt x="299852" y="268827"/>
                  </a:lnTo>
                  <a:lnTo>
                    <a:pt x="303009" y="264569"/>
                  </a:lnTo>
                  <a:lnTo>
                    <a:pt x="306028" y="260213"/>
                  </a:lnTo>
                  <a:lnTo>
                    <a:pt x="308908" y="255763"/>
                  </a:lnTo>
                  <a:lnTo>
                    <a:pt x="311646" y="251224"/>
                  </a:lnTo>
                  <a:lnTo>
                    <a:pt x="314238" y="246601"/>
                  </a:lnTo>
                  <a:lnTo>
                    <a:pt x="316682" y="241898"/>
                  </a:lnTo>
                  <a:lnTo>
                    <a:pt x="318976" y="237120"/>
                  </a:lnTo>
                  <a:lnTo>
                    <a:pt x="321118" y="232271"/>
                  </a:lnTo>
                  <a:lnTo>
                    <a:pt x="323104" y="227357"/>
                  </a:lnTo>
                  <a:lnTo>
                    <a:pt x="324934" y="222383"/>
                  </a:lnTo>
                  <a:lnTo>
                    <a:pt x="326605" y="217353"/>
                  </a:lnTo>
                  <a:lnTo>
                    <a:pt x="328116" y="212272"/>
                  </a:lnTo>
                  <a:lnTo>
                    <a:pt x="329465" y="207146"/>
                  </a:lnTo>
                  <a:lnTo>
                    <a:pt x="330651" y="201980"/>
                  </a:lnTo>
                  <a:lnTo>
                    <a:pt x="331673" y="196779"/>
                  </a:lnTo>
                  <a:lnTo>
                    <a:pt x="332529" y="191548"/>
                  </a:lnTo>
                  <a:lnTo>
                    <a:pt x="333219" y="186293"/>
                  </a:lnTo>
                  <a:lnTo>
                    <a:pt x="333742" y="181019"/>
                  </a:lnTo>
                  <a:lnTo>
                    <a:pt x="334097" y="175730"/>
                  </a:lnTo>
                  <a:lnTo>
                    <a:pt x="334285" y="170433"/>
                  </a:lnTo>
                  <a:lnTo>
                    <a:pt x="334304" y="165133"/>
                  </a:lnTo>
                  <a:lnTo>
                    <a:pt x="334156" y="159834"/>
                  </a:lnTo>
                  <a:lnTo>
                    <a:pt x="333839" y="154543"/>
                  </a:lnTo>
                  <a:lnTo>
                    <a:pt x="333355" y="14926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808547"/>
              <a:ext cx="166206" cy="17901"/>
            </a:xfrm>
            <a:custGeom>
              <a:avLst/>
              <a:pathLst>
                <a:path w="166206" h="17901">
                  <a:moveTo>
                    <a:pt x="166206" y="0"/>
                  </a:moveTo>
                  <a:lnTo>
                    <a:pt x="0" y="179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808547"/>
              <a:ext cx="166206" cy="17901"/>
            </a:xfrm>
            <a:custGeom>
              <a:avLst/>
              <a:pathLst>
                <a:path w="166206" h="17901">
                  <a:moveTo>
                    <a:pt x="166206" y="0"/>
                  </a:moveTo>
                  <a:lnTo>
                    <a:pt x="0" y="179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726687"/>
              <a:ext cx="166206" cy="99761"/>
            </a:xfrm>
            <a:custGeom>
              <a:avLst/>
              <a:pathLst>
                <a:path w="166206" h="99761">
                  <a:moveTo>
                    <a:pt x="166206" y="81859"/>
                  </a:moveTo>
                  <a:lnTo>
                    <a:pt x="165466" y="75975"/>
                  </a:lnTo>
                  <a:lnTo>
                    <a:pt x="164518" y="70121"/>
                  </a:lnTo>
                  <a:lnTo>
                    <a:pt x="163363" y="64304"/>
                  </a:lnTo>
                  <a:lnTo>
                    <a:pt x="162003" y="58531"/>
                  </a:lnTo>
                  <a:lnTo>
                    <a:pt x="160438" y="52811"/>
                  </a:lnTo>
                  <a:lnTo>
                    <a:pt x="158672" y="47149"/>
                  </a:lnTo>
                  <a:lnTo>
                    <a:pt x="156706" y="41554"/>
                  </a:lnTo>
                  <a:lnTo>
                    <a:pt x="154543" y="36032"/>
                  </a:lnTo>
                  <a:lnTo>
                    <a:pt x="152185" y="30590"/>
                  </a:lnTo>
                  <a:lnTo>
                    <a:pt x="149635" y="25235"/>
                  </a:lnTo>
                  <a:lnTo>
                    <a:pt x="146898" y="19975"/>
                  </a:lnTo>
                  <a:lnTo>
                    <a:pt x="143975" y="14814"/>
                  </a:lnTo>
                  <a:lnTo>
                    <a:pt x="140871" y="9761"/>
                  </a:lnTo>
                  <a:lnTo>
                    <a:pt x="137590" y="4820"/>
                  </a:lnTo>
                  <a:lnTo>
                    <a:pt x="134136" y="0"/>
                  </a:lnTo>
                  <a:lnTo>
                    <a:pt x="0" y="997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134136" cy="167167"/>
            </a:xfrm>
            <a:custGeom>
              <a:avLst/>
              <a:pathLst>
                <a:path w="134136" h="167167">
                  <a:moveTo>
                    <a:pt x="134136" y="67405"/>
                  </a:moveTo>
                  <a:lnTo>
                    <a:pt x="130744" y="63000"/>
                  </a:lnTo>
                  <a:lnTo>
                    <a:pt x="127208" y="58710"/>
                  </a:lnTo>
                  <a:lnTo>
                    <a:pt x="123531" y="54539"/>
                  </a:lnTo>
                  <a:lnTo>
                    <a:pt x="119717" y="50493"/>
                  </a:lnTo>
                  <a:lnTo>
                    <a:pt x="115771" y="46577"/>
                  </a:lnTo>
                  <a:lnTo>
                    <a:pt x="111696" y="42793"/>
                  </a:lnTo>
                  <a:lnTo>
                    <a:pt x="107498" y="39148"/>
                  </a:lnTo>
                  <a:lnTo>
                    <a:pt x="103182" y="35644"/>
                  </a:lnTo>
                  <a:lnTo>
                    <a:pt x="98751" y="32285"/>
                  </a:lnTo>
                  <a:lnTo>
                    <a:pt x="94211" y="29076"/>
                  </a:lnTo>
                  <a:lnTo>
                    <a:pt x="89566" y="26019"/>
                  </a:lnTo>
                  <a:lnTo>
                    <a:pt x="84823" y="23118"/>
                  </a:lnTo>
                  <a:lnTo>
                    <a:pt x="79985" y="20377"/>
                  </a:lnTo>
                  <a:lnTo>
                    <a:pt x="75060" y="17799"/>
                  </a:lnTo>
                  <a:lnTo>
                    <a:pt x="70051" y="15385"/>
                  </a:lnTo>
                  <a:lnTo>
                    <a:pt x="64965" y="13139"/>
                  </a:lnTo>
                  <a:lnTo>
                    <a:pt x="59806" y="11064"/>
                  </a:lnTo>
                  <a:lnTo>
                    <a:pt x="54582" y="9162"/>
                  </a:lnTo>
                  <a:lnTo>
                    <a:pt x="49297" y="7434"/>
                  </a:lnTo>
                  <a:lnTo>
                    <a:pt x="43958" y="5883"/>
                  </a:lnTo>
                  <a:lnTo>
                    <a:pt x="38570" y="4510"/>
                  </a:lnTo>
                  <a:lnTo>
                    <a:pt x="33140" y="3317"/>
                  </a:lnTo>
                  <a:lnTo>
                    <a:pt x="27673" y="2306"/>
                  </a:lnTo>
                  <a:lnTo>
                    <a:pt x="22175" y="1477"/>
                  </a:lnTo>
                  <a:lnTo>
                    <a:pt x="16653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561321" y="4213821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3" y="2095"/>
                  </a:lnTo>
                  <a:lnTo>
                    <a:pt x="135544" y="3015"/>
                  </a:lnTo>
                  <a:lnTo>
                    <a:pt x="130357" y="4099"/>
                  </a:lnTo>
                  <a:lnTo>
                    <a:pt x="125206" y="5347"/>
                  </a:lnTo>
                  <a:lnTo>
                    <a:pt x="120098" y="6758"/>
                  </a:lnTo>
                  <a:lnTo>
                    <a:pt x="115038" y="8330"/>
                  </a:lnTo>
                  <a:lnTo>
                    <a:pt x="110029" y="10061"/>
                  </a:lnTo>
                  <a:lnTo>
                    <a:pt x="105078" y="11951"/>
                  </a:lnTo>
                  <a:lnTo>
                    <a:pt x="100189" y="13996"/>
                  </a:lnTo>
                  <a:lnTo>
                    <a:pt x="95368" y="16196"/>
                  </a:lnTo>
                  <a:lnTo>
                    <a:pt x="90619" y="18547"/>
                  </a:lnTo>
                  <a:lnTo>
                    <a:pt x="85947" y="21047"/>
                  </a:lnTo>
                  <a:lnTo>
                    <a:pt x="81356" y="23695"/>
                  </a:lnTo>
                  <a:lnTo>
                    <a:pt x="76851" y="26486"/>
                  </a:lnTo>
                  <a:lnTo>
                    <a:pt x="72438" y="29419"/>
                  </a:lnTo>
                  <a:lnTo>
                    <a:pt x="68119" y="32490"/>
                  </a:lnTo>
                  <a:lnTo>
                    <a:pt x="63900" y="35697"/>
                  </a:lnTo>
                  <a:lnTo>
                    <a:pt x="59785" y="39035"/>
                  </a:lnTo>
                  <a:lnTo>
                    <a:pt x="55777" y="42503"/>
                  </a:lnTo>
                  <a:lnTo>
                    <a:pt x="51882" y="46096"/>
                  </a:lnTo>
                  <a:lnTo>
                    <a:pt x="48102" y="49810"/>
                  </a:lnTo>
                  <a:lnTo>
                    <a:pt x="44442" y="53643"/>
                  </a:lnTo>
                  <a:lnTo>
                    <a:pt x="40905" y="57589"/>
                  </a:lnTo>
                  <a:lnTo>
                    <a:pt x="37496" y="61646"/>
                  </a:lnTo>
                  <a:lnTo>
                    <a:pt x="34216" y="65808"/>
                  </a:lnTo>
                  <a:lnTo>
                    <a:pt x="31070" y="70073"/>
                  </a:lnTo>
                  <a:lnTo>
                    <a:pt x="28061" y="74435"/>
                  </a:lnTo>
                  <a:lnTo>
                    <a:pt x="25192" y="78890"/>
                  </a:lnTo>
                  <a:lnTo>
                    <a:pt x="22465" y="83434"/>
                  </a:lnTo>
                  <a:lnTo>
                    <a:pt x="19883" y="88062"/>
                  </a:lnTo>
                  <a:lnTo>
                    <a:pt x="17450" y="92770"/>
                  </a:lnTo>
                  <a:lnTo>
                    <a:pt x="15167" y="97552"/>
                  </a:lnTo>
                  <a:lnTo>
                    <a:pt x="13037" y="102405"/>
                  </a:lnTo>
                  <a:lnTo>
                    <a:pt x="11062" y="107322"/>
                  </a:lnTo>
                  <a:lnTo>
                    <a:pt x="9243" y="112300"/>
                  </a:lnTo>
                  <a:lnTo>
                    <a:pt x="7583" y="117332"/>
                  </a:lnTo>
                  <a:lnTo>
                    <a:pt x="6084" y="122415"/>
                  </a:lnTo>
                  <a:lnTo>
                    <a:pt x="4746" y="127543"/>
                  </a:lnTo>
                  <a:lnTo>
                    <a:pt x="3572" y="132710"/>
                  </a:lnTo>
                  <a:lnTo>
                    <a:pt x="2562" y="137913"/>
                  </a:lnTo>
                  <a:lnTo>
                    <a:pt x="1717" y="143144"/>
                  </a:lnTo>
                  <a:lnTo>
                    <a:pt x="1039" y="148400"/>
                  </a:lnTo>
                  <a:lnTo>
                    <a:pt x="528" y="153674"/>
                  </a:lnTo>
                  <a:lnTo>
                    <a:pt x="184" y="158963"/>
                  </a:lnTo>
                  <a:lnTo>
                    <a:pt x="8" y="164259"/>
                  </a:lnTo>
                  <a:lnTo>
                    <a:pt x="0" y="169558"/>
                  </a:lnTo>
                  <a:lnTo>
                    <a:pt x="159" y="174855"/>
                  </a:lnTo>
                  <a:lnTo>
                    <a:pt x="487" y="180144"/>
                  </a:lnTo>
                  <a:lnTo>
                    <a:pt x="982" y="185421"/>
                  </a:lnTo>
                  <a:lnTo>
                    <a:pt x="1644" y="190678"/>
                  </a:lnTo>
                  <a:lnTo>
                    <a:pt x="2472" y="195913"/>
                  </a:lnTo>
                  <a:lnTo>
                    <a:pt x="3466" y="201118"/>
                  </a:lnTo>
                  <a:lnTo>
                    <a:pt x="4625" y="206289"/>
                  </a:lnTo>
                  <a:lnTo>
                    <a:pt x="5946" y="211421"/>
                  </a:lnTo>
                  <a:lnTo>
                    <a:pt x="7430" y="216508"/>
                  </a:lnTo>
                  <a:lnTo>
                    <a:pt x="9074" y="221546"/>
                  </a:lnTo>
                  <a:lnTo>
                    <a:pt x="10877" y="226529"/>
                  </a:lnTo>
                  <a:lnTo>
                    <a:pt x="12838" y="231453"/>
                  </a:lnTo>
                  <a:lnTo>
                    <a:pt x="14953" y="236312"/>
                  </a:lnTo>
                  <a:lnTo>
                    <a:pt x="17221" y="241101"/>
                  </a:lnTo>
                  <a:lnTo>
                    <a:pt x="19640" y="245816"/>
                  </a:lnTo>
                  <a:lnTo>
                    <a:pt x="22207" y="250452"/>
                  </a:lnTo>
                  <a:lnTo>
                    <a:pt x="24919" y="255005"/>
                  </a:lnTo>
                  <a:lnTo>
                    <a:pt x="27775" y="259469"/>
                  </a:lnTo>
                  <a:lnTo>
                    <a:pt x="30771" y="263840"/>
                  </a:lnTo>
                  <a:lnTo>
                    <a:pt x="33903" y="268114"/>
                  </a:lnTo>
                  <a:lnTo>
                    <a:pt x="37170" y="272287"/>
                  </a:lnTo>
                  <a:lnTo>
                    <a:pt x="40567" y="276354"/>
                  </a:lnTo>
                  <a:lnTo>
                    <a:pt x="44092" y="280312"/>
                  </a:lnTo>
                  <a:lnTo>
                    <a:pt x="47740" y="284155"/>
                  </a:lnTo>
                  <a:lnTo>
                    <a:pt x="51508" y="287881"/>
                  </a:lnTo>
                  <a:lnTo>
                    <a:pt x="55393" y="291486"/>
                  </a:lnTo>
                  <a:lnTo>
                    <a:pt x="59389" y="294966"/>
                  </a:lnTo>
                  <a:lnTo>
                    <a:pt x="63494" y="298317"/>
                  </a:lnTo>
                  <a:lnTo>
                    <a:pt x="67703" y="301537"/>
                  </a:lnTo>
                  <a:lnTo>
                    <a:pt x="72012" y="304622"/>
                  </a:lnTo>
                  <a:lnTo>
                    <a:pt x="76417" y="307568"/>
                  </a:lnTo>
                  <a:lnTo>
                    <a:pt x="80913" y="310374"/>
                  </a:lnTo>
                  <a:lnTo>
                    <a:pt x="85495" y="313035"/>
                  </a:lnTo>
                  <a:lnTo>
                    <a:pt x="90160" y="315550"/>
                  </a:lnTo>
                  <a:lnTo>
                    <a:pt x="94902" y="317916"/>
                  </a:lnTo>
                  <a:lnTo>
                    <a:pt x="99716" y="320130"/>
                  </a:lnTo>
                  <a:lnTo>
                    <a:pt x="104599" y="322191"/>
                  </a:lnTo>
                  <a:lnTo>
                    <a:pt x="109544" y="324095"/>
                  </a:lnTo>
                  <a:lnTo>
                    <a:pt x="114547" y="325842"/>
                  </a:lnTo>
                  <a:lnTo>
                    <a:pt x="119603" y="327430"/>
                  </a:lnTo>
                  <a:lnTo>
                    <a:pt x="124707" y="328857"/>
                  </a:lnTo>
                  <a:lnTo>
                    <a:pt x="129853" y="330121"/>
                  </a:lnTo>
                  <a:lnTo>
                    <a:pt x="135037" y="331221"/>
                  </a:lnTo>
                  <a:lnTo>
                    <a:pt x="140253" y="332156"/>
                  </a:lnTo>
                  <a:lnTo>
                    <a:pt x="145496" y="332926"/>
                  </a:lnTo>
                  <a:lnTo>
                    <a:pt x="150761" y="333529"/>
                  </a:lnTo>
                  <a:lnTo>
                    <a:pt x="156042" y="333965"/>
                  </a:lnTo>
                  <a:lnTo>
                    <a:pt x="161335" y="334233"/>
                  </a:lnTo>
                  <a:lnTo>
                    <a:pt x="166633" y="334334"/>
                  </a:lnTo>
                  <a:lnTo>
                    <a:pt x="171932" y="334266"/>
                  </a:lnTo>
                  <a:lnTo>
                    <a:pt x="177226" y="334030"/>
                  </a:lnTo>
                  <a:lnTo>
                    <a:pt x="182510" y="333627"/>
                  </a:lnTo>
                  <a:lnTo>
                    <a:pt x="187779" y="333057"/>
                  </a:lnTo>
                  <a:lnTo>
                    <a:pt x="193027" y="332319"/>
                  </a:lnTo>
                  <a:lnTo>
                    <a:pt x="198248" y="331416"/>
                  </a:lnTo>
                  <a:lnTo>
                    <a:pt x="203439" y="330348"/>
                  </a:lnTo>
                  <a:lnTo>
                    <a:pt x="208593" y="329116"/>
                  </a:lnTo>
                  <a:lnTo>
                    <a:pt x="213705" y="327721"/>
                  </a:lnTo>
                  <a:lnTo>
                    <a:pt x="218771" y="326164"/>
                  </a:lnTo>
                  <a:lnTo>
                    <a:pt x="223785" y="324448"/>
                  </a:lnTo>
                  <a:lnTo>
                    <a:pt x="228742" y="322574"/>
                  </a:lnTo>
                  <a:lnTo>
                    <a:pt x="233637" y="320544"/>
                  </a:lnTo>
                  <a:lnTo>
                    <a:pt x="238465" y="318359"/>
                  </a:lnTo>
                  <a:lnTo>
                    <a:pt x="243221" y="316023"/>
                  </a:lnTo>
                  <a:lnTo>
                    <a:pt x="247901" y="313537"/>
                  </a:lnTo>
                  <a:lnTo>
                    <a:pt x="252500" y="310904"/>
                  </a:lnTo>
                  <a:lnTo>
                    <a:pt x="257013" y="308126"/>
                  </a:lnTo>
                  <a:lnTo>
                    <a:pt x="261436" y="305207"/>
                  </a:lnTo>
                  <a:lnTo>
                    <a:pt x="265764" y="302149"/>
                  </a:lnTo>
                  <a:lnTo>
                    <a:pt x="269993" y="298956"/>
                  </a:lnTo>
                  <a:lnTo>
                    <a:pt x="274119" y="295630"/>
                  </a:lnTo>
                  <a:lnTo>
                    <a:pt x="278137" y="292174"/>
                  </a:lnTo>
                  <a:lnTo>
                    <a:pt x="282043" y="288594"/>
                  </a:lnTo>
                  <a:lnTo>
                    <a:pt x="285834" y="284891"/>
                  </a:lnTo>
                  <a:lnTo>
                    <a:pt x="289506" y="281070"/>
                  </a:lnTo>
                  <a:lnTo>
                    <a:pt x="293055" y="277134"/>
                  </a:lnTo>
                  <a:lnTo>
                    <a:pt x="296477" y="273088"/>
                  </a:lnTo>
                  <a:lnTo>
                    <a:pt x="299770" y="268936"/>
                  </a:lnTo>
                  <a:lnTo>
                    <a:pt x="302929" y="264681"/>
                  </a:lnTo>
                  <a:lnTo>
                    <a:pt x="305952" y="260328"/>
                  </a:lnTo>
                  <a:lnTo>
                    <a:pt x="308835" y="255882"/>
                  </a:lnTo>
                  <a:lnTo>
                    <a:pt x="311575" y="251346"/>
                  </a:lnTo>
                  <a:lnTo>
                    <a:pt x="314171" y="246726"/>
                  </a:lnTo>
                  <a:lnTo>
                    <a:pt x="316619" y="242026"/>
                  </a:lnTo>
                  <a:lnTo>
                    <a:pt x="318917" y="237251"/>
                  </a:lnTo>
                  <a:lnTo>
                    <a:pt x="321062" y="232405"/>
                  </a:lnTo>
                  <a:lnTo>
                    <a:pt x="323052" y="227494"/>
                  </a:lnTo>
                  <a:lnTo>
                    <a:pt x="324886" y="222522"/>
                  </a:lnTo>
                  <a:lnTo>
                    <a:pt x="326562" y="217494"/>
                  </a:lnTo>
                  <a:lnTo>
                    <a:pt x="328077" y="212416"/>
                  </a:lnTo>
                  <a:lnTo>
                    <a:pt x="329430" y="207293"/>
                  </a:lnTo>
                  <a:lnTo>
                    <a:pt x="330620" y="202129"/>
                  </a:lnTo>
                  <a:lnTo>
                    <a:pt x="331646" y="196930"/>
                  </a:lnTo>
                  <a:lnTo>
                    <a:pt x="332507" y="191701"/>
                  </a:lnTo>
                  <a:lnTo>
                    <a:pt x="333202" y="186447"/>
                  </a:lnTo>
                  <a:lnTo>
                    <a:pt x="333729" y="181174"/>
                  </a:lnTo>
                  <a:lnTo>
                    <a:pt x="334090" y="175887"/>
                  </a:lnTo>
                  <a:lnTo>
                    <a:pt x="334282" y="170591"/>
                  </a:lnTo>
                  <a:lnTo>
                    <a:pt x="334307" y="165292"/>
                  </a:lnTo>
                  <a:lnTo>
                    <a:pt x="334163" y="15999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373816"/>
              <a:ext cx="167013" cy="7172"/>
            </a:xfrm>
            <a:custGeom>
              <a:avLst/>
              <a:pathLst>
                <a:path w="167013" h="7172">
                  <a:moveTo>
                    <a:pt x="167013" y="0"/>
                  </a:moveTo>
                  <a:lnTo>
                    <a:pt x="0" y="71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89462"/>
              <a:ext cx="167013" cy="91526"/>
            </a:xfrm>
            <a:custGeom>
              <a:avLst/>
              <a:pathLst>
                <a:path w="167013" h="91526">
                  <a:moveTo>
                    <a:pt x="167013" y="84354"/>
                  </a:moveTo>
                  <a:lnTo>
                    <a:pt x="166679" y="78759"/>
                  </a:lnTo>
                  <a:lnTo>
                    <a:pt x="166157" y="73179"/>
                  </a:lnTo>
                  <a:lnTo>
                    <a:pt x="165449" y="67619"/>
                  </a:lnTo>
                  <a:lnTo>
                    <a:pt x="164554" y="62086"/>
                  </a:lnTo>
                  <a:lnTo>
                    <a:pt x="163475" y="56586"/>
                  </a:lnTo>
                  <a:lnTo>
                    <a:pt x="162211" y="51125"/>
                  </a:lnTo>
                  <a:lnTo>
                    <a:pt x="160766" y="45710"/>
                  </a:lnTo>
                  <a:lnTo>
                    <a:pt x="159140" y="40347"/>
                  </a:lnTo>
                  <a:lnTo>
                    <a:pt x="157334" y="35040"/>
                  </a:lnTo>
                  <a:lnTo>
                    <a:pt x="155352" y="29798"/>
                  </a:lnTo>
                  <a:lnTo>
                    <a:pt x="153196" y="24624"/>
                  </a:lnTo>
                  <a:lnTo>
                    <a:pt x="150867" y="19526"/>
                  </a:lnTo>
                  <a:lnTo>
                    <a:pt x="148368" y="14509"/>
                  </a:lnTo>
                  <a:lnTo>
                    <a:pt x="145703" y="9579"/>
                  </a:lnTo>
                  <a:lnTo>
                    <a:pt x="142874" y="4740"/>
                  </a:lnTo>
                  <a:lnTo>
                    <a:pt x="139884" y="0"/>
                  </a:lnTo>
                  <a:lnTo>
                    <a:pt x="0" y="915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139884" cy="167167"/>
            </a:xfrm>
            <a:custGeom>
              <a:avLst/>
              <a:pathLst>
                <a:path w="139884" h="167167">
                  <a:moveTo>
                    <a:pt x="139884" y="75640"/>
                  </a:moveTo>
                  <a:lnTo>
                    <a:pt x="136784" y="71068"/>
                  </a:lnTo>
                  <a:lnTo>
                    <a:pt x="133534" y="66601"/>
                  </a:lnTo>
                  <a:lnTo>
                    <a:pt x="130138" y="62244"/>
                  </a:lnTo>
                  <a:lnTo>
                    <a:pt x="126601" y="58001"/>
                  </a:lnTo>
                  <a:lnTo>
                    <a:pt x="122925" y="53878"/>
                  </a:lnTo>
                  <a:lnTo>
                    <a:pt x="119114" y="49878"/>
                  </a:lnTo>
                  <a:lnTo>
                    <a:pt x="115174" y="46007"/>
                  </a:lnTo>
                  <a:lnTo>
                    <a:pt x="111108" y="42267"/>
                  </a:lnTo>
                  <a:lnTo>
                    <a:pt x="106920" y="38665"/>
                  </a:lnTo>
                  <a:lnTo>
                    <a:pt x="102616" y="35202"/>
                  </a:lnTo>
                  <a:lnTo>
                    <a:pt x="98200" y="31883"/>
                  </a:lnTo>
                  <a:lnTo>
                    <a:pt x="93677" y="28713"/>
                  </a:lnTo>
                  <a:lnTo>
                    <a:pt x="89051" y="25693"/>
                  </a:lnTo>
                  <a:lnTo>
                    <a:pt x="84328" y="22828"/>
                  </a:lnTo>
                  <a:lnTo>
                    <a:pt x="79513" y="20121"/>
                  </a:lnTo>
                  <a:lnTo>
                    <a:pt x="74611" y="17574"/>
                  </a:lnTo>
                  <a:lnTo>
                    <a:pt x="69627" y="15190"/>
                  </a:lnTo>
                  <a:lnTo>
                    <a:pt x="64568" y="12973"/>
                  </a:lnTo>
                  <a:lnTo>
                    <a:pt x="59438" y="10923"/>
                  </a:lnTo>
                  <a:lnTo>
                    <a:pt x="54243" y="9045"/>
                  </a:lnTo>
                  <a:lnTo>
                    <a:pt x="48989" y="7339"/>
                  </a:lnTo>
                  <a:lnTo>
                    <a:pt x="43681" y="5808"/>
                  </a:lnTo>
                  <a:lnTo>
                    <a:pt x="38326" y="4452"/>
                  </a:lnTo>
                  <a:lnTo>
                    <a:pt x="32929" y="3275"/>
                  </a:lnTo>
                  <a:lnTo>
                    <a:pt x="27496" y="2276"/>
                  </a:lnTo>
                  <a:lnTo>
                    <a:pt x="22033" y="1458"/>
                  </a:lnTo>
                  <a:lnTo>
                    <a:pt x="16545" y="820"/>
                  </a:lnTo>
                  <a:lnTo>
                    <a:pt x="11040" y="364"/>
                  </a:lnTo>
                  <a:lnTo>
                    <a:pt x="552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751849" y="3707720"/>
              <a:ext cx="211812" cy="334315"/>
            </a:xfrm>
            <a:custGeom>
              <a:avLst/>
              <a:pathLst>
                <a:path w="211812" h="334315">
                  <a:moveTo>
                    <a:pt x="167161" y="0"/>
                  </a:moveTo>
                  <a:lnTo>
                    <a:pt x="161832" y="84"/>
                  </a:lnTo>
                  <a:lnTo>
                    <a:pt x="156507" y="339"/>
                  </a:lnTo>
                  <a:lnTo>
                    <a:pt x="151194" y="764"/>
                  </a:lnTo>
                  <a:lnTo>
                    <a:pt x="145897" y="1357"/>
                  </a:lnTo>
                  <a:lnTo>
                    <a:pt x="140621" y="2120"/>
                  </a:lnTo>
                  <a:lnTo>
                    <a:pt x="135373" y="3050"/>
                  </a:lnTo>
                  <a:lnTo>
                    <a:pt x="130156" y="4147"/>
                  </a:lnTo>
                  <a:lnTo>
                    <a:pt x="124978" y="5409"/>
                  </a:lnTo>
                  <a:lnTo>
                    <a:pt x="119842" y="6837"/>
                  </a:lnTo>
                  <a:lnTo>
                    <a:pt x="114754" y="8427"/>
                  </a:lnTo>
                  <a:lnTo>
                    <a:pt x="109720" y="10178"/>
                  </a:lnTo>
                  <a:lnTo>
                    <a:pt x="104744" y="12089"/>
                  </a:lnTo>
                  <a:lnTo>
                    <a:pt x="99831" y="14158"/>
                  </a:lnTo>
                  <a:lnTo>
                    <a:pt x="94987" y="16383"/>
                  </a:lnTo>
                  <a:lnTo>
                    <a:pt x="90217" y="18760"/>
                  </a:lnTo>
                  <a:lnTo>
                    <a:pt x="85524" y="21289"/>
                  </a:lnTo>
                  <a:lnTo>
                    <a:pt x="80915" y="23966"/>
                  </a:lnTo>
                  <a:lnTo>
                    <a:pt x="76393" y="26788"/>
                  </a:lnTo>
                  <a:lnTo>
                    <a:pt x="71964" y="29754"/>
                  </a:lnTo>
                  <a:lnTo>
                    <a:pt x="67631" y="32859"/>
                  </a:lnTo>
                  <a:lnTo>
                    <a:pt x="63400" y="36100"/>
                  </a:lnTo>
                  <a:lnTo>
                    <a:pt x="59274" y="39475"/>
                  </a:lnTo>
                  <a:lnTo>
                    <a:pt x="55257" y="42980"/>
                  </a:lnTo>
                  <a:lnTo>
                    <a:pt x="51355" y="46610"/>
                  </a:lnTo>
                  <a:lnTo>
                    <a:pt x="47570" y="50364"/>
                  </a:lnTo>
                  <a:lnTo>
                    <a:pt x="43907" y="54236"/>
                  </a:lnTo>
                  <a:lnTo>
                    <a:pt x="40369" y="58223"/>
                  </a:lnTo>
                  <a:lnTo>
                    <a:pt x="36960" y="62321"/>
                  </a:lnTo>
                  <a:lnTo>
                    <a:pt x="33684" y="66525"/>
                  </a:lnTo>
                  <a:lnTo>
                    <a:pt x="30543" y="70832"/>
                  </a:lnTo>
                  <a:lnTo>
                    <a:pt x="27541" y="75237"/>
                  </a:lnTo>
                  <a:lnTo>
                    <a:pt x="24681" y="79735"/>
                  </a:lnTo>
                  <a:lnTo>
                    <a:pt x="21966" y="84322"/>
                  </a:lnTo>
                  <a:lnTo>
                    <a:pt x="19399" y="88993"/>
                  </a:lnTo>
                  <a:lnTo>
                    <a:pt x="16981" y="93744"/>
                  </a:lnTo>
                  <a:lnTo>
                    <a:pt x="14717" y="98569"/>
                  </a:lnTo>
                  <a:lnTo>
                    <a:pt x="12607" y="103464"/>
                  </a:lnTo>
                  <a:lnTo>
                    <a:pt x="10655" y="108424"/>
                  </a:lnTo>
                  <a:lnTo>
                    <a:pt x="8862" y="113444"/>
                  </a:lnTo>
                  <a:lnTo>
                    <a:pt x="7229" y="118518"/>
                  </a:lnTo>
                  <a:lnTo>
                    <a:pt x="5759" y="123642"/>
                  </a:lnTo>
                  <a:lnTo>
                    <a:pt x="4454" y="128810"/>
                  </a:lnTo>
                  <a:lnTo>
                    <a:pt x="3314" y="134017"/>
                  </a:lnTo>
                  <a:lnTo>
                    <a:pt x="2340" y="139257"/>
                  </a:lnTo>
                  <a:lnTo>
                    <a:pt x="1534" y="144526"/>
                  </a:lnTo>
                  <a:lnTo>
                    <a:pt x="896" y="149819"/>
                  </a:lnTo>
                  <a:lnTo>
                    <a:pt x="428" y="155128"/>
                  </a:lnTo>
                  <a:lnTo>
                    <a:pt x="129" y="160450"/>
                  </a:lnTo>
                  <a:lnTo>
                    <a:pt x="0" y="165779"/>
                  </a:lnTo>
                  <a:lnTo>
                    <a:pt x="40" y="171109"/>
                  </a:lnTo>
                  <a:lnTo>
                    <a:pt x="251" y="176435"/>
                  </a:lnTo>
                  <a:lnTo>
                    <a:pt x="631" y="181752"/>
                  </a:lnTo>
                  <a:lnTo>
                    <a:pt x="1181" y="187054"/>
                  </a:lnTo>
                  <a:lnTo>
                    <a:pt x="1899" y="192336"/>
                  </a:lnTo>
                  <a:lnTo>
                    <a:pt x="2786" y="197592"/>
                  </a:lnTo>
                  <a:lnTo>
                    <a:pt x="3839" y="202817"/>
                  </a:lnTo>
                  <a:lnTo>
                    <a:pt x="5059" y="208006"/>
                  </a:lnTo>
                  <a:lnTo>
                    <a:pt x="6443" y="213153"/>
                  </a:lnTo>
                  <a:lnTo>
                    <a:pt x="7991" y="218254"/>
                  </a:lnTo>
                  <a:lnTo>
                    <a:pt x="9701" y="223303"/>
                  </a:lnTo>
                  <a:lnTo>
                    <a:pt x="11571" y="228294"/>
                  </a:lnTo>
                  <a:lnTo>
                    <a:pt x="13599" y="233224"/>
                  </a:lnTo>
                  <a:lnTo>
                    <a:pt x="15783" y="238086"/>
                  </a:lnTo>
                  <a:lnTo>
                    <a:pt x="18121" y="242877"/>
                  </a:lnTo>
                  <a:lnTo>
                    <a:pt x="20610" y="247590"/>
                  </a:lnTo>
                  <a:lnTo>
                    <a:pt x="23249" y="252221"/>
                  </a:lnTo>
                  <a:lnTo>
                    <a:pt x="26034" y="256766"/>
                  </a:lnTo>
                  <a:lnTo>
                    <a:pt x="28962" y="261220"/>
                  </a:lnTo>
                  <a:lnTo>
                    <a:pt x="32031" y="265578"/>
                  </a:lnTo>
                  <a:lnTo>
                    <a:pt x="35237" y="269837"/>
                  </a:lnTo>
                  <a:lnTo>
                    <a:pt x="38578" y="273990"/>
                  </a:lnTo>
                  <a:lnTo>
                    <a:pt x="42049" y="278036"/>
                  </a:lnTo>
                  <a:lnTo>
                    <a:pt x="45647" y="281968"/>
                  </a:lnTo>
                  <a:lnTo>
                    <a:pt x="49369" y="285784"/>
                  </a:lnTo>
                  <a:lnTo>
                    <a:pt x="53211" y="289479"/>
                  </a:lnTo>
                  <a:lnTo>
                    <a:pt x="57168" y="293050"/>
                  </a:lnTo>
                  <a:lnTo>
                    <a:pt x="61238" y="296493"/>
                  </a:lnTo>
                  <a:lnTo>
                    <a:pt x="65415" y="299804"/>
                  </a:lnTo>
                  <a:lnTo>
                    <a:pt x="69695" y="302981"/>
                  </a:lnTo>
                  <a:lnTo>
                    <a:pt x="74075" y="306019"/>
                  </a:lnTo>
                  <a:lnTo>
                    <a:pt x="78549" y="308916"/>
                  </a:lnTo>
                  <a:lnTo>
                    <a:pt x="83113" y="311669"/>
                  </a:lnTo>
                  <a:lnTo>
                    <a:pt x="87763" y="314275"/>
                  </a:lnTo>
                  <a:lnTo>
                    <a:pt x="92494" y="316732"/>
                  </a:lnTo>
                  <a:lnTo>
                    <a:pt x="97300" y="319037"/>
                  </a:lnTo>
                  <a:lnTo>
                    <a:pt x="102178" y="321187"/>
                  </a:lnTo>
                  <a:lnTo>
                    <a:pt x="107121" y="323180"/>
                  </a:lnTo>
                  <a:lnTo>
                    <a:pt x="112126" y="325015"/>
                  </a:lnTo>
                  <a:lnTo>
                    <a:pt x="117186" y="326690"/>
                  </a:lnTo>
                  <a:lnTo>
                    <a:pt x="122297" y="328202"/>
                  </a:lnTo>
                  <a:lnTo>
                    <a:pt x="127454" y="329550"/>
                  </a:lnTo>
                  <a:lnTo>
                    <a:pt x="132652" y="330734"/>
                  </a:lnTo>
                  <a:lnTo>
                    <a:pt x="137884" y="331751"/>
                  </a:lnTo>
                  <a:lnTo>
                    <a:pt x="143146" y="332600"/>
                  </a:lnTo>
                  <a:lnTo>
                    <a:pt x="148433" y="333282"/>
                  </a:lnTo>
                  <a:lnTo>
                    <a:pt x="153739" y="333795"/>
                  </a:lnTo>
                  <a:lnTo>
                    <a:pt x="159058" y="334138"/>
                  </a:lnTo>
                  <a:lnTo>
                    <a:pt x="164385" y="334311"/>
                  </a:lnTo>
                  <a:lnTo>
                    <a:pt x="169716" y="334315"/>
                  </a:lnTo>
                  <a:lnTo>
                    <a:pt x="175043" y="334148"/>
                  </a:lnTo>
                  <a:lnTo>
                    <a:pt x="180363" y="333812"/>
                  </a:lnTo>
                  <a:lnTo>
                    <a:pt x="185670" y="333307"/>
                  </a:lnTo>
                  <a:lnTo>
                    <a:pt x="190957" y="332632"/>
                  </a:lnTo>
                  <a:lnTo>
                    <a:pt x="196220" y="331789"/>
                  </a:lnTo>
                  <a:lnTo>
                    <a:pt x="201454" y="330779"/>
                  </a:lnTo>
                  <a:lnTo>
                    <a:pt x="206653" y="329603"/>
                  </a:lnTo>
                  <a:lnTo>
                    <a:pt x="211812" y="32826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874"/>
              <a:ext cx="167166" cy="328107"/>
            </a:xfrm>
            <a:custGeom>
              <a:avLst/>
              <a:pathLst>
                <a:path w="167166" h="328107">
                  <a:moveTo>
                    <a:pt x="44650" y="328107"/>
                  </a:moveTo>
                  <a:lnTo>
                    <a:pt x="49746" y="326607"/>
                  </a:lnTo>
                  <a:lnTo>
                    <a:pt x="54792" y="324946"/>
                  </a:lnTo>
                  <a:lnTo>
                    <a:pt x="59782" y="323125"/>
                  </a:lnTo>
                  <a:lnTo>
                    <a:pt x="64712" y="321147"/>
                  </a:lnTo>
                  <a:lnTo>
                    <a:pt x="69577" y="319013"/>
                  </a:lnTo>
                  <a:lnTo>
                    <a:pt x="74371" y="316725"/>
                  </a:lnTo>
                  <a:lnTo>
                    <a:pt x="79090" y="314287"/>
                  </a:lnTo>
                  <a:lnTo>
                    <a:pt x="83730" y="311700"/>
                  </a:lnTo>
                  <a:lnTo>
                    <a:pt x="88285" y="308966"/>
                  </a:lnTo>
                  <a:lnTo>
                    <a:pt x="92750" y="306089"/>
                  </a:lnTo>
                  <a:lnTo>
                    <a:pt x="97122" y="303072"/>
                  </a:lnTo>
                  <a:lnTo>
                    <a:pt x="101396" y="299918"/>
                  </a:lnTo>
                  <a:lnTo>
                    <a:pt x="105568" y="296629"/>
                  </a:lnTo>
                  <a:lnTo>
                    <a:pt x="109633" y="293209"/>
                  </a:lnTo>
                  <a:lnTo>
                    <a:pt x="113587" y="289662"/>
                  </a:lnTo>
                  <a:lnTo>
                    <a:pt x="117427" y="285991"/>
                  </a:lnTo>
                  <a:lnTo>
                    <a:pt x="121148" y="282200"/>
                  </a:lnTo>
                  <a:lnTo>
                    <a:pt x="124747" y="278292"/>
                  </a:lnTo>
                  <a:lnTo>
                    <a:pt x="128219" y="274273"/>
                  </a:lnTo>
                  <a:lnTo>
                    <a:pt x="131563" y="270144"/>
                  </a:lnTo>
                  <a:lnTo>
                    <a:pt x="134773" y="265912"/>
                  </a:lnTo>
                  <a:lnTo>
                    <a:pt x="137847" y="261580"/>
                  </a:lnTo>
                  <a:lnTo>
                    <a:pt x="140782" y="257152"/>
                  </a:lnTo>
                  <a:lnTo>
                    <a:pt x="143575" y="252634"/>
                  </a:lnTo>
                  <a:lnTo>
                    <a:pt x="146223" y="248029"/>
                  </a:lnTo>
                  <a:lnTo>
                    <a:pt x="148724" y="243342"/>
                  </a:lnTo>
                  <a:lnTo>
                    <a:pt x="151074" y="238578"/>
                  </a:lnTo>
                  <a:lnTo>
                    <a:pt x="153271" y="233742"/>
                  </a:lnTo>
                  <a:lnTo>
                    <a:pt x="155314" y="228838"/>
                  </a:lnTo>
                  <a:lnTo>
                    <a:pt x="157200" y="223872"/>
                  </a:lnTo>
                  <a:lnTo>
                    <a:pt x="158927" y="218848"/>
                  </a:lnTo>
                  <a:lnTo>
                    <a:pt x="160494" y="213773"/>
                  </a:lnTo>
                  <a:lnTo>
                    <a:pt x="161899" y="208650"/>
                  </a:lnTo>
                  <a:lnTo>
                    <a:pt x="163140" y="203484"/>
                  </a:lnTo>
                  <a:lnTo>
                    <a:pt x="164216" y="198283"/>
                  </a:lnTo>
                  <a:lnTo>
                    <a:pt x="165127" y="193049"/>
                  </a:lnTo>
                  <a:lnTo>
                    <a:pt x="165871" y="187789"/>
                  </a:lnTo>
                  <a:lnTo>
                    <a:pt x="166447" y="182509"/>
                  </a:lnTo>
                  <a:lnTo>
                    <a:pt x="166856" y="177212"/>
                  </a:lnTo>
                  <a:lnTo>
                    <a:pt x="167095" y="171905"/>
                  </a:lnTo>
                  <a:lnTo>
                    <a:pt x="167166" y="166594"/>
                  </a:lnTo>
                  <a:lnTo>
                    <a:pt x="167069" y="161283"/>
                  </a:lnTo>
                  <a:lnTo>
                    <a:pt x="166802" y="155977"/>
                  </a:lnTo>
                  <a:lnTo>
                    <a:pt x="166367" y="150683"/>
                  </a:lnTo>
                  <a:lnTo>
                    <a:pt x="165765" y="145405"/>
                  </a:lnTo>
                  <a:lnTo>
                    <a:pt x="164994" y="140149"/>
                  </a:lnTo>
                  <a:lnTo>
                    <a:pt x="164057" y="134920"/>
                  </a:lnTo>
                  <a:lnTo>
                    <a:pt x="162955" y="129724"/>
                  </a:lnTo>
                  <a:lnTo>
                    <a:pt x="161688" y="124565"/>
                  </a:lnTo>
                  <a:lnTo>
                    <a:pt x="160258" y="119449"/>
                  </a:lnTo>
                  <a:lnTo>
                    <a:pt x="158665" y="114381"/>
                  </a:lnTo>
                  <a:lnTo>
                    <a:pt x="156913" y="109366"/>
                  </a:lnTo>
                  <a:lnTo>
                    <a:pt x="155002" y="104410"/>
                  </a:lnTo>
                  <a:lnTo>
                    <a:pt x="152935" y="99517"/>
                  </a:lnTo>
                  <a:lnTo>
                    <a:pt x="150713" y="94691"/>
                  </a:lnTo>
                  <a:lnTo>
                    <a:pt x="148339" y="89939"/>
                  </a:lnTo>
                  <a:lnTo>
                    <a:pt x="145815" y="85265"/>
                  </a:lnTo>
                  <a:lnTo>
                    <a:pt x="143144" y="80673"/>
                  </a:lnTo>
                  <a:lnTo>
                    <a:pt x="140329" y="76169"/>
                  </a:lnTo>
                  <a:lnTo>
                    <a:pt x="137371" y="71756"/>
                  </a:lnTo>
                  <a:lnTo>
                    <a:pt x="134275" y="67439"/>
                  </a:lnTo>
                  <a:lnTo>
                    <a:pt x="131044" y="63223"/>
                  </a:lnTo>
                  <a:lnTo>
                    <a:pt x="127680" y="59112"/>
                  </a:lnTo>
                  <a:lnTo>
                    <a:pt x="124187" y="55109"/>
                  </a:lnTo>
                  <a:lnTo>
                    <a:pt x="120569" y="51220"/>
                  </a:lnTo>
                  <a:lnTo>
                    <a:pt x="116829" y="47448"/>
                  </a:lnTo>
                  <a:lnTo>
                    <a:pt x="112971" y="43796"/>
                  </a:lnTo>
                  <a:lnTo>
                    <a:pt x="108999" y="40269"/>
                  </a:lnTo>
                  <a:lnTo>
                    <a:pt x="104917" y="36869"/>
                  </a:lnTo>
                  <a:lnTo>
                    <a:pt x="100729" y="33602"/>
                  </a:lnTo>
                  <a:lnTo>
                    <a:pt x="96439" y="30469"/>
                  </a:lnTo>
                  <a:lnTo>
                    <a:pt x="92052" y="27473"/>
                  </a:lnTo>
                  <a:lnTo>
                    <a:pt x="87572" y="24619"/>
                  </a:lnTo>
                  <a:lnTo>
                    <a:pt x="83003" y="21908"/>
                  </a:lnTo>
                  <a:lnTo>
                    <a:pt x="78351" y="19344"/>
                  </a:lnTo>
                  <a:lnTo>
                    <a:pt x="73619" y="16929"/>
                  </a:lnTo>
                  <a:lnTo>
                    <a:pt x="68813" y="14666"/>
                  </a:lnTo>
                  <a:lnTo>
                    <a:pt x="63938" y="12557"/>
                  </a:lnTo>
                  <a:lnTo>
                    <a:pt x="58998" y="10603"/>
                  </a:lnTo>
                  <a:lnTo>
                    <a:pt x="53999" y="8807"/>
                  </a:lnTo>
                  <a:lnTo>
                    <a:pt x="48945" y="7172"/>
                  </a:lnTo>
                  <a:lnTo>
                    <a:pt x="43842" y="5697"/>
                  </a:lnTo>
                  <a:lnTo>
                    <a:pt x="38694" y="4386"/>
                  </a:lnTo>
                  <a:lnTo>
                    <a:pt x="33507" y="3238"/>
                  </a:lnTo>
                  <a:lnTo>
                    <a:pt x="28287" y="2256"/>
                  </a:lnTo>
                  <a:lnTo>
                    <a:pt x="23037" y="1441"/>
                  </a:lnTo>
                  <a:lnTo>
                    <a:pt x="17765" y="792"/>
                  </a:lnTo>
                  <a:lnTo>
                    <a:pt x="12475" y="312"/>
                  </a:lnTo>
                  <a:lnTo>
                    <a:pt x="7172" y="0"/>
                  </a:lnTo>
                  <a:lnTo>
                    <a:pt x="0" y="1670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7172" cy="167167"/>
            </a:xfrm>
            <a:custGeom>
              <a:avLst/>
              <a:pathLst>
                <a:path w="7172" h="167167">
                  <a:moveTo>
                    <a:pt x="7172" y="15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tx79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2025-06-06T05:13:01Z</dcterms:modified>
  <cp:category/>
</cp:coreProperties>
</file>