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174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46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44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60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581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66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3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7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2028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95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8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429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7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874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96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00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3604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234309" y="1186793"/>
              <a:ext cx="1104122" cy="583744"/>
            </a:xfrm>
            <a:custGeom>
              <a:avLst/>
              <a:pathLst>
                <a:path w="1104122" h="583744">
                  <a:moveTo>
                    <a:pt x="1104122" y="0"/>
                  </a:moveTo>
                  <a:lnTo>
                    <a:pt x="0" y="583744"/>
                  </a:lnTo>
                </a:path>
              </a:pathLst>
            </a:custGeom>
            <a:ln w="38100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1581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1600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1352" y="3170392"/>
              <a:ext cx="2426" cy="167167"/>
            </a:xfrm>
            <a:custGeom>
              <a:avLst/>
              <a:pathLst>
                <a:path w="2426" h="167167">
                  <a:moveTo>
                    <a:pt x="2426" y="0"/>
                  </a:moveTo>
                  <a:lnTo>
                    <a:pt x="0" y="17"/>
                  </a:lnTo>
                  <a:lnTo>
                    <a:pt x="24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352" y="3170410"/>
              <a:ext cx="2426" cy="167149"/>
            </a:xfrm>
            <a:custGeom>
              <a:avLst/>
              <a:pathLst>
                <a:path w="2426" h="167149">
                  <a:moveTo>
                    <a:pt x="0" y="0"/>
                  </a:moveTo>
                  <a:lnTo>
                    <a:pt x="2426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816612" y="3170410"/>
              <a:ext cx="334333" cy="334303"/>
            </a:xfrm>
            <a:custGeom>
              <a:avLst/>
              <a:pathLst>
                <a:path w="334333" h="334303">
                  <a:moveTo>
                    <a:pt x="164740" y="0"/>
                  </a:moveTo>
                  <a:lnTo>
                    <a:pt x="159440" y="161"/>
                  </a:lnTo>
                  <a:lnTo>
                    <a:pt x="154149" y="490"/>
                  </a:lnTo>
                  <a:lnTo>
                    <a:pt x="148870" y="986"/>
                  </a:lnTo>
                  <a:lnTo>
                    <a:pt x="143610" y="1650"/>
                  </a:lnTo>
                  <a:lnTo>
                    <a:pt x="138374" y="2480"/>
                  </a:lnTo>
                  <a:lnTo>
                    <a:pt x="133166" y="3476"/>
                  </a:lnTo>
                  <a:lnTo>
                    <a:pt x="127993" y="4637"/>
                  </a:lnTo>
                  <a:lnTo>
                    <a:pt x="122859" y="5961"/>
                  </a:lnTo>
                  <a:lnTo>
                    <a:pt x="117770" y="7447"/>
                  </a:lnTo>
                  <a:lnTo>
                    <a:pt x="112730" y="9093"/>
                  </a:lnTo>
                  <a:lnTo>
                    <a:pt x="107746" y="10899"/>
                  </a:lnTo>
                  <a:lnTo>
                    <a:pt x="102820" y="12862"/>
                  </a:lnTo>
                  <a:lnTo>
                    <a:pt x="97960" y="14980"/>
                  </a:lnTo>
                  <a:lnTo>
                    <a:pt x="93169" y="17251"/>
                  </a:lnTo>
                  <a:lnTo>
                    <a:pt x="88453" y="19673"/>
                  </a:lnTo>
                  <a:lnTo>
                    <a:pt x="83816" y="22244"/>
                  </a:lnTo>
                  <a:lnTo>
                    <a:pt x="79263" y="24960"/>
                  </a:lnTo>
                  <a:lnTo>
                    <a:pt x="74798" y="27819"/>
                  </a:lnTo>
                  <a:lnTo>
                    <a:pt x="70426" y="30818"/>
                  </a:lnTo>
                  <a:lnTo>
                    <a:pt x="66151" y="33954"/>
                  </a:lnTo>
                  <a:lnTo>
                    <a:pt x="61978" y="37225"/>
                  </a:lnTo>
                  <a:lnTo>
                    <a:pt x="57911" y="40626"/>
                  </a:lnTo>
                  <a:lnTo>
                    <a:pt x="53954" y="44154"/>
                  </a:lnTo>
                  <a:lnTo>
                    <a:pt x="50110" y="47806"/>
                  </a:lnTo>
                  <a:lnTo>
                    <a:pt x="46385" y="51578"/>
                  </a:lnTo>
                  <a:lnTo>
                    <a:pt x="42780" y="55466"/>
                  </a:lnTo>
                  <a:lnTo>
                    <a:pt x="39301" y="59467"/>
                  </a:lnTo>
                  <a:lnTo>
                    <a:pt x="35951" y="63576"/>
                  </a:lnTo>
                  <a:lnTo>
                    <a:pt x="32732" y="67789"/>
                  </a:lnTo>
                  <a:lnTo>
                    <a:pt x="29649" y="72102"/>
                  </a:lnTo>
                  <a:lnTo>
                    <a:pt x="26704" y="76511"/>
                  </a:lnTo>
                  <a:lnTo>
                    <a:pt x="23901" y="81011"/>
                  </a:lnTo>
                  <a:lnTo>
                    <a:pt x="21241" y="85597"/>
                  </a:lnTo>
                  <a:lnTo>
                    <a:pt x="18728" y="90266"/>
                  </a:lnTo>
                  <a:lnTo>
                    <a:pt x="16365" y="95012"/>
                  </a:lnTo>
                  <a:lnTo>
                    <a:pt x="14153" y="99830"/>
                  </a:lnTo>
                  <a:lnTo>
                    <a:pt x="12095" y="104716"/>
                  </a:lnTo>
                  <a:lnTo>
                    <a:pt x="10193" y="109665"/>
                  </a:lnTo>
                  <a:lnTo>
                    <a:pt x="8449" y="114672"/>
                  </a:lnTo>
                  <a:lnTo>
                    <a:pt x="6865" y="119732"/>
                  </a:lnTo>
                  <a:lnTo>
                    <a:pt x="5442" y="124839"/>
                  </a:lnTo>
                  <a:lnTo>
                    <a:pt x="4182" y="129989"/>
                  </a:lnTo>
                  <a:lnTo>
                    <a:pt x="3085" y="135176"/>
                  </a:lnTo>
                  <a:lnTo>
                    <a:pt x="2154" y="140395"/>
                  </a:lnTo>
                  <a:lnTo>
                    <a:pt x="1388" y="145642"/>
                  </a:lnTo>
                  <a:lnTo>
                    <a:pt x="790" y="150910"/>
                  </a:lnTo>
                  <a:lnTo>
                    <a:pt x="358" y="156194"/>
                  </a:lnTo>
                  <a:lnTo>
                    <a:pt x="95" y="161489"/>
                  </a:lnTo>
                  <a:lnTo>
                    <a:pt x="0" y="166790"/>
                  </a:lnTo>
                  <a:lnTo>
                    <a:pt x="72" y="172091"/>
                  </a:lnTo>
                  <a:lnTo>
                    <a:pt x="313" y="177388"/>
                  </a:lnTo>
                  <a:lnTo>
                    <a:pt x="722" y="182674"/>
                  </a:lnTo>
                  <a:lnTo>
                    <a:pt x="1298" y="187944"/>
                  </a:lnTo>
                  <a:lnTo>
                    <a:pt x="2040" y="193194"/>
                  </a:lnTo>
                  <a:lnTo>
                    <a:pt x="2949" y="198417"/>
                  </a:lnTo>
                  <a:lnTo>
                    <a:pt x="4024" y="203609"/>
                  </a:lnTo>
                  <a:lnTo>
                    <a:pt x="5262" y="208764"/>
                  </a:lnTo>
                  <a:lnTo>
                    <a:pt x="6663" y="213877"/>
                  </a:lnTo>
                  <a:lnTo>
                    <a:pt x="8225" y="218944"/>
                  </a:lnTo>
                  <a:lnTo>
                    <a:pt x="9948" y="223958"/>
                  </a:lnTo>
                  <a:lnTo>
                    <a:pt x="11828" y="228915"/>
                  </a:lnTo>
                  <a:lnTo>
                    <a:pt x="13865" y="233810"/>
                  </a:lnTo>
                  <a:lnTo>
                    <a:pt x="16056" y="238638"/>
                  </a:lnTo>
                  <a:lnTo>
                    <a:pt x="18399" y="243394"/>
                  </a:lnTo>
                  <a:lnTo>
                    <a:pt x="20892" y="248073"/>
                  </a:lnTo>
                  <a:lnTo>
                    <a:pt x="23532" y="252671"/>
                  </a:lnTo>
                  <a:lnTo>
                    <a:pt x="26316" y="257183"/>
                  </a:lnTo>
                  <a:lnTo>
                    <a:pt x="29242" y="261604"/>
                  </a:lnTo>
                  <a:lnTo>
                    <a:pt x="32307" y="265931"/>
                  </a:lnTo>
                  <a:lnTo>
                    <a:pt x="35507" y="270158"/>
                  </a:lnTo>
                  <a:lnTo>
                    <a:pt x="38840" y="274281"/>
                  </a:lnTo>
                  <a:lnTo>
                    <a:pt x="42302" y="278297"/>
                  </a:lnTo>
                  <a:lnTo>
                    <a:pt x="45889" y="282200"/>
                  </a:lnTo>
                  <a:lnTo>
                    <a:pt x="49599" y="285988"/>
                  </a:lnTo>
                  <a:lnTo>
                    <a:pt x="53426" y="289657"/>
                  </a:lnTo>
                  <a:lnTo>
                    <a:pt x="57368" y="293202"/>
                  </a:lnTo>
                  <a:lnTo>
                    <a:pt x="61421" y="296621"/>
                  </a:lnTo>
                  <a:lnTo>
                    <a:pt x="65580" y="299909"/>
                  </a:lnTo>
                  <a:lnTo>
                    <a:pt x="69841" y="303064"/>
                  </a:lnTo>
                  <a:lnTo>
                    <a:pt x="74200" y="306082"/>
                  </a:lnTo>
                  <a:lnTo>
                    <a:pt x="78652" y="308960"/>
                  </a:lnTo>
                  <a:lnTo>
                    <a:pt x="83194" y="311695"/>
                  </a:lnTo>
                  <a:lnTo>
                    <a:pt x="87820" y="314286"/>
                  </a:lnTo>
                  <a:lnTo>
                    <a:pt x="92526" y="316728"/>
                  </a:lnTo>
                  <a:lnTo>
                    <a:pt x="97307" y="319020"/>
                  </a:lnTo>
                  <a:lnTo>
                    <a:pt x="102158" y="321159"/>
                  </a:lnTo>
                  <a:lnTo>
                    <a:pt x="107075" y="323143"/>
                  </a:lnTo>
                  <a:lnTo>
                    <a:pt x="112052" y="324970"/>
                  </a:lnTo>
                  <a:lnTo>
                    <a:pt x="117084" y="326638"/>
                  </a:lnTo>
                  <a:lnTo>
                    <a:pt x="122167" y="328146"/>
                  </a:lnTo>
                  <a:lnTo>
                    <a:pt x="127295" y="329492"/>
                  </a:lnTo>
                  <a:lnTo>
                    <a:pt x="132463" y="330675"/>
                  </a:lnTo>
                  <a:lnTo>
                    <a:pt x="137666" y="331693"/>
                  </a:lnTo>
                  <a:lnTo>
                    <a:pt x="142899" y="332546"/>
                  </a:lnTo>
                  <a:lnTo>
                    <a:pt x="148156" y="333232"/>
                  </a:lnTo>
                  <a:lnTo>
                    <a:pt x="153433" y="333752"/>
                  </a:lnTo>
                  <a:lnTo>
                    <a:pt x="158723" y="334103"/>
                  </a:lnTo>
                  <a:lnTo>
                    <a:pt x="164021" y="334287"/>
                  </a:lnTo>
                  <a:lnTo>
                    <a:pt x="169323" y="334303"/>
                  </a:lnTo>
                  <a:lnTo>
                    <a:pt x="174623" y="334150"/>
                  </a:lnTo>
                  <a:lnTo>
                    <a:pt x="179915" y="333830"/>
                  </a:lnTo>
                  <a:lnTo>
                    <a:pt x="185194" y="333342"/>
                  </a:lnTo>
                  <a:lnTo>
                    <a:pt x="190455" y="332687"/>
                  </a:lnTo>
                  <a:lnTo>
                    <a:pt x="195693" y="331865"/>
                  </a:lnTo>
                  <a:lnTo>
                    <a:pt x="200902" y="330877"/>
                  </a:lnTo>
                  <a:lnTo>
                    <a:pt x="206077" y="329725"/>
                  </a:lnTo>
                  <a:lnTo>
                    <a:pt x="211213" y="328410"/>
                  </a:lnTo>
                  <a:lnTo>
                    <a:pt x="216305" y="326932"/>
                  </a:lnTo>
                  <a:lnTo>
                    <a:pt x="221347" y="325293"/>
                  </a:lnTo>
                  <a:lnTo>
                    <a:pt x="226335" y="323495"/>
                  </a:lnTo>
                  <a:lnTo>
                    <a:pt x="231263" y="321540"/>
                  </a:lnTo>
                  <a:lnTo>
                    <a:pt x="236127" y="319430"/>
                  </a:lnTo>
                  <a:lnTo>
                    <a:pt x="240921" y="317167"/>
                  </a:lnTo>
                  <a:lnTo>
                    <a:pt x="245641" y="314752"/>
                  </a:lnTo>
                  <a:lnTo>
                    <a:pt x="250283" y="312190"/>
                  </a:lnTo>
                  <a:lnTo>
                    <a:pt x="254840" y="309481"/>
                  </a:lnTo>
                  <a:lnTo>
                    <a:pt x="259310" y="306629"/>
                  </a:lnTo>
                  <a:lnTo>
                    <a:pt x="263687" y="303637"/>
                  </a:lnTo>
                  <a:lnTo>
                    <a:pt x="267966" y="300507"/>
                  </a:lnTo>
                  <a:lnTo>
                    <a:pt x="272145" y="297244"/>
                  </a:lnTo>
                  <a:lnTo>
                    <a:pt x="276217" y="293849"/>
                  </a:lnTo>
                  <a:lnTo>
                    <a:pt x="280180" y="290327"/>
                  </a:lnTo>
                  <a:lnTo>
                    <a:pt x="284030" y="286682"/>
                  </a:lnTo>
                  <a:lnTo>
                    <a:pt x="287761" y="282916"/>
                  </a:lnTo>
                  <a:lnTo>
                    <a:pt x="291372" y="279033"/>
                  </a:lnTo>
                  <a:lnTo>
                    <a:pt x="294857" y="275038"/>
                  </a:lnTo>
                  <a:lnTo>
                    <a:pt x="298215" y="270935"/>
                  </a:lnTo>
                  <a:lnTo>
                    <a:pt x="301440" y="266727"/>
                  </a:lnTo>
                  <a:lnTo>
                    <a:pt x="304530" y="262418"/>
                  </a:lnTo>
                  <a:lnTo>
                    <a:pt x="307482" y="258015"/>
                  </a:lnTo>
                  <a:lnTo>
                    <a:pt x="310293" y="253519"/>
                  </a:lnTo>
                  <a:lnTo>
                    <a:pt x="312960" y="248937"/>
                  </a:lnTo>
                  <a:lnTo>
                    <a:pt x="315480" y="244273"/>
                  </a:lnTo>
                  <a:lnTo>
                    <a:pt x="317851" y="239530"/>
                  </a:lnTo>
                  <a:lnTo>
                    <a:pt x="320071" y="234716"/>
                  </a:lnTo>
                  <a:lnTo>
                    <a:pt x="322137" y="229833"/>
                  </a:lnTo>
                  <a:lnTo>
                    <a:pt x="324047" y="224887"/>
                  </a:lnTo>
                  <a:lnTo>
                    <a:pt x="325799" y="219883"/>
                  </a:lnTo>
                  <a:lnTo>
                    <a:pt x="327391" y="214826"/>
                  </a:lnTo>
                  <a:lnTo>
                    <a:pt x="328822" y="209721"/>
                  </a:lnTo>
                  <a:lnTo>
                    <a:pt x="330091" y="204573"/>
                  </a:lnTo>
                  <a:lnTo>
                    <a:pt x="331196" y="199388"/>
                  </a:lnTo>
                  <a:lnTo>
                    <a:pt x="332136" y="194170"/>
                  </a:lnTo>
                  <a:lnTo>
                    <a:pt x="332910" y="188925"/>
                  </a:lnTo>
                  <a:lnTo>
                    <a:pt x="333517" y="183658"/>
                  </a:lnTo>
                  <a:lnTo>
                    <a:pt x="333957" y="178374"/>
                  </a:lnTo>
                  <a:lnTo>
                    <a:pt x="334229" y="173080"/>
                  </a:lnTo>
                  <a:lnTo>
                    <a:pt x="334333" y="167779"/>
                  </a:lnTo>
                  <a:lnTo>
                    <a:pt x="334269" y="162477"/>
                  </a:lnTo>
                  <a:lnTo>
                    <a:pt x="334037" y="157181"/>
                  </a:lnTo>
                  <a:lnTo>
                    <a:pt x="333636" y="151894"/>
                  </a:lnTo>
                  <a:lnTo>
                    <a:pt x="333069" y="146623"/>
                  </a:lnTo>
                  <a:lnTo>
                    <a:pt x="332335" y="141372"/>
                  </a:lnTo>
                  <a:lnTo>
                    <a:pt x="331434" y="136147"/>
                  </a:lnTo>
                  <a:lnTo>
                    <a:pt x="330368" y="130954"/>
                  </a:lnTo>
                  <a:lnTo>
                    <a:pt x="329138" y="125796"/>
                  </a:lnTo>
                  <a:lnTo>
                    <a:pt x="327746" y="120681"/>
                  </a:lnTo>
                  <a:lnTo>
                    <a:pt x="326191" y="115612"/>
                  </a:lnTo>
                  <a:lnTo>
                    <a:pt x="324477" y="110595"/>
                  </a:lnTo>
                  <a:lnTo>
                    <a:pt x="322604" y="105635"/>
                  </a:lnTo>
                  <a:lnTo>
                    <a:pt x="320575" y="100737"/>
                  </a:lnTo>
                  <a:lnTo>
                    <a:pt x="318392" y="95905"/>
                  </a:lnTo>
                  <a:lnTo>
                    <a:pt x="316057" y="91145"/>
                  </a:lnTo>
                  <a:lnTo>
                    <a:pt x="313572" y="86462"/>
                  </a:lnTo>
                  <a:lnTo>
                    <a:pt x="310939" y="81860"/>
                  </a:lnTo>
                  <a:lnTo>
                    <a:pt x="308162" y="77343"/>
                  </a:lnTo>
                  <a:lnTo>
                    <a:pt x="305244" y="72917"/>
                  </a:lnTo>
                  <a:lnTo>
                    <a:pt x="302186" y="68586"/>
                  </a:lnTo>
                  <a:lnTo>
                    <a:pt x="298993" y="64354"/>
                  </a:lnTo>
                  <a:lnTo>
                    <a:pt x="295666" y="60225"/>
                  </a:lnTo>
                  <a:lnTo>
                    <a:pt x="292211" y="56204"/>
                  </a:lnTo>
                  <a:lnTo>
                    <a:pt x="288630" y="52295"/>
                  </a:lnTo>
                  <a:lnTo>
                    <a:pt x="284927" y="48501"/>
                  </a:lnTo>
                  <a:lnTo>
                    <a:pt x="281105" y="44826"/>
                  </a:lnTo>
                  <a:lnTo>
                    <a:pt x="277168" y="41274"/>
                  </a:lnTo>
                  <a:lnTo>
                    <a:pt x="273121" y="37849"/>
                  </a:lnTo>
                  <a:lnTo>
                    <a:pt x="268968" y="34554"/>
                  </a:lnTo>
                  <a:lnTo>
                    <a:pt x="264712" y="31393"/>
                  </a:lnTo>
                  <a:lnTo>
                    <a:pt x="260358" y="28368"/>
                  </a:lnTo>
                  <a:lnTo>
                    <a:pt x="255910" y="25482"/>
                  </a:lnTo>
                  <a:lnTo>
                    <a:pt x="251373" y="22739"/>
                  </a:lnTo>
                  <a:lnTo>
                    <a:pt x="246751" y="20142"/>
                  </a:lnTo>
                  <a:lnTo>
                    <a:pt x="242049" y="17692"/>
                  </a:lnTo>
                  <a:lnTo>
                    <a:pt x="237272" y="15392"/>
                  </a:lnTo>
                  <a:lnTo>
                    <a:pt x="232424" y="13245"/>
                  </a:lnTo>
                  <a:lnTo>
                    <a:pt x="227511" y="11253"/>
                  </a:lnTo>
                  <a:lnTo>
                    <a:pt x="222537" y="9418"/>
                  </a:lnTo>
                  <a:lnTo>
                    <a:pt x="217507" y="7742"/>
                  </a:lnTo>
                  <a:lnTo>
                    <a:pt x="212426" y="6225"/>
                  </a:lnTo>
                  <a:lnTo>
                    <a:pt x="207301" y="4871"/>
                  </a:lnTo>
                  <a:lnTo>
                    <a:pt x="202134" y="3680"/>
                  </a:lnTo>
                  <a:lnTo>
                    <a:pt x="196933" y="2653"/>
                  </a:lnTo>
                  <a:lnTo>
                    <a:pt x="191701" y="1792"/>
                  </a:lnTo>
                  <a:lnTo>
                    <a:pt x="186445" y="1097"/>
                  </a:lnTo>
                  <a:lnTo>
                    <a:pt x="181170" y="569"/>
                  </a:lnTo>
                  <a:lnTo>
                    <a:pt x="175880" y="209"/>
                  </a:lnTo>
                  <a:lnTo>
                    <a:pt x="170582" y="17"/>
                  </a:lnTo>
                  <a:lnTo>
                    <a:pt x="167167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3779" y="3170392"/>
              <a:ext cx="3415" cy="167167"/>
            </a:xfrm>
            <a:custGeom>
              <a:avLst/>
              <a:pathLst>
                <a:path w="3415" h="167167">
                  <a:moveTo>
                    <a:pt x="3415" y="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86530" y="2633064"/>
              <a:ext cx="32480" cy="167167"/>
            </a:xfrm>
            <a:custGeom>
              <a:avLst/>
              <a:pathLst>
                <a:path w="32480" h="167167">
                  <a:moveTo>
                    <a:pt x="32480" y="0"/>
                  </a:moveTo>
                  <a:lnTo>
                    <a:pt x="25944" y="127"/>
                  </a:lnTo>
                  <a:lnTo>
                    <a:pt x="19418" y="511"/>
                  </a:lnTo>
                  <a:lnTo>
                    <a:pt x="12912" y="1149"/>
                  </a:lnTo>
                  <a:lnTo>
                    <a:pt x="6436" y="2041"/>
                  </a:lnTo>
                  <a:lnTo>
                    <a:pt x="0" y="3185"/>
                  </a:lnTo>
                  <a:lnTo>
                    <a:pt x="324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6530" y="2636250"/>
              <a:ext cx="32480" cy="163981"/>
            </a:xfrm>
            <a:custGeom>
              <a:avLst/>
              <a:pathLst>
                <a:path w="32480" h="163981">
                  <a:moveTo>
                    <a:pt x="0" y="0"/>
                  </a:moveTo>
                  <a:lnTo>
                    <a:pt x="32480" y="1639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51863" y="2636250"/>
              <a:ext cx="334315" cy="331144"/>
            </a:xfrm>
            <a:custGeom>
              <a:avLst/>
              <a:pathLst>
                <a:path w="334315" h="331144">
                  <a:moveTo>
                    <a:pt x="134667" y="0"/>
                  </a:moveTo>
                  <a:lnTo>
                    <a:pt x="129502" y="1108"/>
                  </a:lnTo>
                  <a:lnTo>
                    <a:pt x="124375" y="2378"/>
                  </a:lnTo>
                  <a:lnTo>
                    <a:pt x="119290" y="3810"/>
                  </a:lnTo>
                  <a:lnTo>
                    <a:pt x="114254" y="5403"/>
                  </a:lnTo>
                  <a:lnTo>
                    <a:pt x="109270" y="7153"/>
                  </a:lnTo>
                  <a:lnTo>
                    <a:pt x="104343" y="9060"/>
                  </a:lnTo>
                  <a:lnTo>
                    <a:pt x="99480" y="11122"/>
                  </a:lnTo>
                  <a:lnTo>
                    <a:pt x="94684" y="13336"/>
                  </a:lnTo>
                  <a:lnTo>
                    <a:pt x="89961" y="15701"/>
                  </a:lnTo>
                  <a:lnTo>
                    <a:pt x="85314" y="18213"/>
                  </a:lnTo>
                  <a:lnTo>
                    <a:pt x="80749" y="20872"/>
                  </a:lnTo>
                  <a:lnTo>
                    <a:pt x="76271" y="23673"/>
                  </a:lnTo>
                  <a:lnTo>
                    <a:pt x="71883" y="26614"/>
                  </a:lnTo>
                  <a:lnTo>
                    <a:pt x="67590" y="29693"/>
                  </a:lnTo>
                  <a:lnTo>
                    <a:pt x="63397" y="32906"/>
                  </a:lnTo>
                  <a:lnTo>
                    <a:pt x="59308" y="36249"/>
                  </a:lnTo>
                  <a:lnTo>
                    <a:pt x="55326" y="39720"/>
                  </a:lnTo>
                  <a:lnTo>
                    <a:pt x="51455" y="43315"/>
                  </a:lnTo>
                  <a:lnTo>
                    <a:pt x="47701" y="47031"/>
                  </a:lnTo>
                  <a:lnTo>
                    <a:pt x="44065" y="50863"/>
                  </a:lnTo>
                  <a:lnTo>
                    <a:pt x="40553" y="54809"/>
                  </a:lnTo>
                  <a:lnTo>
                    <a:pt x="37166" y="58863"/>
                  </a:lnTo>
                  <a:lnTo>
                    <a:pt x="33910" y="63022"/>
                  </a:lnTo>
                  <a:lnTo>
                    <a:pt x="30787" y="67282"/>
                  </a:lnTo>
                  <a:lnTo>
                    <a:pt x="27800" y="71639"/>
                  </a:lnTo>
                  <a:lnTo>
                    <a:pt x="24952" y="76088"/>
                  </a:lnTo>
                  <a:lnTo>
                    <a:pt x="22245" y="80625"/>
                  </a:lnTo>
                  <a:lnTo>
                    <a:pt x="19684" y="85245"/>
                  </a:lnTo>
                  <a:lnTo>
                    <a:pt x="17270" y="89943"/>
                  </a:lnTo>
                  <a:lnTo>
                    <a:pt x="15006" y="94715"/>
                  </a:lnTo>
                  <a:lnTo>
                    <a:pt x="12893" y="99557"/>
                  </a:lnTo>
                  <a:lnTo>
                    <a:pt x="10935" y="104463"/>
                  </a:lnTo>
                  <a:lnTo>
                    <a:pt x="9132" y="109428"/>
                  </a:lnTo>
                  <a:lnTo>
                    <a:pt x="7487" y="114448"/>
                  </a:lnTo>
                  <a:lnTo>
                    <a:pt x="6002" y="119517"/>
                  </a:lnTo>
                  <a:lnTo>
                    <a:pt x="4678" y="124631"/>
                  </a:lnTo>
                  <a:lnTo>
                    <a:pt x="3515" y="129784"/>
                  </a:lnTo>
                  <a:lnTo>
                    <a:pt x="2517" y="134971"/>
                  </a:lnTo>
                  <a:lnTo>
                    <a:pt x="1682" y="140187"/>
                  </a:lnTo>
                  <a:lnTo>
                    <a:pt x="1013" y="145427"/>
                  </a:lnTo>
                  <a:lnTo>
                    <a:pt x="510" y="150686"/>
                  </a:lnTo>
                  <a:lnTo>
                    <a:pt x="173" y="155957"/>
                  </a:lnTo>
                  <a:lnTo>
                    <a:pt x="3" y="161237"/>
                  </a:lnTo>
                  <a:lnTo>
                    <a:pt x="0" y="166519"/>
                  </a:lnTo>
                  <a:lnTo>
                    <a:pt x="163" y="171799"/>
                  </a:lnTo>
                  <a:lnTo>
                    <a:pt x="494" y="177071"/>
                  </a:lnTo>
                  <a:lnTo>
                    <a:pt x="990" y="182330"/>
                  </a:lnTo>
                  <a:lnTo>
                    <a:pt x="1653" y="187571"/>
                  </a:lnTo>
                  <a:lnTo>
                    <a:pt x="2481" y="192788"/>
                  </a:lnTo>
                  <a:lnTo>
                    <a:pt x="3473" y="197977"/>
                  </a:lnTo>
                  <a:lnTo>
                    <a:pt x="4629" y="203131"/>
                  </a:lnTo>
                  <a:lnTo>
                    <a:pt x="5947" y="208246"/>
                  </a:lnTo>
                  <a:lnTo>
                    <a:pt x="7426" y="213317"/>
                  </a:lnTo>
                  <a:lnTo>
                    <a:pt x="9065" y="218339"/>
                  </a:lnTo>
                  <a:lnTo>
                    <a:pt x="10861" y="223307"/>
                  </a:lnTo>
                  <a:lnTo>
                    <a:pt x="12814" y="228215"/>
                  </a:lnTo>
                  <a:lnTo>
                    <a:pt x="14920" y="233059"/>
                  </a:lnTo>
                  <a:lnTo>
                    <a:pt x="17179" y="237835"/>
                  </a:lnTo>
                  <a:lnTo>
                    <a:pt x="19587" y="242536"/>
                  </a:lnTo>
                  <a:lnTo>
                    <a:pt x="22143" y="247159"/>
                  </a:lnTo>
                  <a:lnTo>
                    <a:pt x="24843" y="251699"/>
                  </a:lnTo>
                  <a:lnTo>
                    <a:pt x="27686" y="256151"/>
                  </a:lnTo>
                  <a:lnTo>
                    <a:pt x="30668" y="260512"/>
                  </a:lnTo>
                  <a:lnTo>
                    <a:pt x="33786" y="264776"/>
                  </a:lnTo>
                  <a:lnTo>
                    <a:pt x="37037" y="268939"/>
                  </a:lnTo>
                  <a:lnTo>
                    <a:pt x="40418" y="272998"/>
                  </a:lnTo>
                  <a:lnTo>
                    <a:pt x="43926" y="276947"/>
                  </a:lnTo>
                  <a:lnTo>
                    <a:pt x="47557" y="280784"/>
                  </a:lnTo>
                  <a:lnTo>
                    <a:pt x="51307" y="284504"/>
                  </a:lnTo>
                  <a:lnTo>
                    <a:pt x="55173" y="288104"/>
                  </a:lnTo>
                  <a:lnTo>
                    <a:pt x="59150" y="291580"/>
                  </a:lnTo>
                  <a:lnTo>
                    <a:pt x="63236" y="294929"/>
                  </a:lnTo>
                  <a:lnTo>
                    <a:pt x="67425" y="298147"/>
                  </a:lnTo>
                  <a:lnTo>
                    <a:pt x="71714" y="301230"/>
                  </a:lnTo>
                  <a:lnTo>
                    <a:pt x="76098" y="304177"/>
                  </a:lnTo>
                  <a:lnTo>
                    <a:pt x="80573" y="306984"/>
                  </a:lnTo>
                  <a:lnTo>
                    <a:pt x="85135" y="309648"/>
                  </a:lnTo>
                  <a:lnTo>
                    <a:pt x="89778" y="312166"/>
                  </a:lnTo>
                  <a:lnTo>
                    <a:pt x="94499" y="314537"/>
                  </a:lnTo>
                  <a:lnTo>
                    <a:pt x="99292" y="316757"/>
                  </a:lnTo>
                  <a:lnTo>
                    <a:pt x="104153" y="318825"/>
                  </a:lnTo>
                  <a:lnTo>
                    <a:pt x="109077" y="320738"/>
                  </a:lnTo>
                  <a:lnTo>
                    <a:pt x="114058" y="322494"/>
                  </a:lnTo>
                  <a:lnTo>
                    <a:pt x="119093" y="324093"/>
                  </a:lnTo>
                  <a:lnTo>
                    <a:pt x="124176" y="325531"/>
                  </a:lnTo>
                  <a:lnTo>
                    <a:pt x="129302" y="326808"/>
                  </a:lnTo>
                  <a:lnTo>
                    <a:pt x="134465" y="327923"/>
                  </a:lnTo>
                  <a:lnTo>
                    <a:pt x="139661" y="328873"/>
                  </a:lnTo>
                  <a:lnTo>
                    <a:pt x="144885" y="329660"/>
                  </a:lnTo>
                  <a:lnTo>
                    <a:pt x="150131" y="330280"/>
                  </a:lnTo>
                  <a:lnTo>
                    <a:pt x="155394" y="330735"/>
                  </a:lnTo>
                  <a:lnTo>
                    <a:pt x="160668" y="331023"/>
                  </a:lnTo>
                  <a:lnTo>
                    <a:pt x="165949" y="331144"/>
                  </a:lnTo>
                  <a:lnTo>
                    <a:pt x="171231" y="331099"/>
                  </a:lnTo>
                  <a:lnTo>
                    <a:pt x="176510" y="330886"/>
                  </a:lnTo>
                  <a:lnTo>
                    <a:pt x="181778" y="330507"/>
                  </a:lnTo>
                  <a:lnTo>
                    <a:pt x="187033" y="329962"/>
                  </a:lnTo>
                  <a:lnTo>
                    <a:pt x="192267" y="329251"/>
                  </a:lnTo>
                  <a:lnTo>
                    <a:pt x="197476" y="328374"/>
                  </a:lnTo>
                  <a:lnTo>
                    <a:pt x="202655" y="327334"/>
                  </a:lnTo>
                  <a:lnTo>
                    <a:pt x="207799" y="326131"/>
                  </a:lnTo>
                  <a:lnTo>
                    <a:pt x="212902" y="324765"/>
                  </a:lnTo>
                  <a:lnTo>
                    <a:pt x="217959" y="323239"/>
                  </a:lnTo>
                  <a:lnTo>
                    <a:pt x="222965" y="321554"/>
                  </a:lnTo>
                  <a:lnTo>
                    <a:pt x="227916" y="319712"/>
                  </a:lnTo>
                  <a:lnTo>
                    <a:pt x="232806" y="317714"/>
                  </a:lnTo>
                  <a:lnTo>
                    <a:pt x="237631" y="315563"/>
                  </a:lnTo>
                  <a:lnTo>
                    <a:pt x="242385" y="313261"/>
                  </a:lnTo>
                  <a:lnTo>
                    <a:pt x="247064" y="310809"/>
                  </a:lnTo>
                  <a:lnTo>
                    <a:pt x="251663" y="308211"/>
                  </a:lnTo>
                  <a:lnTo>
                    <a:pt x="256178" y="305468"/>
                  </a:lnTo>
                  <a:lnTo>
                    <a:pt x="260604" y="302585"/>
                  </a:lnTo>
                  <a:lnTo>
                    <a:pt x="264936" y="299563"/>
                  </a:lnTo>
                  <a:lnTo>
                    <a:pt x="269171" y="296405"/>
                  </a:lnTo>
                  <a:lnTo>
                    <a:pt x="273304" y="293116"/>
                  </a:lnTo>
                  <a:lnTo>
                    <a:pt x="277331" y="289697"/>
                  </a:lnTo>
                  <a:lnTo>
                    <a:pt x="281248" y="286153"/>
                  </a:lnTo>
                  <a:lnTo>
                    <a:pt x="285052" y="282487"/>
                  </a:lnTo>
                  <a:lnTo>
                    <a:pt x="288737" y="278702"/>
                  </a:lnTo>
                  <a:lnTo>
                    <a:pt x="292301" y="274804"/>
                  </a:lnTo>
                  <a:lnTo>
                    <a:pt x="295740" y="270794"/>
                  </a:lnTo>
                  <a:lnTo>
                    <a:pt x="299051" y="266678"/>
                  </a:lnTo>
                  <a:lnTo>
                    <a:pt x="302229" y="262459"/>
                  </a:lnTo>
                  <a:lnTo>
                    <a:pt x="305274" y="258142"/>
                  </a:lnTo>
                  <a:lnTo>
                    <a:pt x="308180" y="253730"/>
                  </a:lnTo>
                  <a:lnTo>
                    <a:pt x="310945" y="249230"/>
                  </a:lnTo>
                  <a:lnTo>
                    <a:pt x="313567" y="244644"/>
                  </a:lnTo>
                  <a:lnTo>
                    <a:pt x="316042" y="239977"/>
                  </a:lnTo>
                  <a:lnTo>
                    <a:pt x="318369" y="235235"/>
                  </a:lnTo>
                  <a:lnTo>
                    <a:pt x="320545" y="230421"/>
                  </a:lnTo>
                  <a:lnTo>
                    <a:pt x="322567" y="225542"/>
                  </a:lnTo>
                  <a:lnTo>
                    <a:pt x="324435" y="220600"/>
                  </a:lnTo>
                  <a:lnTo>
                    <a:pt x="326145" y="215602"/>
                  </a:lnTo>
                  <a:lnTo>
                    <a:pt x="327697" y="210553"/>
                  </a:lnTo>
                  <a:lnTo>
                    <a:pt x="329088" y="205457"/>
                  </a:lnTo>
                  <a:lnTo>
                    <a:pt x="330318" y="200320"/>
                  </a:lnTo>
                  <a:lnTo>
                    <a:pt x="331384" y="195146"/>
                  </a:lnTo>
                  <a:lnTo>
                    <a:pt x="332287" y="189941"/>
                  </a:lnTo>
                  <a:lnTo>
                    <a:pt x="333025" y="184711"/>
                  </a:lnTo>
                  <a:lnTo>
                    <a:pt x="333597" y="179460"/>
                  </a:lnTo>
                  <a:lnTo>
                    <a:pt x="334003" y="174193"/>
                  </a:lnTo>
                  <a:lnTo>
                    <a:pt x="334242" y="168916"/>
                  </a:lnTo>
                  <a:lnTo>
                    <a:pt x="334315" y="163634"/>
                  </a:lnTo>
                  <a:lnTo>
                    <a:pt x="334220" y="158352"/>
                  </a:lnTo>
                  <a:lnTo>
                    <a:pt x="333959" y="153076"/>
                  </a:lnTo>
                  <a:lnTo>
                    <a:pt x="333531" y="147811"/>
                  </a:lnTo>
                  <a:lnTo>
                    <a:pt x="332937" y="142562"/>
                  </a:lnTo>
                  <a:lnTo>
                    <a:pt x="332178" y="137335"/>
                  </a:lnTo>
                  <a:lnTo>
                    <a:pt x="331253" y="132134"/>
                  </a:lnTo>
                  <a:lnTo>
                    <a:pt x="330165" y="126965"/>
                  </a:lnTo>
                  <a:lnTo>
                    <a:pt x="328914" y="121833"/>
                  </a:lnTo>
                  <a:lnTo>
                    <a:pt x="327502" y="116743"/>
                  </a:lnTo>
                  <a:lnTo>
                    <a:pt x="325929" y="111700"/>
                  </a:lnTo>
                  <a:lnTo>
                    <a:pt x="324198" y="106709"/>
                  </a:lnTo>
                  <a:lnTo>
                    <a:pt x="322310" y="101775"/>
                  </a:lnTo>
                  <a:lnTo>
                    <a:pt x="320267" y="96904"/>
                  </a:lnTo>
                  <a:lnTo>
                    <a:pt x="318071" y="92100"/>
                  </a:lnTo>
                  <a:lnTo>
                    <a:pt x="315725" y="87367"/>
                  </a:lnTo>
                  <a:lnTo>
                    <a:pt x="313230" y="82711"/>
                  </a:lnTo>
                  <a:lnTo>
                    <a:pt x="310589" y="78136"/>
                  </a:lnTo>
                  <a:lnTo>
                    <a:pt x="307805" y="73647"/>
                  </a:lnTo>
                  <a:lnTo>
                    <a:pt x="304881" y="69247"/>
                  </a:lnTo>
                  <a:lnTo>
                    <a:pt x="301819" y="64943"/>
                  </a:lnTo>
                  <a:lnTo>
                    <a:pt x="298623" y="60737"/>
                  </a:lnTo>
                  <a:lnTo>
                    <a:pt x="295295" y="56635"/>
                  </a:lnTo>
                  <a:lnTo>
                    <a:pt x="291839" y="52640"/>
                  </a:lnTo>
                  <a:lnTo>
                    <a:pt x="288259" y="48756"/>
                  </a:lnTo>
                  <a:lnTo>
                    <a:pt x="284558" y="44986"/>
                  </a:lnTo>
                  <a:lnTo>
                    <a:pt x="280740" y="41336"/>
                  </a:lnTo>
                  <a:lnTo>
                    <a:pt x="276808" y="37808"/>
                  </a:lnTo>
                  <a:lnTo>
                    <a:pt x="272767" y="34407"/>
                  </a:lnTo>
                  <a:lnTo>
                    <a:pt x="268620" y="31134"/>
                  </a:lnTo>
                  <a:lnTo>
                    <a:pt x="264372" y="27994"/>
                  </a:lnTo>
                  <a:lnTo>
                    <a:pt x="260027" y="24990"/>
                  </a:lnTo>
                  <a:lnTo>
                    <a:pt x="255589" y="22125"/>
                  </a:lnTo>
                  <a:lnTo>
                    <a:pt x="251063" y="19402"/>
                  </a:lnTo>
                  <a:lnTo>
                    <a:pt x="246453" y="16823"/>
                  </a:lnTo>
                  <a:lnTo>
                    <a:pt x="241764" y="14390"/>
                  </a:lnTo>
                  <a:lnTo>
                    <a:pt x="237000" y="12108"/>
                  </a:lnTo>
                  <a:lnTo>
                    <a:pt x="232167" y="9976"/>
                  </a:lnTo>
                  <a:lnTo>
                    <a:pt x="227268" y="7999"/>
                  </a:lnTo>
                  <a:lnTo>
                    <a:pt x="222310" y="6177"/>
                  </a:lnTo>
                  <a:lnTo>
                    <a:pt x="217297" y="4513"/>
                  </a:lnTo>
                  <a:lnTo>
                    <a:pt x="212233" y="3008"/>
                  </a:lnTo>
                  <a:lnTo>
                    <a:pt x="207124" y="1664"/>
                  </a:lnTo>
                  <a:lnTo>
                    <a:pt x="201976" y="482"/>
                  </a:lnTo>
                  <a:lnTo>
                    <a:pt x="167148" y="1639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19011" y="2633064"/>
              <a:ext cx="34828" cy="167167"/>
            </a:xfrm>
            <a:custGeom>
              <a:avLst/>
              <a:pathLst>
                <a:path w="34828" h="167167">
                  <a:moveTo>
                    <a:pt x="34828" y="3668"/>
                  </a:moveTo>
                  <a:lnTo>
                    <a:pt x="27936" y="2350"/>
                  </a:lnTo>
                  <a:lnTo>
                    <a:pt x="20995" y="1323"/>
                  </a:lnTo>
                  <a:lnTo>
                    <a:pt x="14017" y="588"/>
                  </a:lnTo>
                  <a:lnTo>
                    <a:pt x="7015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2481" y="2126963"/>
              <a:ext cx="5991" cy="167167"/>
            </a:xfrm>
            <a:custGeom>
              <a:avLst/>
              <a:pathLst>
                <a:path w="5991" h="167167">
                  <a:moveTo>
                    <a:pt x="5991" y="0"/>
                  </a:moveTo>
                  <a:lnTo>
                    <a:pt x="0" y="107"/>
                  </a:lnTo>
                  <a:lnTo>
                    <a:pt x="599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2481" y="2127071"/>
              <a:ext cx="5991" cy="167060"/>
            </a:xfrm>
            <a:custGeom>
              <a:avLst/>
              <a:pathLst>
                <a:path w="5991" h="167060">
                  <a:moveTo>
                    <a:pt x="0" y="0"/>
                  </a:moveTo>
                  <a:lnTo>
                    <a:pt x="5991" y="167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561304" y="2127071"/>
              <a:ext cx="167167" cy="333407"/>
            </a:xfrm>
            <a:custGeom>
              <a:avLst/>
              <a:pathLst>
                <a:path w="167167" h="333407">
                  <a:moveTo>
                    <a:pt x="161176" y="0"/>
                  </a:moveTo>
                  <a:lnTo>
                    <a:pt x="155836" y="277"/>
                  </a:lnTo>
                  <a:lnTo>
                    <a:pt x="150508" y="724"/>
                  </a:lnTo>
                  <a:lnTo>
                    <a:pt x="145198" y="1342"/>
                  </a:lnTo>
                  <a:lnTo>
                    <a:pt x="139909" y="2129"/>
                  </a:lnTo>
                  <a:lnTo>
                    <a:pt x="134649" y="3085"/>
                  </a:lnTo>
                  <a:lnTo>
                    <a:pt x="129421" y="4209"/>
                  </a:lnTo>
                  <a:lnTo>
                    <a:pt x="124233" y="5500"/>
                  </a:lnTo>
                  <a:lnTo>
                    <a:pt x="119088" y="6955"/>
                  </a:lnTo>
                  <a:lnTo>
                    <a:pt x="113992" y="8575"/>
                  </a:lnTo>
                  <a:lnTo>
                    <a:pt x="108951" y="10356"/>
                  </a:lnTo>
                  <a:lnTo>
                    <a:pt x="103970" y="12298"/>
                  </a:lnTo>
                  <a:lnTo>
                    <a:pt x="99053" y="14398"/>
                  </a:lnTo>
                  <a:lnTo>
                    <a:pt x="94206" y="16655"/>
                  </a:lnTo>
                  <a:lnTo>
                    <a:pt x="89433" y="19065"/>
                  </a:lnTo>
                  <a:lnTo>
                    <a:pt x="84740" y="21627"/>
                  </a:lnTo>
                  <a:lnTo>
                    <a:pt x="80131" y="24337"/>
                  </a:lnTo>
                  <a:lnTo>
                    <a:pt x="75611" y="27193"/>
                  </a:lnTo>
                  <a:lnTo>
                    <a:pt x="71185" y="30193"/>
                  </a:lnTo>
                  <a:lnTo>
                    <a:pt x="66857" y="33332"/>
                  </a:lnTo>
                  <a:lnTo>
                    <a:pt x="62632" y="36609"/>
                  </a:lnTo>
                  <a:lnTo>
                    <a:pt x="58514" y="40019"/>
                  </a:lnTo>
                  <a:lnTo>
                    <a:pt x="54506" y="43558"/>
                  </a:lnTo>
                  <a:lnTo>
                    <a:pt x="50615" y="47224"/>
                  </a:lnTo>
                  <a:lnTo>
                    <a:pt x="46842" y="51013"/>
                  </a:lnTo>
                  <a:lnTo>
                    <a:pt x="43192" y="54920"/>
                  </a:lnTo>
                  <a:lnTo>
                    <a:pt x="39669" y="58942"/>
                  </a:lnTo>
                  <a:lnTo>
                    <a:pt x="36277" y="63075"/>
                  </a:lnTo>
                  <a:lnTo>
                    <a:pt x="33019" y="67314"/>
                  </a:lnTo>
                  <a:lnTo>
                    <a:pt x="29897" y="71655"/>
                  </a:lnTo>
                  <a:lnTo>
                    <a:pt x="26916" y="76094"/>
                  </a:lnTo>
                  <a:lnTo>
                    <a:pt x="24079" y="80626"/>
                  </a:lnTo>
                  <a:lnTo>
                    <a:pt x="21388" y="85246"/>
                  </a:lnTo>
                  <a:lnTo>
                    <a:pt x="18846" y="89950"/>
                  </a:lnTo>
                  <a:lnTo>
                    <a:pt x="16456" y="94732"/>
                  </a:lnTo>
                  <a:lnTo>
                    <a:pt x="14220" y="99589"/>
                  </a:lnTo>
                  <a:lnTo>
                    <a:pt x="12141" y="104515"/>
                  </a:lnTo>
                  <a:lnTo>
                    <a:pt x="10220" y="109504"/>
                  </a:lnTo>
                  <a:lnTo>
                    <a:pt x="8460" y="114553"/>
                  </a:lnTo>
                  <a:lnTo>
                    <a:pt x="6862" y="119655"/>
                  </a:lnTo>
                  <a:lnTo>
                    <a:pt x="5428" y="124806"/>
                  </a:lnTo>
                  <a:lnTo>
                    <a:pt x="4159" y="130000"/>
                  </a:lnTo>
                  <a:lnTo>
                    <a:pt x="3057" y="135232"/>
                  </a:lnTo>
                  <a:lnTo>
                    <a:pt x="2123" y="140497"/>
                  </a:lnTo>
                  <a:lnTo>
                    <a:pt x="1358" y="145788"/>
                  </a:lnTo>
                  <a:lnTo>
                    <a:pt x="763" y="151102"/>
                  </a:lnTo>
                  <a:lnTo>
                    <a:pt x="338" y="156432"/>
                  </a:lnTo>
                  <a:lnTo>
                    <a:pt x="83" y="161772"/>
                  </a:lnTo>
                  <a:lnTo>
                    <a:pt x="0" y="167118"/>
                  </a:lnTo>
                  <a:lnTo>
                    <a:pt x="87" y="172464"/>
                  </a:lnTo>
                  <a:lnTo>
                    <a:pt x="345" y="177805"/>
                  </a:lnTo>
                  <a:lnTo>
                    <a:pt x="774" y="183134"/>
                  </a:lnTo>
                  <a:lnTo>
                    <a:pt x="1373" y="188447"/>
                  </a:lnTo>
                  <a:lnTo>
                    <a:pt x="2142" y="193738"/>
                  </a:lnTo>
                  <a:lnTo>
                    <a:pt x="3080" y="199002"/>
                  </a:lnTo>
                  <a:lnTo>
                    <a:pt x="4185" y="204233"/>
                  </a:lnTo>
                  <a:lnTo>
                    <a:pt x="5457" y="209426"/>
                  </a:lnTo>
                  <a:lnTo>
                    <a:pt x="6895" y="214576"/>
                  </a:lnTo>
                  <a:lnTo>
                    <a:pt x="8496" y="219677"/>
                  </a:lnTo>
                  <a:lnTo>
                    <a:pt x="10260" y="224725"/>
                  </a:lnTo>
                  <a:lnTo>
                    <a:pt x="12185" y="229713"/>
                  </a:lnTo>
                  <a:lnTo>
                    <a:pt x="14268" y="234637"/>
                  </a:lnTo>
                  <a:lnTo>
                    <a:pt x="16507" y="239493"/>
                  </a:lnTo>
                  <a:lnTo>
                    <a:pt x="18900" y="244274"/>
                  </a:lnTo>
                  <a:lnTo>
                    <a:pt x="21446" y="248976"/>
                  </a:lnTo>
                  <a:lnTo>
                    <a:pt x="24140" y="253594"/>
                  </a:lnTo>
                  <a:lnTo>
                    <a:pt x="26980" y="258124"/>
                  </a:lnTo>
                  <a:lnTo>
                    <a:pt x="29964" y="262560"/>
                  </a:lnTo>
                  <a:lnTo>
                    <a:pt x="33089" y="266899"/>
                  </a:lnTo>
                  <a:lnTo>
                    <a:pt x="36350" y="271136"/>
                  </a:lnTo>
                  <a:lnTo>
                    <a:pt x="39745" y="275266"/>
                  </a:lnTo>
                  <a:lnTo>
                    <a:pt x="43271" y="279286"/>
                  </a:lnTo>
                  <a:lnTo>
                    <a:pt x="46923" y="283191"/>
                  </a:lnTo>
                  <a:lnTo>
                    <a:pt x="50699" y="286977"/>
                  </a:lnTo>
                  <a:lnTo>
                    <a:pt x="54593" y="290640"/>
                  </a:lnTo>
                  <a:lnTo>
                    <a:pt x="58603" y="294177"/>
                  </a:lnTo>
                  <a:lnTo>
                    <a:pt x="62724" y="297584"/>
                  </a:lnTo>
                  <a:lnTo>
                    <a:pt x="66951" y="300857"/>
                  </a:lnTo>
                  <a:lnTo>
                    <a:pt x="71281" y="303993"/>
                  </a:lnTo>
                  <a:lnTo>
                    <a:pt x="75709" y="306990"/>
                  </a:lnTo>
                  <a:lnTo>
                    <a:pt x="80231" y="309843"/>
                  </a:lnTo>
                  <a:lnTo>
                    <a:pt x="84842" y="312550"/>
                  </a:lnTo>
                  <a:lnTo>
                    <a:pt x="89537" y="315109"/>
                  </a:lnTo>
                  <a:lnTo>
                    <a:pt x="94311" y="317515"/>
                  </a:lnTo>
                  <a:lnTo>
                    <a:pt x="99160" y="319768"/>
                  </a:lnTo>
                  <a:lnTo>
                    <a:pt x="104078" y="321865"/>
                  </a:lnTo>
                  <a:lnTo>
                    <a:pt x="109061" y="323804"/>
                  </a:lnTo>
                  <a:lnTo>
                    <a:pt x="114104" y="325582"/>
                  </a:lnTo>
                  <a:lnTo>
                    <a:pt x="119200" y="327197"/>
                  </a:lnTo>
                  <a:lnTo>
                    <a:pt x="124346" y="328650"/>
                  </a:lnTo>
                  <a:lnTo>
                    <a:pt x="129536" y="329936"/>
                  </a:lnTo>
                  <a:lnTo>
                    <a:pt x="134764" y="331056"/>
                  </a:lnTo>
                  <a:lnTo>
                    <a:pt x="140025" y="332009"/>
                  </a:lnTo>
                  <a:lnTo>
                    <a:pt x="145314" y="332792"/>
                  </a:lnTo>
                  <a:lnTo>
                    <a:pt x="150625" y="333407"/>
                  </a:lnTo>
                  <a:lnTo>
                    <a:pt x="167167" y="167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11930" y="2126963"/>
              <a:ext cx="183692" cy="334333"/>
            </a:xfrm>
            <a:custGeom>
              <a:avLst/>
              <a:pathLst>
                <a:path w="183692" h="334333">
                  <a:moveTo>
                    <a:pt x="0" y="333514"/>
                  </a:moveTo>
                  <a:lnTo>
                    <a:pt x="5292" y="333955"/>
                  </a:lnTo>
                  <a:lnTo>
                    <a:pt x="10596" y="334229"/>
                  </a:lnTo>
                  <a:lnTo>
                    <a:pt x="15906" y="334333"/>
                  </a:lnTo>
                  <a:lnTo>
                    <a:pt x="21217" y="334269"/>
                  </a:lnTo>
                  <a:lnTo>
                    <a:pt x="26522" y="334036"/>
                  </a:lnTo>
                  <a:lnTo>
                    <a:pt x="31818" y="333635"/>
                  </a:lnTo>
                  <a:lnTo>
                    <a:pt x="37099" y="333066"/>
                  </a:lnTo>
                  <a:lnTo>
                    <a:pt x="42358" y="332329"/>
                  </a:lnTo>
                  <a:lnTo>
                    <a:pt x="47592" y="331425"/>
                  </a:lnTo>
                  <a:lnTo>
                    <a:pt x="52794" y="330356"/>
                  </a:lnTo>
                  <a:lnTo>
                    <a:pt x="57960" y="329122"/>
                  </a:lnTo>
                  <a:lnTo>
                    <a:pt x="63083" y="327725"/>
                  </a:lnTo>
                  <a:lnTo>
                    <a:pt x="68160" y="326165"/>
                  </a:lnTo>
                  <a:lnTo>
                    <a:pt x="73185" y="324445"/>
                  </a:lnTo>
                  <a:lnTo>
                    <a:pt x="78152" y="322566"/>
                  </a:lnTo>
                  <a:lnTo>
                    <a:pt x="83058" y="320531"/>
                  </a:lnTo>
                  <a:lnTo>
                    <a:pt x="87896" y="318341"/>
                  </a:lnTo>
                  <a:lnTo>
                    <a:pt x="92662" y="315998"/>
                  </a:lnTo>
                  <a:lnTo>
                    <a:pt x="97352" y="313504"/>
                  </a:lnTo>
                  <a:lnTo>
                    <a:pt x="101959" y="310863"/>
                  </a:lnTo>
                  <a:lnTo>
                    <a:pt x="106481" y="308078"/>
                  </a:lnTo>
                  <a:lnTo>
                    <a:pt x="110912" y="305149"/>
                  </a:lnTo>
                  <a:lnTo>
                    <a:pt x="115247" y="302082"/>
                  </a:lnTo>
                  <a:lnTo>
                    <a:pt x="119483" y="298878"/>
                  </a:lnTo>
                  <a:lnTo>
                    <a:pt x="123615" y="295542"/>
                  </a:lnTo>
                  <a:lnTo>
                    <a:pt x="127639" y="292076"/>
                  </a:lnTo>
                  <a:lnTo>
                    <a:pt x="131551" y="288483"/>
                  </a:lnTo>
                  <a:lnTo>
                    <a:pt x="135347" y="284769"/>
                  </a:lnTo>
                  <a:lnTo>
                    <a:pt x="139023" y="280935"/>
                  </a:lnTo>
                  <a:lnTo>
                    <a:pt x="142575" y="276987"/>
                  </a:lnTo>
                  <a:lnTo>
                    <a:pt x="146000" y="272928"/>
                  </a:lnTo>
                  <a:lnTo>
                    <a:pt x="149294" y="268762"/>
                  </a:lnTo>
                  <a:lnTo>
                    <a:pt x="152455" y="264494"/>
                  </a:lnTo>
                  <a:lnTo>
                    <a:pt x="155478" y="260127"/>
                  </a:lnTo>
                  <a:lnTo>
                    <a:pt x="158361" y="255667"/>
                  </a:lnTo>
                  <a:lnTo>
                    <a:pt x="161100" y="251117"/>
                  </a:lnTo>
                  <a:lnTo>
                    <a:pt x="163694" y="246483"/>
                  </a:lnTo>
                  <a:lnTo>
                    <a:pt x="166139" y="241768"/>
                  </a:lnTo>
                  <a:lnTo>
                    <a:pt x="168434" y="236978"/>
                  </a:lnTo>
                  <a:lnTo>
                    <a:pt x="170575" y="232118"/>
                  </a:lnTo>
                  <a:lnTo>
                    <a:pt x="172560" y="227192"/>
                  </a:lnTo>
                  <a:lnTo>
                    <a:pt x="174388" y="222206"/>
                  </a:lnTo>
                  <a:lnTo>
                    <a:pt x="176057" y="217164"/>
                  </a:lnTo>
                  <a:lnTo>
                    <a:pt x="177565" y="212071"/>
                  </a:lnTo>
                  <a:lnTo>
                    <a:pt x="178910" y="206934"/>
                  </a:lnTo>
                  <a:lnTo>
                    <a:pt x="180091" y="201756"/>
                  </a:lnTo>
                  <a:lnTo>
                    <a:pt x="181107" y="196543"/>
                  </a:lnTo>
                  <a:lnTo>
                    <a:pt x="181958" y="191300"/>
                  </a:lnTo>
                  <a:lnTo>
                    <a:pt x="182641" y="186033"/>
                  </a:lnTo>
                  <a:lnTo>
                    <a:pt x="183156" y="180748"/>
                  </a:lnTo>
                  <a:lnTo>
                    <a:pt x="183504" y="175448"/>
                  </a:lnTo>
                  <a:lnTo>
                    <a:pt x="183682" y="170140"/>
                  </a:lnTo>
                  <a:lnTo>
                    <a:pt x="183692" y="164829"/>
                  </a:lnTo>
                  <a:lnTo>
                    <a:pt x="183534" y="159521"/>
                  </a:lnTo>
                  <a:lnTo>
                    <a:pt x="183207" y="154220"/>
                  </a:lnTo>
                  <a:lnTo>
                    <a:pt x="182711" y="148932"/>
                  </a:lnTo>
                  <a:lnTo>
                    <a:pt x="182048" y="143662"/>
                  </a:lnTo>
                  <a:lnTo>
                    <a:pt x="181218" y="138417"/>
                  </a:lnTo>
                  <a:lnTo>
                    <a:pt x="180222" y="133200"/>
                  </a:lnTo>
                  <a:lnTo>
                    <a:pt x="179060" y="128018"/>
                  </a:lnTo>
                  <a:lnTo>
                    <a:pt x="177734" y="122875"/>
                  </a:lnTo>
                  <a:lnTo>
                    <a:pt x="176246" y="117777"/>
                  </a:lnTo>
                  <a:lnTo>
                    <a:pt x="174596" y="112728"/>
                  </a:lnTo>
                  <a:lnTo>
                    <a:pt x="172787" y="107735"/>
                  </a:lnTo>
                  <a:lnTo>
                    <a:pt x="170821" y="102802"/>
                  </a:lnTo>
                  <a:lnTo>
                    <a:pt x="168698" y="97933"/>
                  </a:lnTo>
                  <a:lnTo>
                    <a:pt x="166422" y="93135"/>
                  </a:lnTo>
                  <a:lnTo>
                    <a:pt x="163995" y="88411"/>
                  </a:lnTo>
                  <a:lnTo>
                    <a:pt x="161418" y="83767"/>
                  </a:lnTo>
                  <a:lnTo>
                    <a:pt x="158696" y="79207"/>
                  </a:lnTo>
                  <a:lnTo>
                    <a:pt x="155830" y="74735"/>
                  </a:lnTo>
                  <a:lnTo>
                    <a:pt x="152823" y="70357"/>
                  </a:lnTo>
                  <a:lnTo>
                    <a:pt x="149679" y="66077"/>
                  </a:lnTo>
                  <a:lnTo>
                    <a:pt x="146401" y="61899"/>
                  </a:lnTo>
                  <a:lnTo>
                    <a:pt x="142991" y="57827"/>
                  </a:lnTo>
                  <a:lnTo>
                    <a:pt x="139454" y="53865"/>
                  </a:lnTo>
                  <a:lnTo>
                    <a:pt x="135793" y="50018"/>
                  </a:lnTo>
                  <a:lnTo>
                    <a:pt x="132011" y="46289"/>
                  </a:lnTo>
                  <a:lnTo>
                    <a:pt x="128113" y="42681"/>
                  </a:lnTo>
                  <a:lnTo>
                    <a:pt x="124103" y="39200"/>
                  </a:lnTo>
                  <a:lnTo>
                    <a:pt x="119983" y="35848"/>
                  </a:lnTo>
                  <a:lnTo>
                    <a:pt x="115760" y="32628"/>
                  </a:lnTo>
                  <a:lnTo>
                    <a:pt x="111436" y="29544"/>
                  </a:lnTo>
                  <a:lnTo>
                    <a:pt x="107016" y="26599"/>
                  </a:lnTo>
                  <a:lnTo>
                    <a:pt x="102505" y="23796"/>
                  </a:lnTo>
                  <a:lnTo>
                    <a:pt x="97907" y="21138"/>
                  </a:lnTo>
                  <a:lnTo>
                    <a:pt x="93227" y="18627"/>
                  </a:lnTo>
                  <a:lnTo>
                    <a:pt x="88470" y="16266"/>
                  </a:lnTo>
                  <a:lnTo>
                    <a:pt x="83640" y="14057"/>
                  </a:lnTo>
                  <a:lnTo>
                    <a:pt x="78743" y="12003"/>
                  </a:lnTo>
                  <a:lnTo>
                    <a:pt x="73782" y="10105"/>
                  </a:lnTo>
                  <a:lnTo>
                    <a:pt x="68764" y="8366"/>
                  </a:lnTo>
                  <a:lnTo>
                    <a:pt x="63693" y="6787"/>
                  </a:lnTo>
                  <a:lnTo>
                    <a:pt x="58575" y="5370"/>
                  </a:lnTo>
                  <a:lnTo>
                    <a:pt x="53414" y="4117"/>
                  </a:lnTo>
                  <a:lnTo>
                    <a:pt x="48216" y="3028"/>
                  </a:lnTo>
                  <a:lnTo>
                    <a:pt x="42986" y="2104"/>
                  </a:lnTo>
                  <a:lnTo>
                    <a:pt x="37729" y="1348"/>
                  </a:lnTo>
                  <a:lnTo>
                    <a:pt x="32451" y="758"/>
                  </a:lnTo>
                  <a:lnTo>
                    <a:pt x="27157" y="337"/>
                  </a:lnTo>
                  <a:lnTo>
                    <a:pt x="21852" y="84"/>
                  </a:lnTo>
                  <a:lnTo>
                    <a:pt x="16541" y="0"/>
                  </a:lnTo>
                  <a:lnTo>
                    <a:pt x="165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0722" y="1681503"/>
              <a:ext cx="12512" cy="167167"/>
            </a:xfrm>
            <a:custGeom>
              <a:avLst/>
              <a:pathLst>
                <a:path w="12512" h="167167">
                  <a:moveTo>
                    <a:pt x="12512" y="0"/>
                  </a:moveTo>
                  <a:lnTo>
                    <a:pt x="0" y="468"/>
                  </a:lnTo>
                  <a:lnTo>
                    <a:pt x="1251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722" y="1681972"/>
              <a:ext cx="12512" cy="166698"/>
            </a:xfrm>
            <a:custGeom>
              <a:avLst/>
              <a:pathLst>
                <a:path w="12512" h="166698">
                  <a:moveTo>
                    <a:pt x="0" y="0"/>
                  </a:moveTo>
                  <a:lnTo>
                    <a:pt x="12512" y="1666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256078" y="1681972"/>
              <a:ext cx="334321" cy="333865"/>
            </a:xfrm>
            <a:custGeom>
              <a:avLst/>
              <a:pathLst>
                <a:path w="334321" h="333865">
                  <a:moveTo>
                    <a:pt x="154644" y="0"/>
                  </a:moveTo>
                  <a:lnTo>
                    <a:pt x="149386" y="478"/>
                  </a:lnTo>
                  <a:lnTo>
                    <a:pt x="144145" y="1122"/>
                  </a:lnTo>
                  <a:lnTo>
                    <a:pt x="138927" y="1931"/>
                  </a:lnTo>
                  <a:lnTo>
                    <a:pt x="133737" y="2905"/>
                  </a:lnTo>
                  <a:lnTo>
                    <a:pt x="128581" y="4042"/>
                  </a:lnTo>
                  <a:lnTo>
                    <a:pt x="123463" y="5342"/>
                  </a:lnTo>
                  <a:lnTo>
                    <a:pt x="118389" y="6802"/>
                  </a:lnTo>
                  <a:lnTo>
                    <a:pt x="113364" y="8422"/>
                  </a:lnTo>
                  <a:lnTo>
                    <a:pt x="108392" y="10200"/>
                  </a:lnTo>
                  <a:lnTo>
                    <a:pt x="103479" y="12134"/>
                  </a:lnTo>
                  <a:lnTo>
                    <a:pt x="98629" y="14222"/>
                  </a:lnTo>
                  <a:lnTo>
                    <a:pt x="93847" y="16462"/>
                  </a:lnTo>
                  <a:lnTo>
                    <a:pt x="89139" y="18853"/>
                  </a:lnTo>
                  <a:lnTo>
                    <a:pt x="84509" y="21390"/>
                  </a:lnTo>
                  <a:lnTo>
                    <a:pt x="79961" y="24073"/>
                  </a:lnTo>
                  <a:lnTo>
                    <a:pt x="75500" y="26898"/>
                  </a:lnTo>
                  <a:lnTo>
                    <a:pt x="71131" y="29862"/>
                  </a:lnTo>
                  <a:lnTo>
                    <a:pt x="66857" y="32963"/>
                  </a:lnTo>
                  <a:lnTo>
                    <a:pt x="62683" y="36198"/>
                  </a:lnTo>
                  <a:lnTo>
                    <a:pt x="58614" y="39562"/>
                  </a:lnTo>
                  <a:lnTo>
                    <a:pt x="54653" y="43054"/>
                  </a:lnTo>
                  <a:lnTo>
                    <a:pt x="50804" y="46668"/>
                  </a:lnTo>
                  <a:lnTo>
                    <a:pt x="47071" y="50403"/>
                  </a:lnTo>
                  <a:lnTo>
                    <a:pt x="43458" y="54254"/>
                  </a:lnTo>
                  <a:lnTo>
                    <a:pt x="39969" y="58216"/>
                  </a:lnTo>
                  <a:lnTo>
                    <a:pt x="36606" y="62287"/>
                  </a:lnTo>
                  <a:lnTo>
                    <a:pt x="33374" y="66462"/>
                  </a:lnTo>
                  <a:lnTo>
                    <a:pt x="30275" y="70738"/>
                  </a:lnTo>
                  <a:lnTo>
                    <a:pt x="27313" y="75108"/>
                  </a:lnTo>
                  <a:lnTo>
                    <a:pt x="24490" y="79571"/>
                  </a:lnTo>
                  <a:lnTo>
                    <a:pt x="21809" y="84120"/>
                  </a:lnTo>
                  <a:lnTo>
                    <a:pt x="19274" y="88751"/>
                  </a:lnTo>
                  <a:lnTo>
                    <a:pt x="16886" y="93461"/>
                  </a:lnTo>
                  <a:lnTo>
                    <a:pt x="14648" y="98243"/>
                  </a:lnTo>
                  <a:lnTo>
                    <a:pt x="12562" y="103094"/>
                  </a:lnTo>
                  <a:lnTo>
                    <a:pt x="10630" y="108008"/>
                  </a:lnTo>
                  <a:lnTo>
                    <a:pt x="8855" y="112981"/>
                  </a:lnTo>
                  <a:lnTo>
                    <a:pt x="7237" y="118007"/>
                  </a:lnTo>
                  <a:lnTo>
                    <a:pt x="5779" y="123082"/>
                  </a:lnTo>
                  <a:lnTo>
                    <a:pt x="4482" y="128200"/>
                  </a:lnTo>
                  <a:lnTo>
                    <a:pt x="3347" y="133357"/>
                  </a:lnTo>
                  <a:lnTo>
                    <a:pt x="2376" y="138547"/>
                  </a:lnTo>
                  <a:lnTo>
                    <a:pt x="1569" y="143765"/>
                  </a:lnTo>
                  <a:lnTo>
                    <a:pt x="928" y="149006"/>
                  </a:lnTo>
                  <a:lnTo>
                    <a:pt x="452" y="154265"/>
                  </a:lnTo>
                  <a:lnTo>
                    <a:pt x="142" y="159536"/>
                  </a:lnTo>
                  <a:lnTo>
                    <a:pt x="0" y="164814"/>
                  </a:lnTo>
                  <a:lnTo>
                    <a:pt x="23" y="170095"/>
                  </a:lnTo>
                  <a:lnTo>
                    <a:pt x="214" y="175371"/>
                  </a:lnTo>
                  <a:lnTo>
                    <a:pt x="571" y="180639"/>
                  </a:lnTo>
                  <a:lnTo>
                    <a:pt x="1095" y="185893"/>
                  </a:lnTo>
                  <a:lnTo>
                    <a:pt x="1784" y="191128"/>
                  </a:lnTo>
                  <a:lnTo>
                    <a:pt x="2638" y="196339"/>
                  </a:lnTo>
                  <a:lnTo>
                    <a:pt x="3656" y="201520"/>
                  </a:lnTo>
                  <a:lnTo>
                    <a:pt x="4837" y="206667"/>
                  </a:lnTo>
                  <a:lnTo>
                    <a:pt x="6181" y="211773"/>
                  </a:lnTo>
                  <a:lnTo>
                    <a:pt x="7684" y="216834"/>
                  </a:lnTo>
                  <a:lnTo>
                    <a:pt x="9347" y="221846"/>
                  </a:lnTo>
                  <a:lnTo>
                    <a:pt x="11168" y="226802"/>
                  </a:lnTo>
                  <a:lnTo>
                    <a:pt x="13144" y="231699"/>
                  </a:lnTo>
                  <a:lnTo>
                    <a:pt x="15274" y="236530"/>
                  </a:lnTo>
                  <a:lnTo>
                    <a:pt x="17555" y="241292"/>
                  </a:lnTo>
                  <a:lnTo>
                    <a:pt x="19985" y="245980"/>
                  </a:lnTo>
                  <a:lnTo>
                    <a:pt x="22563" y="250588"/>
                  </a:lnTo>
                  <a:lnTo>
                    <a:pt x="25284" y="255113"/>
                  </a:lnTo>
                  <a:lnTo>
                    <a:pt x="28147" y="259550"/>
                  </a:lnTo>
                  <a:lnTo>
                    <a:pt x="31149" y="263894"/>
                  </a:lnTo>
                  <a:lnTo>
                    <a:pt x="34287" y="268140"/>
                  </a:lnTo>
                  <a:lnTo>
                    <a:pt x="37557" y="272286"/>
                  </a:lnTo>
                  <a:lnTo>
                    <a:pt x="40956" y="276327"/>
                  </a:lnTo>
                  <a:lnTo>
                    <a:pt x="44481" y="280258"/>
                  </a:lnTo>
                  <a:lnTo>
                    <a:pt x="48129" y="284075"/>
                  </a:lnTo>
                  <a:lnTo>
                    <a:pt x="51895" y="287776"/>
                  </a:lnTo>
                  <a:lnTo>
                    <a:pt x="55777" y="291356"/>
                  </a:lnTo>
                  <a:lnTo>
                    <a:pt x="59769" y="294811"/>
                  </a:lnTo>
                  <a:lnTo>
                    <a:pt x="63869" y="298139"/>
                  </a:lnTo>
                  <a:lnTo>
                    <a:pt x="68072" y="301335"/>
                  </a:lnTo>
                  <a:lnTo>
                    <a:pt x="72373" y="304397"/>
                  </a:lnTo>
                  <a:lnTo>
                    <a:pt x="76769" y="307322"/>
                  </a:lnTo>
                  <a:lnTo>
                    <a:pt x="81256" y="310107"/>
                  </a:lnTo>
                  <a:lnTo>
                    <a:pt x="85828" y="312748"/>
                  </a:lnTo>
                  <a:lnTo>
                    <a:pt x="90481" y="315244"/>
                  </a:lnTo>
                  <a:lnTo>
                    <a:pt x="95210" y="317591"/>
                  </a:lnTo>
                  <a:lnTo>
                    <a:pt x="100012" y="319788"/>
                  </a:lnTo>
                  <a:lnTo>
                    <a:pt x="104880" y="321832"/>
                  </a:lnTo>
                  <a:lnTo>
                    <a:pt x="109811" y="323722"/>
                  </a:lnTo>
                  <a:lnTo>
                    <a:pt x="114798" y="325454"/>
                  </a:lnTo>
                  <a:lnTo>
                    <a:pt x="119838" y="327029"/>
                  </a:lnTo>
                  <a:lnTo>
                    <a:pt x="124926" y="328443"/>
                  </a:lnTo>
                  <a:lnTo>
                    <a:pt x="130055" y="329696"/>
                  </a:lnTo>
                  <a:lnTo>
                    <a:pt x="135221" y="330787"/>
                  </a:lnTo>
                  <a:lnTo>
                    <a:pt x="140419" y="331713"/>
                  </a:lnTo>
                  <a:lnTo>
                    <a:pt x="145644" y="332476"/>
                  </a:lnTo>
                  <a:lnTo>
                    <a:pt x="150891" y="333072"/>
                  </a:lnTo>
                  <a:lnTo>
                    <a:pt x="156153" y="333503"/>
                  </a:lnTo>
                  <a:lnTo>
                    <a:pt x="161427" y="333767"/>
                  </a:lnTo>
                  <a:lnTo>
                    <a:pt x="166706" y="333865"/>
                  </a:lnTo>
                  <a:lnTo>
                    <a:pt x="171986" y="333796"/>
                  </a:lnTo>
                  <a:lnTo>
                    <a:pt x="177261" y="333560"/>
                  </a:lnTo>
                  <a:lnTo>
                    <a:pt x="182526" y="333157"/>
                  </a:lnTo>
                  <a:lnTo>
                    <a:pt x="187775" y="332589"/>
                  </a:lnTo>
                  <a:lnTo>
                    <a:pt x="193004" y="331855"/>
                  </a:lnTo>
                  <a:lnTo>
                    <a:pt x="198207" y="330956"/>
                  </a:lnTo>
                  <a:lnTo>
                    <a:pt x="203379" y="329894"/>
                  </a:lnTo>
                  <a:lnTo>
                    <a:pt x="208515" y="328668"/>
                  </a:lnTo>
                  <a:lnTo>
                    <a:pt x="213610" y="327281"/>
                  </a:lnTo>
                  <a:lnTo>
                    <a:pt x="218658" y="325734"/>
                  </a:lnTo>
                  <a:lnTo>
                    <a:pt x="223655" y="324028"/>
                  </a:lnTo>
                  <a:lnTo>
                    <a:pt x="228596" y="322165"/>
                  </a:lnTo>
                  <a:lnTo>
                    <a:pt x="233475" y="320147"/>
                  </a:lnTo>
                  <a:lnTo>
                    <a:pt x="238289" y="317976"/>
                  </a:lnTo>
                  <a:lnTo>
                    <a:pt x="243031" y="315654"/>
                  </a:lnTo>
                  <a:lnTo>
                    <a:pt x="247697" y="313184"/>
                  </a:lnTo>
                  <a:lnTo>
                    <a:pt x="252283" y="310567"/>
                  </a:lnTo>
                  <a:lnTo>
                    <a:pt x="256785" y="307807"/>
                  </a:lnTo>
                  <a:lnTo>
                    <a:pt x="261197" y="304906"/>
                  </a:lnTo>
                  <a:lnTo>
                    <a:pt x="265514" y="301867"/>
                  </a:lnTo>
                  <a:lnTo>
                    <a:pt x="269734" y="298693"/>
                  </a:lnTo>
                  <a:lnTo>
                    <a:pt x="273852" y="295388"/>
                  </a:lnTo>
                  <a:lnTo>
                    <a:pt x="277863" y="291954"/>
                  </a:lnTo>
                  <a:lnTo>
                    <a:pt x="281764" y="288395"/>
                  </a:lnTo>
                  <a:lnTo>
                    <a:pt x="285550" y="284715"/>
                  </a:lnTo>
                  <a:lnTo>
                    <a:pt x="289218" y="280917"/>
                  </a:lnTo>
                  <a:lnTo>
                    <a:pt x="292764" y="277005"/>
                  </a:lnTo>
                  <a:lnTo>
                    <a:pt x="296185" y="272983"/>
                  </a:lnTo>
                  <a:lnTo>
                    <a:pt x="299478" y="268855"/>
                  </a:lnTo>
                  <a:lnTo>
                    <a:pt x="302638" y="264625"/>
                  </a:lnTo>
                  <a:lnTo>
                    <a:pt x="305663" y="260297"/>
                  </a:lnTo>
                  <a:lnTo>
                    <a:pt x="308550" y="255876"/>
                  </a:lnTo>
                  <a:lnTo>
                    <a:pt x="311296" y="251366"/>
                  </a:lnTo>
                  <a:lnTo>
                    <a:pt x="313898" y="246772"/>
                  </a:lnTo>
                  <a:lnTo>
                    <a:pt x="316354" y="242097"/>
                  </a:lnTo>
                  <a:lnTo>
                    <a:pt x="318661" y="237348"/>
                  </a:lnTo>
                  <a:lnTo>
                    <a:pt x="320816" y="232527"/>
                  </a:lnTo>
                  <a:lnTo>
                    <a:pt x="322819" y="227642"/>
                  </a:lnTo>
                  <a:lnTo>
                    <a:pt x="324666" y="222695"/>
                  </a:lnTo>
                  <a:lnTo>
                    <a:pt x="326356" y="217693"/>
                  </a:lnTo>
                  <a:lnTo>
                    <a:pt x="327887" y="212639"/>
                  </a:lnTo>
                  <a:lnTo>
                    <a:pt x="329258" y="207540"/>
                  </a:lnTo>
                  <a:lnTo>
                    <a:pt x="330467" y="202400"/>
                  </a:lnTo>
                  <a:lnTo>
                    <a:pt x="331513" y="197225"/>
                  </a:lnTo>
                  <a:lnTo>
                    <a:pt x="332395" y="192019"/>
                  </a:lnTo>
                  <a:lnTo>
                    <a:pt x="333112" y="186788"/>
                  </a:lnTo>
                  <a:lnTo>
                    <a:pt x="333664" y="181536"/>
                  </a:lnTo>
                  <a:lnTo>
                    <a:pt x="334049" y="176270"/>
                  </a:lnTo>
                  <a:lnTo>
                    <a:pt x="334269" y="170995"/>
                  </a:lnTo>
                  <a:lnTo>
                    <a:pt x="334321" y="165715"/>
                  </a:lnTo>
                  <a:lnTo>
                    <a:pt x="334206" y="160436"/>
                  </a:lnTo>
                  <a:lnTo>
                    <a:pt x="333925" y="155163"/>
                  </a:lnTo>
                  <a:lnTo>
                    <a:pt x="333478" y="149902"/>
                  </a:lnTo>
                  <a:lnTo>
                    <a:pt x="332864" y="144658"/>
                  </a:lnTo>
                  <a:lnTo>
                    <a:pt x="332086" y="139435"/>
                  </a:lnTo>
                  <a:lnTo>
                    <a:pt x="331142" y="134240"/>
                  </a:lnTo>
                  <a:lnTo>
                    <a:pt x="330035" y="129077"/>
                  </a:lnTo>
                  <a:lnTo>
                    <a:pt x="328766" y="123952"/>
                  </a:lnTo>
                  <a:lnTo>
                    <a:pt x="327335" y="118869"/>
                  </a:lnTo>
                  <a:lnTo>
                    <a:pt x="325745" y="113834"/>
                  </a:lnTo>
                  <a:lnTo>
                    <a:pt x="323996" y="108852"/>
                  </a:lnTo>
                  <a:lnTo>
                    <a:pt x="322091" y="103927"/>
                  </a:lnTo>
                  <a:lnTo>
                    <a:pt x="320031" y="99066"/>
                  </a:lnTo>
                  <a:lnTo>
                    <a:pt x="317819" y="94271"/>
                  </a:lnTo>
                  <a:lnTo>
                    <a:pt x="315457" y="89549"/>
                  </a:lnTo>
                  <a:lnTo>
                    <a:pt x="312946" y="84904"/>
                  </a:lnTo>
                  <a:lnTo>
                    <a:pt x="310290" y="80340"/>
                  </a:lnTo>
                  <a:lnTo>
                    <a:pt x="307491" y="75863"/>
                  </a:lnTo>
                  <a:lnTo>
                    <a:pt x="304553" y="71476"/>
                  </a:lnTo>
                  <a:lnTo>
                    <a:pt x="301477" y="67184"/>
                  </a:lnTo>
                  <a:lnTo>
                    <a:pt x="298267" y="62992"/>
                  </a:lnTo>
                  <a:lnTo>
                    <a:pt x="294926" y="58903"/>
                  </a:lnTo>
                  <a:lnTo>
                    <a:pt x="291458" y="54921"/>
                  </a:lnTo>
                  <a:lnTo>
                    <a:pt x="287866" y="51051"/>
                  </a:lnTo>
                  <a:lnTo>
                    <a:pt x="284153" y="47297"/>
                  </a:lnTo>
                  <a:lnTo>
                    <a:pt x="280324" y="43661"/>
                  </a:lnTo>
                  <a:lnTo>
                    <a:pt x="276382" y="40149"/>
                  </a:lnTo>
                  <a:lnTo>
                    <a:pt x="272331" y="36762"/>
                  </a:lnTo>
                  <a:lnTo>
                    <a:pt x="268175" y="33505"/>
                  </a:lnTo>
                  <a:lnTo>
                    <a:pt x="263918" y="30381"/>
                  </a:lnTo>
                  <a:lnTo>
                    <a:pt x="259564" y="27394"/>
                  </a:lnTo>
                  <a:lnTo>
                    <a:pt x="255119" y="24545"/>
                  </a:lnTo>
                  <a:lnTo>
                    <a:pt x="250585" y="21837"/>
                  </a:lnTo>
                  <a:lnTo>
                    <a:pt x="245969" y="19275"/>
                  </a:lnTo>
                  <a:lnTo>
                    <a:pt x="241273" y="16859"/>
                  </a:lnTo>
                  <a:lnTo>
                    <a:pt x="236504" y="14593"/>
                  </a:lnTo>
                  <a:lnTo>
                    <a:pt x="231666" y="12479"/>
                  </a:lnTo>
                  <a:lnTo>
                    <a:pt x="226763" y="10519"/>
                  </a:lnTo>
                  <a:lnTo>
                    <a:pt x="221801" y="8714"/>
                  </a:lnTo>
                  <a:lnTo>
                    <a:pt x="216784" y="7067"/>
                  </a:lnTo>
                  <a:lnTo>
                    <a:pt x="211718" y="5579"/>
                  </a:lnTo>
                  <a:lnTo>
                    <a:pt x="206607" y="4252"/>
                  </a:lnTo>
                  <a:lnTo>
                    <a:pt x="201457" y="3087"/>
                  </a:lnTo>
                  <a:lnTo>
                    <a:pt x="167156" y="1666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23235" y="1681503"/>
              <a:ext cx="34300" cy="167167"/>
            </a:xfrm>
            <a:custGeom>
              <a:avLst/>
              <a:pathLst>
                <a:path w="34300" h="167167">
                  <a:moveTo>
                    <a:pt x="34300" y="3556"/>
                  </a:moveTo>
                  <a:lnTo>
                    <a:pt x="27511" y="2279"/>
                  </a:lnTo>
                  <a:lnTo>
                    <a:pt x="20674" y="1283"/>
                  </a:lnTo>
                  <a:lnTo>
                    <a:pt x="13802" y="570"/>
                  </a:lnTo>
                  <a:lnTo>
                    <a:pt x="6907" y="1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853871" y="1322571"/>
              <a:ext cx="167167" cy="325662"/>
            </a:xfrm>
            <a:custGeom>
              <a:avLst/>
              <a:pathLst>
                <a:path w="167167" h="325662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1" y="770"/>
                  </a:lnTo>
                  <a:lnTo>
                    <a:pt x="145812" y="1369"/>
                  </a:lnTo>
                  <a:lnTo>
                    <a:pt x="140514" y="2138"/>
                  </a:lnTo>
                  <a:lnTo>
                    <a:pt x="135244" y="3076"/>
                  </a:lnTo>
                  <a:lnTo>
                    <a:pt x="130007" y="4182"/>
                  </a:lnTo>
                  <a:lnTo>
                    <a:pt x="124807" y="5455"/>
                  </a:lnTo>
                  <a:lnTo>
                    <a:pt x="119651" y="6895"/>
                  </a:lnTo>
                  <a:lnTo>
                    <a:pt x="114544" y="8498"/>
                  </a:lnTo>
                  <a:lnTo>
                    <a:pt x="109491" y="10264"/>
                  </a:lnTo>
                  <a:lnTo>
                    <a:pt x="104497" y="12191"/>
                  </a:lnTo>
                  <a:lnTo>
                    <a:pt x="99567" y="14278"/>
                  </a:lnTo>
                  <a:lnTo>
                    <a:pt x="94706" y="16520"/>
                  </a:lnTo>
                  <a:lnTo>
                    <a:pt x="89920" y="18918"/>
                  </a:lnTo>
                  <a:lnTo>
                    <a:pt x="85213" y="21467"/>
                  </a:lnTo>
                  <a:lnTo>
                    <a:pt x="80590" y="24166"/>
                  </a:lnTo>
                  <a:lnTo>
                    <a:pt x="76055" y="27011"/>
                  </a:lnTo>
                  <a:lnTo>
                    <a:pt x="71615" y="30000"/>
                  </a:lnTo>
                  <a:lnTo>
                    <a:pt x="67272" y="33130"/>
                  </a:lnTo>
                  <a:lnTo>
                    <a:pt x="63031" y="36397"/>
                  </a:lnTo>
                  <a:lnTo>
                    <a:pt x="58898" y="39798"/>
                  </a:lnTo>
                  <a:lnTo>
                    <a:pt x="54875" y="43330"/>
                  </a:lnTo>
                  <a:lnTo>
                    <a:pt x="50968" y="46989"/>
                  </a:lnTo>
                  <a:lnTo>
                    <a:pt x="47179" y="50771"/>
                  </a:lnTo>
                  <a:lnTo>
                    <a:pt x="43514" y="54673"/>
                  </a:lnTo>
                  <a:lnTo>
                    <a:pt x="39976" y="58689"/>
                  </a:lnTo>
                  <a:lnTo>
                    <a:pt x="36568" y="62817"/>
                  </a:lnTo>
                  <a:lnTo>
                    <a:pt x="33294" y="67052"/>
                  </a:lnTo>
                  <a:lnTo>
                    <a:pt x="30157" y="71390"/>
                  </a:lnTo>
                  <a:lnTo>
                    <a:pt x="27160" y="75826"/>
                  </a:lnTo>
                  <a:lnTo>
                    <a:pt x="24308" y="80356"/>
                  </a:lnTo>
                  <a:lnTo>
                    <a:pt x="21601" y="84974"/>
                  </a:lnTo>
                  <a:lnTo>
                    <a:pt x="19044" y="89677"/>
                  </a:lnTo>
                  <a:lnTo>
                    <a:pt x="16639" y="94459"/>
                  </a:lnTo>
                  <a:lnTo>
                    <a:pt x="14388" y="99316"/>
                  </a:lnTo>
                  <a:lnTo>
                    <a:pt x="12294" y="104243"/>
                  </a:lnTo>
                  <a:lnTo>
                    <a:pt x="10359" y="109234"/>
                  </a:lnTo>
                  <a:lnTo>
                    <a:pt x="8584" y="114284"/>
                  </a:lnTo>
                  <a:lnTo>
                    <a:pt x="6972" y="119389"/>
                  </a:lnTo>
                  <a:lnTo>
                    <a:pt x="5525" y="124542"/>
                  </a:lnTo>
                  <a:lnTo>
                    <a:pt x="4243" y="129740"/>
                  </a:lnTo>
                  <a:lnTo>
                    <a:pt x="3128" y="134975"/>
                  </a:lnTo>
                  <a:lnTo>
                    <a:pt x="2182" y="140244"/>
                  </a:lnTo>
                  <a:lnTo>
                    <a:pt x="1404" y="145540"/>
                  </a:lnTo>
                  <a:lnTo>
                    <a:pt x="797" y="150859"/>
                  </a:lnTo>
                  <a:lnTo>
                    <a:pt x="360" y="156194"/>
                  </a:lnTo>
                  <a:lnTo>
                    <a:pt x="94" y="161541"/>
                  </a:lnTo>
                  <a:lnTo>
                    <a:pt x="0" y="166893"/>
                  </a:lnTo>
                  <a:lnTo>
                    <a:pt x="76" y="172245"/>
                  </a:lnTo>
                  <a:lnTo>
                    <a:pt x="325" y="177593"/>
                  </a:lnTo>
                  <a:lnTo>
                    <a:pt x="744" y="182929"/>
                  </a:lnTo>
                  <a:lnTo>
                    <a:pt x="1334" y="188250"/>
                  </a:lnTo>
                  <a:lnTo>
                    <a:pt x="2094" y="193549"/>
                  </a:lnTo>
                  <a:lnTo>
                    <a:pt x="3023" y="198820"/>
                  </a:lnTo>
                  <a:lnTo>
                    <a:pt x="4121" y="204060"/>
                  </a:lnTo>
                  <a:lnTo>
                    <a:pt x="5386" y="209261"/>
                  </a:lnTo>
                  <a:lnTo>
                    <a:pt x="6817" y="214420"/>
                  </a:lnTo>
                  <a:lnTo>
                    <a:pt x="8412" y="219529"/>
                  </a:lnTo>
                  <a:lnTo>
                    <a:pt x="10170" y="224586"/>
                  </a:lnTo>
                  <a:lnTo>
                    <a:pt x="12089" y="229583"/>
                  </a:lnTo>
                  <a:lnTo>
                    <a:pt x="14167" y="234516"/>
                  </a:lnTo>
                  <a:lnTo>
                    <a:pt x="16401" y="239381"/>
                  </a:lnTo>
                  <a:lnTo>
                    <a:pt x="18791" y="244171"/>
                  </a:lnTo>
                  <a:lnTo>
                    <a:pt x="21333" y="248882"/>
                  </a:lnTo>
                  <a:lnTo>
                    <a:pt x="24024" y="253509"/>
                  </a:lnTo>
                  <a:lnTo>
                    <a:pt x="26862" y="258048"/>
                  </a:lnTo>
                  <a:lnTo>
                    <a:pt x="29843" y="262494"/>
                  </a:lnTo>
                  <a:lnTo>
                    <a:pt x="32966" y="266842"/>
                  </a:lnTo>
                  <a:lnTo>
                    <a:pt x="36226" y="271088"/>
                  </a:lnTo>
                  <a:lnTo>
                    <a:pt x="39621" y="275227"/>
                  </a:lnTo>
                  <a:lnTo>
                    <a:pt x="43146" y="279255"/>
                  </a:lnTo>
                  <a:lnTo>
                    <a:pt x="46798" y="283169"/>
                  </a:lnTo>
                  <a:lnTo>
                    <a:pt x="50574" y="286963"/>
                  </a:lnTo>
                  <a:lnTo>
                    <a:pt x="54470" y="290635"/>
                  </a:lnTo>
                  <a:lnTo>
                    <a:pt x="58481" y="294180"/>
                  </a:lnTo>
                  <a:lnTo>
                    <a:pt x="62603" y="297595"/>
                  </a:lnTo>
                  <a:lnTo>
                    <a:pt x="66833" y="300876"/>
                  </a:lnTo>
                  <a:lnTo>
                    <a:pt x="71165" y="304020"/>
                  </a:lnTo>
                  <a:lnTo>
                    <a:pt x="75596" y="307023"/>
                  </a:lnTo>
                  <a:lnTo>
                    <a:pt x="80121" y="309884"/>
                  </a:lnTo>
                  <a:lnTo>
                    <a:pt x="84735" y="312597"/>
                  </a:lnTo>
                  <a:lnTo>
                    <a:pt x="89434" y="315162"/>
                  </a:lnTo>
                  <a:lnTo>
                    <a:pt x="94212" y="317575"/>
                  </a:lnTo>
                  <a:lnTo>
                    <a:pt x="99066" y="319834"/>
                  </a:lnTo>
                  <a:lnTo>
                    <a:pt x="103989" y="321936"/>
                  </a:lnTo>
                  <a:lnTo>
                    <a:pt x="108976" y="323880"/>
                  </a:lnTo>
                  <a:lnTo>
                    <a:pt x="114024" y="32566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7896" y="1489739"/>
              <a:ext cx="53142" cy="158495"/>
            </a:xfrm>
            <a:custGeom>
              <a:avLst/>
              <a:pathLst>
                <a:path w="53142" h="158495">
                  <a:moveTo>
                    <a:pt x="0" y="158495"/>
                  </a:moveTo>
                  <a:lnTo>
                    <a:pt x="531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7896" y="1324928"/>
              <a:ext cx="220307" cy="331977"/>
            </a:xfrm>
            <a:custGeom>
              <a:avLst/>
              <a:pathLst>
                <a:path w="220307" h="331977">
                  <a:moveTo>
                    <a:pt x="0" y="323305"/>
                  </a:moveTo>
                  <a:lnTo>
                    <a:pt x="5099" y="324925"/>
                  </a:lnTo>
                  <a:lnTo>
                    <a:pt x="10248" y="326381"/>
                  </a:lnTo>
                  <a:lnTo>
                    <a:pt x="15441" y="327671"/>
                  </a:lnTo>
                  <a:lnTo>
                    <a:pt x="20673" y="328794"/>
                  </a:lnTo>
                  <a:lnTo>
                    <a:pt x="25937" y="329749"/>
                  </a:lnTo>
                  <a:lnTo>
                    <a:pt x="31230" y="330535"/>
                  </a:lnTo>
                  <a:lnTo>
                    <a:pt x="36545" y="331152"/>
                  </a:lnTo>
                  <a:lnTo>
                    <a:pt x="41877" y="331598"/>
                  </a:lnTo>
                  <a:lnTo>
                    <a:pt x="47221" y="331873"/>
                  </a:lnTo>
                  <a:lnTo>
                    <a:pt x="52571" y="331977"/>
                  </a:lnTo>
                  <a:lnTo>
                    <a:pt x="57921" y="331909"/>
                  </a:lnTo>
                  <a:lnTo>
                    <a:pt x="63266" y="331671"/>
                  </a:lnTo>
                  <a:lnTo>
                    <a:pt x="68601" y="331261"/>
                  </a:lnTo>
                  <a:lnTo>
                    <a:pt x="73921" y="330681"/>
                  </a:lnTo>
                  <a:lnTo>
                    <a:pt x="79219" y="329931"/>
                  </a:lnTo>
                  <a:lnTo>
                    <a:pt x="84490" y="329012"/>
                  </a:lnTo>
                  <a:lnTo>
                    <a:pt x="89729" y="327925"/>
                  </a:lnTo>
                  <a:lnTo>
                    <a:pt x="94930" y="326670"/>
                  </a:lnTo>
                  <a:lnTo>
                    <a:pt x="100089" y="325250"/>
                  </a:lnTo>
                  <a:lnTo>
                    <a:pt x="105200" y="323665"/>
                  </a:lnTo>
                  <a:lnTo>
                    <a:pt x="110257" y="321918"/>
                  </a:lnTo>
                  <a:lnTo>
                    <a:pt x="115256" y="320009"/>
                  </a:lnTo>
                  <a:lnTo>
                    <a:pt x="120191" y="317942"/>
                  </a:lnTo>
                  <a:lnTo>
                    <a:pt x="125058" y="315718"/>
                  </a:lnTo>
                  <a:lnTo>
                    <a:pt x="129851" y="313339"/>
                  </a:lnTo>
                  <a:lnTo>
                    <a:pt x="134565" y="310808"/>
                  </a:lnTo>
                  <a:lnTo>
                    <a:pt x="139196" y="308127"/>
                  </a:lnTo>
                  <a:lnTo>
                    <a:pt x="143738" y="305300"/>
                  </a:lnTo>
                  <a:lnTo>
                    <a:pt x="148188" y="302328"/>
                  </a:lnTo>
                  <a:lnTo>
                    <a:pt x="152541" y="299216"/>
                  </a:lnTo>
                  <a:lnTo>
                    <a:pt x="156791" y="295966"/>
                  </a:lnTo>
                  <a:lnTo>
                    <a:pt x="160936" y="292581"/>
                  </a:lnTo>
                  <a:lnTo>
                    <a:pt x="164970" y="289066"/>
                  </a:lnTo>
                  <a:lnTo>
                    <a:pt x="168889" y="285424"/>
                  </a:lnTo>
                  <a:lnTo>
                    <a:pt x="172690" y="281657"/>
                  </a:lnTo>
                  <a:lnTo>
                    <a:pt x="176368" y="277772"/>
                  </a:lnTo>
                  <a:lnTo>
                    <a:pt x="179920" y="273770"/>
                  </a:lnTo>
                  <a:lnTo>
                    <a:pt x="183343" y="269657"/>
                  </a:lnTo>
                  <a:lnTo>
                    <a:pt x="186631" y="265436"/>
                  </a:lnTo>
                  <a:lnTo>
                    <a:pt x="189783" y="261112"/>
                  </a:lnTo>
                  <a:lnTo>
                    <a:pt x="192796" y="256690"/>
                  </a:lnTo>
                  <a:lnTo>
                    <a:pt x="195665" y="252173"/>
                  </a:lnTo>
                  <a:lnTo>
                    <a:pt x="198388" y="247567"/>
                  </a:lnTo>
                  <a:lnTo>
                    <a:pt x="200962" y="242876"/>
                  </a:lnTo>
                  <a:lnTo>
                    <a:pt x="203384" y="238106"/>
                  </a:lnTo>
                  <a:lnTo>
                    <a:pt x="205653" y="233260"/>
                  </a:lnTo>
                  <a:lnTo>
                    <a:pt x="207766" y="228344"/>
                  </a:lnTo>
                  <a:lnTo>
                    <a:pt x="209720" y="223363"/>
                  </a:lnTo>
                  <a:lnTo>
                    <a:pt x="211514" y="218321"/>
                  </a:lnTo>
                  <a:lnTo>
                    <a:pt x="213145" y="213225"/>
                  </a:lnTo>
                  <a:lnTo>
                    <a:pt x="214613" y="208080"/>
                  </a:lnTo>
                  <a:lnTo>
                    <a:pt x="215915" y="202890"/>
                  </a:lnTo>
                  <a:lnTo>
                    <a:pt x="217050" y="197661"/>
                  </a:lnTo>
                  <a:lnTo>
                    <a:pt x="218017" y="192399"/>
                  </a:lnTo>
                  <a:lnTo>
                    <a:pt x="218816" y="187108"/>
                  </a:lnTo>
                  <a:lnTo>
                    <a:pt x="219445" y="181794"/>
                  </a:lnTo>
                  <a:lnTo>
                    <a:pt x="219903" y="176463"/>
                  </a:lnTo>
                  <a:lnTo>
                    <a:pt x="220191" y="171120"/>
                  </a:lnTo>
                  <a:lnTo>
                    <a:pt x="220307" y="165771"/>
                  </a:lnTo>
                  <a:lnTo>
                    <a:pt x="220252" y="160420"/>
                  </a:lnTo>
                  <a:lnTo>
                    <a:pt x="220026" y="155074"/>
                  </a:lnTo>
                  <a:lnTo>
                    <a:pt x="219629" y="149738"/>
                  </a:lnTo>
                  <a:lnTo>
                    <a:pt x="219061" y="144418"/>
                  </a:lnTo>
                  <a:lnTo>
                    <a:pt x="218324" y="139118"/>
                  </a:lnTo>
                  <a:lnTo>
                    <a:pt x="217417" y="133845"/>
                  </a:lnTo>
                  <a:lnTo>
                    <a:pt x="216342" y="128603"/>
                  </a:lnTo>
                  <a:lnTo>
                    <a:pt x="215099" y="123399"/>
                  </a:lnTo>
                  <a:lnTo>
                    <a:pt x="213691" y="118237"/>
                  </a:lnTo>
                  <a:lnTo>
                    <a:pt x="212118" y="113122"/>
                  </a:lnTo>
                  <a:lnTo>
                    <a:pt x="210382" y="108061"/>
                  </a:lnTo>
                  <a:lnTo>
                    <a:pt x="208486" y="103057"/>
                  </a:lnTo>
                  <a:lnTo>
                    <a:pt x="206430" y="98117"/>
                  </a:lnTo>
                  <a:lnTo>
                    <a:pt x="204217" y="93246"/>
                  </a:lnTo>
                  <a:lnTo>
                    <a:pt x="201849" y="88447"/>
                  </a:lnTo>
                  <a:lnTo>
                    <a:pt x="199329" y="83727"/>
                  </a:lnTo>
                  <a:lnTo>
                    <a:pt x="196659" y="79090"/>
                  </a:lnTo>
                  <a:lnTo>
                    <a:pt x="193842" y="74541"/>
                  </a:lnTo>
                  <a:lnTo>
                    <a:pt x="190881" y="70084"/>
                  </a:lnTo>
                  <a:lnTo>
                    <a:pt x="187779" y="65725"/>
                  </a:lnTo>
                  <a:lnTo>
                    <a:pt x="184539" y="61467"/>
                  </a:lnTo>
                  <a:lnTo>
                    <a:pt x="181164" y="57314"/>
                  </a:lnTo>
                  <a:lnTo>
                    <a:pt x="177658" y="53272"/>
                  </a:lnTo>
                  <a:lnTo>
                    <a:pt x="174025" y="49344"/>
                  </a:lnTo>
                  <a:lnTo>
                    <a:pt x="170267" y="45535"/>
                  </a:lnTo>
                  <a:lnTo>
                    <a:pt x="166390" y="41847"/>
                  </a:lnTo>
                  <a:lnTo>
                    <a:pt x="162397" y="38286"/>
                  </a:lnTo>
                  <a:lnTo>
                    <a:pt x="158292" y="34854"/>
                  </a:lnTo>
                  <a:lnTo>
                    <a:pt x="154079" y="31555"/>
                  </a:lnTo>
                  <a:lnTo>
                    <a:pt x="149762" y="28393"/>
                  </a:lnTo>
                  <a:lnTo>
                    <a:pt x="145347" y="25371"/>
                  </a:lnTo>
                  <a:lnTo>
                    <a:pt x="140837" y="22491"/>
                  </a:lnTo>
                  <a:lnTo>
                    <a:pt x="136237" y="19758"/>
                  </a:lnTo>
                  <a:lnTo>
                    <a:pt x="131552" y="17173"/>
                  </a:lnTo>
                  <a:lnTo>
                    <a:pt x="126787" y="14739"/>
                  </a:lnTo>
                  <a:lnTo>
                    <a:pt x="121947" y="12459"/>
                  </a:lnTo>
                  <a:lnTo>
                    <a:pt x="117035" y="10335"/>
                  </a:lnTo>
                  <a:lnTo>
                    <a:pt x="112059" y="8369"/>
                  </a:lnTo>
                  <a:lnTo>
                    <a:pt x="107022" y="6564"/>
                  </a:lnTo>
                  <a:lnTo>
                    <a:pt x="101930" y="4920"/>
                  </a:lnTo>
                  <a:lnTo>
                    <a:pt x="96788" y="3441"/>
                  </a:lnTo>
                  <a:lnTo>
                    <a:pt x="91601" y="2127"/>
                  </a:lnTo>
                  <a:lnTo>
                    <a:pt x="86375" y="979"/>
                  </a:lnTo>
                  <a:lnTo>
                    <a:pt x="81114" y="0"/>
                  </a:lnTo>
                  <a:lnTo>
                    <a:pt x="53142" y="1648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21039" y="1322571"/>
              <a:ext cx="27972" cy="167167"/>
            </a:xfrm>
            <a:custGeom>
              <a:avLst/>
              <a:pathLst>
                <a:path w="27972" h="167167">
                  <a:moveTo>
                    <a:pt x="27972" y="2356"/>
                  </a:moveTo>
                  <a:lnTo>
                    <a:pt x="21022" y="1327"/>
                  </a:lnTo>
                  <a:lnTo>
                    <a:pt x="14035" y="590"/>
                  </a:lnTo>
                  <a:lnTo>
                    <a:pt x="7023" y="1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378091" y="1071028"/>
              <a:ext cx="167167" cy="301337"/>
            </a:xfrm>
            <a:custGeom>
              <a:avLst/>
              <a:pathLst>
                <a:path w="167167" h="301337">
                  <a:moveTo>
                    <a:pt x="167167" y="0"/>
                  </a:moveTo>
                  <a:lnTo>
                    <a:pt x="161805" y="86"/>
                  </a:lnTo>
                  <a:lnTo>
                    <a:pt x="156448" y="344"/>
                  </a:lnTo>
                  <a:lnTo>
                    <a:pt x="151102" y="773"/>
                  </a:lnTo>
                  <a:lnTo>
                    <a:pt x="145773" y="1374"/>
                  </a:lnTo>
                  <a:lnTo>
                    <a:pt x="140466" y="2146"/>
                  </a:lnTo>
                  <a:lnTo>
                    <a:pt x="135186" y="3087"/>
                  </a:lnTo>
                  <a:lnTo>
                    <a:pt x="129939" y="4197"/>
                  </a:lnTo>
                  <a:lnTo>
                    <a:pt x="124731" y="5475"/>
                  </a:lnTo>
                  <a:lnTo>
                    <a:pt x="119566" y="6920"/>
                  </a:lnTo>
                  <a:lnTo>
                    <a:pt x="114450" y="8529"/>
                  </a:lnTo>
                  <a:lnTo>
                    <a:pt x="109389" y="10302"/>
                  </a:lnTo>
                  <a:lnTo>
                    <a:pt x="104387" y="12236"/>
                  </a:lnTo>
                  <a:lnTo>
                    <a:pt x="99449" y="14329"/>
                  </a:lnTo>
                  <a:lnTo>
                    <a:pt x="94582" y="16580"/>
                  </a:lnTo>
                  <a:lnTo>
                    <a:pt x="89789" y="18986"/>
                  </a:lnTo>
                  <a:lnTo>
                    <a:pt x="85075" y="21544"/>
                  </a:lnTo>
                  <a:lnTo>
                    <a:pt x="80446" y="24253"/>
                  </a:lnTo>
                  <a:lnTo>
                    <a:pt x="75907" y="27108"/>
                  </a:lnTo>
                  <a:lnTo>
                    <a:pt x="71461" y="30107"/>
                  </a:lnTo>
                  <a:lnTo>
                    <a:pt x="67114" y="33248"/>
                  </a:lnTo>
                  <a:lnTo>
                    <a:pt x="62869" y="36526"/>
                  </a:lnTo>
                  <a:lnTo>
                    <a:pt x="58732" y="39939"/>
                  </a:lnTo>
                  <a:lnTo>
                    <a:pt x="54707" y="43483"/>
                  </a:lnTo>
                  <a:lnTo>
                    <a:pt x="50798" y="47154"/>
                  </a:lnTo>
                  <a:lnTo>
                    <a:pt x="47008" y="50948"/>
                  </a:lnTo>
                  <a:lnTo>
                    <a:pt x="43342" y="54863"/>
                  </a:lnTo>
                  <a:lnTo>
                    <a:pt x="39803" y="58892"/>
                  </a:lnTo>
                  <a:lnTo>
                    <a:pt x="36395" y="63033"/>
                  </a:lnTo>
                  <a:lnTo>
                    <a:pt x="33122" y="67282"/>
                  </a:lnTo>
                  <a:lnTo>
                    <a:pt x="29987" y="71633"/>
                  </a:lnTo>
                  <a:lnTo>
                    <a:pt x="26993" y="76083"/>
                  </a:lnTo>
                  <a:lnTo>
                    <a:pt x="24144" y="80626"/>
                  </a:lnTo>
                  <a:lnTo>
                    <a:pt x="21441" y="85258"/>
                  </a:lnTo>
                  <a:lnTo>
                    <a:pt x="18889" y="89975"/>
                  </a:lnTo>
                  <a:lnTo>
                    <a:pt x="16489" y="94771"/>
                  </a:lnTo>
                  <a:lnTo>
                    <a:pt x="14244" y="99641"/>
                  </a:lnTo>
                  <a:lnTo>
                    <a:pt x="12157" y="104581"/>
                  </a:lnTo>
                  <a:lnTo>
                    <a:pt x="10229" y="109586"/>
                  </a:lnTo>
                  <a:lnTo>
                    <a:pt x="8463" y="114650"/>
                  </a:lnTo>
                  <a:lnTo>
                    <a:pt x="6860" y="119767"/>
                  </a:lnTo>
                  <a:lnTo>
                    <a:pt x="5422" y="124934"/>
                  </a:lnTo>
                  <a:lnTo>
                    <a:pt x="4151" y="130144"/>
                  </a:lnTo>
                  <a:lnTo>
                    <a:pt x="3047" y="135392"/>
                  </a:lnTo>
                  <a:lnTo>
                    <a:pt x="2112" y="140673"/>
                  </a:lnTo>
                  <a:lnTo>
                    <a:pt x="1347" y="145981"/>
                  </a:lnTo>
                  <a:lnTo>
                    <a:pt x="753" y="151311"/>
                  </a:lnTo>
                  <a:lnTo>
                    <a:pt x="330" y="156657"/>
                  </a:lnTo>
                  <a:lnTo>
                    <a:pt x="79" y="162014"/>
                  </a:lnTo>
                  <a:lnTo>
                    <a:pt x="0" y="167377"/>
                  </a:lnTo>
                  <a:lnTo>
                    <a:pt x="92" y="172739"/>
                  </a:lnTo>
                  <a:lnTo>
                    <a:pt x="357" y="178095"/>
                  </a:lnTo>
                  <a:lnTo>
                    <a:pt x="793" y="183440"/>
                  </a:lnTo>
                  <a:lnTo>
                    <a:pt x="1401" y="188769"/>
                  </a:lnTo>
                  <a:lnTo>
                    <a:pt x="2179" y="194075"/>
                  </a:lnTo>
                  <a:lnTo>
                    <a:pt x="3127" y="199353"/>
                  </a:lnTo>
                  <a:lnTo>
                    <a:pt x="4244" y="204599"/>
                  </a:lnTo>
                  <a:lnTo>
                    <a:pt x="5529" y="209806"/>
                  </a:lnTo>
                  <a:lnTo>
                    <a:pt x="6980" y="214969"/>
                  </a:lnTo>
                  <a:lnTo>
                    <a:pt x="8595" y="220082"/>
                  </a:lnTo>
                  <a:lnTo>
                    <a:pt x="10374" y="225142"/>
                  </a:lnTo>
                  <a:lnTo>
                    <a:pt x="12315" y="230141"/>
                  </a:lnTo>
                  <a:lnTo>
                    <a:pt x="14414" y="235076"/>
                  </a:lnTo>
                  <a:lnTo>
                    <a:pt x="16671" y="239941"/>
                  </a:lnTo>
                  <a:lnTo>
                    <a:pt x="19083" y="244731"/>
                  </a:lnTo>
                  <a:lnTo>
                    <a:pt x="21647" y="249441"/>
                  </a:lnTo>
                  <a:lnTo>
                    <a:pt x="24361" y="254067"/>
                  </a:lnTo>
                  <a:lnTo>
                    <a:pt x="27222" y="258603"/>
                  </a:lnTo>
                  <a:lnTo>
                    <a:pt x="30227" y="263045"/>
                  </a:lnTo>
                  <a:lnTo>
                    <a:pt x="33373" y="267388"/>
                  </a:lnTo>
                  <a:lnTo>
                    <a:pt x="36657" y="271628"/>
                  </a:lnTo>
                  <a:lnTo>
                    <a:pt x="40075" y="275761"/>
                  </a:lnTo>
                  <a:lnTo>
                    <a:pt x="43624" y="279782"/>
                  </a:lnTo>
                  <a:lnTo>
                    <a:pt x="47300" y="283687"/>
                  </a:lnTo>
                  <a:lnTo>
                    <a:pt x="51099" y="287472"/>
                  </a:lnTo>
                  <a:lnTo>
                    <a:pt x="55018" y="291133"/>
                  </a:lnTo>
                  <a:lnTo>
                    <a:pt x="59052" y="294667"/>
                  </a:lnTo>
                  <a:lnTo>
                    <a:pt x="63197" y="298069"/>
                  </a:lnTo>
                  <a:lnTo>
                    <a:pt x="67450" y="301337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45541" y="1238196"/>
              <a:ext cx="99716" cy="134169"/>
            </a:xfrm>
            <a:custGeom>
              <a:avLst/>
              <a:pathLst>
                <a:path w="99716" h="134169">
                  <a:moveTo>
                    <a:pt x="0" y="134169"/>
                  </a:moveTo>
                  <a:lnTo>
                    <a:pt x="997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45541" y="1106866"/>
              <a:ext cx="266867" cy="298495"/>
            </a:xfrm>
            <a:custGeom>
              <a:avLst/>
              <a:pathLst>
                <a:path w="266867" h="298495">
                  <a:moveTo>
                    <a:pt x="0" y="265499"/>
                  </a:moveTo>
                  <a:lnTo>
                    <a:pt x="4312" y="268599"/>
                  </a:lnTo>
                  <a:lnTo>
                    <a:pt x="8721" y="271560"/>
                  </a:lnTo>
                  <a:lnTo>
                    <a:pt x="13221" y="274380"/>
                  </a:lnTo>
                  <a:lnTo>
                    <a:pt x="17809" y="277055"/>
                  </a:lnTo>
                  <a:lnTo>
                    <a:pt x="22480" y="279584"/>
                  </a:lnTo>
                  <a:lnTo>
                    <a:pt x="27228" y="281962"/>
                  </a:lnTo>
                  <a:lnTo>
                    <a:pt x="32050" y="284189"/>
                  </a:lnTo>
                  <a:lnTo>
                    <a:pt x="36940" y="286261"/>
                  </a:lnTo>
                  <a:lnTo>
                    <a:pt x="41893" y="288177"/>
                  </a:lnTo>
                  <a:lnTo>
                    <a:pt x="46905" y="289935"/>
                  </a:lnTo>
                  <a:lnTo>
                    <a:pt x="51970" y="291533"/>
                  </a:lnTo>
                  <a:lnTo>
                    <a:pt x="57083" y="292969"/>
                  </a:lnTo>
                  <a:lnTo>
                    <a:pt x="62239" y="294241"/>
                  </a:lnTo>
                  <a:lnTo>
                    <a:pt x="67433" y="295350"/>
                  </a:lnTo>
                  <a:lnTo>
                    <a:pt x="72660" y="296292"/>
                  </a:lnTo>
                  <a:lnTo>
                    <a:pt x="77914" y="297069"/>
                  </a:lnTo>
                  <a:lnTo>
                    <a:pt x="83190" y="297677"/>
                  </a:lnTo>
                  <a:lnTo>
                    <a:pt x="88482" y="298119"/>
                  </a:lnTo>
                  <a:lnTo>
                    <a:pt x="93786" y="298391"/>
                  </a:lnTo>
                  <a:lnTo>
                    <a:pt x="99096" y="298495"/>
                  </a:lnTo>
                  <a:lnTo>
                    <a:pt x="104407" y="298431"/>
                  </a:lnTo>
                  <a:lnTo>
                    <a:pt x="109713" y="298197"/>
                  </a:lnTo>
                  <a:lnTo>
                    <a:pt x="115009" y="297796"/>
                  </a:lnTo>
                  <a:lnTo>
                    <a:pt x="120289" y="297226"/>
                  </a:lnTo>
                  <a:lnTo>
                    <a:pt x="125548" y="296488"/>
                  </a:lnTo>
                  <a:lnTo>
                    <a:pt x="130782" y="295585"/>
                  </a:lnTo>
                  <a:lnTo>
                    <a:pt x="135984" y="294515"/>
                  </a:lnTo>
                  <a:lnTo>
                    <a:pt x="141150" y="293280"/>
                  </a:lnTo>
                  <a:lnTo>
                    <a:pt x="146273" y="291882"/>
                  </a:lnTo>
                  <a:lnTo>
                    <a:pt x="151350" y="290322"/>
                  </a:lnTo>
                  <a:lnTo>
                    <a:pt x="156375" y="288602"/>
                  </a:lnTo>
                  <a:lnTo>
                    <a:pt x="161342" y="286723"/>
                  </a:lnTo>
                  <a:lnTo>
                    <a:pt x="166247" y="284687"/>
                  </a:lnTo>
                  <a:lnTo>
                    <a:pt x="171085" y="282496"/>
                  </a:lnTo>
                  <a:lnTo>
                    <a:pt x="175851" y="280152"/>
                  </a:lnTo>
                  <a:lnTo>
                    <a:pt x="180540" y="277659"/>
                  </a:lnTo>
                  <a:lnTo>
                    <a:pt x="185148" y="275018"/>
                  </a:lnTo>
                  <a:lnTo>
                    <a:pt x="189669" y="272231"/>
                  </a:lnTo>
                  <a:lnTo>
                    <a:pt x="194100" y="269303"/>
                  </a:lnTo>
                  <a:lnTo>
                    <a:pt x="198435" y="266235"/>
                  </a:lnTo>
                  <a:lnTo>
                    <a:pt x="202671" y="263031"/>
                  </a:lnTo>
                  <a:lnTo>
                    <a:pt x="206803" y="259694"/>
                  </a:lnTo>
                  <a:lnTo>
                    <a:pt x="210826" y="256227"/>
                  </a:lnTo>
                  <a:lnTo>
                    <a:pt x="214738" y="252635"/>
                  </a:lnTo>
                  <a:lnTo>
                    <a:pt x="218533" y="248920"/>
                  </a:lnTo>
                  <a:lnTo>
                    <a:pt x="222209" y="245086"/>
                  </a:lnTo>
                  <a:lnTo>
                    <a:pt x="225760" y="241137"/>
                  </a:lnTo>
                  <a:lnTo>
                    <a:pt x="229185" y="237078"/>
                  </a:lnTo>
                  <a:lnTo>
                    <a:pt x="232479" y="232912"/>
                  </a:lnTo>
                  <a:lnTo>
                    <a:pt x="235639" y="228643"/>
                  </a:lnTo>
                  <a:lnTo>
                    <a:pt x="238662" y="224276"/>
                  </a:lnTo>
                  <a:lnTo>
                    <a:pt x="241544" y="219816"/>
                  </a:lnTo>
                  <a:lnTo>
                    <a:pt x="244283" y="215265"/>
                  </a:lnTo>
                  <a:lnTo>
                    <a:pt x="246877" y="210631"/>
                  </a:lnTo>
                  <a:lnTo>
                    <a:pt x="249322" y="205916"/>
                  </a:lnTo>
                  <a:lnTo>
                    <a:pt x="251615" y="201126"/>
                  </a:lnTo>
                  <a:lnTo>
                    <a:pt x="253756" y="196265"/>
                  </a:lnTo>
                  <a:lnTo>
                    <a:pt x="255741" y="191339"/>
                  </a:lnTo>
                  <a:lnTo>
                    <a:pt x="257569" y="186353"/>
                  </a:lnTo>
                  <a:lnTo>
                    <a:pt x="259237" y="181311"/>
                  </a:lnTo>
                  <a:lnTo>
                    <a:pt x="260744" y="176218"/>
                  </a:lnTo>
                  <a:lnTo>
                    <a:pt x="262089" y="171080"/>
                  </a:lnTo>
                  <a:lnTo>
                    <a:pt x="263270" y="165902"/>
                  </a:lnTo>
                  <a:lnTo>
                    <a:pt x="264285" y="160689"/>
                  </a:lnTo>
                  <a:lnTo>
                    <a:pt x="265135" y="155446"/>
                  </a:lnTo>
                  <a:lnTo>
                    <a:pt x="265818" y="150179"/>
                  </a:lnTo>
                  <a:lnTo>
                    <a:pt x="266333" y="144894"/>
                  </a:lnTo>
                  <a:lnTo>
                    <a:pt x="266679" y="139594"/>
                  </a:lnTo>
                  <a:lnTo>
                    <a:pt x="266858" y="134286"/>
                  </a:lnTo>
                  <a:lnTo>
                    <a:pt x="266867" y="128975"/>
                  </a:lnTo>
                  <a:lnTo>
                    <a:pt x="266708" y="123666"/>
                  </a:lnTo>
                  <a:lnTo>
                    <a:pt x="266380" y="118365"/>
                  </a:lnTo>
                  <a:lnTo>
                    <a:pt x="265884" y="113078"/>
                  </a:lnTo>
                  <a:lnTo>
                    <a:pt x="265221" y="107808"/>
                  </a:lnTo>
                  <a:lnTo>
                    <a:pt x="264390" y="102563"/>
                  </a:lnTo>
                  <a:lnTo>
                    <a:pt x="263393" y="97346"/>
                  </a:lnTo>
                  <a:lnTo>
                    <a:pt x="262231" y="92164"/>
                  </a:lnTo>
                  <a:lnTo>
                    <a:pt x="260905" y="87021"/>
                  </a:lnTo>
                  <a:lnTo>
                    <a:pt x="259416" y="81923"/>
                  </a:lnTo>
                  <a:lnTo>
                    <a:pt x="257766" y="76875"/>
                  </a:lnTo>
                  <a:lnTo>
                    <a:pt x="255956" y="71882"/>
                  </a:lnTo>
                  <a:lnTo>
                    <a:pt x="253989" y="66949"/>
                  </a:lnTo>
                  <a:lnTo>
                    <a:pt x="251866" y="62080"/>
                  </a:lnTo>
                  <a:lnTo>
                    <a:pt x="249590" y="57282"/>
                  </a:lnTo>
                  <a:lnTo>
                    <a:pt x="247162" y="52558"/>
                  </a:lnTo>
                  <a:lnTo>
                    <a:pt x="244585" y="47914"/>
                  </a:lnTo>
                  <a:lnTo>
                    <a:pt x="241862" y="43355"/>
                  </a:lnTo>
                  <a:lnTo>
                    <a:pt x="238996" y="38883"/>
                  </a:lnTo>
                  <a:lnTo>
                    <a:pt x="235989" y="34506"/>
                  </a:lnTo>
                  <a:lnTo>
                    <a:pt x="232844" y="30226"/>
                  </a:lnTo>
                  <a:lnTo>
                    <a:pt x="229566" y="26048"/>
                  </a:lnTo>
                  <a:lnTo>
                    <a:pt x="226156" y="21976"/>
                  </a:lnTo>
                  <a:lnTo>
                    <a:pt x="222618" y="18015"/>
                  </a:lnTo>
                  <a:lnTo>
                    <a:pt x="218956" y="14168"/>
                  </a:lnTo>
                  <a:lnTo>
                    <a:pt x="215174" y="10439"/>
                  </a:lnTo>
                  <a:lnTo>
                    <a:pt x="211276" y="6832"/>
                  </a:lnTo>
                  <a:lnTo>
                    <a:pt x="207265" y="3351"/>
                  </a:lnTo>
                  <a:lnTo>
                    <a:pt x="203145" y="0"/>
                  </a:lnTo>
                  <a:lnTo>
                    <a:pt x="99716" y="1313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45258" y="1071028"/>
              <a:ext cx="103428" cy="167167"/>
            </a:xfrm>
            <a:custGeom>
              <a:avLst/>
              <a:pathLst>
                <a:path w="103428" h="167167">
                  <a:moveTo>
                    <a:pt x="103428" y="35837"/>
                  </a:moveTo>
                  <a:lnTo>
                    <a:pt x="98991" y="32461"/>
                  </a:lnTo>
                  <a:lnTo>
                    <a:pt x="94444" y="29235"/>
                  </a:lnTo>
                  <a:lnTo>
                    <a:pt x="89791" y="26162"/>
                  </a:lnTo>
                  <a:lnTo>
                    <a:pt x="85039" y="23246"/>
                  </a:lnTo>
                  <a:lnTo>
                    <a:pt x="80192" y="20490"/>
                  </a:lnTo>
                  <a:lnTo>
                    <a:pt x="75256" y="17897"/>
                  </a:lnTo>
                  <a:lnTo>
                    <a:pt x="70236" y="15471"/>
                  </a:lnTo>
                  <a:lnTo>
                    <a:pt x="65138" y="13213"/>
                  </a:lnTo>
                  <a:lnTo>
                    <a:pt x="59968" y="11126"/>
                  </a:lnTo>
                  <a:lnTo>
                    <a:pt x="54730" y="9213"/>
                  </a:lnTo>
                  <a:lnTo>
                    <a:pt x="49432" y="7476"/>
                  </a:lnTo>
                  <a:lnTo>
                    <a:pt x="44079" y="5916"/>
                  </a:lnTo>
                  <a:lnTo>
                    <a:pt x="38677" y="4535"/>
                  </a:lnTo>
                  <a:lnTo>
                    <a:pt x="33232" y="3336"/>
                  </a:lnTo>
                  <a:lnTo>
                    <a:pt x="27750" y="2319"/>
                  </a:lnTo>
                  <a:lnTo>
                    <a:pt x="22237" y="1485"/>
                  </a:lnTo>
                  <a:lnTo>
                    <a:pt x="16699" y="836"/>
                  </a:lnTo>
                  <a:lnTo>
                    <a:pt x="11143" y="371"/>
                  </a:lnTo>
                  <a:lnTo>
                    <a:pt x="557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3023" y="941493"/>
              <a:ext cx="80520" cy="167167"/>
            </a:xfrm>
            <a:custGeom>
              <a:avLst/>
              <a:pathLst>
                <a:path w="80520" h="167167">
                  <a:moveTo>
                    <a:pt x="80520" y="0"/>
                  </a:moveTo>
                  <a:lnTo>
                    <a:pt x="74521" y="107"/>
                  </a:lnTo>
                  <a:lnTo>
                    <a:pt x="68529" y="430"/>
                  </a:lnTo>
                  <a:lnTo>
                    <a:pt x="62552" y="968"/>
                  </a:lnTo>
                  <a:lnTo>
                    <a:pt x="56599" y="1720"/>
                  </a:lnTo>
                  <a:lnTo>
                    <a:pt x="50677" y="2685"/>
                  </a:lnTo>
                  <a:lnTo>
                    <a:pt x="44793" y="3862"/>
                  </a:lnTo>
                  <a:lnTo>
                    <a:pt x="38955" y="5250"/>
                  </a:lnTo>
                  <a:lnTo>
                    <a:pt x="33170" y="6846"/>
                  </a:lnTo>
                  <a:lnTo>
                    <a:pt x="27447" y="8648"/>
                  </a:lnTo>
                  <a:lnTo>
                    <a:pt x="21792" y="10655"/>
                  </a:lnTo>
                  <a:lnTo>
                    <a:pt x="16212" y="12864"/>
                  </a:lnTo>
                  <a:lnTo>
                    <a:pt x="10716" y="15271"/>
                  </a:lnTo>
                  <a:lnTo>
                    <a:pt x="5309" y="17875"/>
                  </a:lnTo>
                  <a:lnTo>
                    <a:pt x="0" y="20670"/>
                  </a:lnTo>
                  <a:lnTo>
                    <a:pt x="8052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3023" y="962163"/>
              <a:ext cx="80520" cy="146496"/>
            </a:xfrm>
            <a:custGeom>
              <a:avLst/>
              <a:pathLst>
                <a:path w="80520" h="146496">
                  <a:moveTo>
                    <a:pt x="0" y="0"/>
                  </a:moveTo>
                  <a:lnTo>
                    <a:pt x="80520" y="146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856384" y="952245"/>
              <a:ext cx="334324" cy="323576"/>
            </a:xfrm>
            <a:custGeom>
              <a:avLst/>
              <a:pathLst>
                <a:path w="334324" h="323576">
                  <a:moveTo>
                    <a:pt x="86639" y="9918"/>
                  </a:moveTo>
                  <a:lnTo>
                    <a:pt x="82036" y="12543"/>
                  </a:lnTo>
                  <a:lnTo>
                    <a:pt x="77520" y="15313"/>
                  </a:lnTo>
                  <a:lnTo>
                    <a:pt x="73093" y="18225"/>
                  </a:lnTo>
                  <a:lnTo>
                    <a:pt x="68761" y="21275"/>
                  </a:lnTo>
                  <a:lnTo>
                    <a:pt x="64528" y="24461"/>
                  </a:lnTo>
                  <a:lnTo>
                    <a:pt x="60398" y="27780"/>
                  </a:lnTo>
                  <a:lnTo>
                    <a:pt x="56375" y="31228"/>
                  </a:lnTo>
                  <a:lnTo>
                    <a:pt x="52463" y="34802"/>
                  </a:lnTo>
                  <a:lnTo>
                    <a:pt x="48667" y="38497"/>
                  </a:lnTo>
                  <a:lnTo>
                    <a:pt x="44990" y="42312"/>
                  </a:lnTo>
                  <a:lnTo>
                    <a:pt x="41435" y="46241"/>
                  </a:lnTo>
                  <a:lnTo>
                    <a:pt x="38007" y="50280"/>
                  </a:lnTo>
                  <a:lnTo>
                    <a:pt x="34708" y="54427"/>
                  </a:lnTo>
                  <a:lnTo>
                    <a:pt x="31543" y="58675"/>
                  </a:lnTo>
                  <a:lnTo>
                    <a:pt x="28513" y="63022"/>
                  </a:lnTo>
                  <a:lnTo>
                    <a:pt x="25623" y="67463"/>
                  </a:lnTo>
                  <a:lnTo>
                    <a:pt x="22875" y="71993"/>
                  </a:lnTo>
                  <a:lnTo>
                    <a:pt x="20272" y="76608"/>
                  </a:lnTo>
                  <a:lnTo>
                    <a:pt x="17817" y="81303"/>
                  </a:lnTo>
                  <a:lnTo>
                    <a:pt x="15512" y="86073"/>
                  </a:lnTo>
                  <a:lnTo>
                    <a:pt x="13359" y="90914"/>
                  </a:lnTo>
                  <a:lnTo>
                    <a:pt x="11360" y="95821"/>
                  </a:lnTo>
                  <a:lnTo>
                    <a:pt x="9518" y="100789"/>
                  </a:lnTo>
                  <a:lnTo>
                    <a:pt x="7835" y="105813"/>
                  </a:lnTo>
                  <a:lnTo>
                    <a:pt x="6311" y="110887"/>
                  </a:lnTo>
                  <a:lnTo>
                    <a:pt x="4949" y="116008"/>
                  </a:lnTo>
                  <a:lnTo>
                    <a:pt x="3750" y="121168"/>
                  </a:lnTo>
                  <a:lnTo>
                    <a:pt x="2715" y="126365"/>
                  </a:lnTo>
                  <a:lnTo>
                    <a:pt x="1845" y="131591"/>
                  </a:lnTo>
                  <a:lnTo>
                    <a:pt x="1142" y="136842"/>
                  </a:lnTo>
                  <a:lnTo>
                    <a:pt x="605" y="142114"/>
                  </a:lnTo>
                  <a:lnTo>
                    <a:pt x="235" y="147399"/>
                  </a:lnTo>
                  <a:lnTo>
                    <a:pt x="33" y="152693"/>
                  </a:lnTo>
                  <a:lnTo>
                    <a:pt x="0" y="157992"/>
                  </a:lnTo>
                  <a:lnTo>
                    <a:pt x="133" y="163288"/>
                  </a:lnTo>
                  <a:lnTo>
                    <a:pt x="435" y="168578"/>
                  </a:lnTo>
                  <a:lnTo>
                    <a:pt x="904" y="173855"/>
                  </a:lnTo>
                  <a:lnTo>
                    <a:pt x="1541" y="179115"/>
                  </a:lnTo>
                  <a:lnTo>
                    <a:pt x="2343" y="184352"/>
                  </a:lnTo>
                  <a:lnTo>
                    <a:pt x="3311" y="189562"/>
                  </a:lnTo>
                  <a:lnTo>
                    <a:pt x="4444" y="194737"/>
                  </a:lnTo>
                  <a:lnTo>
                    <a:pt x="5740" y="199875"/>
                  </a:lnTo>
                  <a:lnTo>
                    <a:pt x="7199" y="204968"/>
                  </a:lnTo>
                  <a:lnTo>
                    <a:pt x="8818" y="210013"/>
                  </a:lnTo>
                  <a:lnTo>
                    <a:pt x="10596" y="215004"/>
                  </a:lnTo>
                  <a:lnTo>
                    <a:pt x="12531" y="219936"/>
                  </a:lnTo>
                  <a:lnTo>
                    <a:pt x="14622" y="224805"/>
                  </a:lnTo>
                  <a:lnTo>
                    <a:pt x="16866" y="229604"/>
                  </a:lnTo>
                  <a:lnTo>
                    <a:pt x="19261" y="234331"/>
                  </a:lnTo>
                  <a:lnTo>
                    <a:pt x="21804" y="238978"/>
                  </a:lnTo>
                  <a:lnTo>
                    <a:pt x="24494" y="243543"/>
                  </a:lnTo>
                  <a:lnTo>
                    <a:pt x="27326" y="248021"/>
                  </a:lnTo>
                  <a:lnTo>
                    <a:pt x="30300" y="252406"/>
                  </a:lnTo>
                  <a:lnTo>
                    <a:pt x="33411" y="256695"/>
                  </a:lnTo>
                  <a:lnTo>
                    <a:pt x="36656" y="260883"/>
                  </a:lnTo>
                  <a:lnTo>
                    <a:pt x="40032" y="264967"/>
                  </a:lnTo>
                  <a:lnTo>
                    <a:pt x="43536" y="268941"/>
                  </a:lnTo>
                  <a:lnTo>
                    <a:pt x="47164" y="272802"/>
                  </a:lnTo>
                  <a:lnTo>
                    <a:pt x="50913" y="276546"/>
                  </a:lnTo>
                  <a:lnTo>
                    <a:pt x="54778" y="280170"/>
                  </a:lnTo>
                  <a:lnTo>
                    <a:pt x="58756" y="283669"/>
                  </a:lnTo>
                  <a:lnTo>
                    <a:pt x="62844" y="287041"/>
                  </a:lnTo>
                  <a:lnTo>
                    <a:pt x="67036" y="290281"/>
                  </a:lnTo>
                  <a:lnTo>
                    <a:pt x="71328" y="293387"/>
                  </a:lnTo>
                  <a:lnTo>
                    <a:pt x="75717" y="296355"/>
                  </a:lnTo>
                  <a:lnTo>
                    <a:pt x="80198" y="299182"/>
                  </a:lnTo>
                  <a:lnTo>
                    <a:pt x="84766" y="301866"/>
                  </a:lnTo>
                  <a:lnTo>
                    <a:pt x="89417" y="304405"/>
                  </a:lnTo>
                  <a:lnTo>
                    <a:pt x="94146" y="306794"/>
                  </a:lnTo>
                  <a:lnTo>
                    <a:pt x="98948" y="309032"/>
                  </a:lnTo>
                  <a:lnTo>
                    <a:pt x="103819" y="311117"/>
                  </a:lnTo>
                  <a:lnTo>
                    <a:pt x="108753" y="313047"/>
                  </a:lnTo>
                  <a:lnTo>
                    <a:pt x="113746" y="314819"/>
                  </a:lnTo>
                  <a:lnTo>
                    <a:pt x="118793" y="316432"/>
                  </a:lnTo>
                  <a:lnTo>
                    <a:pt x="123888" y="317885"/>
                  </a:lnTo>
                  <a:lnTo>
                    <a:pt x="129027" y="319175"/>
                  </a:lnTo>
                  <a:lnTo>
                    <a:pt x="134204" y="320302"/>
                  </a:lnTo>
                  <a:lnTo>
                    <a:pt x="139414" y="321264"/>
                  </a:lnTo>
                  <a:lnTo>
                    <a:pt x="144653" y="322060"/>
                  </a:lnTo>
                  <a:lnTo>
                    <a:pt x="149913" y="322690"/>
                  </a:lnTo>
                  <a:lnTo>
                    <a:pt x="155191" y="323153"/>
                  </a:lnTo>
                  <a:lnTo>
                    <a:pt x="160481" y="323449"/>
                  </a:lnTo>
                  <a:lnTo>
                    <a:pt x="165778" y="323576"/>
                  </a:lnTo>
                  <a:lnTo>
                    <a:pt x="171076" y="323536"/>
                  </a:lnTo>
                  <a:lnTo>
                    <a:pt x="176370" y="323328"/>
                  </a:lnTo>
                  <a:lnTo>
                    <a:pt x="181655" y="322952"/>
                  </a:lnTo>
                  <a:lnTo>
                    <a:pt x="186926" y="322409"/>
                  </a:lnTo>
                  <a:lnTo>
                    <a:pt x="192176" y="321700"/>
                  </a:lnTo>
                  <a:lnTo>
                    <a:pt x="197402" y="320824"/>
                  </a:lnTo>
                  <a:lnTo>
                    <a:pt x="202597" y="319783"/>
                  </a:lnTo>
                  <a:lnTo>
                    <a:pt x="207756" y="318578"/>
                  </a:lnTo>
                  <a:lnTo>
                    <a:pt x="212875" y="317210"/>
                  </a:lnTo>
                  <a:lnTo>
                    <a:pt x="217948" y="315680"/>
                  </a:lnTo>
                  <a:lnTo>
                    <a:pt x="222969" y="313991"/>
                  </a:lnTo>
                  <a:lnTo>
                    <a:pt x="227935" y="312143"/>
                  </a:lnTo>
                  <a:lnTo>
                    <a:pt x="232840" y="310139"/>
                  </a:lnTo>
                  <a:lnTo>
                    <a:pt x="237678" y="307980"/>
                  </a:lnTo>
                  <a:lnTo>
                    <a:pt x="242446" y="305669"/>
                  </a:lnTo>
                  <a:lnTo>
                    <a:pt x="247138" y="303208"/>
                  </a:lnTo>
                  <a:lnTo>
                    <a:pt x="251750" y="300600"/>
                  </a:lnTo>
                  <a:lnTo>
                    <a:pt x="256277" y="297847"/>
                  </a:lnTo>
                  <a:lnTo>
                    <a:pt x="260714" y="294952"/>
                  </a:lnTo>
                  <a:lnTo>
                    <a:pt x="265057" y="291917"/>
                  </a:lnTo>
                  <a:lnTo>
                    <a:pt x="269302" y="288747"/>
                  </a:lnTo>
                  <a:lnTo>
                    <a:pt x="273445" y="285443"/>
                  </a:lnTo>
                  <a:lnTo>
                    <a:pt x="277480" y="282010"/>
                  </a:lnTo>
                  <a:lnTo>
                    <a:pt x="281405" y="278451"/>
                  </a:lnTo>
                  <a:lnTo>
                    <a:pt x="285215" y="274769"/>
                  </a:lnTo>
                  <a:lnTo>
                    <a:pt x="288907" y="270969"/>
                  </a:lnTo>
                  <a:lnTo>
                    <a:pt x="292476" y="267053"/>
                  </a:lnTo>
                  <a:lnTo>
                    <a:pt x="295919" y="263026"/>
                  </a:lnTo>
                  <a:lnTo>
                    <a:pt x="299233" y="258892"/>
                  </a:lnTo>
                  <a:lnTo>
                    <a:pt x="302414" y="254655"/>
                  </a:lnTo>
                  <a:lnTo>
                    <a:pt x="305460" y="250319"/>
                  </a:lnTo>
                  <a:lnTo>
                    <a:pt x="308366" y="245889"/>
                  </a:lnTo>
                  <a:lnTo>
                    <a:pt x="311131" y="241369"/>
                  </a:lnTo>
                  <a:lnTo>
                    <a:pt x="313750" y="236764"/>
                  </a:lnTo>
                  <a:lnTo>
                    <a:pt x="316223" y="232078"/>
                  </a:lnTo>
                  <a:lnTo>
                    <a:pt x="318546" y="227316"/>
                  </a:lnTo>
                  <a:lnTo>
                    <a:pt x="320717" y="222483"/>
                  </a:lnTo>
                  <a:lnTo>
                    <a:pt x="322734" y="217584"/>
                  </a:lnTo>
                  <a:lnTo>
                    <a:pt x="324594" y="212623"/>
                  </a:lnTo>
                  <a:lnTo>
                    <a:pt x="326296" y="207605"/>
                  </a:lnTo>
                  <a:lnTo>
                    <a:pt x="327838" y="202536"/>
                  </a:lnTo>
                  <a:lnTo>
                    <a:pt x="329219" y="197421"/>
                  </a:lnTo>
                  <a:lnTo>
                    <a:pt x="330438" y="192265"/>
                  </a:lnTo>
                  <a:lnTo>
                    <a:pt x="331492" y="187072"/>
                  </a:lnTo>
                  <a:lnTo>
                    <a:pt x="332381" y="181849"/>
                  </a:lnTo>
                  <a:lnTo>
                    <a:pt x="333104" y="176601"/>
                  </a:lnTo>
                  <a:lnTo>
                    <a:pt x="333660" y="171332"/>
                  </a:lnTo>
                  <a:lnTo>
                    <a:pt x="334049" y="166048"/>
                  </a:lnTo>
                  <a:lnTo>
                    <a:pt x="334271" y="160754"/>
                  </a:lnTo>
                  <a:lnTo>
                    <a:pt x="334324" y="155456"/>
                  </a:lnTo>
                  <a:lnTo>
                    <a:pt x="334210" y="150159"/>
                  </a:lnTo>
                  <a:lnTo>
                    <a:pt x="333928" y="144868"/>
                  </a:lnTo>
                  <a:lnTo>
                    <a:pt x="333478" y="139589"/>
                  </a:lnTo>
                  <a:lnTo>
                    <a:pt x="332861" y="134327"/>
                  </a:lnTo>
                  <a:lnTo>
                    <a:pt x="332078" y="129086"/>
                  </a:lnTo>
                  <a:lnTo>
                    <a:pt x="331129" y="123874"/>
                  </a:lnTo>
                  <a:lnTo>
                    <a:pt x="330016" y="118694"/>
                  </a:lnTo>
                  <a:lnTo>
                    <a:pt x="328738" y="113552"/>
                  </a:lnTo>
                  <a:lnTo>
                    <a:pt x="327299" y="108453"/>
                  </a:lnTo>
                  <a:lnTo>
                    <a:pt x="325698" y="103402"/>
                  </a:lnTo>
                  <a:lnTo>
                    <a:pt x="323939" y="98404"/>
                  </a:lnTo>
                  <a:lnTo>
                    <a:pt x="322022" y="93465"/>
                  </a:lnTo>
                  <a:lnTo>
                    <a:pt x="319949" y="88589"/>
                  </a:lnTo>
                  <a:lnTo>
                    <a:pt x="317723" y="83781"/>
                  </a:lnTo>
                  <a:lnTo>
                    <a:pt x="315345" y="79046"/>
                  </a:lnTo>
                  <a:lnTo>
                    <a:pt x="312819" y="74389"/>
                  </a:lnTo>
                  <a:lnTo>
                    <a:pt x="310147" y="69814"/>
                  </a:lnTo>
                  <a:lnTo>
                    <a:pt x="307330" y="65326"/>
                  </a:lnTo>
                  <a:lnTo>
                    <a:pt x="304373" y="60930"/>
                  </a:lnTo>
                  <a:lnTo>
                    <a:pt x="301278" y="56629"/>
                  </a:lnTo>
                  <a:lnTo>
                    <a:pt x="298049" y="52429"/>
                  </a:lnTo>
                  <a:lnTo>
                    <a:pt x="294688" y="48334"/>
                  </a:lnTo>
                  <a:lnTo>
                    <a:pt x="291198" y="44346"/>
                  </a:lnTo>
                  <a:lnTo>
                    <a:pt x="287585" y="40472"/>
                  </a:lnTo>
                  <a:lnTo>
                    <a:pt x="283850" y="36714"/>
                  </a:lnTo>
                  <a:lnTo>
                    <a:pt x="279998" y="33076"/>
                  </a:lnTo>
                  <a:lnTo>
                    <a:pt x="276032" y="29562"/>
                  </a:lnTo>
                  <a:lnTo>
                    <a:pt x="271958" y="26175"/>
                  </a:lnTo>
                  <a:lnTo>
                    <a:pt x="267778" y="22920"/>
                  </a:lnTo>
                  <a:lnTo>
                    <a:pt x="263497" y="19798"/>
                  </a:lnTo>
                  <a:lnTo>
                    <a:pt x="259119" y="16814"/>
                  </a:lnTo>
                  <a:lnTo>
                    <a:pt x="254649" y="13970"/>
                  </a:lnTo>
                  <a:lnTo>
                    <a:pt x="250090" y="11269"/>
                  </a:lnTo>
                  <a:lnTo>
                    <a:pt x="245449" y="8713"/>
                  </a:lnTo>
                  <a:lnTo>
                    <a:pt x="240729" y="6306"/>
                  </a:lnTo>
                  <a:lnTo>
                    <a:pt x="235935" y="4050"/>
                  </a:lnTo>
                  <a:lnTo>
                    <a:pt x="231072" y="1947"/>
                  </a:lnTo>
                  <a:lnTo>
                    <a:pt x="226145" y="0"/>
                  </a:lnTo>
                  <a:lnTo>
                    <a:pt x="167160" y="156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023544" y="941493"/>
              <a:ext cx="58985" cy="167167"/>
            </a:xfrm>
            <a:custGeom>
              <a:avLst/>
              <a:pathLst>
                <a:path w="58985" h="167167">
                  <a:moveTo>
                    <a:pt x="58985" y="10752"/>
                  </a:moveTo>
                  <a:lnTo>
                    <a:pt x="53307" y="8727"/>
                  </a:lnTo>
                  <a:lnTo>
                    <a:pt x="47560" y="6908"/>
                  </a:lnTo>
                  <a:lnTo>
                    <a:pt x="41751" y="5297"/>
                  </a:lnTo>
                  <a:lnTo>
                    <a:pt x="35888" y="3897"/>
                  </a:lnTo>
                  <a:lnTo>
                    <a:pt x="29978" y="2710"/>
                  </a:lnTo>
                  <a:lnTo>
                    <a:pt x="24029" y="1736"/>
                  </a:lnTo>
                  <a:lnTo>
                    <a:pt x="18049" y="977"/>
                  </a:lnTo>
                  <a:lnTo>
                    <a:pt x="12046" y="434"/>
                  </a:lnTo>
                  <a:lnTo>
                    <a:pt x="6027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319544" y="941493"/>
              <a:ext cx="166671" cy="167167"/>
            </a:xfrm>
            <a:custGeom>
              <a:avLst/>
              <a:pathLst>
                <a:path w="166671" h="167167">
                  <a:moveTo>
                    <a:pt x="166671" y="0"/>
                  </a:moveTo>
                  <a:lnTo>
                    <a:pt x="161243" y="88"/>
                  </a:lnTo>
                  <a:lnTo>
                    <a:pt x="155822" y="352"/>
                  </a:lnTo>
                  <a:lnTo>
                    <a:pt x="150412" y="792"/>
                  </a:lnTo>
                  <a:lnTo>
                    <a:pt x="145018" y="1408"/>
                  </a:lnTo>
                  <a:lnTo>
                    <a:pt x="139648" y="2198"/>
                  </a:lnTo>
                  <a:lnTo>
                    <a:pt x="134307" y="3162"/>
                  </a:lnTo>
                  <a:lnTo>
                    <a:pt x="128999" y="4300"/>
                  </a:lnTo>
                  <a:lnTo>
                    <a:pt x="123731" y="5608"/>
                  </a:lnTo>
                  <a:lnTo>
                    <a:pt x="118508" y="7088"/>
                  </a:lnTo>
                  <a:lnTo>
                    <a:pt x="113337" y="8736"/>
                  </a:lnTo>
                  <a:lnTo>
                    <a:pt x="108221" y="10551"/>
                  </a:lnTo>
                  <a:lnTo>
                    <a:pt x="103167" y="12531"/>
                  </a:lnTo>
                  <a:lnTo>
                    <a:pt x="98180" y="14674"/>
                  </a:lnTo>
                  <a:lnTo>
                    <a:pt x="93265" y="16978"/>
                  </a:lnTo>
                  <a:lnTo>
                    <a:pt x="88428" y="19441"/>
                  </a:lnTo>
                  <a:lnTo>
                    <a:pt x="83673" y="22059"/>
                  </a:lnTo>
                  <a:lnTo>
                    <a:pt x="79005" y="24830"/>
                  </a:lnTo>
                  <a:lnTo>
                    <a:pt x="74430" y="27751"/>
                  </a:lnTo>
                  <a:lnTo>
                    <a:pt x="69953" y="30820"/>
                  </a:lnTo>
                  <a:lnTo>
                    <a:pt x="65577" y="34032"/>
                  </a:lnTo>
                  <a:lnTo>
                    <a:pt x="61308" y="37384"/>
                  </a:lnTo>
                  <a:lnTo>
                    <a:pt x="57150" y="40873"/>
                  </a:lnTo>
                  <a:lnTo>
                    <a:pt x="53107" y="44496"/>
                  </a:lnTo>
                  <a:lnTo>
                    <a:pt x="49184" y="48247"/>
                  </a:lnTo>
                  <a:lnTo>
                    <a:pt x="45385" y="52124"/>
                  </a:lnTo>
                  <a:lnTo>
                    <a:pt x="41714" y="56123"/>
                  </a:lnTo>
                  <a:lnTo>
                    <a:pt x="38175" y="60238"/>
                  </a:lnTo>
                  <a:lnTo>
                    <a:pt x="34771" y="64466"/>
                  </a:lnTo>
                  <a:lnTo>
                    <a:pt x="31506" y="68803"/>
                  </a:lnTo>
                  <a:lnTo>
                    <a:pt x="28384" y="73243"/>
                  </a:lnTo>
                  <a:lnTo>
                    <a:pt x="25407" y="77782"/>
                  </a:lnTo>
                  <a:lnTo>
                    <a:pt x="22580" y="82416"/>
                  </a:lnTo>
                  <a:lnTo>
                    <a:pt x="19904" y="87139"/>
                  </a:lnTo>
                  <a:lnTo>
                    <a:pt x="17383" y="91946"/>
                  </a:lnTo>
                  <a:lnTo>
                    <a:pt x="15020" y="96832"/>
                  </a:lnTo>
                  <a:lnTo>
                    <a:pt x="12816" y="101793"/>
                  </a:lnTo>
                  <a:lnTo>
                    <a:pt x="10775" y="106822"/>
                  </a:lnTo>
                  <a:lnTo>
                    <a:pt x="8898" y="111916"/>
                  </a:lnTo>
                  <a:lnTo>
                    <a:pt x="7187" y="117067"/>
                  </a:lnTo>
                  <a:lnTo>
                    <a:pt x="5645" y="122271"/>
                  </a:lnTo>
                  <a:lnTo>
                    <a:pt x="4272" y="127523"/>
                  </a:lnTo>
                  <a:lnTo>
                    <a:pt x="3071" y="132817"/>
                  </a:lnTo>
                  <a:lnTo>
                    <a:pt x="2042" y="138146"/>
                  </a:lnTo>
                  <a:lnTo>
                    <a:pt x="1186" y="143506"/>
                  </a:lnTo>
                  <a:lnTo>
                    <a:pt x="505" y="148892"/>
                  </a:lnTo>
                  <a:lnTo>
                    <a:pt x="0" y="154296"/>
                  </a:lnTo>
                  <a:lnTo>
                    <a:pt x="16667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319544" y="1095789"/>
              <a:ext cx="166671" cy="12870"/>
            </a:xfrm>
            <a:custGeom>
              <a:avLst/>
              <a:pathLst>
                <a:path w="166671" h="12870">
                  <a:moveTo>
                    <a:pt x="0" y="0"/>
                  </a:moveTo>
                  <a:lnTo>
                    <a:pt x="166671" y="128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319060" y="1095789"/>
              <a:ext cx="174284" cy="180029"/>
            </a:xfrm>
            <a:custGeom>
              <a:avLst/>
              <a:pathLst>
                <a:path w="174284" h="180029">
                  <a:moveTo>
                    <a:pt x="484" y="0"/>
                  </a:moveTo>
                  <a:lnTo>
                    <a:pt x="153" y="5424"/>
                  </a:lnTo>
                  <a:lnTo>
                    <a:pt x="0" y="10856"/>
                  </a:lnTo>
                  <a:lnTo>
                    <a:pt x="22" y="16290"/>
                  </a:lnTo>
                  <a:lnTo>
                    <a:pt x="222" y="21721"/>
                  </a:lnTo>
                  <a:lnTo>
                    <a:pt x="598" y="27142"/>
                  </a:lnTo>
                  <a:lnTo>
                    <a:pt x="1150" y="32549"/>
                  </a:lnTo>
                  <a:lnTo>
                    <a:pt x="1877" y="37934"/>
                  </a:lnTo>
                  <a:lnTo>
                    <a:pt x="2779" y="43293"/>
                  </a:lnTo>
                  <a:lnTo>
                    <a:pt x="3855" y="48620"/>
                  </a:lnTo>
                  <a:lnTo>
                    <a:pt x="5103" y="53909"/>
                  </a:lnTo>
                  <a:lnTo>
                    <a:pt x="6523" y="59155"/>
                  </a:lnTo>
                  <a:lnTo>
                    <a:pt x="8112" y="64352"/>
                  </a:lnTo>
                  <a:lnTo>
                    <a:pt x="9869" y="69494"/>
                  </a:lnTo>
                  <a:lnTo>
                    <a:pt x="11793" y="74577"/>
                  </a:lnTo>
                  <a:lnTo>
                    <a:pt x="13881" y="79594"/>
                  </a:lnTo>
                  <a:lnTo>
                    <a:pt x="16131" y="84541"/>
                  </a:lnTo>
                  <a:lnTo>
                    <a:pt x="18540" y="89412"/>
                  </a:lnTo>
                  <a:lnTo>
                    <a:pt x="21106" y="94202"/>
                  </a:lnTo>
                  <a:lnTo>
                    <a:pt x="23827" y="98906"/>
                  </a:lnTo>
                  <a:lnTo>
                    <a:pt x="26700" y="103520"/>
                  </a:lnTo>
                  <a:lnTo>
                    <a:pt x="29720" y="108037"/>
                  </a:lnTo>
                  <a:lnTo>
                    <a:pt x="32886" y="112454"/>
                  </a:lnTo>
                  <a:lnTo>
                    <a:pt x="36194" y="116766"/>
                  </a:lnTo>
                  <a:lnTo>
                    <a:pt x="39640" y="120968"/>
                  </a:lnTo>
                  <a:lnTo>
                    <a:pt x="43221" y="125055"/>
                  </a:lnTo>
                  <a:lnTo>
                    <a:pt x="46933" y="129024"/>
                  </a:lnTo>
                  <a:lnTo>
                    <a:pt x="50772" y="132871"/>
                  </a:lnTo>
                  <a:lnTo>
                    <a:pt x="54734" y="136590"/>
                  </a:lnTo>
                  <a:lnTo>
                    <a:pt x="58815" y="140179"/>
                  </a:lnTo>
                  <a:lnTo>
                    <a:pt x="63011" y="143633"/>
                  </a:lnTo>
                  <a:lnTo>
                    <a:pt x="67316" y="146949"/>
                  </a:lnTo>
                  <a:lnTo>
                    <a:pt x="71727" y="150124"/>
                  </a:lnTo>
                  <a:lnTo>
                    <a:pt x="76239" y="153153"/>
                  </a:lnTo>
                  <a:lnTo>
                    <a:pt x="80846" y="156034"/>
                  </a:lnTo>
                  <a:lnTo>
                    <a:pt x="85545" y="158764"/>
                  </a:lnTo>
                  <a:lnTo>
                    <a:pt x="90331" y="161339"/>
                  </a:lnTo>
                  <a:lnTo>
                    <a:pt x="95197" y="163758"/>
                  </a:lnTo>
                  <a:lnTo>
                    <a:pt x="100140" y="166017"/>
                  </a:lnTo>
                  <a:lnTo>
                    <a:pt x="105153" y="168114"/>
                  </a:lnTo>
                  <a:lnTo>
                    <a:pt x="110232" y="170048"/>
                  </a:lnTo>
                  <a:lnTo>
                    <a:pt x="115371" y="171815"/>
                  </a:lnTo>
                  <a:lnTo>
                    <a:pt x="120565" y="173414"/>
                  </a:lnTo>
                  <a:lnTo>
                    <a:pt x="125808" y="174844"/>
                  </a:lnTo>
                  <a:lnTo>
                    <a:pt x="131094" y="176102"/>
                  </a:lnTo>
                  <a:lnTo>
                    <a:pt x="136419" y="177188"/>
                  </a:lnTo>
                  <a:lnTo>
                    <a:pt x="141776" y="178100"/>
                  </a:lnTo>
                  <a:lnTo>
                    <a:pt x="147161" y="178838"/>
                  </a:lnTo>
                  <a:lnTo>
                    <a:pt x="152566" y="179400"/>
                  </a:lnTo>
                  <a:lnTo>
                    <a:pt x="157986" y="179786"/>
                  </a:lnTo>
                  <a:lnTo>
                    <a:pt x="163417" y="179996"/>
                  </a:lnTo>
                  <a:lnTo>
                    <a:pt x="168851" y="180029"/>
                  </a:lnTo>
                  <a:lnTo>
                    <a:pt x="174284" y="179886"/>
                  </a:lnTo>
                  <a:lnTo>
                    <a:pt x="167155" y="128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86215" y="941493"/>
              <a:ext cx="167165" cy="334182"/>
            </a:xfrm>
            <a:custGeom>
              <a:avLst/>
              <a:pathLst>
                <a:path w="167165" h="334182">
                  <a:moveTo>
                    <a:pt x="7128" y="334182"/>
                  </a:moveTo>
                  <a:lnTo>
                    <a:pt x="12459" y="333869"/>
                  </a:lnTo>
                  <a:lnTo>
                    <a:pt x="17778" y="333386"/>
                  </a:lnTo>
                  <a:lnTo>
                    <a:pt x="23078" y="332734"/>
                  </a:lnTo>
                  <a:lnTo>
                    <a:pt x="28355" y="331912"/>
                  </a:lnTo>
                  <a:lnTo>
                    <a:pt x="33603" y="330922"/>
                  </a:lnTo>
                  <a:lnTo>
                    <a:pt x="38817" y="329765"/>
                  </a:lnTo>
                  <a:lnTo>
                    <a:pt x="43991" y="328442"/>
                  </a:lnTo>
                  <a:lnTo>
                    <a:pt x="49120" y="326955"/>
                  </a:lnTo>
                  <a:lnTo>
                    <a:pt x="54199" y="325304"/>
                  </a:lnTo>
                  <a:lnTo>
                    <a:pt x="59222" y="323492"/>
                  </a:lnTo>
                  <a:lnTo>
                    <a:pt x="64185" y="321521"/>
                  </a:lnTo>
                  <a:lnTo>
                    <a:pt x="69083" y="319392"/>
                  </a:lnTo>
                  <a:lnTo>
                    <a:pt x="73910" y="317107"/>
                  </a:lnTo>
                  <a:lnTo>
                    <a:pt x="78662" y="314670"/>
                  </a:lnTo>
                  <a:lnTo>
                    <a:pt x="83333" y="312082"/>
                  </a:lnTo>
                  <a:lnTo>
                    <a:pt x="87920" y="309346"/>
                  </a:lnTo>
                  <a:lnTo>
                    <a:pt x="92417" y="306465"/>
                  </a:lnTo>
                  <a:lnTo>
                    <a:pt x="96819" y="303442"/>
                  </a:lnTo>
                  <a:lnTo>
                    <a:pt x="101122" y="300280"/>
                  </a:lnTo>
                  <a:lnTo>
                    <a:pt x="105323" y="296982"/>
                  </a:lnTo>
                  <a:lnTo>
                    <a:pt x="109416" y="293552"/>
                  </a:lnTo>
                  <a:lnTo>
                    <a:pt x="113397" y="289992"/>
                  </a:lnTo>
                  <a:lnTo>
                    <a:pt x="117262" y="286307"/>
                  </a:lnTo>
                  <a:lnTo>
                    <a:pt x="121008" y="282501"/>
                  </a:lnTo>
                  <a:lnTo>
                    <a:pt x="124630" y="278577"/>
                  </a:lnTo>
                  <a:lnTo>
                    <a:pt x="128125" y="274539"/>
                  </a:lnTo>
                  <a:lnTo>
                    <a:pt x="131490" y="270391"/>
                  </a:lnTo>
                  <a:lnTo>
                    <a:pt x="134720" y="266139"/>
                  </a:lnTo>
                  <a:lnTo>
                    <a:pt x="137813" y="261785"/>
                  </a:lnTo>
                  <a:lnTo>
                    <a:pt x="140765" y="257334"/>
                  </a:lnTo>
                  <a:lnTo>
                    <a:pt x="143573" y="252792"/>
                  </a:lnTo>
                  <a:lnTo>
                    <a:pt x="146235" y="248162"/>
                  </a:lnTo>
                  <a:lnTo>
                    <a:pt x="148747" y="243450"/>
                  </a:lnTo>
                  <a:lnTo>
                    <a:pt x="151108" y="238660"/>
                  </a:lnTo>
                  <a:lnTo>
                    <a:pt x="153314" y="233796"/>
                  </a:lnTo>
                  <a:lnTo>
                    <a:pt x="155365" y="228865"/>
                  </a:lnTo>
                  <a:lnTo>
                    <a:pt x="157256" y="223871"/>
                  </a:lnTo>
                  <a:lnTo>
                    <a:pt x="158987" y="218819"/>
                  </a:lnTo>
                  <a:lnTo>
                    <a:pt x="160556" y="213714"/>
                  </a:lnTo>
                  <a:lnTo>
                    <a:pt x="161961" y="208562"/>
                  </a:lnTo>
                  <a:lnTo>
                    <a:pt x="163200" y="203367"/>
                  </a:lnTo>
                  <a:lnTo>
                    <a:pt x="164273" y="198136"/>
                  </a:lnTo>
                  <a:lnTo>
                    <a:pt x="165179" y="192873"/>
                  </a:lnTo>
                  <a:lnTo>
                    <a:pt x="165916" y="187583"/>
                  </a:lnTo>
                  <a:lnTo>
                    <a:pt x="166483" y="182273"/>
                  </a:lnTo>
                  <a:lnTo>
                    <a:pt x="166881" y="176947"/>
                  </a:lnTo>
                  <a:lnTo>
                    <a:pt x="167108" y="171612"/>
                  </a:lnTo>
                  <a:lnTo>
                    <a:pt x="167165" y="166272"/>
                  </a:lnTo>
                  <a:lnTo>
                    <a:pt x="167051" y="160933"/>
                  </a:lnTo>
                  <a:lnTo>
                    <a:pt x="166766" y="155600"/>
                  </a:lnTo>
                  <a:lnTo>
                    <a:pt x="166312" y="150279"/>
                  </a:lnTo>
                  <a:lnTo>
                    <a:pt x="165687" y="144975"/>
                  </a:lnTo>
                  <a:lnTo>
                    <a:pt x="164894" y="139694"/>
                  </a:lnTo>
                  <a:lnTo>
                    <a:pt x="163932" y="134441"/>
                  </a:lnTo>
                  <a:lnTo>
                    <a:pt x="162803" y="129221"/>
                  </a:lnTo>
                  <a:lnTo>
                    <a:pt x="161508" y="124040"/>
                  </a:lnTo>
                  <a:lnTo>
                    <a:pt x="160048" y="118903"/>
                  </a:lnTo>
                  <a:lnTo>
                    <a:pt x="158425" y="113815"/>
                  </a:lnTo>
                  <a:lnTo>
                    <a:pt x="156640" y="108782"/>
                  </a:lnTo>
                  <a:lnTo>
                    <a:pt x="154695" y="103809"/>
                  </a:lnTo>
                  <a:lnTo>
                    <a:pt x="152592" y="98899"/>
                  </a:lnTo>
                  <a:lnTo>
                    <a:pt x="150334" y="94060"/>
                  </a:lnTo>
                  <a:lnTo>
                    <a:pt x="147922" y="89295"/>
                  </a:lnTo>
                  <a:lnTo>
                    <a:pt x="145359" y="84610"/>
                  </a:lnTo>
                  <a:lnTo>
                    <a:pt x="142648" y="80009"/>
                  </a:lnTo>
                  <a:lnTo>
                    <a:pt x="139791" y="75497"/>
                  </a:lnTo>
                  <a:lnTo>
                    <a:pt x="136791" y="71079"/>
                  </a:lnTo>
                  <a:lnTo>
                    <a:pt x="133652" y="66758"/>
                  </a:lnTo>
                  <a:lnTo>
                    <a:pt x="130377" y="62540"/>
                  </a:lnTo>
                  <a:lnTo>
                    <a:pt x="126968" y="58429"/>
                  </a:lnTo>
                  <a:lnTo>
                    <a:pt x="123430" y="54429"/>
                  </a:lnTo>
                  <a:lnTo>
                    <a:pt x="119766" y="50544"/>
                  </a:lnTo>
                  <a:lnTo>
                    <a:pt x="115980" y="46778"/>
                  </a:lnTo>
                  <a:lnTo>
                    <a:pt x="112075" y="43134"/>
                  </a:lnTo>
                  <a:lnTo>
                    <a:pt x="108056" y="39618"/>
                  </a:lnTo>
                  <a:lnTo>
                    <a:pt x="103926" y="36231"/>
                  </a:lnTo>
                  <a:lnTo>
                    <a:pt x="99691" y="32978"/>
                  </a:lnTo>
                  <a:lnTo>
                    <a:pt x="95354" y="29863"/>
                  </a:lnTo>
                  <a:lnTo>
                    <a:pt x="90919" y="26887"/>
                  </a:lnTo>
                  <a:lnTo>
                    <a:pt x="86392" y="24054"/>
                  </a:lnTo>
                  <a:lnTo>
                    <a:pt x="81777" y="21368"/>
                  </a:lnTo>
                  <a:lnTo>
                    <a:pt x="77078" y="18830"/>
                  </a:lnTo>
                  <a:lnTo>
                    <a:pt x="72300" y="16443"/>
                  </a:lnTo>
                  <a:lnTo>
                    <a:pt x="67449" y="14211"/>
                  </a:lnTo>
                  <a:lnTo>
                    <a:pt x="62529" y="12135"/>
                  </a:lnTo>
                  <a:lnTo>
                    <a:pt x="57545" y="10216"/>
                  </a:lnTo>
                  <a:lnTo>
                    <a:pt x="52502" y="8458"/>
                  </a:lnTo>
                  <a:lnTo>
                    <a:pt x="47406" y="6862"/>
                  </a:lnTo>
                  <a:lnTo>
                    <a:pt x="42261" y="5430"/>
                  </a:lnTo>
                  <a:lnTo>
                    <a:pt x="37073" y="4162"/>
                  </a:lnTo>
                  <a:lnTo>
                    <a:pt x="31847" y="3061"/>
                  </a:lnTo>
                  <a:lnTo>
                    <a:pt x="26589" y="2128"/>
                  </a:lnTo>
                  <a:lnTo>
                    <a:pt x="21304" y="1363"/>
                  </a:lnTo>
                  <a:lnTo>
                    <a:pt x="15997" y="767"/>
                  </a:lnTo>
                  <a:lnTo>
                    <a:pt x="10673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797336" y="1071028"/>
              <a:ext cx="167164" cy="189541"/>
            </a:xfrm>
            <a:custGeom>
              <a:avLst/>
              <a:pathLst>
                <a:path w="167164" h="189541">
                  <a:moveTo>
                    <a:pt x="167164" y="0"/>
                  </a:moveTo>
                  <a:lnTo>
                    <a:pt x="161787" y="86"/>
                  </a:lnTo>
                  <a:lnTo>
                    <a:pt x="156416" y="345"/>
                  </a:lnTo>
                  <a:lnTo>
                    <a:pt x="151056" y="777"/>
                  </a:lnTo>
                  <a:lnTo>
                    <a:pt x="145712" y="1382"/>
                  </a:lnTo>
                  <a:lnTo>
                    <a:pt x="140391" y="2157"/>
                  </a:lnTo>
                  <a:lnTo>
                    <a:pt x="135097" y="3104"/>
                  </a:lnTo>
                  <a:lnTo>
                    <a:pt x="129837" y="4220"/>
                  </a:lnTo>
                  <a:lnTo>
                    <a:pt x="124615" y="5505"/>
                  </a:lnTo>
                  <a:lnTo>
                    <a:pt x="119437" y="6958"/>
                  </a:lnTo>
                  <a:lnTo>
                    <a:pt x="114308" y="8576"/>
                  </a:lnTo>
                  <a:lnTo>
                    <a:pt x="109235" y="10358"/>
                  </a:lnTo>
                  <a:lnTo>
                    <a:pt x="104221" y="12302"/>
                  </a:lnTo>
                  <a:lnTo>
                    <a:pt x="99272" y="14407"/>
                  </a:lnTo>
                  <a:lnTo>
                    <a:pt x="94394" y="16670"/>
                  </a:lnTo>
                  <a:lnTo>
                    <a:pt x="89591" y="19088"/>
                  </a:lnTo>
                  <a:lnTo>
                    <a:pt x="84868" y="21660"/>
                  </a:lnTo>
                  <a:lnTo>
                    <a:pt x="80230" y="24382"/>
                  </a:lnTo>
                  <a:lnTo>
                    <a:pt x="75683" y="27253"/>
                  </a:lnTo>
                  <a:lnTo>
                    <a:pt x="71230" y="30267"/>
                  </a:lnTo>
                  <a:lnTo>
                    <a:pt x="66876" y="33424"/>
                  </a:lnTo>
                  <a:lnTo>
                    <a:pt x="62626" y="36719"/>
                  </a:lnTo>
                  <a:lnTo>
                    <a:pt x="58484" y="40149"/>
                  </a:lnTo>
                  <a:lnTo>
                    <a:pt x="54455" y="43710"/>
                  </a:lnTo>
                  <a:lnTo>
                    <a:pt x="50542" y="47400"/>
                  </a:lnTo>
                  <a:lnTo>
                    <a:pt x="46750" y="51213"/>
                  </a:lnTo>
                  <a:lnTo>
                    <a:pt x="43083" y="55146"/>
                  </a:lnTo>
                  <a:lnTo>
                    <a:pt x="39544" y="59195"/>
                  </a:lnTo>
                  <a:lnTo>
                    <a:pt x="36137" y="63356"/>
                  </a:lnTo>
                  <a:lnTo>
                    <a:pt x="32866" y="67624"/>
                  </a:lnTo>
                  <a:lnTo>
                    <a:pt x="29733" y="71995"/>
                  </a:lnTo>
                  <a:lnTo>
                    <a:pt x="26743" y="76465"/>
                  </a:lnTo>
                  <a:lnTo>
                    <a:pt x="23898" y="81028"/>
                  </a:lnTo>
                  <a:lnTo>
                    <a:pt x="21202" y="85681"/>
                  </a:lnTo>
                  <a:lnTo>
                    <a:pt x="18656" y="90418"/>
                  </a:lnTo>
                  <a:lnTo>
                    <a:pt x="16265" y="95235"/>
                  </a:lnTo>
                  <a:lnTo>
                    <a:pt x="14029" y="100126"/>
                  </a:lnTo>
                  <a:lnTo>
                    <a:pt x="11952" y="105086"/>
                  </a:lnTo>
                  <a:lnTo>
                    <a:pt x="10035" y="110110"/>
                  </a:lnTo>
                  <a:lnTo>
                    <a:pt x="8281" y="115194"/>
                  </a:lnTo>
                  <a:lnTo>
                    <a:pt x="6692" y="120331"/>
                  </a:lnTo>
                  <a:lnTo>
                    <a:pt x="5269" y="125517"/>
                  </a:lnTo>
                  <a:lnTo>
                    <a:pt x="4013" y="130746"/>
                  </a:lnTo>
                  <a:lnTo>
                    <a:pt x="2926" y="136013"/>
                  </a:lnTo>
                  <a:lnTo>
                    <a:pt x="2008" y="141312"/>
                  </a:lnTo>
                  <a:lnTo>
                    <a:pt x="1262" y="146637"/>
                  </a:lnTo>
                  <a:lnTo>
                    <a:pt x="688" y="151984"/>
                  </a:lnTo>
                  <a:lnTo>
                    <a:pt x="286" y="157347"/>
                  </a:lnTo>
                  <a:lnTo>
                    <a:pt x="56" y="162720"/>
                  </a:lnTo>
                  <a:lnTo>
                    <a:pt x="0" y="168097"/>
                  </a:lnTo>
                  <a:lnTo>
                    <a:pt x="116" y="173473"/>
                  </a:lnTo>
                  <a:lnTo>
                    <a:pt x="405" y="178843"/>
                  </a:lnTo>
                  <a:lnTo>
                    <a:pt x="867" y="184201"/>
                  </a:lnTo>
                  <a:lnTo>
                    <a:pt x="1501" y="18954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838" y="1238196"/>
              <a:ext cx="165663" cy="22374"/>
            </a:xfrm>
            <a:custGeom>
              <a:avLst/>
              <a:pathLst>
                <a:path w="165663" h="22374">
                  <a:moveTo>
                    <a:pt x="0" y="22374"/>
                  </a:moveTo>
                  <a:lnTo>
                    <a:pt x="1656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838" y="1071257"/>
              <a:ext cx="332830" cy="334093"/>
            </a:xfrm>
            <a:custGeom>
              <a:avLst/>
              <a:pathLst>
                <a:path w="332830" h="334093">
                  <a:moveTo>
                    <a:pt x="0" y="189312"/>
                  </a:moveTo>
                  <a:lnTo>
                    <a:pt x="790" y="194543"/>
                  </a:lnTo>
                  <a:lnTo>
                    <a:pt x="1747" y="199747"/>
                  </a:lnTo>
                  <a:lnTo>
                    <a:pt x="2867" y="204917"/>
                  </a:lnTo>
                  <a:lnTo>
                    <a:pt x="4150" y="210049"/>
                  </a:lnTo>
                  <a:lnTo>
                    <a:pt x="5595" y="215139"/>
                  </a:lnTo>
                  <a:lnTo>
                    <a:pt x="7201" y="220180"/>
                  </a:lnTo>
                  <a:lnTo>
                    <a:pt x="8965" y="225167"/>
                  </a:lnTo>
                  <a:lnTo>
                    <a:pt x="10886" y="230097"/>
                  </a:lnTo>
                  <a:lnTo>
                    <a:pt x="12962" y="234963"/>
                  </a:lnTo>
                  <a:lnTo>
                    <a:pt x="15191" y="239761"/>
                  </a:lnTo>
                  <a:lnTo>
                    <a:pt x="17571" y="244486"/>
                  </a:lnTo>
                  <a:lnTo>
                    <a:pt x="20099" y="249133"/>
                  </a:lnTo>
                  <a:lnTo>
                    <a:pt x="22773" y="253698"/>
                  </a:lnTo>
                  <a:lnTo>
                    <a:pt x="25590" y="258176"/>
                  </a:lnTo>
                  <a:lnTo>
                    <a:pt x="28547" y="262563"/>
                  </a:lnTo>
                  <a:lnTo>
                    <a:pt x="31641" y="266854"/>
                  </a:lnTo>
                  <a:lnTo>
                    <a:pt x="34870" y="271045"/>
                  </a:lnTo>
                  <a:lnTo>
                    <a:pt x="38230" y="275132"/>
                  </a:lnTo>
                  <a:lnTo>
                    <a:pt x="41718" y="279110"/>
                  </a:lnTo>
                  <a:lnTo>
                    <a:pt x="45329" y="282976"/>
                  </a:lnTo>
                  <a:lnTo>
                    <a:pt x="49061" y="286725"/>
                  </a:lnTo>
                  <a:lnTo>
                    <a:pt x="52910" y="290355"/>
                  </a:lnTo>
                  <a:lnTo>
                    <a:pt x="56872" y="293861"/>
                  </a:lnTo>
                  <a:lnTo>
                    <a:pt x="60943" y="297240"/>
                  </a:lnTo>
                  <a:lnTo>
                    <a:pt x="65119" y="300489"/>
                  </a:lnTo>
                  <a:lnTo>
                    <a:pt x="69395" y="303603"/>
                  </a:lnTo>
                  <a:lnTo>
                    <a:pt x="73768" y="306581"/>
                  </a:lnTo>
                  <a:lnTo>
                    <a:pt x="78233" y="309419"/>
                  </a:lnTo>
                  <a:lnTo>
                    <a:pt x="82785" y="312115"/>
                  </a:lnTo>
                  <a:lnTo>
                    <a:pt x="87420" y="314664"/>
                  </a:lnTo>
                  <a:lnTo>
                    <a:pt x="92134" y="317066"/>
                  </a:lnTo>
                  <a:lnTo>
                    <a:pt x="96922" y="319318"/>
                  </a:lnTo>
                  <a:lnTo>
                    <a:pt x="101778" y="321417"/>
                  </a:lnTo>
                  <a:lnTo>
                    <a:pt x="106698" y="323361"/>
                  </a:lnTo>
                  <a:lnTo>
                    <a:pt x="111678" y="325148"/>
                  </a:lnTo>
                  <a:lnTo>
                    <a:pt x="116711" y="326778"/>
                  </a:lnTo>
                  <a:lnTo>
                    <a:pt x="121793" y="328247"/>
                  </a:lnTo>
                  <a:lnTo>
                    <a:pt x="126920" y="329554"/>
                  </a:lnTo>
                  <a:lnTo>
                    <a:pt x="132085" y="330698"/>
                  </a:lnTo>
                  <a:lnTo>
                    <a:pt x="137284" y="331679"/>
                  </a:lnTo>
                  <a:lnTo>
                    <a:pt x="142511" y="332495"/>
                  </a:lnTo>
                  <a:lnTo>
                    <a:pt x="147761" y="333144"/>
                  </a:lnTo>
                  <a:lnTo>
                    <a:pt x="153030" y="333627"/>
                  </a:lnTo>
                  <a:lnTo>
                    <a:pt x="158311" y="333944"/>
                  </a:lnTo>
                  <a:lnTo>
                    <a:pt x="163599" y="334093"/>
                  </a:lnTo>
                  <a:lnTo>
                    <a:pt x="168890" y="334074"/>
                  </a:lnTo>
                  <a:lnTo>
                    <a:pt x="174177" y="333889"/>
                  </a:lnTo>
                  <a:lnTo>
                    <a:pt x="179455" y="333536"/>
                  </a:lnTo>
                  <a:lnTo>
                    <a:pt x="184720" y="333016"/>
                  </a:lnTo>
                  <a:lnTo>
                    <a:pt x="189966" y="332329"/>
                  </a:lnTo>
                  <a:lnTo>
                    <a:pt x="195187" y="331478"/>
                  </a:lnTo>
                  <a:lnTo>
                    <a:pt x="200379" y="330461"/>
                  </a:lnTo>
                  <a:lnTo>
                    <a:pt x="205536" y="329280"/>
                  </a:lnTo>
                  <a:lnTo>
                    <a:pt x="210654" y="327937"/>
                  </a:lnTo>
                  <a:lnTo>
                    <a:pt x="215726" y="326433"/>
                  </a:lnTo>
                  <a:lnTo>
                    <a:pt x="220748" y="324769"/>
                  </a:lnTo>
                  <a:lnTo>
                    <a:pt x="225714" y="322947"/>
                  </a:lnTo>
                  <a:lnTo>
                    <a:pt x="230621" y="320969"/>
                  </a:lnTo>
                  <a:lnTo>
                    <a:pt x="235463" y="318836"/>
                  </a:lnTo>
                  <a:lnTo>
                    <a:pt x="240234" y="316551"/>
                  </a:lnTo>
                  <a:lnTo>
                    <a:pt x="244931" y="314116"/>
                  </a:lnTo>
                  <a:lnTo>
                    <a:pt x="249549" y="311534"/>
                  </a:lnTo>
                  <a:lnTo>
                    <a:pt x="254082" y="308808"/>
                  </a:lnTo>
                  <a:lnTo>
                    <a:pt x="258527" y="305939"/>
                  </a:lnTo>
                  <a:lnTo>
                    <a:pt x="262879" y="302930"/>
                  </a:lnTo>
                  <a:lnTo>
                    <a:pt x="267134" y="299786"/>
                  </a:lnTo>
                  <a:lnTo>
                    <a:pt x="271287" y="296509"/>
                  </a:lnTo>
                  <a:lnTo>
                    <a:pt x="275334" y="293101"/>
                  </a:lnTo>
                  <a:lnTo>
                    <a:pt x="279271" y="289568"/>
                  </a:lnTo>
                  <a:lnTo>
                    <a:pt x="283095" y="285911"/>
                  </a:lnTo>
                  <a:lnTo>
                    <a:pt x="286801" y="282136"/>
                  </a:lnTo>
                  <a:lnTo>
                    <a:pt x="290386" y="278245"/>
                  </a:lnTo>
                  <a:lnTo>
                    <a:pt x="293845" y="274242"/>
                  </a:lnTo>
                  <a:lnTo>
                    <a:pt x="297177" y="270132"/>
                  </a:lnTo>
                  <a:lnTo>
                    <a:pt x="300376" y="265919"/>
                  </a:lnTo>
                  <a:lnTo>
                    <a:pt x="303441" y="261607"/>
                  </a:lnTo>
                  <a:lnTo>
                    <a:pt x="306368" y="257200"/>
                  </a:lnTo>
                  <a:lnTo>
                    <a:pt x="309153" y="252702"/>
                  </a:lnTo>
                  <a:lnTo>
                    <a:pt x="311795" y="248118"/>
                  </a:lnTo>
                  <a:lnTo>
                    <a:pt x="314291" y="243454"/>
                  </a:lnTo>
                  <a:lnTo>
                    <a:pt x="316638" y="238712"/>
                  </a:lnTo>
                  <a:lnTo>
                    <a:pt x="318833" y="233899"/>
                  </a:lnTo>
                  <a:lnTo>
                    <a:pt x="320876" y="229018"/>
                  </a:lnTo>
                  <a:lnTo>
                    <a:pt x="322762" y="224076"/>
                  </a:lnTo>
                  <a:lnTo>
                    <a:pt x="324492" y="219076"/>
                  </a:lnTo>
                  <a:lnTo>
                    <a:pt x="326062" y="214024"/>
                  </a:lnTo>
                  <a:lnTo>
                    <a:pt x="327472" y="208925"/>
                  </a:lnTo>
                  <a:lnTo>
                    <a:pt x="328719" y="203783"/>
                  </a:lnTo>
                  <a:lnTo>
                    <a:pt x="329803" y="198605"/>
                  </a:lnTo>
                  <a:lnTo>
                    <a:pt x="330723" y="193395"/>
                  </a:lnTo>
                  <a:lnTo>
                    <a:pt x="331478" y="188159"/>
                  </a:lnTo>
                  <a:lnTo>
                    <a:pt x="332066" y="182901"/>
                  </a:lnTo>
                  <a:lnTo>
                    <a:pt x="332488" y="177628"/>
                  </a:lnTo>
                  <a:lnTo>
                    <a:pt x="332743" y="172343"/>
                  </a:lnTo>
                  <a:lnTo>
                    <a:pt x="332830" y="167054"/>
                  </a:lnTo>
                  <a:lnTo>
                    <a:pt x="332750" y="161764"/>
                  </a:lnTo>
                  <a:lnTo>
                    <a:pt x="332503" y="156479"/>
                  </a:lnTo>
                  <a:lnTo>
                    <a:pt x="332088" y="151205"/>
                  </a:lnTo>
                  <a:lnTo>
                    <a:pt x="331507" y="145947"/>
                  </a:lnTo>
                  <a:lnTo>
                    <a:pt x="330760" y="140709"/>
                  </a:lnTo>
                  <a:lnTo>
                    <a:pt x="329847" y="135498"/>
                  </a:lnTo>
                  <a:lnTo>
                    <a:pt x="328770" y="130318"/>
                  </a:lnTo>
                  <a:lnTo>
                    <a:pt x="327530" y="125175"/>
                  </a:lnTo>
                  <a:lnTo>
                    <a:pt x="326127" y="120074"/>
                  </a:lnTo>
                  <a:lnTo>
                    <a:pt x="324564" y="115020"/>
                  </a:lnTo>
                  <a:lnTo>
                    <a:pt x="322841" y="110018"/>
                  </a:lnTo>
                  <a:lnTo>
                    <a:pt x="320961" y="105073"/>
                  </a:lnTo>
                  <a:lnTo>
                    <a:pt x="318926" y="100189"/>
                  </a:lnTo>
                  <a:lnTo>
                    <a:pt x="316737" y="95373"/>
                  </a:lnTo>
                  <a:lnTo>
                    <a:pt x="314397" y="90628"/>
                  </a:lnTo>
                  <a:lnTo>
                    <a:pt x="311908" y="85960"/>
                  </a:lnTo>
                  <a:lnTo>
                    <a:pt x="309272" y="81373"/>
                  </a:lnTo>
                  <a:lnTo>
                    <a:pt x="306492" y="76871"/>
                  </a:lnTo>
                  <a:lnTo>
                    <a:pt x="303572" y="72460"/>
                  </a:lnTo>
                  <a:lnTo>
                    <a:pt x="300513" y="68143"/>
                  </a:lnTo>
                  <a:lnTo>
                    <a:pt x="297319" y="63926"/>
                  </a:lnTo>
                  <a:lnTo>
                    <a:pt x="293994" y="59811"/>
                  </a:lnTo>
                  <a:lnTo>
                    <a:pt x="290540" y="55804"/>
                  </a:lnTo>
                  <a:lnTo>
                    <a:pt x="286960" y="51908"/>
                  </a:lnTo>
                  <a:lnTo>
                    <a:pt x="283260" y="48127"/>
                  </a:lnTo>
                  <a:lnTo>
                    <a:pt x="279441" y="44466"/>
                  </a:lnTo>
                  <a:lnTo>
                    <a:pt x="275509" y="40927"/>
                  </a:lnTo>
                  <a:lnTo>
                    <a:pt x="271466" y="37514"/>
                  </a:lnTo>
                  <a:lnTo>
                    <a:pt x="267318" y="34231"/>
                  </a:lnTo>
                  <a:lnTo>
                    <a:pt x="263067" y="31080"/>
                  </a:lnTo>
                  <a:lnTo>
                    <a:pt x="258720" y="28066"/>
                  </a:lnTo>
                  <a:lnTo>
                    <a:pt x="254279" y="25191"/>
                  </a:lnTo>
                  <a:lnTo>
                    <a:pt x="249749" y="22458"/>
                  </a:lnTo>
                  <a:lnTo>
                    <a:pt x="245135" y="19869"/>
                  </a:lnTo>
                  <a:lnTo>
                    <a:pt x="240441" y="17428"/>
                  </a:lnTo>
                  <a:lnTo>
                    <a:pt x="235673" y="15137"/>
                  </a:lnTo>
                  <a:lnTo>
                    <a:pt x="230834" y="12998"/>
                  </a:lnTo>
                  <a:lnTo>
                    <a:pt x="225930" y="11012"/>
                  </a:lnTo>
                  <a:lnTo>
                    <a:pt x="220966" y="9183"/>
                  </a:lnTo>
                  <a:lnTo>
                    <a:pt x="215946" y="7512"/>
                  </a:lnTo>
                  <a:lnTo>
                    <a:pt x="210876" y="6001"/>
                  </a:lnTo>
                  <a:lnTo>
                    <a:pt x="205761" y="4651"/>
                  </a:lnTo>
                  <a:lnTo>
                    <a:pt x="200606" y="3463"/>
                  </a:lnTo>
                  <a:lnTo>
                    <a:pt x="195415" y="2440"/>
                  </a:lnTo>
                  <a:lnTo>
                    <a:pt x="190195" y="1580"/>
                  </a:lnTo>
                  <a:lnTo>
                    <a:pt x="184950" y="887"/>
                  </a:lnTo>
                  <a:lnTo>
                    <a:pt x="179686" y="360"/>
                  </a:lnTo>
                  <a:lnTo>
                    <a:pt x="174408" y="0"/>
                  </a:lnTo>
                  <a:lnTo>
                    <a:pt x="165663" y="1669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964501" y="1071028"/>
              <a:ext cx="8744" cy="167167"/>
            </a:xfrm>
            <a:custGeom>
              <a:avLst/>
              <a:pathLst>
                <a:path w="8744" h="167167">
                  <a:moveTo>
                    <a:pt x="8744" y="22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7314" y="1322571"/>
              <a:ext cx="51406" cy="167167"/>
            </a:xfrm>
            <a:custGeom>
              <a:avLst/>
              <a:pathLst>
                <a:path w="51406" h="167167">
                  <a:moveTo>
                    <a:pt x="51406" y="0"/>
                  </a:moveTo>
                  <a:lnTo>
                    <a:pt x="44876" y="127"/>
                  </a:lnTo>
                  <a:lnTo>
                    <a:pt x="38356" y="510"/>
                  </a:lnTo>
                  <a:lnTo>
                    <a:pt x="31856" y="1147"/>
                  </a:lnTo>
                  <a:lnTo>
                    <a:pt x="25386" y="2037"/>
                  </a:lnTo>
                  <a:lnTo>
                    <a:pt x="18955" y="3180"/>
                  </a:lnTo>
                  <a:lnTo>
                    <a:pt x="12574" y="4572"/>
                  </a:lnTo>
                  <a:lnTo>
                    <a:pt x="6252" y="6213"/>
                  </a:lnTo>
                  <a:lnTo>
                    <a:pt x="0" y="8100"/>
                  </a:lnTo>
                  <a:lnTo>
                    <a:pt x="5140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7314" y="1330672"/>
              <a:ext cx="51406" cy="159066"/>
            </a:xfrm>
            <a:custGeom>
              <a:avLst/>
              <a:pathLst>
                <a:path w="51406" h="159066">
                  <a:moveTo>
                    <a:pt x="0" y="0"/>
                  </a:moveTo>
                  <a:lnTo>
                    <a:pt x="51406" y="1590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321563" y="1330672"/>
              <a:ext cx="334315" cy="326232"/>
            </a:xfrm>
            <a:custGeom>
              <a:avLst/>
              <a:pathLst>
                <a:path w="334315" h="326232">
                  <a:moveTo>
                    <a:pt x="115750" y="0"/>
                  </a:moveTo>
                  <a:lnTo>
                    <a:pt x="110730" y="1710"/>
                  </a:lnTo>
                  <a:lnTo>
                    <a:pt x="105766" y="3580"/>
                  </a:lnTo>
                  <a:lnTo>
                    <a:pt x="100865" y="5605"/>
                  </a:lnTo>
                  <a:lnTo>
                    <a:pt x="96029" y="7786"/>
                  </a:lnTo>
                  <a:lnTo>
                    <a:pt x="91266" y="10118"/>
                  </a:lnTo>
                  <a:lnTo>
                    <a:pt x="86579" y="12601"/>
                  </a:lnTo>
                  <a:lnTo>
                    <a:pt x="81973" y="15231"/>
                  </a:lnTo>
                  <a:lnTo>
                    <a:pt x="77453" y="18006"/>
                  </a:lnTo>
                  <a:lnTo>
                    <a:pt x="73023" y="20922"/>
                  </a:lnTo>
                  <a:lnTo>
                    <a:pt x="68688" y="23978"/>
                  </a:lnTo>
                  <a:lnTo>
                    <a:pt x="64452" y="27170"/>
                  </a:lnTo>
                  <a:lnTo>
                    <a:pt x="60320" y="30495"/>
                  </a:lnTo>
                  <a:lnTo>
                    <a:pt x="56294" y="33949"/>
                  </a:lnTo>
                  <a:lnTo>
                    <a:pt x="52381" y="37529"/>
                  </a:lnTo>
                  <a:lnTo>
                    <a:pt x="48583" y="41231"/>
                  </a:lnTo>
                  <a:lnTo>
                    <a:pt x="44905" y="45052"/>
                  </a:lnTo>
                  <a:lnTo>
                    <a:pt x="41349" y="48988"/>
                  </a:lnTo>
                  <a:lnTo>
                    <a:pt x="37920" y="53034"/>
                  </a:lnTo>
                  <a:lnTo>
                    <a:pt x="34622" y="57187"/>
                  </a:lnTo>
                  <a:lnTo>
                    <a:pt x="31456" y="61443"/>
                  </a:lnTo>
                  <a:lnTo>
                    <a:pt x="28428" y="65797"/>
                  </a:lnTo>
                  <a:lnTo>
                    <a:pt x="25539" y="70245"/>
                  </a:lnTo>
                  <a:lnTo>
                    <a:pt x="22792" y="74783"/>
                  </a:lnTo>
                  <a:lnTo>
                    <a:pt x="20191" y="79405"/>
                  </a:lnTo>
                  <a:lnTo>
                    <a:pt x="17738" y="84107"/>
                  </a:lnTo>
                  <a:lnTo>
                    <a:pt x="15435" y="88885"/>
                  </a:lnTo>
                  <a:lnTo>
                    <a:pt x="13285" y="93734"/>
                  </a:lnTo>
                  <a:lnTo>
                    <a:pt x="11290" y="98648"/>
                  </a:lnTo>
                  <a:lnTo>
                    <a:pt x="9452" y="103623"/>
                  </a:lnTo>
                  <a:lnTo>
                    <a:pt x="7772" y="108654"/>
                  </a:lnTo>
                  <a:lnTo>
                    <a:pt x="6253" y="113736"/>
                  </a:lnTo>
                  <a:lnTo>
                    <a:pt x="4896" y="118863"/>
                  </a:lnTo>
                  <a:lnTo>
                    <a:pt x="3702" y="124031"/>
                  </a:lnTo>
                  <a:lnTo>
                    <a:pt x="2673" y="129234"/>
                  </a:lnTo>
                  <a:lnTo>
                    <a:pt x="1809" y="134467"/>
                  </a:lnTo>
                  <a:lnTo>
                    <a:pt x="1112" y="139725"/>
                  </a:lnTo>
                  <a:lnTo>
                    <a:pt x="582" y="145002"/>
                  </a:lnTo>
                  <a:lnTo>
                    <a:pt x="220" y="150294"/>
                  </a:lnTo>
                  <a:lnTo>
                    <a:pt x="26" y="155594"/>
                  </a:lnTo>
                  <a:lnTo>
                    <a:pt x="0" y="160898"/>
                  </a:lnTo>
                  <a:lnTo>
                    <a:pt x="142" y="166200"/>
                  </a:lnTo>
                  <a:lnTo>
                    <a:pt x="452" y="171495"/>
                  </a:lnTo>
                  <a:lnTo>
                    <a:pt x="930" y="176777"/>
                  </a:lnTo>
                  <a:lnTo>
                    <a:pt x="1576" y="182041"/>
                  </a:lnTo>
                  <a:lnTo>
                    <a:pt x="2388" y="187283"/>
                  </a:lnTo>
                  <a:lnTo>
                    <a:pt x="3366" y="192496"/>
                  </a:lnTo>
                  <a:lnTo>
                    <a:pt x="4509" y="197675"/>
                  </a:lnTo>
                  <a:lnTo>
                    <a:pt x="5816" y="202815"/>
                  </a:lnTo>
                  <a:lnTo>
                    <a:pt x="7285" y="207912"/>
                  </a:lnTo>
                  <a:lnTo>
                    <a:pt x="8915" y="212959"/>
                  </a:lnTo>
                  <a:lnTo>
                    <a:pt x="10704" y="217952"/>
                  </a:lnTo>
                  <a:lnTo>
                    <a:pt x="12651" y="222885"/>
                  </a:lnTo>
                  <a:lnTo>
                    <a:pt x="14753" y="227755"/>
                  </a:lnTo>
                  <a:lnTo>
                    <a:pt x="17009" y="232555"/>
                  </a:lnTo>
                  <a:lnTo>
                    <a:pt x="19416" y="237281"/>
                  </a:lnTo>
                  <a:lnTo>
                    <a:pt x="21972" y="241929"/>
                  </a:lnTo>
                  <a:lnTo>
                    <a:pt x="24673" y="246493"/>
                  </a:lnTo>
                  <a:lnTo>
                    <a:pt x="27519" y="250969"/>
                  </a:lnTo>
                  <a:lnTo>
                    <a:pt x="30504" y="255353"/>
                  </a:lnTo>
                  <a:lnTo>
                    <a:pt x="33628" y="259639"/>
                  </a:lnTo>
                  <a:lnTo>
                    <a:pt x="36886" y="263825"/>
                  </a:lnTo>
                  <a:lnTo>
                    <a:pt x="40274" y="267905"/>
                  </a:lnTo>
                  <a:lnTo>
                    <a:pt x="43791" y="271875"/>
                  </a:lnTo>
                  <a:lnTo>
                    <a:pt x="47432" y="275732"/>
                  </a:lnTo>
                  <a:lnTo>
                    <a:pt x="51193" y="279472"/>
                  </a:lnTo>
                  <a:lnTo>
                    <a:pt x="55071" y="283090"/>
                  </a:lnTo>
                  <a:lnTo>
                    <a:pt x="59062" y="286583"/>
                  </a:lnTo>
                  <a:lnTo>
                    <a:pt x="63162" y="289948"/>
                  </a:lnTo>
                  <a:lnTo>
                    <a:pt x="67366" y="293181"/>
                  </a:lnTo>
                  <a:lnTo>
                    <a:pt x="71671" y="296280"/>
                  </a:lnTo>
                  <a:lnTo>
                    <a:pt x="76072" y="299240"/>
                  </a:lnTo>
                  <a:lnTo>
                    <a:pt x="80565" y="302059"/>
                  </a:lnTo>
                  <a:lnTo>
                    <a:pt x="85145" y="304734"/>
                  </a:lnTo>
                  <a:lnTo>
                    <a:pt x="89807" y="307262"/>
                  </a:lnTo>
                  <a:lnTo>
                    <a:pt x="94548" y="309641"/>
                  </a:lnTo>
                  <a:lnTo>
                    <a:pt x="99361" y="311869"/>
                  </a:lnTo>
                  <a:lnTo>
                    <a:pt x="104243" y="313943"/>
                  </a:lnTo>
                  <a:lnTo>
                    <a:pt x="109188" y="315861"/>
                  </a:lnTo>
                  <a:lnTo>
                    <a:pt x="114191" y="317621"/>
                  </a:lnTo>
                  <a:lnTo>
                    <a:pt x="119247" y="319222"/>
                  </a:lnTo>
                  <a:lnTo>
                    <a:pt x="124352" y="320661"/>
                  </a:lnTo>
                  <a:lnTo>
                    <a:pt x="129500" y="321937"/>
                  </a:lnTo>
                  <a:lnTo>
                    <a:pt x="134686" y="323050"/>
                  </a:lnTo>
                  <a:lnTo>
                    <a:pt x="139905" y="323998"/>
                  </a:lnTo>
                  <a:lnTo>
                    <a:pt x="145151" y="324779"/>
                  </a:lnTo>
                  <a:lnTo>
                    <a:pt x="150419" y="325394"/>
                  </a:lnTo>
                  <a:lnTo>
                    <a:pt x="155704" y="325841"/>
                  </a:lnTo>
                  <a:lnTo>
                    <a:pt x="161000" y="326120"/>
                  </a:lnTo>
                  <a:lnTo>
                    <a:pt x="166303" y="326232"/>
                  </a:lnTo>
                  <a:lnTo>
                    <a:pt x="171607" y="326175"/>
                  </a:lnTo>
                  <a:lnTo>
                    <a:pt x="176906" y="325949"/>
                  </a:lnTo>
                  <a:lnTo>
                    <a:pt x="182195" y="325556"/>
                  </a:lnTo>
                  <a:lnTo>
                    <a:pt x="187469" y="324995"/>
                  </a:lnTo>
                  <a:lnTo>
                    <a:pt x="192723" y="324267"/>
                  </a:lnTo>
                  <a:lnTo>
                    <a:pt x="197951" y="323373"/>
                  </a:lnTo>
                  <a:lnTo>
                    <a:pt x="203148" y="322314"/>
                  </a:lnTo>
                  <a:lnTo>
                    <a:pt x="208308" y="321090"/>
                  </a:lnTo>
                  <a:lnTo>
                    <a:pt x="213428" y="319703"/>
                  </a:lnTo>
                  <a:lnTo>
                    <a:pt x="218500" y="318154"/>
                  </a:lnTo>
                  <a:lnTo>
                    <a:pt x="223521" y="316445"/>
                  </a:lnTo>
                  <a:lnTo>
                    <a:pt x="228486" y="314578"/>
                  </a:lnTo>
                  <a:lnTo>
                    <a:pt x="233388" y="312554"/>
                  </a:lnTo>
                  <a:lnTo>
                    <a:pt x="238224" y="310375"/>
                  </a:lnTo>
                  <a:lnTo>
                    <a:pt x="242989" y="308045"/>
                  </a:lnTo>
                  <a:lnTo>
                    <a:pt x="247677" y="305564"/>
                  </a:lnTo>
                  <a:lnTo>
                    <a:pt x="252283" y="302936"/>
                  </a:lnTo>
                  <a:lnTo>
                    <a:pt x="256805" y="300163"/>
                  </a:lnTo>
                  <a:lnTo>
                    <a:pt x="261236" y="297248"/>
                  </a:lnTo>
                  <a:lnTo>
                    <a:pt x="265572" y="294194"/>
                  </a:lnTo>
                  <a:lnTo>
                    <a:pt x="269809" y="291004"/>
                  </a:lnTo>
                  <a:lnTo>
                    <a:pt x="273943" y="287681"/>
                  </a:lnTo>
                  <a:lnTo>
                    <a:pt x="277970" y="284228"/>
                  </a:lnTo>
                  <a:lnTo>
                    <a:pt x="281884" y="280650"/>
                  </a:lnTo>
                  <a:lnTo>
                    <a:pt x="285684" y="276949"/>
                  </a:lnTo>
                  <a:lnTo>
                    <a:pt x="289364" y="273130"/>
                  </a:lnTo>
                  <a:lnTo>
                    <a:pt x="292921" y="269195"/>
                  </a:lnTo>
                  <a:lnTo>
                    <a:pt x="296351" y="265150"/>
                  </a:lnTo>
                  <a:lnTo>
                    <a:pt x="299652" y="260998"/>
                  </a:lnTo>
                  <a:lnTo>
                    <a:pt x="302819" y="256744"/>
                  </a:lnTo>
                  <a:lnTo>
                    <a:pt x="305849" y="252391"/>
                  </a:lnTo>
                  <a:lnTo>
                    <a:pt x="308740" y="247944"/>
                  </a:lnTo>
                  <a:lnTo>
                    <a:pt x="311488" y="243408"/>
                  </a:lnTo>
                  <a:lnTo>
                    <a:pt x="314091" y="238787"/>
                  </a:lnTo>
                  <a:lnTo>
                    <a:pt x="316546" y="234085"/>
                  </a:lnTo>
                  <a:lnTo>
                    <a:pt x="318851" y="229308"/>
                  </a:lnTo>
                  <a:lnTo>
                    <a:pt x="321003" y="224460"/>
                  </a:lnTo>
                  <a:lnTo>
                    <a:pt x="323000" y="219547"/>
                  </a:lnTo>
                  <a:lnTo>
                    <a:pt x="324840" y="214573"/>
                  </a:lnTo>
                  <a:lnTo>
                    <a:pt x="326522" y="209542"/>
                  </a:lnTo>
                  <a:lnTo>
                    <a:pt x="328043" y="204461"/>
                  </a:lnTo>
                  <a:lnTo>
                    <a:pt x="329402" y="199334"/>
                  </a:lnTo>
                  <a:lnTo>
                    <a:pt x="330598" y="194167"/>
                  </a:lnTo>
                  <a:lnTo>
                    <a:pt x="331629" y="188964"/>
                  </a:lnTo>
                  <a:lnTo>
                    <a:pt x="332495" y="183732"/>
                  </a:lnTo>
                  <a:lnTo>
                    <a:pt x="333194" y="178474"/>
                  </a:lnTo>
                  <a:lnTo>
                    <a:pt x="333726" y="173197"/>
                  </a:lnTo>
                  <a:lnTo>
                    <a:pt x="334090" y="167906"/>
                  </a:lnTo>
                  <a:lnTo>
                    <a:pt x="334287" y="162605"/>
                  </a:lnTo>
                  <a:lnTo>
                    <a:pt x="334315" y="157302"/>
                  </a:lnTo>
                  <a:lnTo>
                    <a:pt x="334175" y="152000"/>
                  </a:lnTo>
                  <a:lnTo>
                    <a:pt x="333867" y="146705"/>
                  </a:lnTo>
                  <a:lnTo>
                    <a:pt x="333391" y="141422"/>
                  </a:lnTo>
                  <a:lnTo>
                    <a:pt x="332747" y="136158"/>
                  </a:lnTo>
                  <a:lnTo>
                    <a:pt x="331937" y="130916"/>
                  </a:lnTo>
                  <a:lnTo>
                    <a:pt x="330961" y="125703"/>
                  </a:lnTo>
                  <a:lnTo>
                    <a:pt x="329820" y="120523"/>
                  </a:lnTo>
                  <a:lnTo>
                    <a:pt x="328516" y="115382"/>
                  </a:lnTo>
                  <a:lnTo>
                    <a:pt x="327049" y="110285"/>
                  </a:lnTo>
                  <a:lnTo>
                    <a:pt x="325420" y="105237"/>
                  </a:lnTo>
                  <a:lnTo>
                    <a:pt x="323633" y="100244"/>
                  </a:lnTo>
                  <a:lnTo>
                    <a:pt x="321688" y="95309"/>
                  </a:lnTo>
                  <a:lnTo>
                    <a:pt x="319588" y="90439"/>
                  </a:lnTo>
                  <a:lnTo>
                    <a:pt x="317334" y="85638"/>
                  </a:lnTo>
                  <a:lnTo>
                    <a:pt x="314929" y="80910"/>
                  </a:lnTo>
                  <a:lnTo>
                    <a:pt x="312375" y="76262"/>
                  </a:lnTo>
                  <a:lnTo>
                    <a:pt x="309675" y="71697"/>
                  </a:lnTo>
                  <a:lnTo>
                    <a:pt x="306832" y="67219"/>
                  </a:lnTo>
                  <a:lnTo>
                    <a:pt x="303848" y="62835"/>
                  </a:lnTo>
                  <a:lnTo>
                    <a:pt x="300726" y="58547"/>
                  </a:lnTo>
                  <a:lnTo>
                    <a:pt x="297470" y="54360"/>
                  </a:lnTo>
                  <a:lnTo>
                    <a:pt x="294083" y="50279"/>
                  </a:lnTo>
                  <a:lnTo>
                    <a:pt x="290568" y="46307"/>
                  </a:lnTo>
                  <a:lnTo>
                    <a:pt x="286928" y="42448"/>
                  </a:lnTo>
                  <a:lnTo>
                    <a:pt x="283168" y="38707"/>
                  </a:lnTo>
                  <a:lnTo>
                    <a:pt x="279292" y="35088"/>
                  </a:lnTo>
                  <a:lnTo>
                    <a:pt x="275302" y="31593"/>
                  </a:lnTo>
                  <a:lnTo>
                    <a:pt x="271204" y="28226"/>
                  </a:lnTo>
                  <a:lnTo>
                    <a:pt x="267001" y="24991"/>
                  </a:lnTo>
                  <a:lnTo>
                    <a:pt x="262697" y="21891"/>
                  </a:lnTo>
                  <a:lnTo>
                    <a:pt x="258297" y="18929"/>
                  </a:lnTo>
                  <a:lnTo>
                    <a:pt x="253806" y="16109"/>
                  </a:lnTo>
                  <a:lnTo>
                    <a:pt x="249227" y="13432"/>
                  </a:lnTo>
                  <a:lnTo>
                    <a:pt x="244565" y="10901"/>
                  </a:lnTo>
                  <a:lnTo>
                    <a:pt x="239826" y="8520"/>
                  </a:lnTo>
                  <a:lnTo>
                    <a:pt x="235014" y="6291"/>
                  </a:lnTo>
                  <a:lnTo>
                    <a:pt x="230133" y="4215"/>
                  </a:lnTo>
                  <a:lnTo>
                    <a:pt x="225189" y="2295"/>
                  </a:lnTo>
                  <a:lnTo>
                    <a:pt x="220186" y="533"/>
                  </a:lnTo>
                  <a:lnTo>
                    <a:pt x="167157" y="1590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88720" y="1322571"/>
              <a:ext cx="53029" cy="167167"/>
            </a:xfrm>
            <a:custGeom>
              <a:avLst/>
              <a:pathLst>
                <a:path w="53029" h="167167">
                  <a:moveTo>
                    <a:pt x="53029" y="8633"/>
                  </a:moveTo>
                  <a:lnTo>
                    <a:pt x="47310" y="6834"/>
                  </a:lnTo>
                  <a:lnTo>
                    <a:pt x="41530" y="5240"/>
                  </a:lnTo>
                  <a:lnTo>
                    <a:pt x="35697" y="3855"/>
                  </a:lnTo>
                  <a:lnTo>
                    <a:pt x="29818" y="2680"/>
                  </a:lnTo>
                  <a:lnTo>
                    <a:pt x="23900" y="1717"/>
                  </a:lnTo>
                  <a:lnTo>
                    <a:pt x="17952" y="966"/>
                  </a:lnTo>
                  <a:lnTo>
                    <a:pt x="11981" y="429"/>
                  </a:lnTo>
                  <a:lnTo>
                    <a:pt x="5994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51872" y="1681503"/>
              <a:ext cx="34652" cy="167167"/>
            </a:xfrm>
            <a:custGeom>
              <a:avLst/>
              <a:pathLst>
                <a:path w="34652" h="167167">
                  <a:moveTo>
                    <a:pt x="34652" y="0"/>
                  </a:moveTo>
                  <a:lnTo>
                    <a:pt x="27673" y="145"/>
                  </a:lnTo>
                  <a:lnTo>
                    <a:pt x="20706" y="582"/>
                  </a:lnTo>
                  <a:lnTo>
                    <a:pt x="13763" y="1310"/>
                  </a:lnTo>
                  <a:lnTo>
                    <a:pt x="6857" y="2326"/>
                  </a:lnTo>
                  <a:lnTo>
                    <a:pt x="0" y="3631"/>
                  </a:lnTo>
                  <a:lnTo>
                    <a:pt x="3465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51872" y="1685134"/>
              <a:ext cx="34652" cy="163536"/>
            </a:xfrm>
            <a:custGeom>
              <a:avLst/>
              <a:pathLst>
                <a:path w="34652" h="163536">
                  <a:moveTo>
                    <a:pt x="0" y="0"/>
                  </a:moveTo>
                  <a:lnTo>
                    <a:pt x="34652" y="1635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992224" y="1685134"/>
              <a:ext cx="94300" cy="163536"/>
            </a:xfrm>
            <a:custGeom>
              <a:avLst/>
              <a:pathLst>
                <a:path w="94300" h="163536">
                  <a:moveTo>
                    <a:pt x="59648" y="0"/>
                  </a:moveTo>
                  <a:lnTo>
                    <a:pt x="53865" y="1333"/>
                  </a:lnTo>
                  <a:lnTo>
                    <a:pt x="48132" y="2870"/>
                  </a:lnTo>
                  <a:lnTo>
                    <a:pt x="42458" y="4610"/>
                  </a:lnTo>
                  <a:lnTo>
                    <a:pt x="36850" y="6551"/>
                  </a:lnTo>
                  <a:lnTo>
                    <a:pt x="31313" y="8689"/>
                  </a:lnTo>
                  <a:lnTo>
                    <a:pt x="25856" y="11022"/>
                  </a:lnTo>
                  <a:lnTo>
                    <a:pt x="20486" y="13548"/>
                  </a:lnTo>
                  <a:lnTo>
                    <a:pt x="15208" y="16263"/>
                  </a:lnTo>
                  <a:lnTo>
                    <a:pt x="10030" y="19163"/>
                  </a:lnTo>
                  <a:lnTo>
                    <a:pt x="4959" y="22245"/>
                  </a:lnTo>
                  <a:lnTo>
                    <a:pt x="0" y="25506"/>
                  </a:lnTo>
                  <a:lnTo>
                    <a:pt x="94300" y="163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19371" y="1681503"/>
              <a:ext cx="334302" cy="334334"/>
            </a:xfrm>
            <a:custGeom>
              <a:avLst/>
              <a:pathLst>
                <a:path w="334302" h="334334">
                  <a:moveTo>
                    <a:pt x="72852" y="29137"/>
                  </a:moveTo>
                  <a:lnTo>
                    <a:pt x="68518" y="32200"/>
                  </a:lnTo>
                  <a:lnTo>
                    <a:pt x="64282" y="35400"/>
                  </a:lnTo>
                  <a:lnTo>
                    <a:pt x="60151" y="38732"/>
                  </a:lnTo>
                  <a:lnTo>
                    <a:pt x="56127" y="42194"/>
                  </a:lnTo>
                  <a:lnTo>
                    <a:pt x="52216" y="45782"/>
                  </a:lnTo>
                  <a:lnTo>
                    <a:pt x="48420" y="49492"/>
                  </a:lnTo>
                  <a:lnTo>
                    <a:pt x="44744" y="53321"/>
                  </a:lnTo>
                  <a:lnTo>
                    <a:pt x="41191" y="57264"/>
                  </a:lnTo>
                  <a:lnTo>
                    <a:pt x="37765" y="61319"/>
                  </a:lnTo>
                  <a:lnTo>
                    <a:pt x="34470" y="65480"/>
                  </a:lnTo>
                  <a:lnTo>
                    <a:pt x="31309" y="69744"/>
                  </a:lnTo>
                  <a:lnTo>
                    <a:pt x="28284" y="74106"/>
                  </a:lnTo>
                  <a:lnTo>
                    <a:pt x="25400" y="78561"/>
                  </a:lnTo>
                  <a:lnTo>
                    <a:pt x="22658" y="83106"/>
                  </a:lnTo>
                  <a:lnTo>
                    <a:pt x="20062" y="87736"/>
                  </a:lnTo>
                  <a:lnTo>
                    <a:pt x="17615" y="92446"/>
                  </a:lnTo>
                  <a:lnTo>
                    <a:pt x="15318" y="97231"/>
                  </a:lnTo>
                  <a:lnTo>
                    <a:pt x="13174" y="102087"/>
                  </a:lnTo>
                  <a:lnTo>
                    <a:pt x="11185" y="107008"/>
                  </a:lnTo>
                  <a:lnTo>
                    <a:pt x="9354" y="111990"/>
                  </a:lnTo>
                  <a:lnTo>
                    <a:pt x="7682" y="117028"/>
                  </a:lnTo>
                  <a:lnTo>
                    <a:pt x="6171" y="122116"/>
                  </a:lnTo>
                  <a:lnTo>
                    <a:pt x="4821" y="127249"/>
                  </a:lnTo>
                  <a:lnTo>
                    <a:pt x="3636" y="132423"/>
                  </a:lnTo>
                  <a:lnTo>
                    <a:pt x="2615" y="137632"/>
                  </a:lnTo>
                  <a:lnTo>
                    <a:pt x="1761" y="142871"/>
                  </a:lnTo>
                  <a:lnTo>
                    <a:pt x="1073" y="148134"/>
                  </a:lnTo>
                  <a:lnTo>
                    <a:pt x="552" y="153416"/>
                  </a:lnTo>
                  <a:lnTo>
                    <a:pt x="200" y="158712"/>
                  </a:lnTo>
                  <a:lnTo>
                    <a:pt x="15" y="164017"/>
                  </a:lnTo>
                  <a:lnTo>
                    <a:pt x="0" y="169325"/>
                  </a:lnTo>
                  <a:lnTo>
                    <a:pt x="152" y="174630"/>
                  </a:lnTo>
                  <a:lnTo>
                    <a:pt x="473" y="179929"/>
                  </a:lnTo>
                  <a:lnTo>
                    <a:pt x="963" y="185214"/>
                  </a:lnTo>
                  <a:lnTo>
                    <a:pt x="1619" y="190481"/>
                  </a:lnTo>
                  <a:lnTo>
                    <a:pt x="2443" y="195725"/>
                  </a:lnTo>
                  <a:lnTo>
                    <a:pt x="3433" y="200939"/>
                  </a:lnTo>
                  <a:lnTo>
                    <a:pt x="4587" y="206120"/>
                  </a:lnTo>
                  <a:lnTo>
                    <a:pt x="5906" y="211262"/>
                  </a:lnTo>
                  <a:lnTo>
                    <a:pt x="7387" y="216359"/>
                  </a:lnTo>
                  <a:lnTo>
                    <a:pt x="9029" y="221406"/>
                  </a:lnTo>
                  <a:lnTo>
                    <a:pt x="10831" y="226399"/>
                  </a:lnTo>
                  <a:lnTo>
                    <a:pt x="12790" y="231332"/>
                  </a:lnTo>
                  <a:lnTo>
                    <a:pt x="14905" y="236200"/>
                  </a:lnTo>
                  <a:lnTo>
                    <a:pt x="17174" y="240999"/>
                  </a:lnTo>
                  <a:lnTo>
                    <a:pt x="19593" y="245723"/>
                  </a:lnTo>
                  <a:lnTo>
                    <a:pt x="22162" y="250368"/>
                  </a:lnTo>
                  <a:lnTo>
                    <a:pt x="24876" y="254930"/>
                  </a:lnTo>
                  <a:lnTo>
                    <a:pt x="27734" y="259402"/>
                  </a:lnTo>
                  <a:lnTo>
                    <a:pt x="30733" y="263782"/>
                  </a:lnTo>
                  <a:lnTo>
                    <a:pt x="33869" y="268065"/>
                  </a:lnTo>
                  <a:lnTo>
                    <a:pt x="37139" y="272245"/>
                  </a:lnTo>
                  <a:lnTo>
                    <a:pt x="40541" y="276320"/>
                  </a:lnTo>
                  <a:lnTo>
                    <a:pt x="44070" y="280284"/>
                  </a:lnTo>
                  <a:lnTo>
                    <a:pt x="47724" y="284135"/>
                  </a:lnTo>
                  <a:lnTo>
                    <a:pt x="51497" y="287868"/>
                  </a:lnTo>
                  <a:lnTo>
                    <a:pt x="55388" y="291479"/>
                  </a:lnTo>
                  <a:lnTo>
                    <a:pt x="59390" y="294964"/>
                  </a:lnTo>
                  <a:lnTo>
                    <a:pt x="63502" y="298321"/>
                  </a:lnTo>
                  <a:lnTo>
                    <a:pt x="67718" y="301546"/>
                  </a:lnTo>
                  <a:lnTo>
                    <a:pt x="72035" y="304635"/>
                  </a:lnTo>
                  <a:lnTo>
                    <a:pt x="76447" y="307585"/>
                  </a:lnTo>
                  <a:lnTo>
                    <a:pt x="80951" y="310394"/>
                  </a:lnTo>
                  <a:lnTo>
                    <a:pt x="85541" y="313059"/>
                  </a:lnTo>
                  <a:lnTo>
                    <a:pt x="90214" y="315576"/>
                  </a:lnTo>
                  <a:lnTo>
                    <a:pt x="94965" y="317944"/>
                  </a:lnTo>
                  <a:lnTo>
                    <a:pt x="99788" y="320160"/>
                  </a:lnTo>
                  <a:lnTo>
                    <a:pt x="104679" y="322222"/>
                  </a:lnTo>
                  <a:lnTo>
                    <a:pt x="109633" y="324127"/>
                  </a:lnTo>
                  <a:lnTo>
                    <a:pt x="114645" y="325874"/>
                  </a:lnTo>
                  <a:lnTo>
                    <a:pt x="119710" y="327461"/>
                  </a:lnTo>
                  <a:lnTo>
                    <a:pt x="124823" y="328886"/>
                  </a:lnTo>
                  <a:lnTo>
                    <a:pt x="129979" y="330149"/>
                  </a:lnTo>
                  <a:lnTo>
                    <a:pt x="135172" y="331247"/>
                  </a:lnTo>
                  <a:lnTo>
                    <a:pt x="140397" y="332179"/>
                  </a:lnTo>
                  <a:lnTo>
                    <a:pt x="145650" y="332946"/>
                  </a:lnTo>
                  <a:lnTo>
                    <a:pt x="150924" y="333545"/>
                  </a:lnTo>
                  <a:lnTo>
                    <a:pt x="156214" y="333976"/>
                  </a:lnTo>
                  <a:lnTo>
                    <a:pt x="161515" y="334239"/>
                  </a:lnTo>
                  <a:lnTo>
                    <a:pt x="166822" y="334334"/>
                  </a:lnTo>
                  <a:lnTo>
                    <a:pt x="172130" y="334260"/>
                  </a:lnTo>
                  <a:lnTo>
                    <a:pt x="177432" y="334018"/>
                  </a:lnTo>
                  <a:lnTo>
                    <a:pt x="182724" y="333608"/>
                  </a:lnTo>
                  <a:lnTo>
                    <a:pt x="188000" y="333029"/>
                  </a:lnTo>
                  <a:lnTo>
                    <a:pt x="193256" y="332284"/>
                  </a:lnTo>
                  <a:lnTo>
                    <a:pt x="198485" y="331372"/>
                  </a:lnTo>
                  <a:lnTo>
                    <a:pt x="203682" y="330294"/>
                  </a:lnTo>
                  <a:lnTo>
                    <a:pt x="208842" y="329053"/>
                  </a:lnTo>
                  <a:lnTo>
                    <a:pt x="213961" y="327647"/>
                  </a:lnTo>
                  <a:lnTo>
                    <a:pt x="219032" y="326080"/>
                  </a:lnTo>
                  <a:lnTo>
                    <a:pt x="224051" y="324353"/>
                  </a:lnTo>
                  <a:lnTo>
                    <a:pt x="229013" y="322468"/>
                  </a:lnTo>
                  <a:lnTo>
                    <a:pt x="233912" y="320425"/>
                  </a:lnTo>
                  <a:lnTo>
                    <a:pt x="238744" y="318229"/>
                  </a:lnTo>
                  <a:lnTo>
                    <a:pt x="243504" y="315880"/>
                  </a:lnTo>
                  <a:lnTo>
                    <a:pt x="248187" y="313381"/>
                  </a:lnTo>
                  <a:lnTo>
                    <a:pt x="252788" y="310734"/>
                  </a:lnTo>
                  <a:lnTo>
                    <a:pt x="257303" y="307943"/>
                  </a:lnTo>
                  <a:lnTo>
                    <a:pt x="261727" y="305010"/>
                  </a:lnTo>
                  <a:lnTo>
                    <a:pt x="266055" y="301938"/>
                  </a:lnTo>
                  <a:lnTo>
                    <a:pt x="270284" y="298730"/>
                  </a:lnTo>
                  <a:lnTo>
                    <a:pt x="274409" y="295390"/>
                  </a:lnTo>
                  <a:lnTo>
                    <a:pt x="278426" y="291920"/>
                  </a:lnTo>
                  <a:lnTo>
                    <a:pt x="282330" y="288324"/>
                  </a:lnTo>
                  <a:lnTo>
                    <a:pt x="286119" y="284607"/>
                  </a:lnTo>
                  <a:lnTo>
                    <a:pt x="289787" y="280771"/>
                  </a:lnTo>
                  <a:lnTo>
                    <a:pt x="293332" y="276820"/>
                  </a:lnTo>
                  <a:lnTo>
                    <a:pt x="296750" y="272759"/>
                  </a:lnTo>
                  <a:lnTo>
                    <a:pt x="300037" y="268591"/>
                  </a:lnTo>
                  <a:lnTo>
                    <a:pt x="303190" y="264321"/>
                  </a:lnTo>
                  <a:lnTo>
                    <a:pt x="306206" y="259953"/>
                  </a:lnTo>
                  <a:lnTo>
                    <a:pt x="309081" y="255492"/>
                  </a:lnTo>
                  <a:lnTo>
                    <a:pt x="311814" y="250942"/>
                  </a:lnTo>
                  <a:lnTo>
                    <a:pt x="314401" y="246307"/>
                  </a:lnTo>
                  <a:lnTo>
                    <a:pt x="316839" y="241592"/>
                  </a:lnTo>
                  <a:lnTo>
                    <a:pt x="319126" y="236802"/>
                  </a:lnTo>
                  <a:lnTo>
                    <a:pt x="321260" y="231942"/>
                  </a:lnTo>
                  <a:lnTo>
                    <a:pt x="323239" y="227017"/>
                  </a:lnTo>
                  <a:lnTo>
                    <a:pt x="325061" y="222031"/>
                  </a:lnTo>
                  <a:lnTo>
                    <a:pt x="326723" y="216991"/>
                  </a:lnTo>
                  <a:lnTo>
                    <a:pt x="328224" y="211899"/>
                  </a:lnTo>
                  <a:lnTo>
                    <a:pt x="329563" y="206763"/>
                  </a:lnTo>
                  <a:lnTo>
                    <a:pt x="330738" y="201587"/>
                  </a:lnTo>
                  <a:lnTo>
                    <a:pt x="331749" y="196376"/>
                  </a:lnTo>
                  <a:lnTo>
                    <a:pt x="332593" y="191136"/>
                  </a:lnTo>
                  <a:lnTo>
                    <a:pt x="333271" y="185871"/>
                  </a:lnTo>
                  <a:lnTo>
                    <a:pt x="333781" y="180588"/>
                  </a:lnTo>
                  <a:lnTo>
                    <a:pt x="334123" y="175291"/>
                  </a:lnTo>
                  <a:lnTo>
                    <a:pt x="334297" y="169986"/>
                  </a:lnTo>
                  <a:lnTo>
                    <a:pt x="334302" y="164678"/>
                  </a:lnTo>
                  <a:lnTo>
                    <a:pt x="334139" y="159373"/>
                  </a:lnTo>
                  <a:lnTo>
                    <a:pt x="333807" y="154075"/>
                  </a:lnTo>
                  <a:lnTo>
                    <a:pt x="333307" y="148791"/>
                  </a:lnTo>
                  <a:lnTo>
                    <a:pt x="332640" y="143525"/>
                  </a:lnTo>
                  <a:lnTo>
                    <a:pt x="331806" y="138283"/>
                  </a:lnTo>
                  <a:lnTo>
                    <a:pt x="330806" y="133071"/>
                  </a:lnTo>
                  <a:lnTo>
                    <a:pt x="329641" y="127892"/>
                  </a:lnTo>
                  <a:lnTo>
                    <a:pt x="328312" y="122753"/>
                  </a:lnTo>
                  <a:lnTo>
                    <a:pt x="326821" y="117659"/>
                  </a:lnTo>
                  <a:lnTo>
                    <a:pt x="325169" y="112615"/>
                  </a:lnTo>
                  <a:lnTo>
                    <a:pt x="323357" y="107626"/>
                  </a:lnTo>
                  <a:lnTo>
                    <a:pt x="321388" y="102697"/>
                  </a:lnTo>
                  <a:lnTo>
                    <a:pt x="319264" y="97832"/>
                  </a:lnTo>
                  <a:lnTo>
                    <a:pt x="316986" y="93038"/>
                  </a:lnTo>
                  <a:lnTo>
                    <a:pt x="314557" y="88319"/>
                  </a:lnTo>
                  <a:lnTo>
                    <a:pt x="311979" y="83679"/>
                  </a:lnTo>
                  <a:lnTo>
                    <a:pt x="309256" y="79123"/>
                  </a:lnTo>
                  <a:lnTo>
                    <a:pt x="306389" y="74656"/>
                  </a:lnTo>
                  <a:lnTo>
                    <a:pt x="303382" y="70282"/>
                  </a:lnTo>
                  <a:lnTo>
                    <a:pt x="300237" y="66006"/>
                  </a:lnTo>
                  <a:lnTo>
                    <a:pt x="296958" y="61832"/>
                  </a:lnTo>
                  <a:lnTo>
                    <a:pt x="293549" y="57764"/>
                  </a:lnTo>
                  <a:lnTo>
                    <a:pt x="290012" y="53806"/>
                  </a:lnTo>
                  <a:lnTo>
                    <a:pt x="286351" y="49963"/>
                  </a:lnTo>
                  <a:lnTo>
                    <a:pt x="282570" y="46238"/>
                  </a:lnTo>
                  <a:lnTo>
                    <a:pt x="278672" y="42634"/>
                  </a:lnTo>
                  <a:lnTo>
                    <a:pt x="274662" y="39157"/>
                  </a:lnTo>
                  <a:lnTo>
                    <a:pt x="270544" y="35808"/>
                  </a:lnTo>
                  <a:lnTo>
                    <a:pt x="266322" y="32592"/>
                  </a:lnTo>
                  <a:lnTo>
                    <a:pt x="261999" y="29511"/>
                  </a:lnTo>
                  <a:lnTo>
                    <a:pt x="257581" y="26569"/>
                  </a:lnTo>
                  <a:lnTo>
                    <a:pt x="253072" y="23769"/>
                  </a:lnTo>
                  <a:lnTo>
                    <a:pt x="248476" y="21114"/>
                  </a:lnTo>
                  <a:lnTo>
                    <a:pt x="243798" y="18606"/>
                  </a:lnTo>
                  <a:lnTo>
                    <a:pt x="239043" y="16247"/>
                  </a:lnTo>
                  <a:lnTo>
                    <a:pt x="234215" y="14041"/>
                  </a:lnTo>
                  <a:lnTo>
                    <a:pt x="229320" y="11989"/>
                  </a:lnTo>
                  <a:lnTo>
                    <a:pt x="224362" y="10094"/>
                  </a:lnTo>
                  <a:lnTo>
                    <a:pt x="219347" y="8356"/>
                  </a:lnTo>
                  <a:lnTo>
                    <a:pt x="214278" y="6779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61380" y="2126963"/>
              <a:ext cx="19907" cy="167167"/>
            </a:xfrm>
            <a:custGeom>
              <a:avLst/>
              <a:pathLst>
                <a:path w="19907" h="167167">
                  <a:moveTo>
                    <a:pt x="19907" y="0"/>
                  </a:moveTo>
                  <a:lnTo>
                    <a:pt x="9935" y="297"/>
                  </a:lnTo>
                  <a:lnTo>
                    <a:pt x="0" y="1189"/>
                  </a:lnTo>
                  <a:lnTo>
                    <a:pt x="199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1380" y="2128153"/>
              <a:ext cx="19907" cy="165977"/>
            </a:xfrm>
            <a:custGeom>
              <a:avLst/>
              <a:pathLst>
                <a:path w="19907" h="165977">
                  <a:moveTo>
                    <a:pt x="0" y="0"/>
                  </a:moveTo>
                  <a:lnTo>
                    <a:pt x="19907" y="1659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614124" y="2128153"/>
              <a:ext cx="334328" cy="333137"/>
            </a:xfrm>
            <a:custGeom>
              <a:avLst/>
              <a:pathLst>
                <a:path w="334328" h="333137">
                  <a:moveTo>
                    <a:pt x="147255" y="0"/>
                  </a:moveTo>
                  <a:lnTo>
                    <a:pt x="142003" y="714"/>
                  </a:lnTo>
                  <a:lnTo>
                    <a:pt x="136775" y="1595"/>
                  </a:lnTo>
                  <a:lnTo>
                    <a:pt x="131579" y="2641"/>
                  </a:lnTo>
                  <a:lnTo>
                    <a:pt x="126418" y="3851"/>
                  </a:lnTo>
                  <a:lnTo>
                    <a:pt x="121298" y="5225"/>
                  </a:lnTo>
                  <a:lnTo>
                    <a:pt x="116224" y="6760"/>
                  </a:lnTo>
                  <a:lnTo>
                    <a:pt x="111201" y="8455"/>
                  </a:lnTo>
                  <a:lnTo>
                    <a:pt x="106235" y="10309"/>
                  </a:lnTo>
                  <a:lnTo>
                    <a:pt x="101330" y="12319"/>
                  </a:lnTo>
                  <a:lnTo>
                    <a:pt x="96491" y="14483"/>
                  </a:lnTo>
                  <a:lnTo>
                    <a:pt x="91723" y="16800"/>
                  </a:lnTo>
                  <a:lnTo>
                    <a:pt x="87031" y="19267"/>
                  </a:lnTo>
                  <a:lnTo>
                    <a:pt x="82420" y="21882"/>
                  </a:lnTo>
                  <a:lnTo>
                    <a:pt x="77893" y="24641"/>
                  </a:lnTo>
                  <a:lnTo>
                    <a:pt x="73457" y="27542"/>
                  </a:lnTo>
                  <a:lnTo>
                    <a:pt x="69115" y="30583"/>
                  </a:lnTo>
                  <a:lnTo>
                    <a:pt x="64871" y="33760"/>
                  </a:lnTo>
                  <a:lnTo>
                    <a:pt x="60730" y="37070"/>
                  </a:lnTo>
                  <a:lnTo>
                    <a:pt x="56697" y="40509"/>
                  </a:lnTo>
                  <a:lnTo>
                    <a:pt x="52774" y="44075"/>
                  </a:lnTo>
                  <a:lnTo>
                    <a:pt x="48966" y="47763"/>
                  </a:lnTo>
                  <a:lnTo>
                    <a:pt x="45278" y="51570"/>
                  </a:lnTo>
                  <a:lnTo>
                    <a:pt x="41712" y="55492"/>
                  </a:lnTo>
                  <a:lnTo>
                    <a:pt x="38271" y="59525"/>
                  </a:lnTo>
                  <a:lnTo>
                    <a:pt x="34961" y="63665"/>
                  </a:lnTo>
                  <a:lnTo>
                    <a:pt x="31784" y="67908"/>
                  </a:lnTo>
                  <a:lnTo>
                    <a:pt x="28742" y="72250"/>
                  </a:lnTo>
                  <a:lnTo>
                    <a:pt x="25840" y="76686"/>
                  </a:lnTo>
                  <a:lnTo>
                    <a:pt x="23080" y="81212"/>
                  </a:lnTo>
                  <a:lnTo>
                    <a:pt x="20465" y="85823"/>
                  </a:lnTo>
                  <a:lnTo>
                    <a:pt x="17997" y="90515"/>
                  </a:lnTo>
                  <a:lnTo>
                    <a:pt x="15679" y="95282"/>
                  </a:lnTo>
                  <a:lnTo>
                    <a:pt x="13514" y="100121"/>
                  </a:lnTo>
                  <a:lnTo>
                    <a:pt x="11503" y="105025"/>
                  </a:lnTo>
                  <a:lnTo>
                    <a:pt x="9649" y="109991"/>
                  </a:lnTo>
                  <a:lnTo>
                    <a:pt x="7953" y="115014"/>
                  </a:lnTo>
                  <a:lnTo>
                    <a:pt x="6417" y="120087"/>
                  </a:lnTo>
                  <a:lnTo>
                    <a:pt x="5043" y="125207"/>
                  </a:lnTo>
                  <a:lnTo>
                    <a:pt x="3832" y="130368"/>
                  </a:lnTo>
                  <a:lnTo>
                    <a:pt x="2785" y="135564"/>
                  </a:lnTo>
                  <a:lnTo>
                    <a:pt x="1903" y="140792"/>
                  </a:lnTo>
                  <a:lnTo>
                    <a:pt x="1188" y="146044"/>
                  </a:lnTo>
                  <a:lnTo>
                    <a:pt x="639" y="151317"/>
                  </a:lnTo>
                  <a:lnTo>
                    <a:pt x="258" y="156604"/>
                  </a:lnTo>
                  <a:lnTo>
                    <a:pt x="45" y="161901"/>
                  </a:lnTo>
                  <a:lnTo>
                    <a:pt x="0" y="167201"/>
                  </a:lnTo>
                  <a:lnTo>
                    <a:pt x="122" y="172501"/>
                  </a:lnTo>
                  <a:lnTo>
                    <a:pt x="413" y="177794"/>
                  </a:lnTo>
                  <a:lnTo>
                    <a:pt x="872" y="183075"/>
                  </a:lnTo>
                  <a:lnTo>
                    <a:pt x="1497" y="188339"/>
                  </a:lnTo>
                  <a:lnTo>
                    <a:pt x="2290" y="193580"/>
                  </a:lnTo>
                  <a:lnTo>
                    <a:pt x="3248" y="198794"/>
                  </a:lnTo>
                  <a:lnTo>
                    <a:pt x="4371" y="203975"/>
                  </a:lnTo>
                  <a:lnTo>
                    <a:pt x="5657" y="209117"/>
                  </a:lnTo>
                  <a:lnTo>
                    <a:pt x="7106" y="214216"/>
                  </a:lnTo>
                  <a:lnTo>
                    <a:pt x="8716" y="219267"/>
                  </a:lnTo>
                  <a:lnTo>
                    <a:pt x="10486" y="224264"/>
                  </a:lnTo>
                  <a:lnTo>
                    <a:pt x="12412" y="229202"/>
                  </a:lnTo>
                  <a:lnTo>
                    <a:pt x="14495" y="234077"/>
                  </a:lnTo>
                  <a:lnTo>
                    <a:pt x="16731" y="238883"/>
                  </a:lnTo>
                  <a:lnTo>
                    <a:pt x="19118" y="243616"/>
                  </a:lnTo>
                  <a:lnTo>
                    <a:pt x="21654" y="248271"/>
                  </a:lnTo>
                  <a:lnTo>
                    <a:pt x="24337" y="252844"/>
                  </a:lnTo>
                  <a:lnTo>
                    <a:pt x="27163" y="257328"/>
                  </a:lnTo>
                  <a:lnTo>
                    <a:pt x="30130" y="261721"/>
                  </a:lnTo>
                  <a:lnTo>
                    <a:pt x="33234" y="266018"/>
                  </a:lnTo>
                  <a:lnTo>
                    <a:pt x="36473" y="270214"/>
                  </a:lnTo>
                  <a:lnTo>
                    <a:pt x="39844" y="274306"/>
                  </a:lnTo>
                  <a:lnTo>
                    <a:pt x="43343" y="278288"/>
                  </a:lnTo>
                  <a:lnTo>
                    <a:pt x="46966" y="282157"/>
                  </a:lnTo>
                  <a:lnTo>
                    <a:pt x="50710" y="285910"/>
                  </a:lnTo>
                  <a:lnTo>
                    <a:pt x="54571" y="289542"/>
                  </a:lnTo>
                  <a:lnTo>
                    <a:pt x="58546" y="293050"/>
                  </a:lnTo>
                  <a:lnTo>
                    <a:pt x="62630" y="296430"/>
                  </a:lnTo>
                  <a:lnTo>
                    <a:pt x="66818" y="299679"/>
                  </a:lnTo>
                  <a:lnTo>
                    <a:pt x="71108" y="302793"/>
                  </a:lnTo>
                  <a:lnTo>
                    <a:pt x="75494" y="305770"/>
                  </a:lnTo>
                  <a:lnTo>
                    <a:pt x="79973" y="308606"/>
                  </a:lnTo>
                  <a:lnTo>
                    <a:pt x="84539" y="311299"/>
                  </a:lnTo>
                  <a:lnTo>
                    <a:pt x="89188" y="313845"/>
                  </a:lnTo>
                  <a:lnTo>
                    <a:pt x="93916" y="316243"/>
                  </a:lnTo>
                  <a:lnTo>
                    <a:pt x="98717" y="318490"/>
                  </a:lnTo>
                  <a:lnTo>
                    <a:pt x="103587" y="320584"/>
                  </a:lnTo>
                  <a:lnTo>
                    <a:pt x="108521" y="322522"/>
                  </a:lnTo>
                  <a:lnTo>
                    <a:pt x="113514" y="324302"/>
                  </a:lnTo>
                  <a:lnTo>
                    <a:pt x="118561" y="325924"/>
                  </a:lnTo>
                  <a:lnTo>
                    <a:pt x="123657" y="327384"/>
                  </a:lnTo>
                  <a:lnTo>
                    <a:pt x="128796" y="328683"/>
                  </a:lnTo>
                  <a:lnTo>
                    <a:pt x="133974" y="329817"/>
                  </a:lnTo>
                  <a:lnTo>
                    <a:pt x="139186" y="330787"/>
                  </a:lnTo>
                  <a:lnTo>
                    <a:pt x="144425" y="331591"/>
                  </a:lnTo>
                  <a:lnTo>
                    <a:pt x="149688" y="332229"/>
                  </a:lnTo>
                  <a:lnTo>
                    <a:pt x="154968" y="332699"/>
                  </a:lnTo>
                  <a:lnTo>
                    <a:pt x="160260" y="333002"/>
                  </a:lnTo>
                  <a:lnTo>
                    <a:pt x="165560" y="333137"/>
                  </a:lnTo>
                  <a:lnTo>
                    <a:pt x="170860" y="333104"/>
                  </a:lnTo>
                  <a:lnTo>
                    <a:pt x="176158" y="332903"/>
                  </a:lnTo>
                  <a:lnTo>
                    <a:pt x="181446" y="332534"/>
                  </a:lnTo>
                  <a:lnTo>
                    <a:pt x="186719" y="331997"/>
                  </a:lnTo>
                  <a:lnTo>
                    <a:pt x="191974" y="331293"/>
                  </a:lnTo>
                  <a:lnTo>
                    <a:pt x="197203" y="330424"/>
                  </a:lnTo>
                  <a:lnTo>
                    <a:pt x="202402" y="329388"/>
                  </a:lnTo>
                  <a:lnTo>
                    <a:pt x="207565" y="328189"/>
                  </a:lnTo>
                  <a:lnTo>
                    <a:pt x="212688" y="326826"/>
                  </a:lnTo>
                  <a:lnTo>
                    <a:pt x="217765" y="325302"/>
                  </a:lnTo>
                  <a:lnTo>
                    <a:pt x="222791" y="323617"/>
                  </a:lnTo>
                  <a:lnTo>
                    <a:pt x="227762" y="321774"/>
                  </a:lnTo>
                  <a:lnTo>
                    <a:pt x="232671" y="319775"/>
                  </a:lnTo>
                  <a:lnTo>
                    <a:pt x="237514" y="317620"/>
                  </a:lnTo>
                  <a:lnTo>
                    <a:pt x="242287" y="315313"/>
                  </a:lnTo>
                  <a:lnTo>
                    <a:pt x="246984" y="312856"/>
                  </a:lnTo>
                  <a:lnTo>
                    <a:pt x="251601" y="310252"/>
                  </a:lnTo>
                  <a:lnTo>
                    <a:pt x="256133" y="307502"/>
                  </a:lnTo>
                  <a:lnTo>
                    <a:pt x="260576" y="304610"/>
                  </a:lnTo>
                  <a:lnTo>
                    <a:pt x="264924" y="301578"/>
                  </a:lnTo>
                  <a:lnTo>
                    <a:pt x="269175" y="298410"/>
                  </a:lnTo>
                  <a:lnTo>
                    <a:pt x="273322" y="295109"/>
                  </a:lnTo>
                  <a:lnTo>
                    <a:pt x="277363" y="291678"/>
                  </a:lnTo>
                  <a:lnTo>
                    <a:pt x="281293" y="288121"/>
                  </a:lnTo>
                  <a:lnTo>
                    <a:pt x="285109" y="284441"/>
                  </a:lnTo>
                  <a:lnTo>
                    <a:pt x="288805" y="280642"/>
                  </a:lnTo>
                  <a:lnTo>
                    <a:pt x="292380" y="276727"/>
                  </a:lnTo>
                  <a:lnTo>
                    <a:pt x="295829" y="272701"/>
                  </a:lnTo>
                  <a:lnTo>
                    <a:pt x="299148" y="268568"/>
                  </a:lnTo>
                  <a:lnTo>
                    <a:pt x="302334" y="264332"/>
                  </a:lnTo>
                  <a:lnTo>
                    <a:pt x="305385" y="259996"/>
                  </a:lnTo>
                  <a:lnTo>
                    <a:pt x="308296" y="255567"/>
                  </a:lnTo>
                  <a:lnTo>
                    <a:pt x="311066" y="251047"/>
                  </a:lnTo>
                  <a:lnTo>
                    <a:pt x="313691" y="246441"/>
                  </a:lnTo>
                  <a:lnTo>
                    <a:pt x="316168" y="241755"/>
                  </a:lnTo>
                  <a:lnTo>
                    <a:pt x="318496" y="236992"/>
                  </a:lnTo>
                  <a:lnTo>
                    <a:pt x="320672" y="232158"/>
                  </a:lnTo>
                  <a:lnTo>
                    <a:pt x="322693" y="227258"/>
                  </a:lnTo>
                  <a:lnTo>
                    <a:pt x="324558" y="222296"/>
                  </a:lnTo>
                  <a:lnTo>
                    <a:pt x="326264" y="217277"/>
                  </a:lnTo>
                  <a:lnTo>
                    <a:pt x="327811" y="212206"/>
                  </a:lnTo>
                  <a:lnTo>
                    <a:pt x="329196" y="207090"/>
                  </a:lnTo>
                  <a:lnTo>
                    <a:pt x="330418" y="201931"/>
                  </a:lnTo>
                  <a:lnTo>
                    <a:pt x="331476" y="196737"/>
                  </a:lnTo>
                  <a:lnTo>
                    <a:pt x="332368" y="191512"/>
                  </a:lnTo>
                  <a:lnTo>
                    <a:pt x="333095" y="186261"/>
                  </a:lnTo>
                  <a:lnTo>
                    <a:pt x="333654" y="180989"/>
                  </a:lnTo>
                  <a:lnTo>
                    <a:pt x="334047" y="175703"/>
                  </a:lnTo>
                  <a:lnTo>
                    <a:pt x="334271" y="170407"/>
                  </a:lnTo>
                  <a:lnTo>
                    <a:pt x="334328" y="165106"/>
                  </a:lnTo>
                  <a:lnTo>
                    <a:pt x="334216" y="159806"/>
                  </a:lnTo>
                  <a:lnTo>
                    <a:pt x="333936" y="154513"/>
                  </a:lnTo>
                  <a:lnTo>
                    <a:pt x="333489" y="149231"/>
                  </a:lnTo>
                  <a:lnTo>
                    <a:pt x="332874" y="143965"/>
                  </a:lnTo>
                  <a:lnTo>
                    <a:pt x="332093" y="138722"/>
                  </a:lnTo>
                  <a:lnTo>
                    <a:pt x="331146" y="133507"/>
                  </a:lnTo>
                  <a:lnTo>
                    <a:pt x="330034" y="128324"/>
                  </a:lnTo>
                  <a:lnTo>
                    <a:pt x="328758" y="123178"/>
                  </a:lnTo>
                  <a:lnTo>
                    <a:pt x="327320" y="118076"/>
                  </a:lnTo>
                  <a:lnTo>
                    <a:pt x="325721" y="113022"/>
                  </a:lnTo>
                  <a:lnTo>
                    <a:pt x="323962" y="108022"/>
                  </a:lnTo>
                  <a:lnTo>
                    <a:pt x="322046" y="103079"/>
                  </a:lnTo>
                  <a:lnTo>
                    <a:pt x="319973" y="98200"/>
                  </a:lnTo>
                  <a:lnTo>
                    <a:pt x="317748" y="93389"/>
                  </a:lnTo>
                  <a:lnTo>
                    <a:pt x="315370" y="88651"/>
                  </a:lnTo>
                  <a:lnTo>
                    <a:pt x="312844" y="83991"/>
                  </a:lnTo>
                  <a:lnTo>
                    <a:pt x="310171" y="79413"/>
                  </a:lnTo>
                  <a:lnTo>
                    <a:pt x="307355" y="74922"/>
                  </a:lnTo>
                  <a:lnTo>
                    <a:pt x="304397" y="70523"/>
                  </a:lnTo>
                  <a:lnTo>
                    <a:pt x="301302" y="66219"/>
                  </a:lnTo>
                  <a:lnTo>
                    <a:pt x="298071" y="62016"/>
                  </a:lnTo>
                  <a:lnTo>
                    <a:pt x="294709" y="57918"/>
                  </a:lnTo>
                  <a:lnTo>
                    <a:pt x="291219" y="53928"/>
                  </a:lnTo>
                  <a:lnTo>
                    <a:pt x="287604" y="50051"/>
                  </a:lnTo>
                  <a:lnTo>
                    <a:pt x="283867" y="46291"/>
                  </a:lnTo>
                  <a:lnTo>
                    <a:pt x="280014" y="42651"/>
                  </a:lnTo>
                  <a:lnTo>
                    <a:pt x="276047" y="39134"/>
                  </a:lnTo>
                  <a:lnTo>
                    <a:pt x="271970" y="35746"/>
                  </a:lnTo>
                  <a:lnTo>
                    <a:pt x="267789" y="32488"/>
                  </a:lnTo>
                  <a:lnTo>
                    <a:pt x="263505" y="29365"/>
                  </a:lnTo>
                  <a:lnTo>
                    <a:pt x="259125" y="26379"/>
                  </a:lnTo>
                  <a:lnTo>
                    <a:pt x="254653" y="23533"/>
                  </a:lnTo>
                  <a:lnTo>
                    <a:pt x="250093" y="20831"/>
                  </a:lnTo>
                  <a:lnTo>
                    <a:pt x="245449" y="18274"/>
                  </a:lnTo>
                  <a:lnTo>
                    <a:pt x="240726" y="15866"/>
                  </a:lnTo>
                  <a:lnTo>
                    <a:pt x="235930" y="13609"/>
                  </a:lnTo>
                  <a:lnTo>
                    <a:pt x="231064" y="11506"/>
                  </a:lnTo>
                  <a:lnTo>
                    <a:pt x="226134" y="9557"/>
                  </a:lnTo>
                  <a:lnTo>
                    <a:pt x="221145" y="7766"/>
                  </a:lnTo>
                  <a:lnTo>
                    <a:pt x="216102" y="6134"/>
                  </a:lnTo>
                  <a:lnTo>
                    <a:pt x="211009" y="4663"/>
                  </a:lnTo>
                  <a:lnTo>
                    <a:pt x="205872" y="3354"/>
                  </a:lnTo>
                  <a:lnTo>
                    <a:pt x="200696" y="2208"/>
                  </a:lnTo>
                  <a:lnTo>
                    <a:pt x="195487" y="1227"/>
                  </a:lnTo>
                  <a:lnTo>
                    <a:pt x="190249" y="412"/>
                  </a:lnTo>
                  <a:lnTo>
                    <a:pt x="167162" y="165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81287" y="2126963"/>
              <a:ext cx="23086" cy="167167"/>
            </a:xfrm>
            <a:custGeom>
              <a:avLst/>
              <a:pathLst>
                <a:path w="23086" h="167167">
                  <a:moveTo>
                    <a:pt x="23086" y="1601"/>
                  </a:moveTo>
                  <a:lnTo>
                    <a:pt x="15418" y="712"/>
                  </a:lnTo>
                  <a:lnTo>
                    <a:pt x="7717" y="17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7273" y="2633064"/>
              <a:ext cx="3475" cy="167167"/>
            </a:xfrm>
            <a:custGeom>
              <a:avLst/>
              <a:pathLst>
                <a:path w="3475" h="167167">
                  <a:moveTo>
                    <a:pt x="3475" y="0"/>
                  </a:moveTo>
                  <a:lnTo>
                    <a:pt x="0" y="36"/>
                  </a:lnTo>
                  <a:lnTo>
                    <a:pt x="347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273" y="2633100"/>
              <a:ext cx="3475" cy="167131"/>
            </a:xfrm>
            <a:custGeom>
              <a:avLst/>
              <a:pathLst>
                <a:path w="3475" h="167131">
                  <a:moveTo>
                    <a:pt x="0" y="0"/>
                  </a:moveTo>
                  <a:lnTo>
                    <a:pt x="3475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423581" y="2633100"/>
              <a:ext cx="334314" cy="334294"/>
            </a:xfrm>
            <a:custGeom>
              <a:avLst/>
              <a:pathLst>
                <a:path w="334314" h="334294">
                  <a:moveTo>
                    <a:pt x="163691" y="0"/>
                  </a:moveTo>
                  <a:lnTo>
                    <a:pt x="158414" y="193"/>
                  </a:lnTo>
                  <a:lnTo>
                    <a:pt x="153144" y="553"/>
                  </a:lnTo>
                  <a:lnTo>
                    <a:pt x="147889" y="1079"/>
                  </a:lnTo>
                  <a:lnTo>
                    <a:pt x="142654" y="1770"/>
                  </a:lnTo>
                  <a:lnTo>
                    <a:pt x="137442" y="2627"/>
                  </a:lnTo>
                  <a:lnTo>
                    <a:pt x="132261" y="3648"/>
                  </a:lnTo>
                  <a:lnTo>
                    <a:pt x="127114" y="4833"/>
                  </a:lnTo>
                  <a:lnTo>
                    <a:pt x="122007" y="6179"/>
                  </a:lnTo>
                  <a:lnTo>
                    <a:pt x="116945" y="7686"/>
                  </a:lnTo>
                  <a:lnTo>
                    <a:pt x="111933" y="9352"/>
                  </a:lnTo>
                  <a:lnTo>
                    <a:pt x="106977" y="11175"/>
                  </a:lnTo>
                  <a:lnTo>
                    <a:pt x="102081" y="13154"/>
                  </a:lnTo>
                  <a:lnTo>
                    <a:pt x="97249" y="15287"/>
                  </a:lnTo>
                  <a:lnTo>
                    <a:pt x="92487" y="17572"/>
                  </a:lnTo>
                  <a:lnTo>
                    <a:pt x="87800" y="20005"/>
                  </a:lnTo>
                  <a:lnTo>
                    <a:pt x="83192" y="22586"/>
                  </a:lnTo>
                  <a:lnTo>
                    <a:pt x="78668" y="25311"/>
                  </a:lnTo>
                  <a:lnTo>
                    <a:pt x="74232" y="28177"/>
                  </a:lnTo>
                  <a:lnTo>
                    <a:pt x="69889" y="31182"/>
                  </a:lnTo>
                  <a:lnTo>
                    <a:pt x="65643" y="34323"/>
                  </a:lnTo>
                  <a:lnTo>
                    <a:pt x="61499" y="37596"/>
                  </a:lnTo>
                  <a:lnTo>
                    <a:pt x="57460" y="40999"/>
                  </a:lnTo>
                  <a:lnTo>
                    <a:pt x="53530" y="44527"/>
                  </a:lnTo>
                  <a:lnTo>
                    <a:pt x="49714" y="48178"/>
                  </a:lnTo>
                  <a:lnTo>
                    <a:pt x="46015" y="51948"/>
                  </a:lnTo>
                  <a:lnTo>
                    <a:pt x="42437" y="55832"/>
                  </a:lnTo>
                  <a:lnTo>
                    <a:pt x="38983" y="59828"/>
                  </a:lnTo>
                  <a:lnTo>
                    <a:pt x="35657" y="63931"/>
                  </a:lnTo>
                  <a:lnTo>
                    <a:pt x="32463" y="68136"/>
                  </a:lnTo>
                  <a:lnTo>
                    <a:pt x="29403" y="72441"/>
                  </a:lnTo>
                  <a:lnTo>
                    <a:pt x="26481" y="76840"/>
                  </a:lnTo>
                  <a:lnTo>
                    <a:pt x="23699" y="81329"/>
                  </a:lnTo>
                  <a:lnTo>
                    <a:pt x="21060" y="85904"/>
                  </a:lnTo>
                  <a:lnTo>
                    <a:pt x="18567" y="90560"/>
                  </a:lnTo>
                  <a:lnTo>
                    <a:pt x="16222" y="95292"/>
                  </a:lnTo>
                  <a:lnTo>
                    <a:pt x="14028" y="100096"/>
                  </a:lnTo>
                  <a:lnTo>
                    <a:pt x="11987" y="104967"/>
                  </a:lnTo>
                  <a:lnTo>
                    <a:pt x="10101" y="109900"/>
                  </a:lnTo>
                  <a:lnTo>
                    <a:pt x="8372" y="114890"/>
                  </a:lnTo>
                  <a:lnTo>
                    <a:pt x="6801" y="119933"/>
                  </a:lnTo>
                  <a:lnTo>
                    <a:pt x="5390" y="125022"/>
                  </a:lnTo>
                  <a:lnTo>
                    <a:pt x="4140" y="130153"/>
                  </a:lnTo>
                  <a:lnTo>
                    <a:pt x="3053" y="135322"/>
                  </a:lnTo>
                  <a:lnTo>
                    <a:pt x="2131" y="140522"/>
                  </a:lnTo>
                  <a:lnTo>
                    <a:pt x="1372" y="145748"/>
                  </a:lnTo>
                  <a:lnTo>
                    <a:pt x="780" y="150996"/>
                  </a:lnTo>
                  <a:lnTo>
                    <a:pt x="353" y="156260"/>
                  </a:lnTo>
                  <a:lnTo>
                    <a:pt x="93" y="161535"/>
                  </a:lnTo>
                  <a:lnTo>
                    <a:pt x="0" y="166816"/>
                  </a:lnTo>
                  <a:lnTo>
                    <a:pt x="73" y="172096"/>
                  </a:lnTo>
                  <a:lnTo>
                    <a:pt x="313" y="177372"/>
                  </a:lnTo>
                  <a:lnTo>
                    <a:pt x="720" y="182638"/>
                  </a:lnTo>
                  <a:lnTo>
                    <a:pt x="1293" y="187888"/>
                  </a:lnTo>
                  <a:lnTo>
                    <a:pt x="2031" y="193118"/>
                  </a:lnTo>
                  <a:lnTo>
                    <a:pt x="2935" y="198321"/>
                  </a:lnTo>
                  <a:lnTo>
                    <a:pt x="4002" y="203493"/>
                  </a:lnTo>
                  <a:lnTo>
                    <a:pt x="5232" y="208629"/>
                  </a:lnTo>
                  <a:lnTo>
                    <a:pt x="6624" y="213724"/>
                  </a:lnTo>
                  <a:lnTo>
                    <a:pt x="8176" y="218772"/>
                  </a:lnTo>
                  <a:lnTo>
                    <a:pt x="9886" y="223769"/>
                  </a:lnTo>
                  <a:lnTo>
                    <a:pt x="11754" y="228709"/>
                  </a:lnTo>
                  <a:lnTo>
                    <a:pt x="13777" y="233587"/>
                  </a:lnTo>
                  <a:lnTo>
                    <a:pt x="15953" y="238400"/>
                  </a:lnTo>
                  <a:lnTo>
                    <a:pt x="18279" y="243141"/>
                  </a:lnTo>
                  <a:lnTo>
                    <a:pt x="20755" y="247806"/>
                  </a:lnTo>
                  <a:lnTo>
                    <a:pt x="23376" y="252391"/>
                  </a:lnTo>
                  <a:lnTo>
                    <a:pt x="26141" y="256891"/>
                  </a:lnTo>
                  <a:lnTo>
                    <a:pt x="29047" y="261301"/>
                  </a:lnTo>
                  <a:lnTo>
                    <a:pt x="32091" y="265617"/>
                  </a:lnTo>
                  <a:lnTo>
                    <a:pt x="35269" y="269834"/>
                  </a:lnTo>
                  <a:lnTo>
                    <a:pt x="38579" y="273950"/>
                  </a:lnTo>
                  <a:lnTo>
                    <a:pt x="42018" y="277958"/>
                  </a:lnTo>
                  <a:lnTo>
                    <a:pt x="45581" y="281856"/>
                  </a:lnTo>
                  <a:lnTo>
                    <a:pt x="49266" y="285640"/>
                  </a:lnTo>
                  <a:lnTo>
                    <a:pt x="53068" y="289305"/>
                  </a:lnTo>
                  <a:lnTo>
                    <a:pt x="56985" y="292848"/>
                  </a:lnTo>
                  <a:lnTo>
                    <a:pt x="61011" y="296266"/>
                  </a:lnTo>
                  <a:lnTo>
                    <a:pt x="65143" y="299555"/>
                  </a:lnTo>
                  <a:lnTo>
                    <a:pt x="69377" y="302712"/>
                  </a:lnTo>
                  <a:lnTo>
                    <a:pt x="73709" y="305733"/>
                  </a:lnTo>
                  <a:lnTo>
                    <a:pt x="78134" y="308616"/>
                  </a:lnTo>
                  <a:lnTo>
                    <a:pt x="82648" y="311358"/>
                  </a:lnTo>
                  <a:lnTo>
                    <a:pt x="87246" y="313956"/>
                  </a:lnTo>
                  <a:lnTo>
                    <a:pt x="91924" y="316407"/>
                  </a:lnTo>
                  <a:lnTo>
                    <a:pt x="96677" y="318710"/>
                  </a:lnTo>
                  <a:lnTo>
                    <a:pt x="101500" y="320861"/>
                  </a:lnTo>
                  <a:lnTo>
                    <a:pt x="106389" y="322858"/>
                  </a:lnTo>
                  <a:lnTo>
                    <a:pt x="111339" y="324701"/>
                  </a:lnTo>
                  <a:lnTo>
                    <a:pt x="116344" y="326385"/>
                  </a:lnTo>
                  <a:lnTo>
                    <a:pt x="121400" y="327911"/>
                  </a:lnTo>
                  <a:lnTo>
                    <a:pt x="126502" y="329277"/>
                  </a:lnTo>
                  <a:lnTo>
                    <a:pt x="131644" y="330481"/>
                  </a:lnTo>
                  <a:lnTo>
                    <a:pt x="136822" y="331521"/>
                  </a:lnTo>
                  <a:lnTo>
                    <a:pt x="142030" y="332398"/>
                  </a:lnTo>
                  <a:lnTo>
                    <a:pt x="147263" y="333109"/>
                  </a:lnTo>
                  <a:lnTo>
                    <a:pt x="152517" y="333655"/>
                  </a:lnTo>
                  <a:lnTo>
                    <a:pt x="157784" y="334035"/>
                  </a:lnTo>
                  <a:lnTo>
                    <a:pt x="163061" y="334248"/>
                  </a:lnTo>
                  <a:lnTo>
                    <a:pt x="168342" y="334294"/>
                  </a:lnTo>
                  <a:lnTo>
                    <a:pt x="173622" y="334174"/>
                  </a:lnTo>
                  <a:lnTo>
                    <a:pt x="178896" y="333886"/>
                  </a:lnTo>
                  <a:lnTo>
                    <a:pt x="184158" y="333433"/>
                  </a:lnTo>
                  <a:lnTo>
                    <a:pt x="189402" y="332813"/>
                  </a:lnTo>
                  <a:lnTo>
                    <a:pt x="194625" y="332028"/>
                  </a:lnTo>
                  <a:lnTo>
                    <a:pt x="199820" y="331078"/>
                  </a:lnTo>
                  <a:lnTo>
                    <a:pt x="204983" y="329965"/>
                  </a:lnTo>
                  <a:lnTo>
                    <a:pt x="210108" y="328689"/>
                  </a:lnTo>
                  <a:lnTo>
                    <a:pt x="215190" y="327252"/>
                  </a:lnTo>
                  <a:lnTo>
                    <a:pt x="220224" y="325655"/>
                  </a:lnTo>
                  <a:lnTo>
                    <a:pt x="225205" y="323900"/>
                  </a:lnTo>
                  <a:lnTo>
                    <a:pt x="230128" y="321988"/>
                  </a:lnTo>
                  <a:lnTo>
                    <a:pt x="234989" y="319922"/>
                  </a:lnTo>
                  <a:lnTo>
                    <a:pt x="239781" y="317703"/>
                  </a:lnTo>
                  <a:lnTo>
                    <a:pt x="244501" y="315334"/>
                  </a:lnTo>
                  <a:lnTo>
                    <a:pt x="249144" y="312817"/>
                  </a:lnTo>
                  <a:lnTo>
                    <a:pt x="253706" y="310155"/>
                  </a:lnTo>
                  <a:lnTo>
                    <a:pt x="258180" y="307350"/>
                  </a:lnTo>
                  <a:lnTo>
                    <a:pt x="262564" y="304405"/>
                  </a:lnTo>
                  <a:lnTo>
                    <a:pt x="266853" y="301323"/>
                  </a:lnTo>
                  <a:lnTo>
                    <a:pt x="271042" y="298107"/>
                  </a:lnTo>
                  <a:lnTo>
                    <a:pt x="275128" y="294760"/>
                  </a:lnTo>
                  <a:lnTo>
                    <a:pt x="279106" y="291286"/>
                  </a:lnTo>
                  <a:lnTo>
                    <a:pt x="282972" y="287688"/>
                  </a:lnTo>
                  <a:lnTo>
                    <a:pt x="286722" y="283970"/>
                  </a:lnTo>
                  <a:lnTo>
                    <a:pt x="290354" y="280135"/>
                  </a:lnTo>
                  <a:lnTo>
                    <a:pt x="293862" y="276187"/>
                  </a:lnTo>
                  <a:lnTo>
                    <a:pt x="297244" y="272131"/>
                  </a:lnTo>
                  <a:lnTo>
                    <a:pt x="300495" y="267969"/>
                  </a:lnTo>
                  <a:lnTo>
                    <a:pt x="303614" y="263707"/>
                  </a:lnTo>
                  <a:lnTo>
                    <a:pt x="306597" y="259349"/>
                  </a:lnTo>
                  <a:lnTo>
                    <a:pt x="309440" y="254898"/>
                  </a:lnTo>
                  <a:lnTo>
                    <a:pt x="312142" y="250360"/>
                  </a:lnTo>
                  <a:lnTo>
                    <a:pt x="314699" y="245739"/>
                  </a:lnTo>
                  <a:lnTo>
                    <a:pt x="317108" y="241039"/>
                  </a:lnTo>
                  <a:lnTo>
                    <a:pt x="319368" y="236266"/>
                  </a:lnTo>
                  <a:lnTo>
                    <a:pt x="321476" y="231423"/>
                  </a:lnTo>
                  <a:lnTo>
                    <a:pt x="323430" y="226517"/>
                  </a:lnTo>
                  <a:lnTo>
                    <a:pt x="325228" y="221551"/>
                  </a:lnTo>
                  <a:lnTo>
                    <a:pt x="326868" y="216531"/>
                  </a:lnTo>
                  <a:lnTo>
                    <a:pt x="328349" y="211461"/>
                  </a:lnTo>
                  <a:lnTo>
                    <a:pt x="329669" y="206348"/>
                  </a:lnTo>
                  <a:lnTo>
                    <a:pt x="330827" y="201195"/>
                  </a:lnTo>
                  <a:lnTo>
                    <a:pt x="331821" y="196008"/>
                  </a:lnTo>
                  <a:lnTo>
                    <a:pt x="332651" y="190792"/>
                  </a:lnTo>
                  <a:lnTo>
                    <a:pt x="333316" y="185553"/>
                  </a:lnTo>
                  <a:lnTo>
                    <a:pt x="333815" y="180295"/>
                  </a:lnTo>
                  <a:lnTo>
                    <a:pt x="334148" y="175024"/>
                  </a:lnTo>
                  <a:lnTo>
                    <a:pt x="334314" y="169746"/>
                  </a:lnTo>
                  <a:lnTo>
                    <a:pt x="334313" y="164464"/>
                  </a:lnTo>
                  <a:lnTo>
                    <a:pt x="334145" y="159186"/>
                  </a:lnTo>
                  <a:lnTo>
                    <a:pt x="333811" y="153915"/>
                  </a:lnTo>
                  <a:lnTo>
                    <a:pt x="333310" y="148658"/>
                  </a:lnTo>
                  <a:lnTo>
                    <a:pt x="332644" y="143418"/>
                  </a:lnTo>
                  <a:lnTo>
                    <a:pt x="331812" y="138203"/>
                  </a:lnTo>
                  <a:lnTo>
                    <a:pt x="330816" y="133016"/>
                  </a:lnTo>
                  <a:lnTo>
                    <a:pt x="329657" y="127864"/>
                  </a:lnTo>
                  <a:lnTo>
                    <a:pt x="328335" y="122751"/>
                  </a:lnTo>
                  <a:lnTo>
                    <a:pt x="326853" y="117682"/>
                  </a:lnTo>
                  <a:lnTo>
                    <a:pt x="325211" y="112662"/>
                  </a:lnTo>
                  <a:lnTo>
                    <a:pt x="323412" y="107697"/>
                  </a:lnTo>
                  <a:lnTo>
                    <a:pt x="321456" y="102791"/>
                  </a:lnTo>
                  <a:lnTo>
                    <a:pt x="319347" y="97949"/>
                  </a:lnTo>
                  <a:lnTo>
                    <a:pt x="317086" y="93176"/>
                  </a:lnTo>
                  <a:lnTo>
                    <a:pt x="314675" y="88477"/>
                  </a:lnTo>
                  <a:lnTo>
                    <a:pt x="312116" y="83857"/>
                  </a:lnTo>
                  <a:lnTo>
                    <a:pt x="309414" y="79320"/>
                  </a:lnTo>
                  <a:lnTo>
                    <a:pt x="306569" y="74870"/>
                  </a:lnTo>
                  <a:lnTo>
                    <a:pt x="303585" y="70513"/>
                  </a:lnTo>
                  <a:lnTo>
                    <a:pt x="300465" y="66252"/>
                  </a:lnTo>
                  <a:lnTo>
                    <a:pt x="297211" y="62091"/>
                  </a:lnTo>
                  <a:lnTo>
                    <a:pt x="293828" y="58036"/>
                  </a:lnTo>
                  <a:lnTo>
                    <a:pt x="290319" y="54089"/>
                  </a:lnTo>
                  <a:lnTo>
                    <a:pt x="286687" y="50255"/>
                  </a:lnTo>
                  <a:lnTo>
                    <a:pt x="282935" y="46538"/>
                  </a:lnTo>
                  <a:lnTo>
                    <a:pt x="279068" y="42941"/>
                  </a:lnTo>
                  <a:lnTo>
                    <a:pt x="275089" y="39468"/>
                  </a:lnTo>
                  <a:lnTo>
                    <a:pt x="271002" y="36123"/>
                  </a:lnTo>
                  <a:lnTo>
                    <a:pt x="266812" y="32908"/>
                  </a:lnTo>
                  <a:lnTo>
                    <a:pt x="262522" y="29827"/>
                  </a:lnTo>
                  <a:lnTo>
                    <a:pt x="258137" y="26884"/>
                  </a:lnTo>
                  <a:lnTo>
                    <a:pt x="253662" y="24080"/>
                  </a:lnTo>
                  <a:lnTo>
                    <a:pt x="249100" y="21419"/>
                  </a:lnTo>
                  <a:lnTo>
                    <a:pt x="244456" y="18904"/>
                  </a:lnTo>
                  <a:lnTo>
                    <a:pt x="239735" y="16536"/>
                  </a:lnTo>
                  <a:lnTo>
                    <a:pt x="234942" y="14319"/>
                  </a:lnTo>
                  <a:lnTo>
                    <a:pt x="230081" y="12254"/>
                  </a:lnTo>
                  <a:lnTo>
                    <a:pt x="225157" y="10344"/>
                  </a:lnTo>
                  <a:lnTo>
                    <a:pt x="220175" y="8590"/>
                  </a:lnTo>
                  <a:lnTo>
                    <a:pt x="215141" y="6995"/>
                  </a:lnTo>
                  <a:lnTo>
                    <a:pt x="167167" y="167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90748" y="2633064"/>
              <a:ext cx="47973" cy="167167"/>
            </a:xfrm>
            <a:custGeom>
              <a:avLst/>
              <a:pathLst>
                <a:path w="47973" h="167167">
                  <a:moveTo>
                    <a:pt x="47973" y="7031"/>
                  </a:moveTo>
                  <a:lnTo>
                    <a:pt x="42117" y="5392"/>
                  </a:lnTo>
                  <a:lnTo>
                    <a:pt x="36204" y="3967"/>
                  </a:lnTo>
                  <a:lnTo>
                    <a:pt x="30243" y="2758"/>
                  </a:lnTo>
                  <a:lnTo>
                    <a:pt x="24243" y="1767"/>
                  </a:lnTo>
                  <a:lnTo>
                    <a:pt x="18210" y="994"/>
                  </a:lnTo>
                  <a:lnTo>
                    <a:pt x="12153" y="442"/>
                  </a:lnTo>
                  <a:lnTo>
                    <a:pt x="608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9200" y="3170392"/>
              <a:ext cx="16780" cy="167167"/>
            </a:xfrm>
            <a:custGeom>
              <a:avLst/>
              <a:pathLst>
                <a:path w="16780" h="167167">
                  <a:moveTo>
                    <a:pt x="16780" y="0"/>
                  </a:moveTo>
                  <a:lnTo>
                    <a:pt x="8379" y="211"/>
                  </a:lnTo>
                  <a:lnTo>
                    <a:pt x="0" y="844"/>
                  </a:lnTo>
                  <a:lnTo>
                    <a:pt x="1678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200" y="3171236"/>
              <a:ext cx="16780" cy="166323"/>
            </a:xfrm>
            <a:custGeom>
              <a:avLst/>
              <a:pathLst>
                <a:path w="16780" h="166323">
                  <a:moveTo>
                    <a:pt x="0" y="0"/>
                  </a:moveTo>
                  <a:lnTo>
                    <a:pt x="16780" y="1663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358830" y="3171236"/>
              <a:ext cx="334310" cy="333490"/>
            </a:xfrm>
            <a:custGeom>
              <a:avLst/>
              <a:pathLst>
                <a:path w="334310" h="333490">
                  <a:moveTo>
                    <a:pt x="150370" y="0"/>
                  </a:moveTo>
                  <a:lnTo>
                    <a:pt x="145114" y="614"/>
                  </a:lnTo>
                  <a:lnTo>
                    <a:pt x="139881" y="1394"/>
                  </a:lnTo>
                  <a:lnTo>
                    <a:pt x="134675" y="2340"/>
                  </a:lnTo>
                  <a:lnTo>
                    <a:pt x="129502" y="3450"/>
                  </a:lnTo>
                  <a:lnTo>
                    <a:pt x="124366" y="4723"/>
                  </a:lnTo>
                  <a:lnTo>
                    <a:pt x="119273" y="6158"/>
                  </a:lnTo>
                  <a:lnTo>
                    <a:pt x="114228" y="7753"/>
                  </a:lnTo>
                  <a:lnTo>
                    <a:pt x="109236" y="9508"/>
                  </a:lnTo>
                  <a:lnTo>
                    <a:pt x="104303" y="11419"/>
                  </a:lnTo>
                  <a:lnTo>
                    <a:pt x="99432" y="13486"/>
                  </a:lnTo>
                  <a:lnTo>
                    <a:pt x="94629" y="15705"/>
                  </a:lnTo>
                  <a:lnTo>
                    <a:pt x="89898" y="18076"/>
                  </a:lnTo>
                  <a:lnTo>
                    <a:pt x="85245" y="20595"/>
                  </a:lnTo>
                  <a:lnTo>
                    <a:pt x="80674" y="23260"/>
                  </a:lnTo>
                  <a:lnTo>
                    <a:pt x="76190" y="26068"/>
                  </a:lnTo>
                  <a:lnTo>
                    <a:pt x="71797" y="29017"/>
                  </a:lnTo>
                  <a:lnTo>
                    <a:pt x="67499" y="32104"/>
                  </a:lnTo>
                  <a:lnTo>
                    <a:pt x="63301" y="35325"/>
                  </a:lnTo>
                  <a:lnTo>
                    <a:pt x="59208" y="38677"/>
                  </a:lnTo>
                  <a:lnTo>
                    <a:pt x="55222" y="42157"/>
                  </a:lnTo>
                  <a:lnTo>
                    <a:pt x="51349" y="45762"/>
                  </a:lnTo>
                  <a:lnTo>
                    <a:pt x="47591" y="49487"/>
                  </a:lnTo>
                  <a:lnTo>
                    <a:pt x="43953" y="53329"/>
                  </a:lnTo>
                  <a:lnTo>
                    <a:pt x="40439" y="57285"/>
                  </a:lnTo>
                  <a:lnTo>
                    <a:pt x="37052" y="61349"/>
                  </a:lnTo>
                  <a:lnTo>
                    <a:pt x="33795" y="65519"/>
                  </a:lnTo>
                  <a:lnTo>
                    <a:pt x="30671" y="69790"/>
                  </a:lnTo>
                  <a:lnTo>
                    <a:pt x="27685" y="74158"/>
                  </a:lnTo>
                  <a:lnTo>
                    <a:pt x="24838" y="78618"/>
                  </a:lnTo>
                  <a:lnTo>
                    <a:pt x="22133" y="83166"/>
                  </a:lnTo>
                  <a:lnTo>
                    <a:pt x="19574" y="87797"/>
                  </a:lnTo>
                  <a:lnTo>
                    <a:pt x="17163" y="92507"/>
                  </a:lnTo>
                  <a:lnTo>
                    <a:pt x="14902" y="97290"/>
                  </a:lnTo>
                  <a:lnTo>
                    <a:pt x="12794" y="102143"/>
                  </a:lnTo>
                  <a:lnTo>
                    <a:pt x="10840" y="107060"/>
                  </a:lnTo>
                  <a:lnTo>
                    <a:pt x="9042" y="112037"/>
                  </a:lnTo>
                  <a:lnTo>
                    <a:pt x="7404" y="117068"/>
                  </a:lnTo>
                  <a:lnTo>
                    <a:pt x="5925" y="122148"/>
                  </a:lnTo>
                  <a:lnTo>
                    <a:pt x="4608" y="127273"/>
                  </a:lnTo>
                  <a:lnTo>
                    <a:pt x="3453" y="132436"/>
                  </a:lnTo>
                  <a:lnTo>
                    <a:pt x="2463" y="137634"/>
                  </a:lnTo>
                  <a:lnTo>
                    <a:pt x="1637" y="142860"/>
                  </a:lnTo>
                  <a:lnTo>
                    <a:pt x="978" y="148110"/>
                  </a:lnTo>
                  <a:lnTo>
                    <a:pt x="485" y="153378"/>
                  </a:lnTo>
                  <a:lnTo>
                    <a:pt x="158" y="158659"/>
                  </a:lnTo>
                  <a:lnTo>
                    <a:pt x="0" y="163948"/>
                  </a:lnTo>
                  <a:lnTo>
                    <a:pt x="8" y="169239"/>
                  </a:lnTo>
                  <a:lnTo>
                    <a:pt x="184" y="174528"/>
                  </a:lnTo>
                  <a:lnTo>
                    <a:pt x="527" y="179808"/>
                  </a:lnTo>
                  <a:lnTo>
                    <a:pt x="1038" y="185074"/>
                  </a:lnTo>
                  <a:lnTo>
                    <a:pt x="1714" y="190322"/>
                  </a:lnTo>
                  <a:lnTo>
                    <a:pt x="2557" y="195545"/>
                  </a:lnTo>
                  <a:lnTo>
                    <a:pt x="3564" y="200740"/>
                  </a:lnTo>
                  <a:lnTo>
                    <a:pt x="4735" y="205900"/>
                  </a:lnTo>
                  <a:lnTo>
                    <a:pt x="6069" y="211020"/>
                  </a:lnTo>
                  <a:lnTo>
                    <a:pt x="7564" y="216095"/>
                  </a:lnTo>
                  <a:lnTo>
                    <a:pt x="9219" y="221121"/>
                  </a:lnTo>
                  <a:lnTo>
                    <a:pt x="11033" y="226092"/>
                  </a:lnTo>
                  <a:lnTo>
                    <a:pt x="13003" y="231003"/>
                  </a:lnTo>
                  <a:lnTo>
                    <a:pt x="15127" y="235849"/>
                  </a:lnTo>
                  <a:lnTo>
                    <a:pt x="17403" y="240625"/>
                  </a:lnTo>
                  <a:lnTo>
                    <a:pt x="19830" y="245327"/>
                  </a:lnTo>
                  <a:lnTo>
                    <a:pt x="22404" y="249950"/>
                  </a:lnTo>
                  <a:lnTo>
                    <a:pt x="25123" y="254489"/>
                  </a:lnTo>
                  <a:lnTo>
                    <a:pt x="27984" y="258939"/>
                  </a:lnTo>
                  <a:lnTo>
                    <a:pt x="30985" y="263297"/>
                  </a:lnTo>
                  <a:lnTo>
                    <a:pt x="34122" y="267558"/>
                  </a:lnTo>
                  <a:lnTo>
                    <a:pt x="37393" y="271717"/>
                  </a:lnTo>
                  <a:lnTo>
                    <a:pt x="40794" y="275771"/>
                  </a:lnTo>
                  <a:lnTo>
                    <a:pt x="44321" y="279715"/>
                  </a:lnTo>
                  <a:lnTo>
                    <a:pt x="47971" y="283546"/>
                  </a:lnTo>
                  <a:lnTo>
                    <a:pt x="51740" y="287259"/>
                  </a:lnTo>
                  <a:lnTo>
                    <a:pt x="55625" y="290851"/>
                  </a:lnTo>
                  <a:lnTo>
                    <a:pt x="59622" y="294318"/>
                  </a:lnTo>
                  <a:lnTo>
                    <a:pt x="63727" y="297657"/>
                  </a:lnTo>
                  <a:lnTo>
                    <a:pt x="67935" y="300864"/>
                  </a:lnTo>
                  <a:lnTo>
                    <a:pt x="72243" y="303936"/>
                  </a:lnTo>
                  <a:lnTo>
                    <a:pt x="76646" y="306871"/>
                  </a:lnTo>
                  <a:lnTo>
                    <a:pt x="81139" y="309665"/>
                  </a:lnTo>
                  <a:lnTo>
                    <a:pt x="85719" y="312315"/>
                  </a:lnTo>
                  <a:lnTo>
                    <a:pt x="90380" y="314819"/>
                  </a:lnTo>
                  <a:lnTo>
                    <a:pt x="95118" y="317175"/>
                  </a:lnTo>
                  <a:lnTo>
                    <a:pt x="99928" y="319379"/>
                  </a:lnTo>
                  <a:lnTo>
                    <a:pt x="104806" y="321429"/>
                  </a:lnTo>
                  <a:lnTo>
                    <a:pt x="109746" y="323325"/>
                  </a:lnTo>
                  <a:lnTo>
                    <a:pt x="114743" y="325063"/>
                  </a:lnTo>
                  <a:lnTo>
                    <a:pt x="119793" y="326642"/>
                  </a:lnTo>
                  <a:lnTo>
                    <a:pt x="124891" y="328060"/>
                  </a:lnTo>
                  <a:lnTo>
                    <a:pt x="130030" y="329317"/>
                  </a:lnTo>
                  <a:lnTo>
                    <a:pt x="135207" y="330410"/>
                  </a:lnTo>
                  <a:lnTo>
                    <a:pt x="140416" y="331339"/>
                  </a:lnTo>
                  <a:lnTo>
                    <a:pt x="145652" y="332102"/>
                  </a:lnTo>
                  <a:lnTo>
                    <a:pt x="150910" y="332699"/>
                  </a:lnTo>
                  <a:lnTo>
                    <a:pt x="156183" y="333130"/>
                  </a:lnTo>
                  <a:lnTo>
                    <a:pt x="161468" y="333393"/>
                  </a:lnTo>
                  <a:lnTo>
                    <a:pt x="166758" y="333490"/>
                  </a:lnTo>
                  <a:lnTo>
                    <a:pt x="172049" y="333418"/>
                  </a:lnTo>
                  <a:lnTo>
                    <a:pt x="177334" y="333180"/>
                  </a:lnTo>
                  <a:lnTo>
                    <a:pt x="182610" y="332774"/>
                  </a:lnTo>
                  <a:lnTo>
                    <a:pt x="187870" y="332201"/>
                  </a:lnTo>
                  <a:lnTo>
                    <a:pt x="193109" y="331462"/>
                  </a:lnTo>
                  <a:lnTo>
                    <a:pt x="198323" y="330558"/>
                  </a:lnTo>
                  <a:lnTo>
                    <a:pt x="203505" y="329489"/>
                  </a:lnTo>
                  <a:lnTo>
                    <a:pt x="208650" y="328257"/>
                  </a:lnTo>
                  <a:lnTo>
                    <a:pt x="213754" y="326862"/>
                  </a:lnTo>
                  <a:lnTo>
                    <a:pt x="218812" y="325307"/>
                  </a:lnTo>
                  <a:lnTo>
                    <a:pt x="223817" y="323592"/>
                  </a:lnTo>
                  <a:lnTo>
                    <a:pt x="228766" y="321720"/>
                  </a:lnTo>
                  <a:lnTo>
                    <a:pt x="233653" y="319692"/>
                  </a:lnTo>
                  <a:lnTo>
                    <a:pt x="238474" y="317511"/>
                  </a:lnTo>
                  <a:lnTo>
                    <a:pt x="243223" y="315178"/>
                  </a:lnTo>
                  <a:lnTo>
                    <a:pt x="247896" y="312696"/>
                  </a:lnTo>
                  <a:lnTo>
                    <a:pt x="252488" y="310067"/>
                  </a:lnTo>
                  <a:lnTo>
                    <a:pt x="256994" y="307294"/>
                  </a:lnTo>
                  <a:lnTo>
                    <a:pt x="261411" y="304380"/>
                  </a:lnTo>
                  <a:lnTo>
                    <a:pt x="265733" y="301328"/>
                  </a:lnTo>
                  <a:lnTo>
                    <a:pt x="269956" y="298140"/>
                  </a:lnTo>
                  <a:lnTo>
                    <a:pt x="274076" y="294821"/>
                  </a:lnTo>
                  <a:lnTo>
                    <a:pt x="278089" y="291372"/>
                  </a:lnTo>
                  <a:lnTo>
                    <a:pt x="281991" y="287799"/>
                  </a:lnTo>
                  <a:lnTo>
                    <a:pt x="285778" y="284103"/>
                  </a:lnTo>
                  <a:lnTo>
                    <a:pt x="289446" y="280290"/>
                  </a:lnTo>
                  <a:lnTo>
                    <a:pt x="292992" y="276363"/>
                  </a:lnTo>
                  <a:lnTo>
                    <a:pt x="296411" y="272325"/>
                  </a:lnTo>
                  <a:lnTo>
                    <a:pt x="299701" y="268181"/>
                  </a:lnTo>
                  <a:lnTo>
                    <a:pt x="302858" y="263935"/>
                  </a:lnTo>
                  <a:lnTo>
                    <a:pt x="305880" y="259591"/>
                  </a:lnTo>
                  <a:lnTo>
                    <a:pt x="308762" y="255154"/>
                  </a:lnTo>
                  <a:lnTo>
                    <a:pt x="311502" y="250628"/>
                  </a:lnTo>
                  <a:lnTo>
                    <a:pt x="314098" y="246017"/>
                  </a:lnTo>
                  <a:lnTo>
                    <a:pt x="316547" y="241327"/>
                  </a:lnTo>
                  <a:lnTo>
                    <a:pt x="318846" y="236561"/>
                  </a:lnTo>
                  <a:lnTo>
                    <a:pt x="320992" y="231725"/>
                  </a:lnTo>
                  <a:lnTo>
                    <a:pt x="322985" y="226823"/>
                  </a:lnTo>
                  <a:lnTo>
                    <a:pt x="324822" y="221861"/>
                  </a:lnTo>
                  <a:lnTo>
                    <a:pt x="326501" y="216844"/>
                  </a:lnTo>
                  <a:lnTo>
                    <a:pt x="328020" y="211775"/>
                  </a:lnTo>
                  <a:lnTo>
                    <a:pt x="329378" y="206661"/>
                  </a:lnTo>
                  <a:lnTo>
                    <a:pt x="330573" y="201507"/>
                  </a:lnTo>
                  <a:lnTo>
                    <a:pt x="331605" y="196317"/>
                  </a:lnTo>
                  <a:lnTo>
                    <a:pt x="332471" y="191098"/>
                  </a:lnTo>
                  <a:lnTo>
                    <a:pt x="333173" y="185853"/>
                  </a:lnTo>
                  <a:lnTo>
                    <a:pt x="333708" y="180589"/>
                  </a:lnTo>
                  <a:lnTo>
                    <a:pt x="334076" y="175311"/>
                  </a:lnTo>
                  <a:lnTo>
                    <a:pt x="334277" y="170023"/>
                  </a:lnTo>
                  <a:lnTo>
                    <a:pt x="334310" y="164732"/>
                  </a:lnTo>
                  <a:lnTo>
                    <a:pt x="334176" y="159443"/>
                  </a:lnTo>
                  <a:lnTo>
                    <a:pt x="333875" y="154160"/>
                  </a:lnTo>
                  <a:lnTo>
                    <a:pt x="333406" y="148890"/>
                  </a:lnTo>
                  <a:lnTo>
                    <a:pt x="332771" y="143637"/>
                  </a:lnTo>
                  <a:lnTo>
                    <a:pt x="331970" y="138407"/>
                  </a:lnTo>
                  <a:lnTo>
                    <a:pt x="331004" y="133205"/>
                  </a:lnTo>
                  <a:lnTo>
                    <a:pt x="329874" y="128036"/>
                  </a:lnTo>
                  <a:lnTo>
                    <a:pt x="328581" y="122905"/>
                  </a:lnTo>
                  <a:lnTo>
                    <a:pt x="327126" y="117818"/>
                  </a:lnTo>
                  <a:lnTo>
                    <a:pt x="325511" y="112779"/>
                  </a:lnTo>
                  <a:lnTo>
                    <a:pt x="323737" y="107794"/>
                  </a:lnTo>
                  <a:lnTo>
                    <a:pt x="321806" y="102868"/>
                  </a:lnTo>
                  <a:lnTo>
                    <a:pt x="319720" y="98005"/>
                  </a:lnTo>
                  <a:lnTo>
                    <a:pt x="317482" y="93211"/>
                  </a:lnTo>
                  <a:lnTo>
                    <a:pt x="315093" y="88490"/>
                  </a:lnTo>
                  <a:lnTo>
                    <a:pt x="312555" y="83847"/>
                  </a:lnTo>
                  <a:lnTo>
                    <a:pt x="309872" y="79286"/>
                  </a:lnTo>
                  <a:lnTo>
                    <a:pt x="307046" y="74813"/>
                  </a:lnTo>
                  <a:lnTo>
                    <a:pt x="304080" y="70432"/>
                  </a:lnTo>
                  <a:lnTo>
                    <a:pt x="300977" y="66146"/>
                  </a:lnTo>
                  <a:lnTo>
                    <a:pt x="297739" y="61961"/>
                  </a:lnTo>
                  <a:lnTo>
                    <a:pt x="294371" y="57880"/>
                  </a:lnTo>
                  <a:lnTo>
                    <a:pt x="290876" y="53908"/>
                  </a:lnTo>
                  <a:lnTo>
                    <a:pt x="287256" y="50049"/>
                  </a:lnTo>
                  <a:lnTo>
                    <a:pt x="283516" y="46306"/>
                  </a:lnTo>
                  <a:lnTo>
                    <a:pt x="279659" y="42684"/>
                  </a:lnTo>
                  <a:lnTo>
                    <a:pt x="275690" y="39185"/>
                  </a:lnTo>
                  <a:lnTo>
                    <a:pt x="271612" y="35813"/>
                  </a:lnTo>
                  <a:lnTo>
                    <a:pt x="267429" y="32573"/>
                  </a:lnTo>
                  <a:lnTo>
                    <a:pt x="263146" y="29466"/>
                  </a:lnTo>
                  <a:lnTo>
                    <a:pt x="258767" y="26497"/>
                  </a:lnTo>
                  <a:lnTo>
                    <a:pt x="254296" y="23667"/>
                  </a:lnTo>
                  <a:lnTo>
                    <a:pt x="249738" y="20981"/>
                  </a:lnTo>
                  <a:lnTo>
                    <a:pt x="245096" y="18440"/>
                  </a:lnTo>
                  <a:lnTo>
                    <a:pt x="240377" y="16047"/>
                  </a:lnTo>
                  <a:lnTo>
                    <a:pt x="235585" y="13805"/>
                  </a:lnTo>
                  <a:lnTo>
                    <a:pt x="230724" y="11715"/>
                  </a:lnTo>
                  <a:lnTo>
                    <a:pt x="225799" y="9781"/>
                  </a:lnTo>
                  <a:lnTo>
                    <a:pt x="167150" y="166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5980" y="3170392"/>
              <a:ext cx="58648" cy="167167"/>
            </a:xfrm>
            <a:custGeom>
              <a:avLst/>
              <a:pathLst>
                <a:path w="58648" h="167167">
                  <a:moveTo>
                    <a:pt x="58648" y="10625"/>
                  </a:moveTo>
                  <a:lnTo>
                    <a:pt x="53000" y="8624"/>
                  </a:lnTo>
                  <a:lnTo>
                    <a:pt x="47284" y="6826"/>
                  </a:lnTo>
                  <a:lnTo>
                    <a:pt x="41507" y="5235"/>
                  </a:lnTo>
                  <a:lnTo>
                    <a:pt x="35677" y="3851"/>
                  </a:lnTo>
                  <a:lnTo>
                    <a:pt x="29801" y="2677"/>
                  </a:lnTo>
                  <a:lnTo>
                    <a:pt x="23887" y="1715"/>
                  </a:lnTo>
                  <a:lnTo>
                    <a:pt x="17942" y="965"/>
                  </a:lnTo>
                  <a:lnTo>
                    <a:pt x="11974" y="429"/>
                  </a:lnTo>
                  <a:lnTo>
                    <a:pt x="5991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913" y="3707720"/>
              <a:ext cx="3834" cy="167167"/>
            </a:xfrm>
            <a:custGeom>
              <a:avLst/>
              <a:pathLst>
                <a:path w="3834" h="167167">
                  <a:moveTo>
                    <a:pt x="3834" y="0"/>
                  </a:moveTo>
                  <a:lnTo>
                    <a:pt x="0" y="43"/>
                  </a:lnTo>
                  <a:lnTo>
                    <a:pt x="38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913" y="3707764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423581" y="3707720"/>
              <a:ext cx="334326" cy="334323"/>
            </a:xfrm>
            <a:custGeom>
              <a:avLst/>
              <a:pathLst>
                <a:path w="334326" h="334323">
                  <a:moveTo>
                    <a:pt x="163332" y="43"/>
                  </a:moveTo>
                  <a:lnTo>
                    <a:pt x="158051" y="248"/>
                  </a:lnTo>
                  <a:lnTo>
                    <a:pt x="152779" y="620"/>
                  </a:lnTo>
                  <a:lnTo>
                    <a:pt x="147521" y="1158"/>
                  </a:lnTo>
                  <a:lnTo>
                    <a:pt x="142283" y="1862"/>
                  </a:lnTo>
                  <a:lnTo>
                    <a:pt x="137070" y="2731"/>
                  </a:lnTo>
                  <a:lnTo>
                    <a:pt x="131887" y="3765"/>
                  </a:lnTo>
                  <a:lnTo>
                    <a:pt x="126739" y="4962"/>
                  </a:lnTo>
                  <a:lnTo>
                    <a:pt x="121631" y="6321"/>
                  </a:lnTo>
                  <a:lnTo>
                    <a:pt x="116569" y="7841"/>
                  </a:lnTo>
                  <a:lnTo>
                    <a:pt x="111558" y="9520"/>
                  </a:lnTo>
                  <a:lnTo>
                    <a:pt x="106602" y="11357"/>
                  </a:lnTo>
                  <a:lnTo>
                    <a:pt x="101707" y="13349"/>
                  </a:lnTo>
                  <a:lnTo>
                    <a:pt x="96877" y="15495"/>
                  </a:lnTo>
                  <a:lnTo>
                    <a:pt x="92118" y="17793"/>
                  </a:lnTo>
                  <a:lnTo>
                    <a:pt x="87433" y="20240"/>
                  </a:lnTo>
                  <a:lnTo>
                    <a:pt x="82828" y="22834"/>
                  </a:lnTo>
                  <a:lnTo>
                    <a:pt x="78308" y="25572"/>
                  </a:lnTo>
                  <a:lnTo>
                    <a:pt x="73876" y="28452"/>
                  </a:lnTo>
                  <a:lnTo>
                    <a:pt x="69538" y="31471"/>
                  </a:lnTo>
                  <a:lnTo>
                    <a:pt x="65297" y="34625"/>
                  </a:lnTo>
                  <a:lnTo>
                    <a:pt x="61158" y="37911"/>
                  </a:lnTo>
                  <a:lnTo>
                    <a:pt x="57125" y="41327"/>
                  </a:lnTo>
                  <a:lnTo>
                    <a:pt x="53202" y="44869"/>
                  </a:lnTo>
                  <a:lnTo>
                    <a:pt x="49392" y="48532"/>
                  </a:lnTo>
                  <a:lnTo>
                    <a:pt x="45701" y="52315"/>
                  </a:lnTo>
                  <a:lnTo>
                    <a:pt x="42131" y="56212"/>
                  </a:lnTo>
                  <a:lnTo>
                    <a:pt x="38686" y="60220"/>
                  </a:lnTo>
                  <a:lnTo>
                    <a:pt x="35369" y="64335"/>
                  </a:lnTo>
                  <a:lnTo>
                    <a:pt x="32185" y="68553"/>
                  </a:lnTo>
                  <a:lnTo>
                    <a:pt x="29135" y="72869"/>
                  </a:lnTo>
                  <a:lnTo>
                    <a:pt x="26223" y="77280"/>
                  </a:lnTo>
                  <a:lnTo>
                    <a:pt x="23452" y="81780"/>
                  </a:lnTo>
                  <a:lnTo>
                    <a:pt x="20824" y="86366"/>
                  </a:lnTo>
                  <a:lnTo>
                    <a:pt x="18343" y="91033"/>
                  </a:lnTo>
                  <a:lnTo>
                    <a:pt x="16011" y="95775"/>
                  </a:lnTo>
                  <a:lnTo>
                    <a:pt x="13829" y="100589"/>
                  </a:lnTo>
                  <a:lnTo>
                    <a:pt x="11801" y="105470"/>
                  </a:lnTo>
                  <a:lnTo>
                    <a:pt x="9929" y="110412"/>
                  </a:lnTo>
                  <a:lnTo>
                    <a:pt x="8213" y="115411"/>
                  </a:lnTo>
                  <a:lnTo>
                    <a:pt x="6656" y="120462"/>
                  </a:lnTo>
                  <a:lnTo>
                    <a:pt x="5260" y="125559"/>
                  </a:lnTo>
                  <a:lnTo>
                    <a:pt x="4026" y="130698"/>
                  </a:lnTo>
                  <a:lnTo>
                    <a:pt x="2954" y="135874"/>
                  </a:lnTo>
                  <a:lnTo>
                    <a:pt x="2047" y="141081"/>
                  </a:lnTo>
                  <a:lnTo>
                    <a:pt x="1305" y="146313"/>
                  </a:lnTo>
                  <a:lnTo>
                    <a:pt x="729" y="151567"/>
                  </a:lnTo>
                  <a:lnTo>
                    <a:pt x="319" y="156836"/>
                  </a:lnTo>
                  <a:lnTo>
                    <a:pt x="76" y="162116"/>
                  </a:lnTo>
                  <a:lnTo>
                    <a:pt x="0" y="167401"/>
                  </a:lnTo>
                  <a:lnTo>
                    <a:pt x="90" y="172685"/>
                  </a:lnTo>
                  <a:lnTo>
                    <a:pt x="348" y="177964"/>
                  </a:lnTo>
                  <a:lnTo>
                    <a:pt x="773" y="183232"/>
                  </a:lnTo>
                  <a:lnTo>
                    <a:pt x="1364" y="188484"/>
                  </a:lnTo>
                  <a:lnTo>
                    <a:pt x="2121" y="193715"/>
                  </a:lnTo>
                  <a:lnTo>
                    <a:pt x="3043" y="198919"/>
                  </a:lnTo>
                  <a:lnTo>
                    <a:pt x="4128" y="204091"/>
                  </a:lnTo>
                  <a:lnTo>
                    <a:pt x="5377" y="209227"/>
                  </a:lnTo>
                  <a:lnTo>
                    <a:pt x="6788" y="214320"/>
                  </a:lnTo>
                  <a:lnTo>
                    <a:pt x="8358" y="219367"/>
                  </a:lnTo>
                  <a:lnTo>
                    <a:pt x="10088" y="224361"/>
                  </a:lnTo>
                  <a:lnTo>
                    <a:pt x="11974" y="229298"/>
                  </a:lnTo>
                  <a:lnTo>
                    <a:pt x="14016" y="234173"/>
                  </a:lnTo>
                  <a:lnTo>
                    <a:pt x="16211" y="238981"/>
                  </a:lnTo>
                  <a:lnTo>
                    <a:pt x="18556" y="243717"/>
                  </a:lnTo>
                  <a:lnTo>
                    <a:pt x="21051" y="248377"/>
                  </a:lnTo>
                  <a:lnTo>
                    <a:pt x="23691" y="252955"/>
                  </a:lnTo>
                  <a:lnTo>
                    <a:pt x="26474" y="257448"/>
                  </a:lnTo>
                  <a:lnTo>
                    <a:pt x="29399" y="261850"/>
                  </a:lnTo>
                  <a:lnTo>
                    <a:pt x="32461" y="266158"/>
                  </a:lnTo>
                  <a:lnTo>
                    <a:pt x="35657" y="270367"/>
                  </a:lnTo>
                  <a:lnTo>
                    <a:pt x="38985" y="274473"/>
                  </a:lnTo>
                  <a:lnTo>
                    <a:pt x="42442" y="278471"/>
                  </a:lnTo>
                  <a:lnTo>
                    <a:pt x="46023" y="282358"/>
                  </a:lnTo>
                  <a:lnTo>
                    <a:pt x="49725" y="286130"/>
                  </a:lnTo>
                  <a:lnTo>
                    <a:pt x="53544" y="289783"/>
                  </a:lnTo>
                  <a:lnTo>
                    <a:pt x="57477" y="293314"/>
                  </a:lnTo>
                  <a:lnTo>
                    <a:pt x="61519" y="296718"/>
                  </a:lnTo>
                  <a:lnTo>
                    <a:pt x="65668" y="299993"/>
                  </a:lnTo>
                  <a:lnTo>
                    <a:pt x="69917" y="303136"/>
                  </a:lnTo>
                  <a:lnTo>
                    <a:pt x="74264" y="306142"/>
                  </a:lnTo>
                  <a:lnTo>
                    <a:pt x="78704" y="309009"/>
                  </a:lnTo>
                  <a:lnTo>
                    <a:pt x="83232" y="311735"/>
                  </a:lnTo>
                  <a:lnTo>
                    <a:pt x="87844" y="314316"/>
                  </a:lnTo>
                  <a:lnTo>
                    <a:pt x="92535" y="316750"/>
                  </a:lnTo>
                  <a:lnTo>
                    <a:pt x="97301" y="319035"/>
                  </a:lnTo>
                  <a:lnTo>
                    <a:pt x="102137" y="321167"/>
                  </a:lnTo>
                  <a:lnTo>
                    <a:pt x="107038" y="323146"/>
                  </a:lnTo>
                  <a:lnTo>
                    <a:pt x="111999" y="324969"/>
                  </a:lnTo>
                  <a:lnTo>
                    <a:pt x="117015" y="326634"/>
                  </a:lnTo>
                  <a:lnTo>
                    <a:pt x="122081" y="328140"/>
                  </a:lnTo>
                  <a:lnTo>
                    <a:pt x="127192" y="329485"/>
                  </a:lnTo>
                  <a:lnTo>
                    <a:pt x="132343" y="330667"/>
                  </a:lnTo>
                  <a:lnTo>
                    <a:pt x="137529" y="331686"/>
                  </a:lnTo>
                  <a:lnTo>
                    <a:pt x="142745" y="332541"/>
                  </a:lnTo>
                  <a:lnTo>
                    <a:pt x="147985" y="333230"/>
                  </a:lnTo>
                  <a:lnTo>
                    <a:pt x="153244" y="333754"/>
                  </a:lnTo>
                  <a:lnTo>
                    <a:pt x="158517" y="334110"/>
                  </a:lnTo>
                  <a:lnTo>
                    <a:pt x="163799" y="334300"/>
                  </a:lnTo>
                  <a:lnTo>
                    <a:pt x="169084" y="334323"/>
                  </a:lnTo>
                  <a:lnTo>
                    <a:pt x="174368" y="334179"/>
                  </a:lnTo>
                  <a:lnTo>
                    <a:pt x="179644" y="333868"/>
                  </a:lnTo>
                  <a:lnTo>
                    <a:pt x="184907" y="333390"/>
                  </a:lnTo>
                  <a:lnTo>
                    <a:pt x="190153" y="332747"/>
                  </a:lnTo>
                  <a:lnTo>
                    <a:pt x="195376" y="331937"/>
                  </a:lnTo>
                  <a:lnTo>
                    <a:pt x="200570" y="330963"/>
                  </a:lnTo>
                  <a:lnTo>
                    <a:pt x="205732" y="329825"/>
                  </a:lnTo>
                  <a:lnTo>
                    <a:pt x="210854" y="328525"/>
                  </a:lnTo>
                  <a:lnTo>
                    <a:pt x="215933" y="327063"/>
                  </a:lnTo>
                  <a:lnTo>
                    <a:pt x="220964" y="325442"/>
                  </a:lnTo>
                  <a:lnTo>
                    <a:pt x="225940" y="323662"/>
                  </a:lnTo>
                  <a:lnTo>
                    <a:pt x="230858" y="321726"/>
                  </a:lnTo>
                  <a:lnTo>
                    <a:pt x="235712" y="319635"/>
                  </a:lnTo>
                  <a:lnTo>
                    <a:pt x="240498" y="317392"/>
                  </a:lnTo>
                  <a:lnTo>
                    <a:pt x="245210" y="314999"/>
                  </a:lnTo>
                  <a:lnTo>
                    <a:pt x="249844" y="312458"/>
                  </a:lnTo>
                  <a:lnTo>
                    <a:pt x="254396" y="309772"/>
                  </a:lnTo>
                  <a:lnTo>
                    <a:pt x="258860" y="306943"/>
                  </a:lnTo>
                  <a:lnTo>
                    <a:pt x="263233" y="303974"/>
                  </a:lnTo>
                  <a:lnTo>
                    <a:pt x="267510" y="300869"/>
                  </a:lnTo>
                  <a:lnTo>
                    <a:pt x="271686" y="297630"/>
                  </a:lnTo>
                  <a:lnTo>
                    <a:pt x="275758" y="294261"/>
                  </a:lnTo>
                  <a:lnTo>
                    <a:pt x="279722" y="290765"/>
                  </a:lnTo>
                  <a:lnTo>
                    <a:pt x="283573" y="287145"/>
                  </a:lnTo>
                  <a:lnTo>
                    <a:pt x="287307" y="283405"/>
                  </a:lnTo>
                  <a:lnTo>
                    <a:pt x="290922" y="279549"/>
                  </a:lnTo>
                  <a:lnTo>
                    <a:pt x="294412" y="275581"/>
                  </a:lnTo>
                  <a:lnTo>
                    <a:pt x="297776" y="271504"/>
                  </a:lnTo>
                  <a:lnTo>
                    <a:pt x="301009" y="267323"/>
                  </a:lnTo>
                  <a:lnTo>
                    <a:pt x="304108" y="263042"/>
                  </a:lnTo>
                  <a:lnTo>
                    <a:pt x="307071" y="258665"/>
                  </a:lnTo>
                  <a:lnTo>
                    <a:pt x="309893" y="254197"/>
                  </a:lnTo>
                  <a:lnTo>
                    <a:pt x="312573" y="249641"/>
                  </a:lnTo>
                  <a:lnTo>
                    <a:pt x="315107" y="245003"/>
                  </a:lnTo>
                  <a:lnTo>
                    <a:pt x="317494" y="240288"/>
                  </a:lnTo>
                  <a:lnTo>
                    <a:pt x="319730" y="235499"/>
                  </a:lnTo>
                  <a:lnTo>
                    <a:pt x="321814" y="230642"/>
                  </a:lnTo>
                  <a:lnTo>
                    <a:pt x="323744" y="225721"/>
                  </a:lnTo>
                  <a:lnTo>
                    <a:pt x="325516" y="220743"/>
                  </a:lnTo>
                  <a:lnTo>
                    <a:pt x="327131" y="215710"/>
                  </a:lnTo>
                  <a:lnTo>
                    <a:pt x="328586" y="210629"/>
                  </a:lnTo>
                  <a:lnTo>
                    <a:pt x="329879" y="205504"/>
                  </a:lnTo>
                  <a:lnTo>
                    <a:pt x="331009" y="200342"/>
                  </a:lnTo>
                  <a:lnTo>
                    <a:pt x="331976" y="195146"/>
                  </a:lnTo>
                  <a:lnTo>
                    <a:pt x="332778" y="189922"/>
                  </a:lnTo>
                  <a:lnTo>
                    <a:pt x="333415" y="184675"/>
                  </a:lnTo>
                  <a:lnTo>
                    <a:pt x="333885" y="179411"/>
                  </a:lnTo>
                  <a:lnTo>
                    <a:pt x="334189" y="174134"/>
                  </a:lnTo>
                  <a:lnTo>
                    <a:pt x="334326" y="168851"/>
                  </a:lnTo>
                  <a:lnTo>
                    <a:pt x="334295" y="163566"/>
                  </a:lnTo>
                  <a:lnTo>
                    <a:pt x="334098" y="158284"/>
                  </a:lnTo>
                  <a:lnTo>
                    <a:pt x="333734" y="153012"/>
                  </a:lnTo>
                  <a:lnTo>
                    <a:pt x="333203" y="147753"/>
                  </a:lnTo>
                  <a:lnTo>
                    <a:pt x="332506" y="142514"/>
                  </a:lnTo>
                  <a:lnTo>
                    <a:pt x="331644" y="137300"/>
                  </a:lnTo>
                  <a:lnTo>
                    <a:pt x="330618" y="132115"/>
                  </a:lnTo>
                  <a:lnTo>
                    <a:pt x="329428" y="126966"/>
                  </a:lnTo>
                  <a:lnTo>
                    <a:pt x="328076" y="121856"/>
                  </a:lnTo>
                  <a:lnTo>
                    <a:pt x="326564" y="116792"/>
                  </a:lnTo>
                  <a:lnTo>
                    <a:pt x="324891" y="111779"/>
                  </a:lnTo>
                  <a:lnTo>
                    <a:pt x="323062" y="106820"/>
                  </a:lnTo>
                  <a:lnTo>
                    <a:pt x="321076" y="101922"/>
                  </a:lnTo>
                  <a:lnTo>
                    <a:pt x="318937" y="97089"/>
                  </a:lnTo>
                  <a:lnTo>
                    <a:pt x="316645" y="92327"/>
                  </a:lnTo>
                  <a:lnTo>
                    <a:pt x="314205" y="87639"/>
                  </a:lnTo>
                  <a:lnTo>
                    <a:pt x="311617" y="83030"/>
                  </a:lnTo>
                  <a:lnTo>
                    <a:pt x="308885" y="78506"/>
                  </a:lnTo>
                  <a:lnTo>
                    <a:pt x="306012" y="74070"/>
                  </a:lnTo>
                  <a:lnTo>
                    <a:pt x="302999" y="69728"/>
                  </a:lnTo>
                  <a:lnTo>
                    <a:pt x="299851" y="65482"/>
                  </a:lnTo>
                  <a:lnTo>
                    <a:pt x="296571" y="61339"/>
                  </a:lnTo>
                  <a:lnTo>
                    <a:pt x="293160" y="57301"/>
                  </a:lnTo>
                  <a:lnTo>
                    <a:pt x="289624" y="53373"/>
                  </a:lnTo>
                  <a:lnTo>
                    <a:pt x="285966" y="49559"/>
                  </a:lnTo>
                  <a:lnTo>
                    <a:pt x="282189" y="45862"/>
                  </a:lnTo>
                  <a:lnTo>
                    <a:pt x="278296" y="42286"/>
                  </a:lnTo>
                  <a:lnTo>
                    <a:pt x="274293" y="38836"/>
                  </a:lnTo>
                  <a:lnTo>
                    <a:pt x="270183" y="35513"/>
                  </a:lnTo>
                  <a:lnTo>
                    <a:pt x="265969" y="32323"/>
                  </a:lnTo>
                  <a:lnTo>
                    <a:pt x="261657" y="29267"/>
                  </a:lnTo>
                  <a:lnTo>
                    <a:pt x="257251" y="26349"/>
                  </a:lnTo>
                  <a:lnTo>
                    <a:pt x="252754" y="23571"/>
                  </a:lnTo>
                  <a:lnTo>
                    <a:pt x="248172" y="20937"/>
                  </a:lnTo>
                  <a:lnTo>
                    <a:pt x="243509" y="18450"/>
                  </a:lnTo>
                  <a:lnTo>
                    <a:pt x="238770" y="16111"/>
                  </a:lnTo>
                  <a:lnTo>
                    <a:pt x="233959" y="13923"/>
                  </a:lnTo>
                  <a:lnTo>
                    <a:pt x="229081" y="11888"/>
                  </a:lnTo>
                  <a:lnTo>
                    <a:pt x="224141" y="10008"/>
                  </a:lnTo>
                  <a:lnTo>
                    <a:pt x="219145" y="8286"/>
                  </a:lnTo>
                  <a:lnTo>
                    <a:pt x="214096" y="6722"/>
                  </a:lnTo>
                  <a:lnTo>
                    <a:pt x="209001" y="5319"/>
                  </a:lnTo>
                  <a:lnTo>
                    <a:pt x="203863" y="4077"/>
                  </a:lnTo>
                  <a:lnTo>
                    <a:pt x="198689" y="2998"/>
                  </a:lnTo>
                  <a:lnTo>
                    <a:pt x="193484" y="2084"/>
                  </a:lnTo>
                  <a:lnTo>
                    <a:pt x="188252" y="1335"/>
                  </a:lnTo>
                  <a:lnTo>
                    <a:pt x="182999" y="751"/>
                  </a:lnTo>
                  <a:lnTo>
                    <a:pt x="177731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7452" y="4213821"/>
              <a:ext cx="3834" cy="167167"/>
            </a:xfrm>
            <a:custGeom>
              <a:avLst/>
              <a:pathLst>
                <a:path w="3834" h="167167">
                  <a:moveTo>
                    <a:pt x="3834" y="0"/>
                  </a:moveTo>
                  <a:lnTo>
                    <a:pt x="0" y="43"/>
                  </a:lnTo>
                  <a:lnTo>
                    <a:pt x="383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452" y="4213865"/>
              <a:ext cx="3834" cy="167123"/>
            </a:xfrm>
            <a:custGeom>
              <a:avLst/>
              <a:pathLst>
                <a:path w="3834" h="167123">
                  <a:moveTo>
                    <a:pt x="0" y="0"/>
                  </a:moveTo>
                  <a:lnTo>
                    <a:pt x="3834" y="1671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14120" y="4213821"/>
              <a:ext cx="334326" cy="334323"/>
            </a:xfrm>
            <a:custGeom>
              <a:avLst/>
              <a:pathLst>
                <a:path w="334326" h="334323">
                  <a:moveTo>
                    <a:pt x="163332" y="43"/>
                  </a:moveTo>
                  <a:lnTo>
                    <a:pt x="158051" y="248"/>
                  </a:lnTo>
                  <a:lnTo>
                    <a:pt x="152779" y="620"/>
                  </a:lnTo>
                  <a:lnTo>
                    <a:pt x="147521" y="1158"/>
                  </a:lnTo>
                  <a:lnTo>
                    <a:pt x="142283" y="1862"/>
                  </a:lnTo>
                  <a:lnTo>
                    <a:pt x="137070" y="2731"/>
                  </a:lnTo>
                  <a:lnTo>
                    <a:pt x="131887" y="3765"/>
                  </a:lnTo>
                  <a:lnTo>
                    <a:pt x="126739" y="4962"/>
                  </a:lnTo>
                  <a:lnTo>
                    <a:pt x="121631" y="6321"/>
                  </a:lnTo>
                  <a:lnTo>
                    <a:pt x="116569" y="7841"/>
                  </a:lnTo>
                  <a:lnTo>
                    <a:pt x="111558" y="9520"/>
                  </a:lnTo>
                  <a:lnTo>
                    <a:pt x="106602" y="11357"/>
                  </a:lnTo>
                  <a:lnTo>
                    <a:pt x="101707" y="13349"/>
                  </a:lnTo>
                  <a:lnTo>
                    <a:pt x="96877" y="15495"/>
                  </a:lnTo>
                  <a:lnTo>
                    <a:pt x="92118" y="17793"/>
                  </a:lnTo>
                  <a:lnTo>
                    <a:pt x="87433" y="20240"/>
                  </a:lnTo>
                  <a:lnTo>
                    <a:pt x="82828" y="22834"/>
                  </a:lnTo>
                  <a:lnTo>
                    <a:pt x="78308" y="25572"/>
                  </a:lnTo>
                  <a:lnTo>
                    <a:pt x="73876" y="28452"/>
                  </a:lnTo>
                  <a:lnTo>
                    <a:pt x="69538" y="31471"/>
                  </a:lnTo>
                  <a:lnTo>
                    <a:pt x="65297" y="34625"/>
                  </a:lnTo>
                  <a:lnTo>
                    <a:pt x="61158" y="37911"/>
                  </a:lnTo>
                  <a:lnTo>
                    <a:pt x="57125" y="41327"/>
                  </a:lnTo>
                  <a:lnTo>
                    <a:pt x="53202" y="44869"/>
                  </a:lnTo>
                  <a:lnTo>
                    <a:pt x="49392" y="48532"/>
                  </a:lnTo>
                  <a:lnTo>
                    <a:pt x="45701" y="52315"/>
                  </a:lnTo>
                  <a:lnTo>
                    <a:pt x="42131" y="56212"/>
                  </a:lnTo>
                  <a:lnTo>
                    <a:pt x="38686" y="60220"/>
                  </a:lnTo>
                  <a:lnTo>
                    <a:pt x="35369" y="64335"/>
                  </a:lnTo>
                  <a:lnTo>
                    <a:pt x="32185" y="68553"/>
                  </a:lnTo>
                  <a:lnTo>
                    <a:pt x="29135" y="72869"/>
                  </a:lnTo>
                  <a:lnTo>
                    <a:pt x="26223" y="77280"/>
                  </a:lnTo>
                  <a:lnTo>
                    <a:pt x="23452" y="81780"/>
                  </a:lnTo>
                  <a:lnTo>
                    <a:pt x="20824" y="86366"/>
                  </a:lnTo>
                  <a:lnTo>
                    <a:pt x="18343" y="91033"/>
                  </a:lnTo>
                  <a:lnTo>
                    <a:pt x="16011" y="95775"/>
                  </a:lnTo>
                  <a:lnTo>
                    <a:pt x="13829" y="100589"/>
                  </a:lnTo>
                  <a:lnTo>
                    <a:pt x="11801" y="105470"/>
                  </a:lnTo>
                  <a:lnTo>
                    <a:pt x="9929" y="110412"/>
                  </a:lnTo>
                  <a:lnTo>
                    <a:pt x="8213" y="115411"/>
                  </a:lnTo>
                  <a:lnTo>
                    <a:pt x="6656" y="120462"/>
                  </a:lnTo>
                  <a:lnTo>
                    <a:pt x="5260" y="125559"/>
                  </a:lnTo>
                  <a:lnTo>
                    <a:pt x="4026" y="130698"/>
                  </a:lnTo>
                  <a:lnTo>
                    <a:pt x="2954" y="135874"/>
                  </a:lnTo>
                  <a:lnTo>
                    <a:pt x="2047" y="141081"/>
                  </a:lnTo>
                  <a:lnTo>
                    <a:pt x="1305" y="146313"/>
                  </a:lnTo>
                  <a:lnTo>
                    <a:pt x="729" y="151567"/>
                  </a:lnTo>
                  <a:lnTo>
                    <a:pt x="319" y="156836"/>
                  </a:lnTo>
                  <a:lnTo>
                    <a:pt x="76" y="162116"/>
                  </a:lnTo>
                  <a:lnTo>
                    <a:pt x="0" y="167401"/>
                  </a:lnTo>
                  <a:lnTo>
                    <a:pt x="90" y="172685"/>
                  </a:lnTo>
                  <a:lnTo>
                    <a:pt x="348" y="177964"/>
                  </a:lnTo>
                  <a:lnTo>
                    <a:pt x="773" y="183232"/>
                  </a:lnTo>
                  <a:lnTo>
                    <a:pt x="1364" y="188484"/>
                  </a:lnTo>
                  <a:lnTo>
                    <a:pt x="2121" y="193715"/>
                  </a:lnTo>
                  <a:lnTo>
                    <a:pt x="3043" y="198919"/>
                  </a:lnTo>
                  <a:lnTo>
                    <a:pt x="4128" y="204091"/>
                  </a:lnTo>
                  <a:lnTo>
                    <a:pt x="5377" y="209227"/>
                  </a:lnTo>
                  <a:lnTo>
                    <a:pt x="6788" y="214320"/>
                  </a:lnTo>
                  <a:lnTo>
                    <a:pt x="8358" y="219367"/>
                  </a:lnTo>
                  <a:lnTo>
                    <a:pt x="10088" y="224361"/>
                  </a:lnTo>
                  <a:lnTo>
                    <a:pt x="11974" y="229298"/>
                  </a:lnTo>
                  <a:lnTo>
                    <a:pt x="14016" y="234173"/>
                  </a:lnTo>
                  <a:lnTo>
                    <a:pt x="16211" y="238981"/>
                  </a:lnTo>
                  <a:lnTo>
                    <a:pt x="18556" y="243717"/>
                  </a:lnTo>
                  <a:lnTo>
                    <a:pt x="21051" y="248377"/>
                  </a:lnTo>
                  <a:lnTo>
                    <a:pt x="23691" y="252955"/>
                  </a:lnTo>
                  <a:lnTo>
                    <a:pt x="26474" y="257448"/>
                  </a:lnTo>
                  <a:lnTo>
                    <a:pt x="29399" y="261850"/>
                  </a:lnTo>
                  <a:lnTo>
                    <a:pt x="32461" y="266158"/>
                  </a:lnTo>
                  <a:lnTo>
                    <a:pt x="35657" y="270367"/>
                  </a:lnTo>
                  <a:lnTo>
                    <a:pt x="38985" y="274473"/>
                  </a:lnTo>
                  <a:lnTo>
                    <a:pt x="42442" y="278471"/>
                  </a:lnTo>
                  <a:lnTo>
                    <a:pt x="46023" y="282358"/>
                  </a:lnTo>
                  <a:lnTo>
                    <a:pt x="49725" y="286130"/>
                  </a:lnTo>
                  <a:lnTo>
                    <a:pt x="53544" y="289783"/>
                  </a:lnTo>
                  <a:lnTo>
                    <a:pt x="57477" y="293314"/>
                  </a:lnTo>
                  <a:lnTo>
                    <a:pt x="61519" y="296718"/>
                  </a:lnTo>
                  <a:lnTo>
                    <a:pt x="65668" y="299993"/>
                  </a:lnTo>
                  <a:lnTo>
                    <a:pt x="69917" y="303136"/>
                  </a:lnTo>
                  <a:lnTo>
                    <a:pt x="74264" y="306142"/>
                  </a:lnTo>
                  <a:lnTo>
                    <a:pt x="78704" y="309009"/>
                  </a:lnTo>
                  <a:lnTo>
                    <a:pt x="83232" y="311735"/>
                  </a:lnTo>
                  <a:lnTo>
                    <a:pt x="87844" y="314316"/>
                  </a:lnTo>
                  <a:lnTo>
                    <a:pt x="92535" y="316750"/>
                  </a:lnTo>
                  <a:lnTo>
                    <a:pt x="97301" y="319035"/>
                  </a:lnTo>
                  <a:lnTo>
                    <a:pt x="102137" y="321167"/>
                  </a:lnTo>
                  <a:lnTo>
                    <a:pt x="107038" y="323146"/>
                  </a:lnTo>
                  <a:lnTo>
                    <a:pt x="111999" y="324969"/>
                  </a:lnTo>
                  <a:lnTo>
                    <a:pt x="117015" y="326634"/>
                  </a:lnTo>
                  <a:lnTo>
                    <a:pt x="122081" y="328140"/>
                  </a:lnTo>
                  <a:lnTo>
                    <a:pt x="127192" y="329485"/>
                  </a:lnTo>
                  <a:lnTo>
                    <a:pt x="132343" y="330667"/>
                  </a:lnTo>
                  <a:lnTo>
                    <a:pt x="137529" y="331686"/>
                  </a:lnTo>
                  <a:lnTo>
                    <a:pt x="142745" y="332541"/>
                  </a:lnTo>
                  <a:lnTo>
                    <a:pt x="147985" y="333230"/>
                  </a:lnTo>
                  <a:lnTo>
                    <a:pt x="153244" y="333754"/>
                  </a:lnTo>
                  <a:lnTo>
                    <a:pt x="158517" y="334110"/>
                  </a:lnTo>
                  <a:lnTo>
                    <a:pt x="163799" y="334300"/>
                  </a:lnTo>
                  <a:lnTo>
                    <a:pt x="169084" y="334323"/>
                  </a:lnTo>
                  <a:lnTo>
                    <a:pt x="174368" y="334179"/>
                  </a:lnTo>
                  <a:lnTo>
                    <a:pt x="179644" y="333868"/>
                  </a:lnTo>
                  <a:lnTo>
                    <a:pt x="184907" y="333390"/>
                  </a:lnTo>
                  <a:lnTo>
                    <a:pt x="190153" y="332747"/>
                  </a:lnTo>
                  <a:lnTo>
                    <a:pt x="195376" y="331937"/>
                  </a:lnTo>
                  <a:lnTo>
                    <a:pt x="200570" y="330963"/>
                  </a:lnTo>
                  <a:lnTo>
                    <a:pt x="205732" y="329825"/>
                  </a:lnTo>
                  <a:lnTo>
                    <a:pt x="210854" y="328525"/>
                  </a:lnTo>
                  <a:lnTo>
                    <a:pt x="215933" y="327063"/>
                  </a:lnTo>
                  <a:lnTo>
                    <a:pt x="220964" y="325442"/>
                  </a:lnTo>
                  <a:lnTo>
                    <a:pt x="225940" y="323662"/>
                  </a:lnTo>
                  <a:lnTo>
                    <a:pt x="230858" y="321726"/>
                  </a:lnTo>
                  <a:lnTo>
                    <a:pt x="235712" y="319635"/>
                  </a:lnTo>
                  <a:lnTo>
                    <a:pt x="240498" y="317392"/>
                  </a:lnTo>
                  <a:lnTo>
                    <a:pt x="245210" y="314999"/>
                  </a:lnTo>
                  <a:lnTo>
                    <a:pt x="249844" y="312458"/>
                  </a:lnTo>
                  <a:lnTo>
                    <a:pt x="254396" y="309772"/>
                  </a:lnTo>
                  <a:lnTo>
                    <a:pt x="258860" y="306943"/>
                  </a:lnTo>
                  <a:lnTo>
                    <a:pt x="263233" y="303974"/>
                  </a:lnTo>
                  <a:lnTo>
                    <a:pt x="267510" y="300869"/>
                  </a:lnTo>
                  <a:lnTo>
                    <a:pt x="271686" y="297630"/>
                  </a:lnTo>
                  <a:lnTo>
                    <a:pt x="275758" y="294261"/>
                  </a:lnTo>
                  <a:lnTo>
                    <a:pt x="279722" y="290765"/>
                  </a:lnTo>
                  <a:lnTo>
                    <a:pt x="283573" y="287145"/>
                  </a:lnTo>
                  <a:lnTo>
                    <a:pt x="287307" y="283405"/>
                  </a:lnTo>
                  <a:lnTo>
                    <a:pt x="290922" y="279549"/>
                  </a:lnTo>
                  <a:lnTo>
                    <a:pt x="294412" y="275581"/>
                  </a:lnTo>
                  <a:lnTo>
                    <a:pt x="297776" y="271504"/>
                  </a:lnTo>
                  <a:lnTo>
                    <a:pt x="301009" y="267323"/>
                  </a:lnTo>
                  <a:lnTo>
                    <a:pt x="304108" y="263042"/>
                  </a:lnTo>
                  <a:lnTo>
                    <a:pt x="307071" y="258665"/>
                  </a:lnTo>
                  <a:lnTo>
                    <a:pt x="309893" y="254197"/>
                  </a:lnTo>
                  <a:lnTo>
                    <a:pt x="312573" y="249641"/>
                  </a:lnTo>
                  <a:lnTo>
                    <a:pt x="315107" y="245003"/>
                  </a:lnTo>
                  <a:lnTo>
                    <a:pt x="317494" y="240288"/>
                  </a:lnTo>
                  <a:lnTo>
                    <a:pt x="319730" y="235499"/>
                  </a:lnTo>
                  <a:lnTo>
                    <a:pt x="321814" y="230642"/>
                  </a:lnTo>
                  <a:lnTo>
                    <a:pt x="323744" y="225721"/>
                  </a:lnTo>
                  <a:lnTo>
                    <a:pt x="325516" y="220743"/>
                  </a:lnTo>
                  <a:lnTo>
                    <a:pt x="327131" y="215710"/>
                  </a:lnTo>
                  <a:lnTo>
                    <a:pt x="328586" y="210629"/>
                  </a:lnTo>
                  <a:lnTo>
                    <a:pt x="329879" y="205504"/>
                  </a:lnTo>
                  <a:lnTo>
                    <a:pt x="331009" y="200342"/>
                  </a:lnTo>
                  <a:lnTo>
                    <a:pt x="331976" y="195146"/>
                  </a:lnTo>
                  <a:lnTo>
                    <a:pt x="332778" y="189922"/>
                  </a:lnTo>
                  <a:lnTo>
                    <a:pt x="333415" y="184675"/>
                  </a:lnTo>
                  <a:lnTo>
                    <a:pt x="333885" y="179411"/>
                  </a:lnTo>
                  <a:lnTo>
                    <a:pt x="334189" y="174134"/>
                  </a:lnTo>
                  <a:lnTo>
                    <a:pt x="334326" y="168851"/>
                  </a:lnTo>
                  <a:lnTo>
                    <a:pt x="334295" y="163566"/>
                  </a:lnTo>
                  <a:lnTo>
                    <a:pt x="334098" y="158284"/>
                  </a:lnTo>
                  <a:lnTo>
                    <a:pt x="333734" y="153012"/>
                  </a:lnTo>
                  <a:lnTo>
                    <a:pt x="333203" y="147753"/>
                  </a:lnTo>
                  <a:lnTo>
                    <a:pt x="332506" y="142514"/>
                  </a:lnTo>
                  <a:lnTo>
                    <a:pt x="331644" y="137300"/>
                  </a:lnTo>
                  <a:lnTo>
                    <a:pt x="330618" y="132115"/>
                  </a:lnTo>
                  <a:lnTo>
                    <a:pt x="329428" y="126966"/>
                  </a:lnTo>
                  <a:lnTo>
                    <a:pt x="328076" y="121856"/>
                  </a:lnTo>
                  <a:lnTo>
                    <a:pt x="326564" y="116792"/>
                  </a:lnTo>
                  <a:lnTo>
                    <a:pt x="324891" y="111779"/>
                  </a:lnTo>
                  <a:lnTo>
                    <a:pt x="323062" y="106820"/>
                  </a:lnTo>
                  <a:lnTo>
                    <a:pt x="321076" y="101922"/>
                  </a:lnTo>
                  <a:lnTo>
                    <a:pt x="318937" y="97089"/>
                  </a:lnTo>
                  <a:lnTo>
                    <a:pt x="316645" y="92327"/>
                  </a:lnTo>
                  <a:lnTo>
                    <a:pt x="314205" y="87639"/>
                  </a:lnTo>
                  <a:lnTo>
                    <a:pt x="311617" y="83030"/>
                  </a:lnTo>
                  <a:lnTo>
                    <a:pt x="308885" y="78506"/>
                  </a:lnTo>
                  <a:lnTo>
                    <a:pt x="306012" y="74070"/>
                  </a:lnTo>
                  <a:lnTo>
                    <a:pt x="302999" y="69728"/>
                  </a:lnTo>
                  <a:lnTo>
                    <a:pt x="299851" y="65482"/>
                  </a:lnTo>
                  <a:lnTo>
                    <a:pt x="296571" y="61339"/>
                  </a:lnTo>
                  <a:lnTo>
                    <a:pt x="293160" y="57301"/>
                  </a:lnTo>
                  <a:lnTo>
                    <a:pt x="289624" y="53373"/>
                  </a:lnTo>
                  <a:lnTo>
                    <a:pt x="285966" y="49559"/>
                  </a:lnTo>
                  <a:lnTo>
                    <a:pt x="282189" y="45862"/>
                  </a:lnTo>
                  <a:lnTo>
                    <a:pt x="278296" y="42286"/>
                  </a:lnTo>
                  <a:lnTo>
                    <a:pt x="274293" y="38836"/>
                  </a:lnTo>
                  <a:lnTo>
                    <a:pt x="270183" y="35513"/>
                  </a:lnTo>
                  <a:lnTo>
                    <a:pt x="265969" y="32323"/>
                  </a:lnTo>
                  <a:lnTo>
                    <a:pt x="261657" y="29267"/>
                  </a:lnTo>
                  <a:lnTo>
                    <a:pt x="257251" y="26349"/>
                  </a:lnTo>
                  <a:lnTo>
                    <a:pt x="252754" y="23571"/>
                  </a:lnTo>
                  <a:lnTo>
                    <a:pt x="248172" y="20937"/>
                  </a:lnTo>
                  <a:lnTo>
                    <a:pt x="243509" y="18450"/>
                  </a:lnTo>
                  <a:lnTo>
                    <a:pt x="238770" y="16111"/>
                  </a:lnTo>
                  <a:lnTo>
                    <a:pt x="233959" y="13923"/>
                  </a:lnTo>
                  <a:lnTo>
                    <a:pt x="229081" y="11888"/>
                  </a:lnTo>
                  <a:lnTo>
                    <a:pt x="224141" y="10008"/>
                  </a:lnTo>
                  <a:lnTo>
                    <a:pt x="219145" y="8286"/>
                  </a:lnTo>
                  <a:lnTo>
                    <a:pt x="214096" y="6722"/>
                  </a:lnTo>
                  <a:lnTo>
                    <a:pt x="209001" y="5319"/>
                  </a:lnTo>
                  <a:lnTo>
                    <a:pt x="203863" y="4077"/>
                  </a:lnTo>
                  <a:lnTo>
                    <a:pt x="198689" y="2998"/>
                  </a:lnTo>
                  <a:lnTo>
                    <a:pt x="193484" y="2084"/>
                  </a:lnTo>
                  <a:lnTo>
                    <a:pt x="188252" y="1335"/>
                  </a:lnTo>
                  <a:lnTo>
                    <a:pt x="182999" y="751"/>
                  </a:lnTo>
                  <a:lnTo>
                    <a:pt x="177731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506" y="4659281"/>
              <a:ext cx="1018" cy="167167"/>
            </a:xfrm>
            <a:custGeom>
              <a:avLst/>
              <a:pathLst>
                <a:path w="1018" h="167167">
                  <a:moveTo>
                    <a:pt x="1018" y="0"/>
                  </a:moveTo>
                  <a:lnTo>
                    <a:pt x="0" y="3"/>
                  </a:lnTo>
                  <a:lnTo>
                    <a:pt x="101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506" y="4659284"/>
              <a:ext cx="1018" cy="167164"/>
            </a:xfrm>
            <a:custGeom>
              <a:avLst/>
              <a:pathLst>
                <a:path w="1018" h="167164">
                  <a:moveTo>
                    <a:pt x="0" y="0"/>
                  </a:moveTo>
                  <a:lnTo>
                    <a:pt x="1018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939397" y="4659284"/>
              <a:ext cx="147127" cy="167164"/>
            </a:xfrm>
            <a:custGeom>
              <a:avLst/>
              <a:pathLst>
                <a:path w="147127" h="167164">
                  <a:moveTo>
                    <a:pt x="146108" y="0"/>
                  </a:moveTo>
                  <a:lnTo>
                    <a:pt x="140689" y="120"/>
                  </a:lnTo>
                  <a:lnTo>
                    <a:pt x="135277" y="417"/>
                  </a:lnTo>
                  <a:lnTo>
                    <a:pt x="129878" y="889"/>
                  </a:lnTo>
                  <a:lnTo>
                    <a:pt x="124496" y="1535"/>
                  </a:lnTo>
                  <a:lnTo>
                    <a:pt x="119139" y="2356"/>
                  </a:lnTo>
                  <a:lnTo>
                    <a:pt x="113810" y="3350"/>
                  </a:lnTo>
                  <a:lnTo>
                    <a:pt x="108517" y="4516"/>
                  </a:lnTo>
                  <a:lnTo>
                    <a:pt x="103265" y="5853"/>
                  </a:lnTo>
                  <a:lnTo>
                    <a:pt x="98058" y="7360"/>
                  </a:lnTo>
                  <a:lnTo>
                    <a:pt x="92903" y="9035"/>
                  </a:lnTo>
                  <a:lnTo>
                    <a:pt x="87805" y="10876"/>
                  </a:lnTo>
                  <a:lnTo>
                    <a:pt x="82770" y="12881"/>
                  </a:lnTo>
                  <a:lnTo>
                    <a:pt x="77802" y="15049"/>
                  </a:lnTo>
                  <a:lnTo>
                    <a:pt x="72907" y="17376"/>
                  </a:lnTo>
                  <a:lnTo>
                    <a:pt x="68090" y="19861"/>
                  </a:lnTo>
                  <a:lnTo>
                    <a:pt x="63356" y="22501"/>
                  </a:lnTo>
                  <a:lnTo>
                    <a:pt x="58710" y="25293"/>
                  </a:lnTo>
                  <a:lnTo>
                    <a:pt x="54157" y="28234"/>
                  </a:lnTo>
                  <a:lnTo>
                    <a:pt x="49702" y="31321"/>
                  </a:lnTo>
                  <a:lnTo>
                    <a:pt x="45349" y="34550"/>
                  </a:lnTo>
                  <a:lnTo>
                    <a:pt x="41104" y="37920"/>
                  </a:lnTo>
                  <a:lnTo>
                    <a:pt x="36970" y="41425"/>
                  </a:lnTo>
                  <a:lnTo>
                    <a:pt x="32951" y="45062"/>
                  </a:lnTo>
                  <a:lnTo>
                    <a:pt x="29053" y="48828"/>
                  </a:lnTo>
                  <a:lnTo>
                    <a:pt x="25278" y="52718"/>
                  </a:lnTo>
                  <a:lnTo>
                    <a:pt x="21632" y="56728"/>
                  </a:lnTo>
                  <a:lnTo>
                    <a:pt x="18118" y="60855"/>
                  </a:lnTo>
                  <a:lnTo>
                    <a:pt x="14739" y="65093"/>
                  </a:lnTo>
                  <a:lnTo>
                    <a:pt x="11500" y="69438"/>
                  </a:lnTo>
                  <a:lnTo>
                    <a:pt x="8403" y="73887"/>
                  </a:lnTo>
                  <a:lnTo>
                    <a:pt x="5452" y="78433"/>
                  </a:lnTo>
                  <a:lnTo>
                    <a:pt x="2650" y="83073"/>
                  </a:lnTo>
                  <a:lnTo>
                    <a:pt x="0" y="87801"/>
                  </a:lnTo>
                  <a:lnTo>
                    <a:pt x="147127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19372" y="4659281"/>
              <a:ext cx="334301" cy="334334"/>
            </a:xfrm>
            <a:custGeom>
              <a:avLst/>
              <a:pathLst>
                <a:path w="334301" h="334334">
                  <a:moveTo>
                    <a:pt x="20025" y="87804"/>
                  </a:moveTo>
                  <a:lnTo>
                    <a:pt x="17580" y="92514"/>
                  </a:lnTo>
                  <a:lnTo>
                    <a:pt x="15285" y="97300"/>
                  </a:lnTo>
                  <a:lnTo>
                    <a:pt x="13144" y="102156"/>
                  </a:lnTo>
                  <a:lnTo>
                    <a:pt x="11158" y="107078"/>
                  </a:lnTo>
                  <a:lnTo>
                    <a:pt x="9329" y="112061"/>
                  </a:lnTo>
                  <a:lnTo>
                    <a:pt x="7659" y="117098"/>
                  </a:lnTo>
                  <a:lnTo>
                    <a:pt x="6150" y="122187"/>
                  </a:lnTo>
                  <a:lnTo>
                    <a:pt x="4803" y="127321"/>
                  </a:lnTo>
                  <a:lnTo>
                    <a:pt x="3620" y="132494"/>
                  </a:lnTo>
                  <a:lnTo>
                    <a:pt x="2602" y="137703"/>
                  </a:lnTo>
                  <a:lnTo>
                    <a:pt x="1749" y="142942"/>
                  </a:lnTo>
                  <a:lnTo>
                    <a:pt x="1064" y="148205"/>
                  </a:lnTo>
                  <a:lnTo>
                    <a:pt x="545" y="153487"/>
                  </a:lnTo>
                  <a:lnTo>
                    <a:pt x="195" y="158783"/>
                  </a:lnTo>
                  <a:lnTo>
                    <a:pt x="13" y="164087"/>
                  </a:lnTo>
                  <a:lnTo>
                    <a:pt x="0" y="169394"/>
                  </a:lnTo>
                  <a:lnTo>
                    <a:pt x="154" y="174699"/>
                  </a:lnTo>
                  <a:lnTo>
                    <a:pt x="478" y="179997"/>
                  </a:lnTo>
                  <a:lnTo>
                    <a:pt x="969" y="185282"/>
                  </a:lnTo>
                  <a:lnTo>
                    <a:pt x="1628" y="190548"/>
                  </a:lnTo>
                  <a:lnTo>
                    <a:pt x="2454" y="195791"/>
                  </a:lnTo>
                  <a:lnTo>
                    <a:pt x="3445" y="201005"/>
                  </a:lnTo>
                  <a:lnTo>
                    <a:pt x="4602" y="206185"/>
                  </a:lnTo>
                  <a:lnTo>
                    <a:pt x="5922" y="211325"/>
                  </a:lnTo>
                  <a:lnTo>
                    <a:pt x="7405" y="216421"/>
                  </a:lnTo>
                  <a:lnTo>
                    <a:pt x="9050" y="221467"/>
                  </a:lnTo>
                  <a:lnTo>
                    <a:pt x="10853" y="226459"/>
                  </a:lnTo>
                  <a:lnTo>
                    <a:pt x="12814" y="231391"/>
                  </a:lnTo>
                  <a:lnTo>
                    <a:pt x="14931" y="236258"/>
                  </a:lnTo>
                  <a:lnTo>
                    <a:pt x="17201" y="241055"/>
                  </a:lnTo>
                  <a:lnTo>
                    <a:pt x="19622" y="245778"/>
                  </a:lnTo>
                  <a:lnTo>
                    <a:pt x="22192" y="250422"/>
                  </a:lnTo>
                  <a:lnTo>
                    <a:pt x="24908" y="254982"/>
                  </a:lnTo>
                  <a:lnTo>
                    <a:pt x="27767" y="259453"/>
                  </a:lnTo>
                  <a:lnTo>
                    <a:pt x="30767" y="263832"/>
                  </a:lnTo>
                  <a:lnTo>
                    <a:pt x="33904" y="268112"/>
                  </a:lnTo>
                  <a:lnTo>
                    <a:pt x="37176" y="272292"/>
                  </a:lnTo>
                  <a:lnTo>
                    <a:pt x="40579" y="276365"/>
                  </a:lnTo>
                  <a:lnTo>
                    <a:pt x="44109" y="280328"/>
                  </a:lnTo>
                  <a:lnTo>
                    <a:pt x="47763" y="284177"/>
                  </a:lnTo>
                  <a:lnTo>
                    <a:pt x="51538" y="287908"/>
                  </a:lnTo>
                  <a:lnTo>
                    <a:pt x="55429" y="291517"/>
                  </a:lnTo>
                  <a:lnTo>
                    <a:pt x="59433" y="295001"/>
                  </a:lnTo>
                  <a:lnTo>
                    <a:pt x="63545" y="298356"/>
                  </a:lnTo>
                  <a:lnTo>
                    <a:pt x="67762" y="301579"/>
                  </a:lnTo>
                  <a:lnTo>
                    <a:pt x="72079" y="304666"/>
                  </a:lnTo>
                  <a:lnTo>
                    <a:pt x="76492" y="307615"/>
                  </a:lnTo>
                  <a:lnTo>
                    <a:pt x="80996" y="310422"/>
                  </a:lnTo>
                  <a:lnTo>
                    <a:pt x="85587" y="313085"/>
                  </a:lnTo>
                  <a:lnTo>
                    <a:pt x="90261" y="315601"/>
                  </a:lnTo>
                  <a:lnTo>
                    <a:pt x="95012" y="317967"/>
                  </a:lnTo>
                  <a:lnTo>
                    <a:pt x="99835" y="320181"/>
                  </a:lnTo>
                  <a:lnTo>
                    <a:pt x="104726" y="322241"/>
                  </a:lnTo>
                  <a:lnTo>
                    <a:pt x="109681" y="324145"/>
                  </a:lnTo>
                  <a:lnTo>
                    <a:pt x="114693" y="325890"/>
                  </a:lnTo>
                  <a:lnTo>
                    <a:pt x="119758" y="327475"/>
                  </a:lnTo>
                  <a:lnTo>
                    <a:pt x="124871" y="328899"/>
                  </a:lnTo>
                  <a:lnTo>
                    <a:pt x="130027" y="330160"/>
                  </a:lnTo>
                  <a:lnTo>
                    <a:pt x="135219" y="331256"/>
                  </a:lnTo>
                  <a:lnTo>
                    <a:pt x="140445" y="332187"/>
                  </a:lnTo>
                  <a:lnTo>
                    <a:pt x="145697" y="332952"/>
                  </a:lnTo>
                  <a:lnTo>
                    <a:pt x="150970" y="333549"/>
                  </a:lnTo>
                  <a:lnTo>
                    <a:pt x="156260" y="333979"/>
                  </a:lnTo>
                  <a:lnTo>
                    <a:pt x="161561" y="334241"/>
                  </a:lnTo>
                  <a:lnTo>
                    <a:pt x="166868" y="334334"/>
                  </a:lnTo>
                  <a:lnTo>
                    <a:pt x="172175" y="334259"/>
                  </a:lnTo>
                  <a:lnTo>
                    <a:pt x="177477" y="334015"/>
                  </a:lnTo>
                  <a:lnTo>
                    <a:pt x="182768" y="333603"/>
                  </a:lnTo>
                  <a:lnTo>
                    <a:pt x="188044" y="333024"/>
                  </a:lnTo>
                  <a:lnTo>
                    <a:pt x="193298" y="332277"/>
                  </a:lnTo>
                  <a:lnTo>
                    <a:pt x="198526" y="331364"/>
                  </a:lnTo>
                  <a:lnTo>
                    <a:pt x="203723" y="330285"/>
                  </a:lnTo>
                  <a:lnTo>
                    <a:pt x="208883" y="329042"/>
                  </a:lnTo>
                  <a:lnTo>
                    <a:pt x="214001" y="327636"/>
                  </a:lnTo>
                  <a:lnTo>
                    <a:pt x="219071" y="326067"/>
                  </a:lnTo>
                  <a:lnTo>
                    <a:pt x="224089" y="324339"/>
                  </a:lnTo>
                  <a:lnTo>
                    <a:pt x="229050" y="322453"/>
                  </a:lnTo>
                  <a:lnTo>
                    <a:pt x="233948" y="320409"/>
                  </a:lnTo>
                  <a:lnTo>
                    <a:pt x="238779" y="318212"/>
                  </a:lnTo>
                  <a:lnTo>
                    <a:pt x="243538" y="315862"/>
                  </a:lnTo>
                  <a:lnTo>
                    <a:pt x="248220" y="313362"/>
                  </a:lnTo>
                  <a:lnTo>
                    <a:pt x="252820" y="310715"/>
                  </a:lnTo>
                  <a:lnTo>
                    <a:pt x="257334" y="307923"/>
                  </a:lnTo>
                  <a:lnTo>
                    <a:pt x="261757" y="304989"/>
                  </a:lnTo>
                  <a:lnTo>
                    <a:pt x="266084" y="301916"/>
                  </a:lnTo>
                  <a:lnTo>
                    <a:pt x="270312" y="298708"/>
                  </a:lnTo>
                  <a:lnTo>
                    <a:pt x="274436" y="295367"/>
                  </a:lnTo>
                  <a:lnTo>
                    <a:pt x="278451" y="291896"/>
                  </a:lnTo>
                  <a:lnTo>
                    <a:pt x="282355" y="288300"/>
                  </a:lnTo>
                  <a:lnTo>
                    <a:pt x="286142" y="284582"/>
                  </a:lnTo>
                  <a:lnTo>
                    <a:pt x="289810" y="280746"/>
                  </a:lnTo>
                  <a:lnTo>
                    <a:pt x="293353" y="276794"/>
                  </a:lnTo>
                  <a:lnTo>
                    <a:pt x="296770" y="272733"/>
                  </a:lnTo>
                  <a:lnTo>
                    <a:pt x="300056" y="268565"/>
                  </a:lnTo>
                  <a:lnTo>
                    <a:pt x="303208" y="264295"/>
                  </a:lnTo>
                  <a:lnTo>
                    <a:pt x="306222" y="259927"/>
                  </a:lnTo>
                  <a:lnTo>
                    <a:pt x="309097" y="255465"/>
                  </a:lnTo>
                  <a:lnTo>
                    <a:pt x="311829" y="250915"/>
                  </a:lnTo>
                  <a:lnTo>
                    <a:pt x="314414" y="246280"/>
                  </a:lnTo>
                  <a:lnTo>
                    <a:pt x="316851" y="241565"/>
                  </a:lnTo>
                  <a:lnTo>
                    <a:pt x="319138" y="236775"/>
                  </a:lnTo>
                  <a:lnTo>
                    <a:pt x="321271" y="231915"/>
                  </a:lnTo>
                  <a:lnTo>
                    <a:pt x="323249" y="226990"/>
                  </a:lnTo>
                  <a:lnTo>
                    <a:pt x="325069" y="222005"/>
                  </a:lnTo>
                  <a:lnTo>
                    <a:pt x="326730" y="216964"/>
                  </a:lnTo>
                  <a:lnTo>
                    <a:pt x="328231" y="211873"/>
                  </a:lnTo>
                  <a:lnTo>
                    <a:pt x="329569" y="206737"/>
                  </a:lnTo>
                  <a:lnTo>
                    <a:pt x="330743" y="201561"/>
                  </a:lnTo>
                  <a:lnTo>
                    <a:pt x="331752" y="196351"/>
                  </a:lnTo>
                  <a:lnTo>
                    <a:pt x="332596" y="191111"/>
                  </a:lnTo>
                  <a:lnTo>
                    <a:pt x="333273" y="185847"/>
                  </a:lnTo>
                  <a:lnTo>
                    <a:pt x="333782" y="180564"/>
                  </a:lnTo>
                  <a:lnTo>
                    <a:pt x="334123" y="175267"/>
                  </a:lnTo>
                  <a:lnTo>
                    <a:pt x="334296" y="169963"/>
                  </a:lnTo>
                  <a:lnTo>
                    <a:pt x="334301" y="164655"/>
                  </a:lnTo>
                  <a:lnTo>
                    <a:pt x="334137" y="159350"/>
                  </a:lnTo>
                  <a:lnTo>
                    <a:pt x="333804" y="154053"/>
                  </a:lnTo>
                  <a:lnTo>
                    <a:pt x="333304" y="148770"/>
                  </a:lnTo>
                  <a:lnTo>
                    <a:pt x="332636" y="143504"/>
                  </a:lnTo>
                  <a:lnTo>
                    <a:pt x="331802" y="138263"/>
                  </a:lnTo>
                  <a:lnTo>
                    <a:pt x="330801" y="133051"/>
                  </a:lnTo>
                  <a:lnTo>
                    <a:pt x="329636" y="127873"/>
                  </a:lnTo>
                  <a:lnTo>
                    <a:pt x="328306" y="122735"/>
                  </a:lnTo>
                  <a:lnTo>
                    <a:pt x="326815" y="117641"/>
                  </a:lnTo>
                  <a:lnTo>
                    <a:pt x="325162" y="112598"/>
                  </a:lnTo>
                  <a:lnTo>
                    <a:pt x="323350" y="107609"/>
                  </a:lnTo>
                  <a:lnTo>
                    <a:pt x="321381" y="102681"/>
                  </a:lnTo>
                  <a:lnTo>
                    <a:pt x="319256" y="97817"/>
                  </a:lnTo>
                  <a:lnTo>
                    <a:pt x="316978" y="93024"/>
                  </a:lnTo>
                  <a:lnTo>
                    <a:pt x="314548" y="88305"/>
                  </a:lnTo>
                  <a:lnTo>
                    <a:pt x="311971" y="83665"/>
                  </a:lnTo>
                  <a:lnTo>
                    <a:pt x="309247" y="79110"/>
                  </a:lnTo>
                  <a:lnTo>
                    <a:pt x="306380" y="74644"/>
                  </a:lnTo>
                  <a:lnTo>
                    <a:pt x="303373" y="70270"/>
                  </a:lnTo>
                  <a:lnTo>
                    <a:pt x="300228" y="65995"/>
                  </a:lnTo>
                  <a:lnTo>
                    <a:pt x="296949" y="61821"/>
                  </a:lnTo>
                  <a:lnTo>
                    <a:pt x="293540" y="57754"/>
                  </a:lnTo>
                  <a:lnTo>
                    <a:pt x="290003" y="53797"/>
                  </a:lnTo>
                  <a:lnTo>
                    <a:pt x="286342" y="49954"/>
                  </a:lnTo>
                  <a:lnTo>
                    <a:pt x="282561" y="46230"/>
                  </a:lnTo>
                  <a:lnTo>
                    <a:pt x="278663" y="42627"/>
                  </a:lnTo>
                  <a:lnTo>
                    <a:pt x="274654" y="39150"/>
                  </a:lnTo>
                  <a:lnTo>
                    <a:pt x="270536" y="35802"/>
                  </a:lnTo>
                  <a:lnTo>
                    <a:pt x="266313" y="32586"/>
                  </a:lnTo>
                  <a:lnTo>
                    <a:pt x="261991" y="29506"/>
                  </a:lnTo>
                  <a:lnTo>
                    <a:pt x="257573" y="26565"/>
                  </a:lnTo>
                  <a:lnTo>
                    <a:pt x="253064" y="23765"/>
                  </a:lnTo>
                  <a:lnTo>
                    <a:pt x="248469" y="21110"/>
                  </a:lnTo>
                  <a:lnTo>
                    <a:pt x="243791" y="18602"/>
                  </a:lnTo>
                  <a:lnTo>
                    <a:pt x="239036" y="16244"/>
                  </a:lnTo>
                  <a:lnTo>
                    <a:pt x="234209" y="14038"/>
                  </a:lnTo>
                  <a:lnTo>
                    <a:pt x="229314" y="11987"/>
                  </a:lnTo>
                  <a:lnTo>
                    <a:pt x="224356" y="10092"/>
                  </a:lnTo>
                  <a:lnTo>
                    <a:pt x="219341" y="8355"/>
                  </a:lnTo>
                  <a:lnTo>
                    <a:pt x="214273" y="6778"/>
                  </a:lnTo>
                  <a:lnTo>
                    <a:pt x="209158" y="5363"/>
                  </a:lnTo>
                  <a:lnTo>
                    <a:pt x="204000" y="4111"/>
                  </a:lnTo>
                  <a:lnTo>
                    <a:pt x="198806" y="3024"/>
                  </a:lnTo>
                  <a:lnTo>
                    <a:pt x="193579" y="2102"/>
                  </a:lnTo>
                  <a:lnTo>
                    <a:pt x="188326" y="1346"/>
                  </a:lnTo>
                  <a:lnTo>
                    <a:pt x="183051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661" y="5018213"/>
              <a:ext cx="59" cy="167167"/>
            </a:xfrm>
            <a:custGeom>
              <a:avLst/>
              <a:pathLst>
                <a:path w="59" h="167167">
                  <a:moveTo>
                    <a:pt x="0" y="0"/>
                  </a:moveTo>
                  <a:lnTo>
                    <a:pt x="5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321570" y="5018213"/>
              <a:ext cx="334309" cy="334333"/>
            </a:xfrm>
            <a:custGeom>
              <a:avLst/>
              <a:pathLst>
                <a:path w="334309" h="334333">
                  <a:moveTo>
                    <a:pt x="167090" y="0"/>
                  </a:moveTo>
                  <a:lnTo>
                    <a:pt x="161793" y="85"/>
                  </a:lnTo>
                  <a:lnTo>
                    <a:pt x="156502" y="339"/>
                  </a:lnTo>
                  <a:lnTo>
                    <a:pt x="151221" y="760"/>
                  </a:lnTo>
                  <a:lnTo>
                    <a:pt x="145956" y="1348"/>
                  </a:lnTo>
                  <a:lnTo>
                    <a:pt x="140713" y="2103"/>
                  </a:lnTo>
                  <a:lnTo>
                    <a:pt x="135496" y="3024"/>
                  </a:lnTo>
                  <a:lnTo>
                    <a:pt x="130311" y="4109"/>
                  </a:lnTo>
                  <a:lnTo>
                    <a:pt x="125162" y="5358"/>
                  </a:lnTo>
                  <a:lnTo>
                    <a:pt x="120056" y="6770"/>
                  </a:lnTo>
                  <a:lnTo>
                    <a:pt x="114998" y="8343"/>
                  </a:lnTo>
                  <a:lnTo>
                    <a:pt x="109991" y="10075"/>
                  </a:lnTo>
                  <a:lnTo>
                    <a:pt x="105042" y="11965"/>
                  </a:lnTo>
                  <a:lnTo>
                    <a:pt x="100156" y="14011"/>
                  </a:lnTo>
                  <a:lnTo>
                    <a:pt x="95336" y="16211"/>
                  </a:lnTo>
                  <a:lnTo>
                    <a:pt x="90589" y="18562"/>
                  </a:lnTo>
                  <a:lnTo>
                    <a:pt x="85919" y="21063"/>
                  </a:lnTo>
                  <a:lnTo>
                    <a:pt x="81330" y="23710"/>
                  </a:lnTo>
                  <a:lnTo>
                    <a:pt x="76828" y="26501"/>
                  </a:lnTo>
                  <a:lnTo>
                    <a:pt x="72416" y="29434"/>
                  </a:lnTo>
                  <a:lnTo>
                    <a:pt x="68099" y="32505"/>
                  </a:lnTo>
                  <a:lnTo>
                    <a:pt x="63882" y="35711"/>
                  </a:lnTo>
                  <a:lnTo>
                    <a:pt x="59768" y="39049"/>
                  </a:lnTo>
                  <a:lnTo>
                    <a:pt x="55763" y="42516"/>
                  </a:lnTo>
                  <a:lnTo>
                    <a:pt x="51869" y="46108"/>
                  </a:lnTo>
                  <a:lnTo>
                    <a:pt x="48091" y="49822"/>
                  </a:lnTo>
                  <a:lnTo>
                    <a:pt x="44433" y="53653"/>
                  </a:lnTo>
                  <a:lnTo>
                    <a:pt x="40897" y="57599"/>
                  </a:lnTo>
                  <a:lnTo>
                    <a:pt x="37489" y="61654"/>
                  </a:lnTo>
                  <a:lnTo>
                    <a:pt x="34211" y="65816"/>
                  </a:lnTo>
                  <a:lnTo>
                    <a:pt x="31066" y="70079"/>
                  </a:lnTo>
                  <a:lnTo>
                    <a:pt x="28058" y="74440"/>
                  </a:lnTo>
                  <a:lnTo>
                    <a:pt x="25190" y="78894"/>
                  </a:lnTo>
                  <a:lnTo>
                    <a:pt x="22464" y="83436"/>
                  </a:lnTo>
                  <a:lnTo>
                    <a:pt x="19883" y="88063"/>
                  </a:lnTo>
                  <a:lnTo>
                    <a:pt x="17451" y="92769"/>
                  </a:lnTo>
                  <a:lnTo>
                    <a:pt x="15169" y="97550"/>
                  </a:lnTo>
                  <a:lnTo>
                    <a:pt x="13039" y="102400"/>
                  </a:lnTo>
                  <a:lnTo>
                    <a:pt x="11064" y="107316"/>
                  </a:lnTo>
                  <a:lnTo>
                    <a:pt x="9246" y="112292"/>
                  </a:lnTo>
                  <a:lnTo>
                    <a:pt x="7587" y="117323"/>
                  </a:lnTo>
                  <a:lnTo>
                    <a:pt x="6087" y="122404"/>
                  </a:lnTo>
                  <a:lnTo>
                    <a:pt x="4750" y="127530"/>
                  </a:lnTo>
                  <a:lnTo>
                    <a:pt x="3576" y="132696"/>
                  </a:lnTo>
                  <a:lnTo>
                    <a:pt x="2565" y="137896"/>
                  </a:lnTo>
                  <a:lnTo>
                    <a:pt x="1721" y="143126"/>
                  </a:lnTo>
                  <a:lnTo>
                    <a:pt x="1042" y="148380"/>
                  </a:lnTo>
                  <a:lnTo>
                    <a:pt x="530" y="153653"/>
                  </a:lnTo>
                  <a:lnTo>
                    <a:pt x="185" y="158939"/>
                  </a:lnTo>
                  <a:lnTo>
                    <a:pt x="9" y="164234"/>
                  </a:lnTo>
                  <a:lnTo>
                    <a:pt x="0" y="169531"/>
                  </a:lnTo>
                  <a:lnTo>
                    <a:pt x="158" y="174826"/>
                  </a:lnTo>
                  <a:lnTo>
                    <a:pt x="485" y="180114"/>
                  </a:lnTo>
                  <a:lnTo>
                    <a:pt x="979" y="185388"/>
                  </a:lnTo>
                  <a:lnTo>
                    <a:pt x="1640" y="190645"/>
                  </a:lnTo>
                  <a:lnTo>
                    <a:pt x="2467" y="195877"/>
                  </a:lnTo>
                  <a:lnTo>
                    <a:pt x="3459" y="201081"/>
                  </a:lnTo>
                  <a:lnTo>
                    <a:pt x="4616" y="206251"/>
                  </a:lnTo>
                  <a:lnTo>
                    <a:pt x="5936" y="211381"/>
                  </a:lnTo>
                  <a:lnTo>
                    <a:pt x="7418" y="216467"/>
                  </a:lnTo>
                  <a:lnTo>
                    <a:pt x="9060" y="221504"/>
                  </a:lnTo>
                  <a:lnTo>
                    <a:pt x="10861" y="226486"/>
                  </a:lnTo>
                  <a:lnTo>
                    <a:pt x="12819" y="231408"/>
                  </a:lnTo>
                  <a:lnTo>
                    <a:pt x="14932" y="236266"/>
                  </a:lnTo>
                  <a:lnTo>
                    <a:pt x="17198" y="241055"/>
                  </a:lnTo>
                  <a:lnTo>
                    <a:pt x="19615" y="245769"/>
                  </a:lnTo>
                  <a:lnTo>
                    <a:pt x="22180" y="250404"/>
                  </a:lnTo>
                  <a:lnTo>
                    <a:pt x="24890" y="254956"/>
                  </a:lnTo>
                  <a:lnTo>
                    <a:pt x="27743" y="259420"/>
                  </a:lnTo>
                  <a:lnTo>
                    <a:pt x="30736" y="263791"/>
                  </a:lnTo>
                  <a:lnTo>
                    <a:pt x="33866" y="268065"/>
                  </a:lnTo>
                  <a:lnTo>
                    <a:pt x="37130" y="272237"/>
                  </a:lnTo>
                  <a:lnTo>
                    <a:pt x="40525" y="276304"/>
                  </a:lnTo>
                  <a:lnTo>
                    <a:pt x="44047" y="280262"/>
                  </a:lnTo>
                  <a:lnTo>
                    <a:pt x="47692" y="284106"/>
                  </a:lnTo>
                  <a:lnTo>
                    <a:pt x="51457" y="287832"/>
                  </a:lnTo>
                  <a:lnTo>
                    <a:pt x="55339" y="291438"/>
                  </a:lnTo>
                  <a:lnTo>
                    <a:pt x="59333" y="294918"/>
                  </a:lnTo>
                  <a:lnTo>
                    <a:pt x="63435" y="298270"/>
                  </a:lnTo>
                  <a:lnTo>
                    <a:pt x="67641" y="301491"/>
                  </a:lnTo>
                  <a:lnTo>
                    <a:pt x="71947" y="304576"/>
                  </a:lnTo>
                  <a:lnTo>
                    <a:pt x="76349" y="307524"/>
                  </a:lnTo>
                  <a:lnTo>
                    <a:pt x="80842" y="310331"/>
                  </a:lnTo>
                  <a:lnTo>
                    <a:pt x="85422" y="312994"/>
                  </a:lnTo>
                  <a:lnTo>
                    <a:pt x="90084" y="315510"/>
                  </a:lnTo>
                  <a:lnTo>
                    <a:pt x="94823" y="317878"/>
                  </a:lnTo>
                  <a:lnTo>
                    <a:pt x="99635" y="320094"/>
                  </a:lnTo>
                  <a:lnTo>
                    <a:pt x="104514" y="322156"/>
                  </a:lnTo>
                  <a:lnTo>
                    <a:pt x="109457" y="324063"/>
                  </a:lnTo>
                  <a:lnTo>
                    <a:pt x="114457" y="325812"/>
                  </a:lnTo>
                  <a:lnTo>
                    <a:pt x="119510" y="327402"/>
                  </a:lnTo>
                  <a:lnTo>
                    <a:pt x="124612" y="328831"/>
                  </a:lnTo>
                  <a:lnTo>
                    <a:pt x="129755" y="330098"/>
                  </a:lnTo>
                  <a:lnTo>
                    <a:pt x="134937" y="331201"/>
                  </a:lnTo>
                  <a:lnTo>
                    <a:pt x="140151" y="332140"/>
                  </a:lnTo>
                  <a:lnTo>
                    <a:pt x="145392" y="332912"/>
                  </a:lnTo>
                  <a:lnTo>
                    <a:pt x="150654" y="333518"/>
                  </a:lnTo>
                  <a:lnTo>
                    <a:pt x="155934" y="333958"/>
                  </a:lnTo>
                  <a:lnTo>
                    <a:pt x="161224" y="334229"/>
                  </a:lnTo>
                  <a:lnTo>
                    <a:pt x="166521" y="334333"/>
                  </a:lnTo>
                  <a:lnTo>
                    <a:pt x="171818" y="334269"/>
                  </a:lnTo>
                  <a:lnTo>
                    <a:pt x="177111" y="334037"/>
                  </a:lnTo>
                  <a:lnTo>
                    <a:pt x="182393" y="333638"/>
                  </a:lnTo>
                  <a:lnTo>
                    <a:pt x="187660" y="333071"/>
                  </a:lnTo>
                  <a:lnTo>
                    <a:pt x="192907" y="332338"/>
                  </a:lnTo>
                  <a:lnTo>
                    <a:pt x="198128" y="331439"/>
                  </a:lnTo>
                  <a:lnTo>
                    <a:pt x="203317" y="330375"/>
                  </a:lnTo>
                  <a:lnTo>
                    <a:pt x="208471" y="329147"/>
                  </a:lnTo>
                  <a:lnTo>
                    <a:pt x="213583" y="327756"/>
                  </a:lnTo>
                  <a:lnTo>
                    <a:pt x="218648" y="326205"/>
                  </a:lnTo>
                  <a:lnTo>
                    <a:pt x="223661" y="324493"/>
                  </a:lnTo>
                  <a:lnTo>
                    <a:pt x="228618" y="322623"/>
                  </a:lnTo>
                  <a:lnTo>
                    <a:pt x="233513" y="320598"/>
                  </a:lnTo>
                  <a:lnTo>
                    <a:pt x="238341" y="318418"/>
                  </a:lnTo>
                  <a:lnTo>
                    <a:pt x="243098" y="316086"/>
                  </a:lnTo>
                  <a:lnTo>
                    <a:pt x="247779" y="313605"/>
                  </a:lnTo>
                  <a:lnTo>
                    <a:pt x="252378" y="310976"/>
                  </a:lnTo>
                  <a:lnTo>
                    <a:pt x="256892" y="308204"/>
                  </a:lnTo>
                  <a:lnTo>
                    <a:pt x="261316" y="305289"/>
                  </a:lnTo>
                  <a:lnTo>
                    <a:pt x="265645" y="302236"/>
                  </a:lnTo>
                  <a:lnTo>
                    <a:pt x="269876" y="299047"/>
                  </a:lnTo>
                  <a:lnTo>
                    <a:pt x="274003" y="295726"/>
                  </a:lnTo>
                  <a:lnTo>
                    <a:pt x="278023" y="292276"/>
                  </a:lnTo>
                  <a:lnTo>
                    <a:pt x="281931" y="288700"/>
                  </a:lnTo>
                  <a:lnTo>
                    <a:pt x="285725" y="285002"/>
                  </a:lnTo>
                  <a:lnTo>
                    <a:pt x="289399" y="281185"/>
                  </a:lnTo>
                  <a:lnTo>
                    <a:pt x="292950" y="277255"/>
                  </a:lnTo>
                  <a:lnTo>
                    <a:pt x="296375" y="273213"/>
                  </a:lnTo>
                  <a:lnTo>
                    <a:pt x="299671" y="269065"/>
                  </a:lnTo>
                  <a:lnTo>
                    <a:pt x="302833" y="264815"/>
                  </a:lnTo>
                  <a:lnTo>
                    <a:pt x="305859" y="260467"/>
                  </a:lnTo>
                  <a:lnTo>
                    <a:pt x="308746" y="256025"/>
                  </a:lnTo>
                  <a:lnTo>
                    <a:pt x="311490" y="251493"/>
                  </a:lnTo>
                  <a:lnTo>
                    <a:pt x="314090" y="246877"/>
                  </a:lnTo>
                  <a:lnTo>
                    <a:pt x="316542" y="242181"/>
                  </a:lnTo>
                  <a:lnTo>
                    <a:pt x="318843" y="237410"/>
                  </a:lnTo>
                  <a:lnTo>
                    <a:pt x="320993" y="232568"/>
                  </a:lnTo>
                  <a:lnTo>
                    <a:pt x="322988" y="227661"/>
                  </a:lnTo>
                  <a:lnTo>
                    <a:pt x="324827" y="222692"/>
                  </a:lnTo>
                  <a:lnTo>
                    <a:pt x="326507" y="217668"/>
                  </a:lnTo>
                  <a:lnTo>
                    <a:pt x="328027" y="212594"/>
                  </a:lnTo>
                  <a:lnTo>
                    <a:pt x="329386" y="207473"/>
                  </a:lnTo>
                  <a:lnTo>
                    <a:pt x="330581" y="202312"/>
                  </a:lnTo>
                  <a:lnTo>
                    <a:pt x="331613" y="197116"/>
                  </a:lnTo>
                  <a:lnTo>
                    <a:pt x="332479" y="191890"/>
                  </a:lnTo>
                  <a:lnTo>
                    <a:pt x="333180" y="186639"/>
                  </a:lnTo>
                  <a:lnTo>
                    <a:pt x="333713" y="181368"/>
                  </a:lnTo>
                  <a:lnTo>
                    <a:pt x="334080" y="176083"/>
                  </a:lnTo>
                  <a:lnTo>
                    <a:pt x="334278" y="170789"/>
                  </a:lnTo>
                  <a:lnTo>
                    <a:pt x="334309" y="165492"/>
                  </a:lnTo>
                  <a:lnTo>
                    <a:pt x="334172" y="160196"/>
                  </a:lnTo>
                  <a:lnTo>
                    <a:pt x="333868" y="154907"/>
                  </a:lnTo>
                  <a:lnTo>
                    <a:pt x="333395" y="149631"/>
                  </a:lnTo>
                  <a:lnTo>
                    <a:pt x="332756" y="144372"/>
                  </a:lnTo>
                  <a:lnTo>
                    <a:pt x="331951" y="139136"/>
                  </a:lnTo>
                  <a:lnTo>
                    <a:pt x="330980" y="133928"/>
                  </a:lnTo>
                  <a:lnTo>
                    <a:pt x="329844" y="128753"/>
                  </a:lnTo>
                  <a:lnTo>
                    <a:pt x="328545" y="123618"/>
                  </a:lnTo>
                  <a:lnTo>
                    <a:pt x="327084" y="118525"/>
                  </a:lnTo>
                  <a:lnTo>
                    <a:pt x="325463" y="113482"/>
                  </a:lnTo>
                  <a:lnTo>
                    <a:pt x="323682" y="108493"/>
                  </a:lnTo>
                  <a:lnTo>
                    <a:pt x="321745" y="103562"/>
                  </a:lnTo>
                  <a:lnTo>
                    <a:pt x="319652" y="98696"/>
                  </a:lnTo>
                  <a:lnTo>
                    <a:pt x="317405" y="93898"/>
                  </a:lnTo>
                  <a:lnTo>
                    <a:pt x="315008" y="89174"/>
                  </a:lnTo>
                  <a:lnTo>
                    <a:pt x="312463" y="84528"/>
                  </a:lnTo>
                  <a:lnTo>
                    <a:pt x="309771" y="79965"/>
                  </a:lnTo>
                  <a:lnTo>
                    <a:pt x="306936" y="75489"/>
                  </a:lnTo>
                  <a:lnTo>
                    <a:pt x="303961" y="71106"/>
                  </a:lnTo>
                  <a:lnTo>
                    <a:pt x="300849" y="66819"/>
                  </a:lnTo>
                  <a:lnTo>
                    <a:pt x="297602" y="62633"/>
                  </a:lnTo>
                  <a:lnTo>
                    <a:pt x="294224" y="58552"/>
                  </a:lnTo>
                  <a:lnTo>
                    <a:pt x="290719" y="54580"/>
                  </a:lnTo>
                  <a:lnTo>
                    <a:pt x="287089" y="50721"/>
                  </a:lnTo>
                  <a:lnTo>
                    <a:pt x="283339" y="46979"/>
                  </a:lnTo>
                  <a:lnTo>
                    <a:pt x="279473" y="43358"/>
                  </a:lnTo>
                  <a:lnTo>
                    <a:pt x="275493" y="39861"/>
                  </a:lnTo>
                  <a:lnTo>
                    <a:pt x="271405" y="36492"/>
                  </a:lnTo>
                  <a:lnTo>
                    <a:pt x="267212" y="33254"/>
                  </a:lnTo>
                  <a:lnTo>
                    <a:pt x="262919" y="30151"/>
                  </a:lnTo>
                  <a:lnTo>
                    <a:pt x="258529" y="27185"/>
                  </a:lnTo>
                  <a:lnTo>
                    <a:pt x="254048" y="24360"/>
                  </a:lnTo>
                  <a:lnTo>
                    <a:pt x="249479" y="21678"/>
                  </a:lnTo>
                  <a:lnTo>
                    <a:pt x="244828" y="19143"/>
                  </a:lnTo>
                  <a:lnTo>
                    <a:pt x="240098" y="16756"/>
                  </a:lnTo>
                  <a:lnTo>
                    <a:pt x="235296" y="14520"/>
                  </a:lnTo>
                  <a:lnTo>
                    <a:pt x="230425" y="12437"/>
                  </a:lnTo>
                  <a:lnTo>
                    <a:pt x="225490" y="10510"/>
                  </a:lnTo>
                  <a:lnTo>
                    <a:pt x="220497" y="8740"/>
                  </a:lnTo>
                  <a:lnTo>
                    <a:pt x="215450" y="7129"/>
                  </a:lnTo>
                  <a:lnTo>
                    <a:pt x="210355" y="5679"/>
                  </a:lnTo>
                  <a:lnTo>
                    <a:pt x="205216" y="4391"/>
                  </a:lnTo>
                  <a:lnTo>
                    <a:pt x="200039" y="3267"/>
                  </a:lnTo>
                  <a:lnTo>
                    <a:pt x="194830" y="2307"/>
                  </a:lnTo>
                  <a:lnTo>
                    <a:pt x="189592" y="1513"/>
                  </a:lnTo>
                  <a:lnTo>
                    <a:pt x="184332" y="885"/>
                  </a:lnTo>
                  <a:lnTo>
                    <a:pt x="179054" y="424"/>
                  </a:lnTo>
                  <a:lnTo>
                    <a:pt x="173765" y="130"/>
                  </a:lnTo>
                  <a:lnTo>
                    <a:pt x="168469" y="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720" y="5018213"/>
              <a:ext cx="1318" cy="167167"/>
            </a:xfrm>
            <a:custGeom>
              <a:avLst/>
              <a:pathLst>
                <a:path w="1318" h="167167">
                  <a:moveTo>
                    <a:pt x="1318" y="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812054" y="5269756"/>
              <a:ext cx="152446" cy="167167"/>
            </a:xfrm>
            <a:custGeom>
              <a:avLst/>
              <a:pathLst>
                <a:path w="152446" h="167167">
                  <a:moveTo>
                    <a:pt x="152446" y="0"/>
                  </a:moveTo>
                  <a:lnTo>
                    <a:pt x="146964" y="89"/>
                  </a:lnTo>
                  <a:lnTo>
                    <a:pt x="141488" y="359"/>
                  </a:lnTo>
                  <a:lnTo>
                    <a:pt x="136024" y="808"/>
                  </a:lnTo>
                  <a:lnTo>
                    <a:pt x="130577" y="1436"/>
                  </a:lnTo>
                  <a:lnTo>
                    <a:pt x="125154" y="2242"/>
                  </a:lnTo>
                  <a:lnTo>
                    <a:pt x="119760" y="3226"/>
                  </a:lnTo>
                  <a:lnTo>
                    <a:pt x="114401" y="4386"/>
                  </a:lnTo>
                  <a:lnTo>
                    <a:pt x="109084" y="5721"/>
                  </a:lnTo>
                  <a:lnTo>
                    <a:pt x="103812" y="7230"/>
                  </a:lnTo>
                  <a:lnTo>
                    <a:pt x="98594" y="8911"/>
                  </a:lnTo>
                  <a:lnTo>
                    <a:pt x="93433" y="10762"/>
                  </a:lnTo>
                  <a:lnTo>
                    <a:pt x="88335" y="12782"/>
                  </a:lnTo>
                  <a:lnTo>
                    <a:pt x="83307" y="14967"/>
                  </a:lnTo>
                  <a:lnTo>
                    <a:pt x="78353" y="17316"/>
                  </a:lnTo>
                  <a:lnTo>
                    <a:pt x="73479" y="19827"/>
                  </a:lnTo>
                  <a:lnTo>
                    <a:pt x="68689" y="22496"/>
                  </a:lnTo>
                  <a:lnTo>
                    <a:pt x="63990" y="25320"/>
                  </a:lnTo>
                  <a:lnTo>
                    <a:pt x="59386" y="28297"/>
                  </a:lnTo>
                  <a:lnTo>
                    <a:pt x="54882" y="31424"/>
                  </a:lnTo>
                  <a:lnTo>
                    <a:pt x="50483" y="34696"/>
                  </a:lnTo>
                  <a:lnTo>
                    <a:pt x="46194" y="38111"/>
                  </a:lnTo>
                  <a:lnTo>
                    <a:pt x="42019" y="41665"/>
                  </a:lnTo>
                  <a:lnTo>
                    <a:pt x="37962" y="45354"/>
                  </a:lnTo>
                  <a:lnTo>
                    <a:pt x="34029" y="49174"/>
                  </a:lnTo>
                  <a:lnTo>
                    <a:pt x="30223" y="53121"/>
                  </a:lnTo>
                  <a:lnTo>
                    <a:pt x="26549" y="57190"/>
                  </a:lnTo>
                  <a:lnTo>
                    <a:pt x="23010" y="61378"/>
                  </a:lnTo>
                  <a:lnTo>
                    <a:pt x="19611" y="65679"/>
                  </a:lnTo>
                  <a:lnTo>
                    <a:pt x="16354" y="70090"/>
                  </a:lnTo>
                  <a:lnTo>
                    <a:pt x="13244" y="74605"/>
                  </a:lnTo>
                  <a:lnTo>
                    <a:pt x="10283" y="79220"/>
                  </a:lnTo>
                  <a:lnTo>
                    <a:pt x="7476" y="83929"/>
                  </a:lnTo>
                  <a:lnTo>
                    <a:pt x="4824" y="88728"/>
                  </a:lnTo>
                  <a:lnTo>
                    <a:pt x="2331" y="93612"/>
                  </a:lnTo>
                  <a:lnTo>
                    <a:pt x="0" y="98574"/>
                  </a:lnTo>
                  <a:lnTo>
                    <a:pt x="15244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343" y="5269756"/>
              <a:ext cx="334308" cy="334333"/>
            </a:xfrm>
            <a:custGeom>
              <a:avLst/>
              <a:pathLst>
                <a:path w="334308" h="334333">
                  <a:moveTo>
                    <a:pt x="14711" y="98574"/>
                  </a:moveTo>
                  <a:lnTo>
                    <a:pt x="12613" y="103440"/>
                  </a:lnTo>
                  <a:lnTo>
                    <a:pt x="10671" y="108370"/>
                  </a:lnTo>
                  <a:lnTo>
                    <a:pt x="8886" y="113359"/>
                  </a:lnTo>
                  <a:lnTo>
                    <a:pt x="7261" y="118402"/>
                  </a:lnTo>
                  <a:lnTo>
                    <a:pt x="5795" y="123495"/>
                  </a:lnTo>
                  <a:lnTo>
                    <a:pt x="4492" y="128631"/>
                  </a:lnTo>
                  <a:lnTo>
                    <a:pt x="3353" y="133805"/>
                  </a:lnTo>
                  <a:lnTo>
                    <a:pt x="2378" y="139014"/>
                  </a:lnTo>
                  <a:lnTo>
                    <a:pt x="1568" y="144250"/>
                  </a:lnTo>
                  <a:lnTo>
                    <a:pt x="925" y="149510"/>
                  </a:lnTo>
                  <a:lnTo>
                    <a:pt x="449" y="154787"/>
                  </a:lnTo>
                  <a:lnTo>
                    <a:pt x="140" y="160077"/>
                  </a:lnTo>
                  <a:lnTo>
                    <a:pt x="0" y="165374"/>
                  </a:lnTo>
                  <a:lnTo>
                    <a:pt x="27" y="170673"/>
                  </a:lnTo>
                  <a:lnTo>
                    <a:pt x="222" y="175968"/>
                  </a:lnTo>
                  <a:lnTo>
                    <a:pt x="585" y="181254"/>
                  </a:lnTo>
                  <a:lnTo>
                    <a:pt x="1115" y="186526"/>
                  </a:lnTo>
                  <a:lnTo>
                    <a:pt x="1812" y="191779"/>
                  </a:lnTo>
                  <a:lnTo>
                    <a:pt x="2675" y="197007"/>
                  </a:lnTo>
                  <a:lnTo>
                    <a:pt x="3703" y="202205"/>
                  </a:lnTo>
                  <a:lnTo>
                    <a:pt x="4896" y="207368"/>
                  </a:lnTo>
                  <a:lnTo>
                    <a:pt x="6251" y="212490"/>
                  </a:lnTo>
                  <a:lnTo>
                    <a:pt x="7769" y="217567"/>
                  </a:lnTo>
                  <a:lnTo>
                    <a:pt x="9446" y="222594"/>
                  </a:lnTo>
                  <a:lnTo>
                    <a:pt x="11282" y="227564"/>
                  </a:lnTo>
                  <a:lnTo>
                    <a:pt x="13274" y="232474"/>
                  </a:lnTo>
                  <a:lnTo>
                    <a:pt x="15422" y="237318"/>
                  </a:lnTo>
                  <a:lnTo>
                    <a:pt x="17721" y="242092"/>
                  </a:lnTo>
                  <a:lnTo>
                    <a:pt x="20171" y="246791"/>
                  </a:lnTo>
                  <a:lnTo>
                    <a:pt x="22768" y="251409"/>
                  </a:lnTo>
                  <a:lnTo>
                    <a:pt x="25511" y="255943"/>
                  </a:lnTo>
                  <a:lnTo>
                    <a:pt x="28395" y="260388"/>
                  </a:lnTo>
                  <a:lnTo>
                    <a:pt x="31420" y="264739"/>
                  </a:lnTo>
                  <a:lnTo>
                    <a:pt x="34580" y="268992"/>
                  </a:lnTo>
                  <a:lnTo>
                    <a:pt x="37874" y="273142"/>
                  </a:lnTo>
                  <a:lnTo>
                    <a:pt x="41298" y="277186"/>
                  </a:lnTo>
                  <a:lnTo>
                    <a:pt x="44848" y="281120"/>
                  </a:lnTo>
                  <a:lnTo>
                    <a:pt x="48521" y="284939"/>
                  </a:lnTo>
                  <a:lnTo>
                    <a:pt x="52313" y="288640"/>
                  </a:lnTo>
                  <a:lnTo>
                    <a:pt x="56221" y="292219"/>
                  </a:lnTo>
                  <a:lnTo>
                    <a:pt x="60240" y="295672"/>
                  </a:lnTo>
                  <a:lnTo>
                    <a:pt x="64366" y="298996"/>
                  </a:lnTo>
                  <a:lnTo>
                    <a:pt x="68596" y="302188"/>
                  </a:lnTo>
                  <a:lnTo>
                    <a:pt x="72925" y="305244"/>
                  </a:lnTo>
                  <a:lnTo>
                    <a:pt x="77348" y="308161"/>
                  </a:lnTo>
                  <a:lnTo>
                    <a:pt x="81862" y="310936"/>
                  </a:lnTo>
                  <a:lnTo>
                    <a:pt x="86461" y="313567"/>
                  </a:lnTo>
                  <a:lnTo>
                    <a:pt x="91142" y="316051"/>
                  </a:lnTo>
                  <a:lnTo>
                    <a:pt x="95899" y="318386"/>
                  </a:lnTo>
                  <a:lnTo>
                    <a:pt x="100727" y="320568"/>
                  </a:lnTo>
                  <a:lnTo>
                    <a:pt x="105622" y="322597"/>
                  </a:lnTo>
                  <a:lnTo>
                    <a:pt x="110579" y="324469"/>
                  </a:lnTo>
                  <a:lnTo>
                    <a:pt x="115593" y="326183"/>
                  </a:lnTo>
                  <a:lnTo>
                    <a:pt x="120659" y="327737"/>
                  </a:lnTo>
                  <a:lnTo>
                    <a:pt x="125771" y="329130"/>
                  </a:lnTo>
                  <a:lnTo>
                    <a:pt x="130925" y="330361"/>
                  </a:lnTo>
                  <a:lnTo>
                    <a:pt x="136115" y="331427"/>
                  </a:lnTo>
                  <a:lnTo>
                    <a:pt x="141337" y="332328"/>
                  </a:lnTo>
                  <a:lnTo>
                    <a:pt x="146585" y="333064"/>
                  </a:lnTo>
                  <a:lnTo>
                    <a:pt x="151853" y="333632"/>
                  </a:lnTo>
                  <a:lnTo>
                    <a:pt x="157136" y="334034"/>
                  </a:lnTo>
                  <a:lnTo>
                    <a:pt x="162430" y="334268"/>
                  </a:lnTo>
                  <a:lnTo>
                    <a:pt x="167728" y="334333"/>
                  </a:lnTo>
                  <a:lnTo>
                    <a:pt x="173026" y="334231"/>
                  </a:lnTo>
                  <a:lnTo>
                    <a:pt x="178318" y="333961"/>
                  </a:lnTo>
                  <a:lnTo>
                    <a:pt x="183599" y="333524"/>
                  </a:lnTo>
                  <a:lnTo>
                    <a:pt x="188863" y="332919"/>
                  </a:lnTo>
                  <a:lnTo>
                    <a:pt x="194105" y="332148"/>
                  </a:lnTo>
                  <a:lnTo>
                    <a:pt x="199320" y="331211"/>
                  </a:lnTo>
                  <a:lnTo>
                    <a:pt x="204503" y="330109"/>
                  </a:lnTo>
                  <a:lnTo>
                    <a:pt x="209649" y="328844"/>
                  </a:lnTo>
                  <a:lnTo>
                    <a:pt x="214752" y="327416"/>
                  </a:lnTo>
                  <a:lnTo>
                    <a:pt x="219807" y="325827"/>
                  </a:lnTo>
                  <a:lnTo>
                    <a:pt x="224809" y="324079"/>
                  </a:lnTo>
                  <a:lnTo>
                    <a:pt x="229753" y="322173"/>
                  </a:lnTo>
                  <a:lnTo>
                    <a:pt x="234634" y="320111"/>
                  </a:lnTo>
                  <a:lnTo>
                    <a:pt x="239447" y="317896"/>
                  </a:lnTo>
                  <a:lnTo>
                    <a:pt x="244188" y="315529"/>
                  </a:lnTo>
                  <a:lnTo>
                    <a:pt x="248852" y="313013"/>
                  </a:lnTo>
                  <a:lnTo>
                    <a:pt x="253433" y="310350"/>
                  </a:lnTo>
                  <a:lnTo>
                    <a:pt x="257927" y="307544"/>
                  </a:lnTo>
                  <a:lnTo>
                    <a:pt x="262331" y="304597"/>
                  </a:lnTo>
                  <a:lnTo>
                    <a:pt x="266639" y="301511"/>
                  </a:lnTo>
                  <a:lnTo>
                    <a:pt x="270847" y="298291"/>
                  </a:lnTo>
                  <a:lnTo>
                    <a:pt x="274950" y="294939"/>
                  </a:lnTo>
                  <a:lnTo>
                    <a:pt x="278946" y="291458"/>
                  </a:lnTo>
                  <a:lnTo>
                    <a:pt x="282829" y="287853"/>
                  </a:lnTo>
                  <a:lnTo>
                    <a:pt x="286596" y="284126"/>
                  </a:lnTo>
                  <a:lnTo>
                    <a:pt x="290242" y="280282"/>
                  </a:lnTo>
                  <a:lnTo>
                    <a:pt x="293766" y="276324"/>
                  </a:lnTo>
                  <a:lnTo>
                    <a:pt x="297162" y="272257"/>
                  </a:lnTo>
                  <a:lnTo>
                    <a:pt x="300427" y="268084"/>
                  </a:lnTo>
                  <a:lnTo>
                    <a:pt x="303558" y="263809"/>
                  </a:lnTo>
                  <a:lnTo>
                    <a:pt x="306553" y="259438"/>
                  </a:lnTo>
                  <a:lnTo>
                    <a:pt x="309407" y="254973"/>
                  </a:lnTo>
                  <a:lnTo>
                    <a:pt x="312119" y="250421"/>
                  </a:lnTo>
                  <a:lnTo>
                    <a:pt x="314684" y="245785"/>
                  </a:lnTo>
                  <a:lnTo>
                    <a:pt x="317102" y="241070"/>
                  </a:lnTo>
                  <a:lnTo>
                    <a:pt x="319369" y="236280"/>
                  </a:lnTo>
                  <a:lnTo>
                    <a:pt x="321483" y="231421"/>
                  </a:lnTo>
                  <a:lnTo>
                    <a:pt x="323442" y="226498"/>
                  </a:lnTo>
                  <a:lnTo>
                    <a:pt x="325244" y="221515"/>
                  </a:lnTo>
                  <a:lnTo>
                    <a:pt x="326887" y="216477"/>
                  </a:lnTo>
                  <a:lnTo>
                    <a:pt x="328369" y="211390"/>
                  </a:lnTo>
                  <a:lnTo>
                    <a:pt x="329690" y="206259"/>
                  </a:lnTo>
                  <a:lnTo>
                    <a:pt x="330847" y="201088"/>
                  </a:lnTo>
                  <a:lnTo>
                    <a:pt x="331840" y="195883"/>
                  </a:lnTo>
                  <a:lnTo>
                    <a:pt x="332667" y="190649"/>
                  </a:lnTo>
                  <a:lnTo>
                    <a:pt x="333328" y="185392"/>
                  </a:lnTo>
                  <a:lnTo>
                    <a:pt x="333822" y="180116"/>
                  </a:lnTo>
                  <a:lnTo>
                    <a:pt x="334149" y="174827"/>
                  </a:lnTo>
                  <a:lnTo>
                    <a:pt x="334308" y="169531"/>
                  </a:lnTo>
                  <a:lnTo>
                    <a:pt x="334299" y="164232"/>
                  </a:lnTo>
                  <a:lnTo>
                    <a:pt x="334122" y="158936"/>
                  </a:lnTo>
                  <a:lnTo>
                    <a:pt x="333777" y="153649"/>
                  </a:lnTo>
                  <a:lnTo>
                    <a:pt x="333265" y="148375"/>
                  </a:lnTo>
                  <a:lnTo>
                    <a:pt x="332586" y="143120"/>
                  </a:lnTo>
                  <a:lnTo>
                    <a:pt x="331741" y="137889"/>
                  </a:lnTo>
                  <a:lnTo>
                    <a:pt x="330730" y="132687"/>
                  </a:lnTo>
                  <a:lnTo>
                    <a:pt x="329555" y="127520"/>
                  </a:lnTo>
                  <a:lnTo>
                    <a:pt x="328217" y="122393"/>
                  </a:lnTo>
                  <a:lnTo>
                    <a:pt x="326717" y="117311"/>
                  </a:lnTo>
                  <a:lnTo>
                    <a:pt x="325057" y="112279"/>
                  </a:lnTo>
                  <a:lnTo>
                    <a:pt x="323238" y="107303"/>
                  </a:lnTo>
                  <a:lnTo>
                    <a:pt x="321262" y="102386"/>
                  </a:lnTo>
                  <a:lnTo>
                    <a:pt x="319132" y="97534"/>
                  </a:lnTo>
                  <a:lnTo>
                    <a:pt x="316849" y="92753"/>
                  </a:lnTo>
                  <a:lnTo>
                    <a:pt x="314415" y="88046"/>
                  </a:lnTo>
                  <a:lnTo>
                    <a:pt x="311833" y="83418"/>
                  </a:lnTo>
                  <a:lnTo>
                    <a:pt x="309106" y="78875"/>
                  </a:lnTo>
                  <a:lnTo>
                    <a:pt x="306237" y="74421"/>
                  </a:lnTo>
                  <a:lnTo>
                    <a:pt x="303227" y="70059"/>
                  </a:lnTo>
                  <a:lnTo>
                    <a:pt x="300081" y="65796"/>
                  </a:lnTo>
                  <a:lnTo>
                    <a:pt x="296802" y="61634"/>
                  </a:lnTo>
                  <a:lnTo>
                    <a:pt x="293392" y="57578"/>
                  </a:lnTo>
                  <a:lnTo>
                    <a:pt x="289855" y="53632"/>
                  </a:lnTo>
                  <a:lnTo>
                    <a:pt x="286195" y="49800"/>
                  </a:lnTo>
                  <a:lnTo>
                    <a:pt x="282416" y="46087"/>
                  </a:lnTo>
                  <a:lnTo>
                    <a:pt x="278521" y="42495"/>
                  </a:lnTo>
                  <a:lnTo>
                    <a:pt x="274513" y="39028"/>
                  </a:lnTo>
                  <a:lnTo>
                    <a:pt x="270398" y="35690"/>
                  </a:lnTo>
                  <a:lnTo>
                    <a:pt x="266179" y="32484"/>
                  </a:lnTo>
                  <a:lnTo>
                    <a:pt x="261861" y="29413"/>
                  </a:lnTo>
                  <a:lnTo>
                    <a:pt x="257448" y="26481"/>
                  </a:lnTo>
                  <a:lnTo>
                    <a:pt x="252943" y="23690"/>
                  </a:lnTo>
                  <a:lnTo>
                    <a:pt x="248353" y="21043"/>
                  </a:lnTo>
                  <a:lnTo>
                    <a:pt x="243681" y="18543"/>
                  </a:lnTo>
                  <a:lnTo>
                    <a:pt x="238932" y="16192"/>
                  </a:lnTo>
                  <a:lnTo>
                    <a:pt x="234111" y="13993"/>
                  </a:lnTo>
                  <a:lnTo>
                    <a:pt x="229223" y="11948"/>
                  </a:lnTo>
                  <a:lnTo>
                    <a:pt x="224272" y="10059"/>
                  </a:lnTo>
                  <a:lnTo>
                    <a:pt x="219264" y="8328"/>
                  </a:lnTo>
                  <a:lnTo>
                    <a:pt x="214204" y="6756"/>
                  </a:lnTo>
                  <a:lnTo>
                    <a:pt x="209096" y="5346"/>
                  </a:lnTo>
                  <a:lnTo>
                    <a:pt x="203947" y="4098"/>
                  </a:lnTo>
                  <a:lnTo>
                    <a:pt x="198760" y="3014"/>
                  </a:lnTo>
                  <a:lnTo>
                    <a:pt x="193542" y="2095"/>
                  </a:lnTo>
                  <a:lnTo>
                    <a:pt x="188297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3279" y="5399291"/>
              <a:ext cx="2936" cy="167167"/>
            </a:xfrm>
            <a:custGeom>
              <a:avLst/>
              <a:pathLst>
                <a:path w="2936" h="167167">
                  <a:moveTo>
                    <a:pt x="2936" y="0"/>
                  </a:moveTo>
                  <a:lnTo>
                    <a:pt x="0" y="25"/>
                  </a:lnTo>
                  <a:lnTo>
                    <a:pt x="293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3279" y="5399317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3279" y="5399317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3279" y="5399317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3279" y="5399317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3279" y="5399317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3279" y="5399317"/>
              <a:ext cx="2936" cy="167141"/>
            </a:xfrm>
            <a:custGeom>
              <a:avLst/>
              <a:pathLst>
                <a:path w="2936" h="167141">
                  <a:moveTo>
                    <a:pt x="0" y="0"/>
                  </a:moveTo>
                  <a:lnTo>
                    <a:pt x="2936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319050" y="5399317"/>
              <a:ext cx="334320" cy="334308"/>
            </a:xfrm>
            <a:custGeom>
              <a:avLst/>
              <a:pathLst>
                <a:path w="334320" h="334308">
                  <a:moveTo>
                    <a:pt x="164229" y="0"/>
                  </a:moveTo>
                  <a:lnTo>
                    <a:pt x="158951" y="176"/>
                  </a:lnTo>
                  <a:lnTo>
                    <a:pt x="153681" y="518"/>
                  </a:lnTo>
                  <a:lnTo>
                    <a:pt x="148425" y="1027"/>
                  </a:lnTo>
                  <a:lnTo>
                    <a:pt x="143187" y="1702"/>
                  </a:lnTo>
                  <a:lnTo>
                    <a:pt x="137974" y="2542"/>
                  </a:lnTo>
                  <a:lnTo>
                    <a:pt x="132789" y="3546"/>
                  </a:lnTo>
                  <a:lnTo>
                    <a:pt x="127639" y="4714"/>
                  </a:lnTo>
                  <a:lnTo>
                    <a:pt x="122529" y="6043"/>
                  </a:lnTo>
                  <a:lnTo>
                    <a:pt x="117463" y="7533"/>
                  </a:lnTo>
                  <a:lnTo>
                    <a:pt x="112446" y="9183"/>
                  </a:lnTo>
                  <a:lnTo>
                    <a:pt x="107484" y="10990"/>
                  </a:lnTo>
                  <a:lnTo>
                    <a:pt x="102582" y="12953"/>
                  </a:lnTo>
                  <a:lnTo>
                    <a:pt x="97744" y="15070"/>
                  </a:lnTo>
                  <a:lnTo>
                    <a:pt x="92975" y="17338"/>
                  </a:lnTo>
                  <a:lnTo>
                    <a:pt x="88281" y="19756"/>
                  </a:lnTo>
                  <a:lnTo>
                    <a:pt x="83665" y="22322"/>
                  </a:lnTo>
                  <a:lnTo>
                    <a:pt x="79132" y="25031"/>
                  </a:lnTo>
                  <a:lnTo>
                    <a:pt x="74687" y="27883"/>
                  </a:lnTo>
                  <a:lnTo>
                    <a:pt x="70335" y="30873"/>
                  </a:lnTo>
                  <a:lnTo>
                    <a:pt x="66079" y="34000"/>
                  </a:lnTo>
                  <a:lnTo>
                    <a:pt x="61924" y="37259"/>
                  </a:lnTo>
                  <a:lnTo>
                    <a:pt x="57874" y="40648"/>
                  </a:lnTo>
                  <a:lnTo>
                    <a:pt x="53933" y="44163"/>
                  </a:lnTo>
                  <a:lnTo>
                    <a:pt x="50106" y="47801"/>
                  </a:lnTo>
                  <a:lnTo>
                    <a:pt x="46395" y="51558"/>
                  </a:lnTo>
                  <a:lnTo>
                    <a:pt x="42804" y="55430"/>
                  </a:lnTo>
                  <a:lnTo>
                    <a:pt x="39338" y="59414"/>
                  </a:lnTo>
                  <a:lnTo>
                    <a:pt x="35999" y="63505"/>
                  </a:lnTo>
                  <a:lnTo>
                    <a:pt x="32791" y="67700"/>
                  </a:lnTo>
                  <a:lnTo>
                    <a:pt x="29717" y="71994"/>
                  </a:lnTo>
                  <a:lnTo>
                    <a:pt x="26780" y="76382"/>
                  </a:lnTo>
                  <a:lnTo>
                    <a:pt x="23984" y="80862"/>
                  </a:lnTo>
                  <a:lnTo>
                    <a:pt x="21330" y="85427"/>
                  </a:lnTo>
                  <a:lnTo>
                    <a:pt x="18822" y="90074"/>
                  </a:lnTo>
                  <a:lnTo>
                    <a:pt x="16461" y="94798"/>
                  </a:lnTo>
                  <a:lnTo>
                    <a:pt x="14252" y="99595"/>
                  </a:lnTo>
                  <a:lnTo>
                    <a:pt x="12194" y="104458"/>
                  </a:lnTo>
                  <a:lnTo>
                    <a:pt x="10292" y="109384"/>
                  </a:lnTo>
                  <a:lnTo>
                    <a:pt x="8546" y="114368"/>
                  </a:lnTo>
                  <a:lnTo>
                    <a:pt x="6958" y="119404"/>
                  </a:lnTo>
                  <a:lnTo>
                    <a:pt x="5530" y="124488"/>
                  </a:lnTo>
                  <a:lnTo>
                    <a:pt x="4264" y="129615"/>
                  </a:lnTo>
                  <a:lnTo>
                    <a:pt x="3160" y="134779"/>
                  </a:lnTo>
                  <a:lnTo>
                    <a:pt x="2219" y="139976"/>
                  </a:lnTo>
                  <a:lnTo>
                    <a:pt x="1443" y="145199"/>
                  </a:lnTo>
                  <a:lnTo>
                    <a:pt x="833" y="150444"/>
                  </a:lnTo>
                  <a:lnTo>
                    <a:pt x="389" y="155706"/>
                  </a:lnTo>
                  <a:lnTo>
                    <a:pt x="111" y="160980"/>
                  </a:lnTo>
                  <a:lnTo>
                    <a:pt x="0" y="166259"/>
                  </a:lnTo>
                  <a:lnTo>
                    <a:pt x="55" y="171540"/>
                  </a:lnTo>
                  <a:lnTo>
                    <a:pt x="277" y="176816"/>
                  </a:lnTo>
                  <a:lnTo>
                    <a:pt x="666" y="182082"/>
                  </a:lnTo>
                  <a:lnTo>
                    <a:pt x="1221" y="187334"/>
                  </a:lnTo>
                  <a:lnTo>
                    <a:pt x="1942" y="192565"/>
                  </a:lnTo>
                  <a:lnTo>
                    <a:pt x="2827" y="197771"/>
                  </a:lnTo>
                  <a:lnTo>
                    <a:pt x="3877" y="202947"/>
                  </a:lnTo>
                  <a:lnTo>
                    <a:pt x="5089" y="208086"/>
                  </a:lnTo>
                  <a:lnTo>
                    <a:pt x="6463" y="213185"/>
                  </a:lnTo>
                  <a:lnTo>
                    <a:pt x="7998" y="218238"/>
                  </a:lnTo>
                  <a:lnTo>
                    <a:pt x="9691" y="223240"/>
                  </a:lnTo>
                  <a:lnTo>
                    <a:pt x="11542" y="228186"/>
                  </a:lnTo>
                  <a:lnTo>
                    <a:pt x="13547" y="233071"/>
                  </a:lnTo>
                  <a:lnTo>
                    <a:pt x="15707" y="237890"/>
                  </a:lnTo>
                  <a:lnTo>
                    <a:pt x="18017" y="242639"/>
                  </a:lnTo>
                  <a:lnTo>
                    <a:pt x="20476" y="247312"/>
                  </a:lnTo>
                  <a:lnTo>
                    <a:pt x="23081" y="251905"/>
                  </a:lnTo>
                  <a:lnTo>
                    <a:pt x="25831" y="256414"/>
                  </a:lnTo>
                  <a:lnTo>
                    <a:pt x="28721" y="260834"/>
                  </a:lnTo>
                  <a:lnTo>
                    <a:pt x="31749" y="265160"/>
                  </a:lnTo>
                  <a:lnTo>
                    <a:pt x="34913" y="269388"/>
                  </a:lnTo>
                  <a:lnTo>
                    <a:pt x="38208" y="273514"/>
                  </a:lnTo>
                  <a:lnTo>
                    <a:pt x="41632" y="277534"/>
                  </a:lnTo>
                  <a:lnTo>
                    <a:pt x="45182" y="281444"/>
                  </a:lnTo>
                  <a:lnTo>
                    <a:pt x="48853" y="285240"/>
                  </a:lnTo>
                  <a:lnTo>
                    <a:pt x="52642" y="288918"/>
                  </a:lnTo>
                  <a:lnTo>
                    <a:pt x="56546" y="292475"/>
                  </a:lnTo>
                  <a:lnTo>
                    <a:pt x="60560" y="295906"/>
                  </a:lnTo>
                  <a:lnTo>
                    <a:pt x="64680" y="299209"/>
                  </a:lnTo>
                  <a:lnTo>
                    <a:pt x="68903" y="302380"/>
                  </a:lnTo>
                  <a:lnTo>
                    <a:pt x="73223" y="305416"/>
                  </a:lnTo>
                  <a:lnTo>
                    <a:pt x="77638" y="308315"/>
                  </a:lnTo>
                  <a:lnTo>
                    <a:pt x="82142" y="311072"/>
                  </a:lnTo>
                  <a:lnTo>
                    <a:pt x="86730" y="313686"/>
                  </a:lnTo>
                  <a:lnTo>
                    <a:pt x="91399" y="316153"/>
                  </a:lnTo>
                  <a:lnTo>
                    <a:pt x="96143" y="318472"/>
                  </a:lnTo>
                  <a:lnTo>
                    <a:pt x="100959" y="320639"/>
                  </a:lnTo>
                  <a:lnTo>
                    <a:pt x="105840" y="322654"/>
                  </a:lnTo>
                  <a:lnTo>
                    <a:pt x="110783" y="324513"/>
                  </a:lnTo>
                  <a:lnTo>
                    <a:pt x="115782" y="326216"/>
                  </a:lnTo>
                  <a:lnTo>
                    <a:pt x="120832" y="327759"/>
                  </a:lnTo>
                  <a:lnTo>
                    <a:pt x="125928" y="329143"/>
                  </a:lnTo>
                  <a:lnTo>
                    <a:pt x="131066" y="330364"/>
                  </a:lnTo>
                  <a:lnTo>
                    <a:pt x="136239" y="331423"/>
                  </a:lnTo>
                  <a:lnTo>
                    <a:pt x="141444" y="332318"/>
                  </a:lnTo>
                  <a:lnTo>
                    <a:pt x="146674" y="333048"/>
                  </a:lnTo>
                  <a:lnTo>
                    <a:pt x="151924" y="333612"/>
                  </a:lnTo>
                  <a:lnTo>
                    <a:pt x="157190" y="334011"/>
                  </a:lnTo>
                  <a:lnTo>
                    <a:pt x="162465" y="334243"/>
                  </a:lnTo>
                  <a:lnTo>
                    <a:pt x="167746" y="334308"/>
                  </a:lnTo>
                  <a:lnTo>
                    <a:pt x="173026" y="334206"/>
                  </a:lnTo>
                  <a:lnTo>
                    <a:pt x="178300" y="333937"/>
                  </a:lnTo>
                  <a:lnTo>
                    <a:pt x="183562" y="333502"/>
                  </a:lnTo>
                  <a:lnTo>
                    <a:pt x="188809" y="332901"/>
                  </a:lnTo>
                  <a:lnTo>
                    <a:pt x="194034" y="332135"/>
                  </a:lnTo>
                  <a:lnTo>
                    <a:pt x="199232" y="331204"/>
                  </a:lnTo>
                  <a:lnTo>
                    <a:pt x="204398" y="330109"/>
                  </a:lnTo>
                  <a:lnTo>
                    <a:pt x="209527" y="328852"/>
                  </a:lnTo>
                  <a:lnTo>
                    <a:pt x="214613" y="327433"/>
                  </a:lnTo>
                  <a:lnTo>
                    <a:pt x="219653" y="325855"/>
                  </a:lnTo>
                  <a:lnTo>
                    <a:pt x="224639" y="324118"/>
                  </a:lnTo>
                  <a:lnTo>
                    <a:pt x="229569" y="322224"/>
                  </a:lnTo>
                  <a:lnTo>
                    <a:pt x="234436" y="320175"/>
                  </a:lnTo>
                  <a:lnTo>
                    <a:pt x="239236" y="317974"/>
                  </a:lnTo>
                  <a:lnTo>
                    <a:pt x="243965" y="315623"/>
                  </a:lnTo>
                  <a:lnTo>
                    <a:pt x="248616" y="313123"/>
                  </a:lnTo>
                  <a:lnTo>
                    <a:pt x="253186" y="310477"/>
                  </a:lnTo>
                  <a:lnTo>
                    <a:pt x="257671" y="307689"/>
                  </a:lnTo>
                  <a:lnTo>
                    <a:pt x="262065" y="304760"/>
                  </a:lnTo>
                  <a:lnTo>
                    <a:pt x="266364" y="301694"/>
                  </a:lnTo>
                  <a:lnTo>
                    <a:pt x="270565" y="298493"/>
                  </a:lnTo>
                  <a:lnTo>
                    <a:pt x="274662" y="295162"/>
                  </a:lnTo>
                  <a:lnTo>
                    <a:pt x="278652" y="291702"/>
                  </a:lnTo>
                  <a:lnTo>
                    <a:pt x="282531" y="288119"/>
                  </a:lnTo>
                  <a:lnTo>
                    <a:pt x="286294" y="284415"/>
                  </a:lnTo>
                  <a:lnTo>
                    <a:pt x="289939" y="280593"/>
                  </a:lnTo>
                  <a:lnTo>
                    <a:pt x="293461" y="276659"/>
                  </a:lnTo>
                  <a:lnTo>
                    <a:pt x="296857" y="272615"/>
                  </a:lnTo>
                  <a:lnTo>
                    <a:pt x="300124" y="268466"/>
                  </a:lnTo>
                  <a:lnTo>
                    <a:pt x="303258" y="264216"/>
                  </a:lnTo>
                  <a:lnTo>
                    <a:pt x="306257" y="259869"/>
                  </a:lnTo>
                  <a:lnTo>
                    <a:pt x="309116" y="255429"/>
                  </a:lnTo>
                  <a:lnTo>
                    <a:pt x="311834" y="250901"/>
                  </a:lnTo>
                  <a:lnTo>
                    <a:pt x="314407" y="246290"/>
                  </a:lnTo>
                  <a:lnTo>
                    <a:pt x="316834" y="241600"/>
                  </a:lnTo>
                  <a:lnTo>
                    <a:pt x="319111" y="236835"/>
                  </a:lnTo>
                  <a:lnTo>
                    <a:pt x="321236" y="232001"/>
                  </a:lnTo>
                  <a:lnTo>
                    <a:pt x="323208" y="227102"/>
                  </a:lnTo>
                  <a:lnTo>
                    <a:pt x="325024" y="222144"/>
                  </a:lnTo>
                  <a:lnTo>
                    <a:pt x="326683" y="217130"/>
                  </a:lnTo>
                  <a:lnTo>
                    <a:pt x="328182" y="212067"/>
                  </a:lnTo>
                  <a:lnTo>
                    <a:pt x="329521" y="206958"/>
                  </a:lnTo>
                  <a:lnTo>
                    <a:pt x="330697" y="201810"/>
                  </a:lnTo>
                  <a:lnTo>
                    <a:pt x="331711" y="196628"/>
                  </a:lnTo>
                  <a:lnTo>
                    <a:pt x="332560" y="191416"/>
                  </a:lnTo>
                  <a:lnTo>
                    <a:pt x="333244" y="186180"/>
                  </a:lnTo>
                  <a:lnTo>
                    <a:pt x="333763" y="180924"/>
                  </a:lnTo>
                  <a:lnTo>
                    <a:pt x="334115" y="175655"/>
                  </a:lnTo>
                  <a:lnTo>
                    <a:pt x="334301" y="170378"/>
                  </a:lnTo>
                  <a:lnTo>
                    <a:pt x="334320" y="165097"/>
                  </a:lnTo>
                  <a:lnTo>
                    <a:pt x="334172" y="159818"/>
                  </a:lnTo>
                  <a:lnTo>
                    <a:pt x="333857" y="154547"/>
                  </a:lnTo>
                  <a:lnTo>
                    <a:pt x="333376" y="149288"/>
                  </a:lnTo>
                  <a:lnTo>
                    <a:pt x="332729" y="144047"/>
                  </a:lnTo>
                  <a:lnTo>
                    <a:pt x="331917" y="138829"/>
                  </a:lnTo>
                  <a:lnTo>
                    <a:pt x="330941" y="133640"/>
                  </a:lnTo>
                  <a:lnTo>
                    <a:pt x="329801" y="128483"/>
                  </a:lnTo>
                  <a:lnTo>
                    <a:pt x="328499" y="123366"/>
                  </a:lnTo>
                  <a:lnTo>
                    <a:pt x="327035" y="118292"/>
                  </a:lnTo>
                  <a:lnTo>
                    <a:pt x="325413" y="113266"/>
                  </a:lnTo>
                  <a:lnTo>
                    <a:pt x="323632" y="108295"/>
                  </a:lnTo>
                  <a:lnTo>
                    <a:pt x="321695" y="103382"/>
                  </a:lnTo>
                  <a:lnTo>
                    <a:pt x="319604" y="98533"/>
                  </a:lnTo>
                  <a:lnTo>
                    <a:pt x="317361" y="93752"/>
                  </a:lnTo>
                  <a:lnTo>
                    <a:pt x="314968" y="89045"/>
                  </a:lnTo>
                  <a:lnTo>
                    <a:pt x="312428" y="84415"/>
                  </a:lnTo>
                  <a:lnTo>
                    <a:pt x="309742" y="79868"/>
                  </a:lnTo>
                  <a:lnTo>
                    <a:pt x="306915" y="75408"/>
                  </a:lnTo>
                  <a:lnTo>
                    <a:pt x="303947" y="71040"/>
                  </a:lnTo>
                  <a:lnTo>
                    <a:pt x="300844" y="66768"/>
                  </a:lnTo>
                  <a:lnTo>
                    <a:pt x="297607" y="62595"/>
                  </a:lnTo>
                  <a:lnTo>
                    <a:pt x="294239" y="58527"/>
                  </a:lnTo>
                  <a:lnTo>
                    <a:pt x="290745" y="54568"/>
                  </a:lnTo>
                  <a:lnTo>
                    <a:pt x="287128" y="50721"/>
                  </a:lnTo>
                  <a:lnTo>
                    <a:pt x="283391" y="46990"/>
                  </a:lnTo>
                  <a:lnTo>
                    <a:pt x="279538" y="43378"/>
                  </a:lnTo>
                  <a:lnTo>
                    <a:pt x="275573" y="39891"/>
                  </a:lnTo>
                  <a:lnTo>
                    <a:pt x="271499" y="36530"/>
                  </a:lnTo>
                  <a:lnTo>
                    <a:pt x="267322" y="33300"/>
                  </a:lnTo>
                  <a:lnTo>
                    <a:pt x="263044" y="30203"/>
                  </a:lnTo>
                  <a:lnTo>
                    <a:pt x="258671" y="27243"/>
                  </a:lnTo>
                  <a:lnTo>
                    <a:pt x="254207" y="24423"/>
                  </a:lnTo>
                  <a:lnTo>
                    <a:pt x="249656" y="21744"/>
                  </a:lnTo>
                  <a:lnTo>
                    <a:pt x="245022" y="19211"/>
                  </a:lnTo>
                  <a:lnTo>
                    <a:pt x="240311" y="16826"/>
                  </a:lnTo>
                  <a:lnTo>
                    <a:pt x="235526" y="14591"/>
                  </a:lnTo>
                  <a:lnTo>
                    <a:pt x="230674" y="12508"/>
                  </a:lnTo>
                  <a:lnTo>
                    <a:pt x="225758" y="10579"/>
                  </a:lnTo>
                  <a:lnTo>
                    <a:pt x="220784" y="8806"/>
                  </a:lnTo>
                  <a:lnTo>
                    <a:pt x="215756" y="7192"/>
                  </a:lnTo>
                  <a:lnTo>
                    <a:pt x="210679" y="5737"/>
                  </a:lnTo>
                  <a:lnTo>
                    <a:pt x="205559" y="4443"/>
                  </a:lnTo>
                  <a:lnTo>
                    <a:pt x="167165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38394" cy="167167"/>
            </a:xfrm>
            <a:custGeom>
              <a:avLst/>
              <a:pathLst>
                <a:path w="38394" h="167167">
                  <a:moveTo>
                    <a:pt x="38394" y="4468"/>
                  </a:moveTo>
                  <a:lnTo>
                    <a:pt x="32083" y="3107"/>
                  </a:lnTo>
                  <a:lnTo>
                    <a:pt x="25724" y="1991"/>
                  </a:lnTo>
                  <a:lnTo>
                    <a:pt x="19327" y="1121"/>
                  </a:lnTo>
                  <a:lnTo>
                    <a:pt x="12900" y="498"/>
                  </a:lnTo>
                  <a:lnTo>
                    <a:pt x="6455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8880" y="5399291"/>
              <a:ext cx="44663" cy="167167"/>
            </a:xfrm>
            <a:custGeom>
              <a:avLst/>
              <a:pathLst>
                <a:path w="44663" h="167167">
                  <a:moveTo>
                    <a:pt x="44663" y="0"/>
                  </a:moveTo>
                  <a:lnTo>
                    <a:pt x="38205" y="124"/>
                  </a:lnTo>
                  <a:lnTo>
                    <a:pt x="31758" y="498"/>
                  </a:lnTo>
                  <a:lnTo>
                    <a:pt x="25329" y="1121"/>
                  </a:lnTo>
                  <a:lnTo>
                    <a:pt x="18930" y="1992"/>
                  </a:lnTo>
                  <a:lnTo>
                    <a:pt x="12569" y="3109"/>
                  </a:lnTo>
                  <a:lnTo>
                    <a:pt x="6255" y="4471"/>
                  </a:lnTo>
                  <a:lnTo>
                    <a:pt x="0" y="6076"/>
                  </a:lnTo>
                  <a:lnTo>
                    <a:pt x="446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8880" y="5405368"/>
              <a:ext cx="44663" cy="161090"/>
            </a:xfrm>
            <a:custGeom>
              <a:avLst/>
              <a:pathLst>
                <a:path w="44663" h="161090">
                  <a:moveTo>
                    <a:pt x="0" y="0"/>
                  </a:moveTo>
                  <a:lnTo>
                    <a:pt x="44663" y="161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8880" y="5405368"/>
              <a:ext cx="44663" cy="161090"/>
            </a:xfrm>
            <a:custGeom>
              <a:avLst/>
              <a:pathLst>
                <a:path w="44663" h="161090">
                  <a:moveTo>
                    <a:pt x="0" y="0"/>
                  </a:moveTo>
                  <a:lnTo>
                    <a:pt x="44663" y="161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8880" y="5405368"/>
              <a:ext cx="44663" cy="161090"/>
            </a:xfrm>
            <a:custGeom>
              <a:avLst/>
              <a:pathLst>
                <a:path w="44663" h="161090">
                  <a:moveTo>
                    <a:pt x="0" y="0"/>
                  </a:moveTo>
                  <a:lnTo>
                    <a:pt x="44663" y="1610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8880" y="5405368"/>
              <a:ext cx="44663" cy="161090"/>
            </a:xfrm>
            <a:custGeom>
              <a:avLst/>
              <a:pathLst>
                <a:path w="44663" h="161090">
                  <a:moveTo>
                    <a:pt x="0" y="0"/>
                  </a:moveTo>
                  <a:lnTo>
                    <a:pt x="44663" y="1610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8880" y="5405368"/>
              <a:ext cx="44663" cy="161090"/>
            </a:xfrm>
            <a:custGeom>
              <a:avLst/>
              <a:pathLst>
                <a:path w="44663" h="161090">
                  <a:moveTo>
                    <a:pt x="0" y="0"/>
                  </a:moveTo>
                  <a:lnTo>
                    <a:pt x="44663" y="1610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856397" y="5405368"/>
              <a:ext cx="167146" cy="279401"/>
            </a:xfrm>
            <a:custGeom>
              <a:avLst/>
              <a:pathLst>
                <a:path w="167146" h="279401">
                  <a:moveTo>
                    <a:pt x="122483" y="0"/>
                  </a:moveTo>
                  <a:lnTo>
                    <a:pt x="117335" y="1516"/>
                  </a:lnTo>
                  <a:lnTo>
                    <a:pt x="112239" y="3197"/>
                  </a:lnTo>
                  <a:lnTo>
                    <a:pt x="107200" y="5041"/>
                  </a:lnTo>
                  <a:lnTo>
                    <a:pt x="102222" y="7045"/>
                  </a:lnTo>
                  <a:lnTo>
                    <a:pt x="97311" y="9208"/>
                  </a:lnTo>
                  <a:lnTo>
                    <a:pt x="92472" y="11528"/>
                  </a:lnTo>
                  <a:lnTo>
                    <a:pt x="87710" y="14002"/>
                  </a:lnTo>
                  <a:lnTo>
                    <a:pt x="83030" y="16627"/>
                  </a:lnTo>
                  <a:lnTo>
                    <a:pt x="78437" y="19401"/>
                  </a:lnTo>
                  <a:lnTo>
                    <a:pt x="73935" y="22322"/>
                  </a:lnTo>
                  <a:lnTo>
                    <a:pt x="69529" y="25385"/>
                  </a:lnTo>
                  <a:lnTo>
                    <a:pt x="65223" y="28588"/>
                  </a:lnTo>
                  <a:lnTo>
                    <a:pt x="61023" y="31928"/>
                  </a:lnTo>
                  <a:lnTo>
                    <a:pt x="56932" y="35400"/>
                  </a:lnTo>
                  <a:lnTo>
                    <a:pt x="52955" y="39003"/>
                  </a:lnTo>
                  <a:lnTo>
                    <a:pt x="49095" y="42731"/>
                  </a:lnTo>
                  <a:lnTo>
                    <a:pt x="45357" y="46581"/>
                  </a:lnTo>
                  <a:lnTo>
                    <a:pt x="41744" y="50549"/>
                  </a:lnTo>
                  <a:lnTo>
                    <a:pt x="38261" y="54631"/>
                  </a:lnTo>
                  <a:lnTo>
                    <a:pt x="34910" y="58822"/>
                  </a:lnTo>
                  <a:lnTo>
                    <a:pt x="31696" y="63119"/>
                  </a:lnTo>
                  <a:lnTo>
                    <a:pt x="28621" y="67517"/>
                  </a:lnTo>
                  <a:lnTo>
                    <a:pt x="25689" y="72011"/>
                  </a:lnTo>
                  <a:lnTo>
                    <a:pt x="22903" y="76598"/>
                  </a:lnTo>
                  <a:lnTo>
                    <a:pt x="20266" y="81271"/>
                  </a:lnTo>
                  <a:lnTo>
                    <a:pt x="17779" y="86026"/>
                  </a:lnTo>
                  <a:lnTo>
                    <a:pt x="15447" y="90859"/>
                  </a:lnTo>
                  <a:lnTo>
                    <a:pt x="13271" y="95764"/>
                  </a:lnTo>
                  <a:lnTo>
                    <a:pt x="11254" y="100737"/>
                  </a:lnTo>
                  <a:lnTo>
                    <a:pt x="9397" y="105771"/>
                  </a:lnTo>
                  <a:lnTo>
                    <a:pt x="7702" y="110863"/>
                  </a:lnTo>
                  <a:lnTo>
                    <a:pt x="6173" y="116007"/>
                  </a:lnTo>
                  <a:lnTo>
                    <a:pt x="4808" y="121197"/>
                  </a:lnTo>
                  <a:lnTo>
                    <a:pt x="3612" y="126428"/>
                  </a:lnTo>
                  <a:lnTo>
                    <a:pt x="2583" y="131694"/>
                  </a:lnTo>
                  <a:lnTo>
                    <a:pt x="1725" y="136991"/>
                  </a:lnTo>
                  <a:lnTo>
                    <a:pt x="1036" y="142313"/>
                  </a:lnTo>
                  <a:lnTo>
                    <a:pt x="519" y="147654"/>
                  </a:lnTo>
                  <a:lnTo>
                    <a:pt x="174" y="153009"/>
                  </a:lnTo>
                  <a:lnTo>
                    <a:pt x="1" y="158373"/>
                  </a:lnTo>
                  <a:lnTo>
                    <a:pt x="0" y="163739"/>
                  </a:lnTo>
                  <a:lnTo>
                    <a:pt x="171" y="169102"/>
                  </a:lnTo>
                  <a:lnTo>
                    <a:pt x="514" y="174458"/>
                  </a:lnTo>
                  <a:lnTo>
                    <a:pt x="1029" y="179799"/>
                  </a:lnTo>
                  <a:lnTo>
                    <a:pt x="1715" y="185121"/>
                  </a:lnTo>
                  <a:lnTo>
                    <a:pt x="2571" y="190419"/>
                  </a:lnTo>
                  <a:lnTo>
                    <a:pt x="3598" y="195686"/>
                  </a:lnTo>
                  <a:lnTo>
                    <a:pt x="4792" y="200917"/>
                  </a:lnTo>
                  <a:lnTo>
                    <a:pt x="6154" y="206108"/>
                  </a:lnTo>
                  <a:lnTo>
                    <a:pt x="7682" y="211252"/>
                  </a:lnTo>
                  <a:lnTo>
                    <a:pt x="9374" y="216344"/>
                  </a:lnTo>
                  <a:lnTo>
                    <a:pt x="11229" y="221380"/>
                  </a:lnTo>
                  <a:lnTo>
                    <a:pt x="13244" y="226353"/>
                  </a:lnTo>
                  <a:lnTo>
                    <a:pt x="15418" y="231259"/>
                  </a:lnTo>
                  <a:lnTo>
                    <a:pt x="17749" y="236093"/>
                  </a:lnTo>
                  <a:lnTo>
                    <a:pt x="20233" y="240849"/>
                  </a:lnTo>
                  <a:lnTo>
                    <a:pt x="22869" y="245523"/>
                  </a:lnTo>
                  <a:lnTo>
                    <a:pt x="25653" y="250111"/>
                  </a:lnTo>
                  <a:lnTo>
                    <a:pt x="28583" y="254606"/>
                  </a:lnTo>
                  <a:lnTo>
                    <a:pt x="31656" y="259006"/>
                  </a:lnTo>
                  <a:lnTo>
                    <a:pt x="34869" y="263304"/>
                  </a:lnTo>
                  <a:lnTo>
                    <a:pt x="38217" y="267497"/>
                  </a:lnTo>
                  <a:lnTo>
                    <a:pt x="41699" y="271580"/>
                  </a:lnTo>
                  <a:lnTo>
                    <a:pt x="45310" y="275550"/>
                  </a:lnTo>
                  <a:lnTo>
                    <a:pt x="49047" y="279401"/>
                  </a:lnTo>
                  <a:lnTo>
                    <a:pt x="167146" y="1610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905444" y="5399291"/>
              <a:ext cx="285262" cy="334319"/>
            </a:xfrm>
            <a:custGeom>
              <a:avLst/>
              <a:pathLst>
                <a:path w="285262" h="334319">
                  <a:moveTo>
                    <a:pt x="0" y="285478"/>
                  </a:moveTo>
                  <a:lnTo>
                    <a:pt x="3835" y="289187"/>
                  </a:lnTo>
                  <a:lnTo>
                    <a:pt x="7788" y="292771"/>
                  </a:lnTo>
                  <a:lnTo>
                    <a:pt x="11853" y="296228"/>
                  </a:lnTo>
                  <a:lnTo>
                    <a:pt x="16026" y="299553"/>
                  </a:lnTo>
                  <a:lnTo>
                    <a:pt x="20302" y="302743"/>
                  </a:lnTo>
                  <a:lnTo>
                    <a:pt x="24679" y="305795"/>
                  </a:lnTo>
                  <a:lnTo>
                    <a:pt x="29151" y="308706"/>
                  </a:lnTo>
                  <a:lnTo>
                    <a:pt x="33713" y="311472"/>
                  </a:lnTo>
                  <a:lnTo>
                    <a:pt x="38362" y="314092"/>
                  </a:lnTo>
                  <a:lnTo>
                    <a:pt x="43091" y="316562"/>
                  </a:lnTo>
                  <a:lnTo>
                    <a:pt x="47897" y="318879"/>
                  </a:lnTo>
                  <a:lnTo>
                    <a:pt x="52775" y="321043"/>
                  </a:lnTo>
                  <a:lnTo>
                    <a:pt x="57719" y="323049"/>
                  </a:lnTo>
                  <a:lnTo>
                    <a:pt x="62724" y="324897"/>
                  </a:lnTo>
                  <a:lnTo>
                    <a:pt x="67786" y="326583"/>
                  </a:lnTo>
                  <a:lnTo>
                    <a:pt x="72900" y="328108"/>
                  </a:lnTo>
                  <a:lnTo>
                    <a:pt x="78059" y="329468"/>
                  </a:lnTo>
                  <a:lnTo>
                    <a:pt x="83259" y="330664"/>
                  </a:lnTo>
                  <a:lnTo>
                    <a:pt x="88495" y="331692"/>
                  </a:lnTo>
                  <a:lnTo>
                    <a:pt x="93760" y="332553"/>
                  </a:lnTo>
                  <a:lnTo>
                    <a:pt x="99051" y="333246"/>
                  </a:lnTo>
                  <a:lnTo>
                    <a:pt x="104361" y="333769"/>
                  </a:lnTo>
                  <a:lnTo>
                    <a:pt x="109685" y="334122"/>
                  </a:lnTo>
                  <a:lnTo>
                    <a:pt x="115017" y="334306"/>
                  </a:lnTo>
                  <a:lnTo>
                    <a:pt x="120353" y="334319"/>
                  </a:lnTo>
                  <a:lnTo>
                    <a:pt x="125686" y="334162"/>
                  </a:lnTo>
                  <a:lnTo>
                    <a:pt x="131012" y="333835"/>
                  </a:lnTo>
                  <a:lnTo>
                    <a:pt x="136324" y="333338"/>
                  </a:lnTo>
                  <a:lnTo>
                    <a:pt x="141618" y="332672"/>
                  </a:lnTo>
                  <a:lnTo>
                    <a:pt x="146888" y="331837"/>
                  </a:lnTo>
                  <a:lnTo>
                    <a:pt x="152129" y="330834"/>
                  </a:lnTo>
                  <a:lnTo>
                    <a:pt x="157335" y="329665"/>
                  </a:lnTo>
                  <a:lnTo>
                    <a:pt x="162501" y="328330"/>
                  </a:lnTo>
                  <a:lnTo>
                    <a:pt x="167621" y="326831"/>
                  </a:lnTo>
                  <a:lnTo>
                    <a:pt x="172692" y="325169"/>
                  </a:lnTo>
                  <a:lnTo>
                    <a:pt x="177706" y="323346"/>
                  </a:lnTo>
                  <a:lnTo>
                    <a:pt x="182660" y="321364"/>
                  </a:lnTo>
                  <a:lnTo>
                    <a:pt x="187549" y="319225"/>
                  </a:lnTo>
                  <a:lnTo>
                    <a:pt x="192366" y="316931"/>
                  </a:lnTo>
                  <a:lnTo>
                    <a:pt x="197108" y="314485"/>
                  </a:lnTo>
                  <a:lnTo>
                    <a:pt x="201769" y="311888"/>
                  </a:lnTo>
                  <a:lnTo>
                    <a:pt x="206345" y="309144"/>
                  </a:lnTo>
                  <a:lnTo>
                    <a:pt x="210831" y="306256"/>
                  </a:lnTo>
                  <a:lnTo>
                    <a:pt x="215223" y="303225"/>
                  </a:lnTo>
                  <a:lnTo>
                    <a:pt x="219515" y="300056"/>
                  </a:lnTo>
                  <a:lnTo>
                    <a:pt x="223705" y="296752"/>
                  </a:lnTo>
                  <a:lnTo>
                    <a:pt x="227787" y="293316"/>
                  </a:lnTo>
                  <a:lnTo>
                    <a:pt x="231757" y="289751"/>
                  </a:lnTo>
                  <a:lnTo>
                    <a:pt x="235611" y="286061"/>
                  </a:lnTo>
                  <a:lnTo>
                    <a:pt x="239345" y="282250"/>
                  </a:lnTo>
                  <a:lnTo>
                    <a:pt x="242956" y="278322"/>
                  </a:lnTo>
                  <a:lnTo>
                    <a:pt x="246440" y="274281"/>
                  </a:lnTo>
                  <a:lnTo>
                    <a:pt x="249793" y="270130"/>
                  </a:lnTo>
                  <a:lnTo>
                    <a:pt x="253012" y="265875"/>
                  </a:lnTo>
                  <a:lnTo>
                    <a:pt x="256094" y="261519"/>
                  </a:lnTo>
                  <a:lnTo>
                    <a:pt x="259035" y="257067"/>
                  </a:lnTo>
                  <a:lnTo>
                    <a:pt x="261832" y="252524"/>
                  </a:lnTo>
                  <a:lnTo>
                    <a:pt x="264483" y="247893"/>
                  </a:lnTo>
                  <a:lnTo>
                    <a:pt x="266984" y="243180"/>
                  </a:lnTo>
                  <a:lnTo>
                    <a:pt x="269335" y="238390"/>
                  </a:lnTo>
                  <a:lnTo>
                    <a:pt x="271530" y="233527"/>
                  </a:lnTo>
                  <a:lnTo>
                    <a:pt x="273570" y="228597"/>
                  </a:lnTo>
                  <a:lnTo>
                    <a:pt x="275451" y="223604"/>
                  </a:lnTo>
                  <a:lnTo>
                    <a:pt x="277172" y="218553"/>
                  </a:lnTo>
                  <a:lnTo>
                    <a:pt x="278731" y="213450"/>
                  </a:lnTo>
                  <a:lnTo>
                    <a:pt x="280127" y="208300"/>
                  </a:lnTo>
                  <a:lnTo>
                    <a:pt x="281357" y="203108"/>
                  </a:lnTo>
                  <a:lnTo>
                    <a:pt x="282421" y="197880"/>
                  </a:lnTo>
                  <a:lnTo>
                    <a:pt x="283317" y="192620"/>
                  </a:lnTo>
                  <a:lnTo>
                    <a:pt x="284045" y="187334"/>
                  </a:lnTo>
                  <a:lnTo>
                    <a:pt x="284604" y="182028"/>
                  </a:lnTo>
                  <a:lnTo>
                    <a:pt x="284994" y="176706"/>
                  </a:lnTo>
                  <a:lnTo>
                    <a:pt x="285213" y="171375"/>
                  </a:lnTo>
                  <a:lnTo>
                    <a:pt x="285262" y="166040"/>
                  </a:lnTo>
                  <a:lnTo>
                    <a:pt x="285141" y="160706"/>
                  </a:lnTo>
                  <a:lnTo>
                    <a:pt x="284850" y="155378"/>
                  </a:lnTo>
                  <a:lnTo>
                    <a:pt x="284389" y="150062"/>
                  </a:lnTo>
                  <a:lnTo>
                    <a:pt x="283758" y="144764"/>
                  </a:lnTo>
                  <a:lnTo>
                    <a:pt x="282959" y="139488"/>
                  </a:lnTo>
                  <a:lnTo>
                    <a:pt x="281992" y="134241"/>
                  </a:lnTo>
                  <a:lnTo>
                    <a:pt x="280857" y="129027"/>
                  </a:lnTo>
                  <a:lnTo>
                    <a:pt x="279557" y="123853"/>
                  </a:lnTo>
                  <a:lnTo>
                    <a:pt x="278093" y="118722"/>
                  </a:lnTo>
                  <a:lnTo>
                    <a:pt x="276465" y="113640"/>
                  </a:lnTo>
                  <a:lnTo>
                    <a:pt x="274676" y="108614"/>
                  </a:lnTo>
                  <a:lnTo>
                    <a:pt x="272728" y="103646"/>
                  </a:lnTo>
                  <a:lnTo>
                    <a:pt x="270622" y="98744"/>
                  </a:lnTo>
                  <a:lnTo>
                    <a:pt x="268360" y="93911"/>
                  </a:lnTo>
                  <a:lnTo>
                    <a:pt x="265946" y="89153"/>
                  </a:lnTo>
                  <a:lnTo>
                    <a:pt x="263381" y="84474"/>
                  </a:lnTo>
                  <a:lnTo>
                    <a:pt x="260668" y="79880"/>
                  </a:lnTo>
                  <a:lnTo>
                    <a:pt x="257810" y="75374"/>
                  </a:lnTo>
                  <a:lnTo>
                    <a:pt x="254809" y="70963"/>
                  </a:lnTo>
                  <a:lnTo>
                    <a:pt x="251669" y="66649"/>
                  </a:lnTo>
                  <a:lnTo>
                    <a:pt x="248393" y="62437"/>
                  </a:lnTo>
                  <a:lnTo>
                    <a:pt x="244984" y="58332"/>
                  </a:lnTo>
                  <a:lnTo>
                    <a:pt x="241446" y="54338"/>
                  </a:lnTo>
                  <a:lnTo>
                    <a:pt x="237783" y="50459"/>
                  </a:lnTo>
                  <a:lnTo>
                    <a:pt x="233997" y="46699"/>
                  </a:lnTo>
                  <a:lnTo>
                    <a:pt x="230093" y="43062"/>
                  </a:lnTo>
                  <a:lnTo>
                    <a:pt x="226076" y="39551"/>
                  </a:lnTo>
                  <a:lnTo>
                    <a:pt x="221948" y="36170"/>
                  </a:lnTo>
                  <a:lnTo>
                    <a:pt x="217714" y="32922"/>
                  </a:lnTo>
                  <a:lnTo>
                    <a:pt x="213379" y="29811"/>
                  </a:lnTo>
                  <a:lnTo>
                    <a:pt x="208947" y="26840"/>
                  </a:lnTo>
                  <a:lnTo>
                    <a:pt x="204422" y="24013"/>
                  </a:lnTo>
                  <a:lnTo>
                    <a:pt x="199810" y="21331"/>
                  </a:lnTo>
                  <a:lnTo>
                    <a:pt x="195114" y="18797"/>
                  </a:lnTo>
                  <a:lnTo>
                    <a:pt x="190340" y="16415"/>
                  </a:lnTo>
                  <a:lnTo>
                    <a:pt x="185492" y="14186"/>
                  </a:lnTo>
                  <a:lnTo>
                    <a:pt x="180575" y="12113"/>
                  </a:lnTo>
                  <a:lnTo>
                    <a:pt x="175595" y="10198"/>
                  </a:lnTo>
                  <a:lnTo>
                    <a:pt x="170556" y="8443"/>
                  </a:lnTo>
                  <a:lnTo>
                    <a:pt x="165464" y="6850"/>
                  </a:lnTo>
                  <a:lnTo>
                    <a:pt x="160324" y="5420"/>
                  </a:lnTo>
                  <a:lnTo>
                    <a:pt x="155140" y="4155"/>
                  </a:lnTo>
                  <a:lnTo>
                    <a:pt x="149919" y="3056"/>
                  </a:lnTo>
                  <a:lnTo>
                    <a:pt x="144665" y="2124"/>
                  </a:lnTo>
                  <a:lnTo>
                    <a:pt x="139384" y="1360"/>
                  </a:lnTo>
                  <a:lnTo>
                    <a:pt x="134082" y="765"/>
                  </a:lnTo>
                  <a:lnTo>
                    <a:pt x="128763" y="340"/>
                  </a:lnTo>
                  <a:lnTo>
                    <a:pt x="123434" y="85"/>
                  </a:lnTo>
                  <a:lnTo>
                    <a:pt x="118099" y="0"/>
                  </a:lnTo>
                  <a:lnTo>
                    <a:pt x="1180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0215" y="5269756"/>
              <a:ext cx="25043" cy="167167"/>
            </a:xfrm>
            <a:custGeom>
              <a:avLst/>
              <a:pathLst>
                <a:path w="25043" h="167167">
                  <a:moveTo>
                    <a:pt x="25043" y="0"/>
                  </a:moveTo>
                  <a:lnTo>
                    <a:pt x="16667" y="209"/>
                  </a:lnTo>
                  <a:lnTo>
                    <a:pt x="8312" y="839"/>
                  </a:lnTo>
                  <a:lnTo>
                    <a:pt x="0" y="1886"/>
                  </a:lnTo>
                  <a:lnTo>
                    <a:pt x="25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0215" y="5271642"/>
              <a:ext cx="25043" cy="165280"/>
            </a:xfrm>
            <a:custGeom>
              <a:avLst/>
              <a:pathLst>
                <a:path w="25043" h="165280">
                  <a:moveTo>
                    <a:pt x="0" y="0"/>
                  </a:moveTo>
                  <a:lnTo>
                    <a:pt x="25043" y="165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0215" y="5271642"/>
              <a:ext cx="25043" cy="165280"/>
            </a:xfrm>
            <a:custGeom>
              <a:avLst/>
              <a:pathLst>
                <a:path w="25043" h="165280">
                  <a:moveTo>
                    <a:pt x="0" y="0"/>
                  </a:moveTo>
                  <a:lnTo>
                    <a:pt x="25043" y="165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0215" y="5271642"/>
              <a:ext cx="25043" cy="165280"/>
            </a:xfrm>
            <a:custGeom>
              <a:avLst/>
              <a:pathLst>
                <a:path w="25043" h="165280">
                  <a:moveTo>
                    <a:pt x="0" y="0"/>
                  </a:moveTo>
                  <a:lnTo>
                    <a:pt x="25043" y="1652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0215" y="5271642"/>
              <a:ext cx="25043" cy="165280"/>
            </a:xfrm>
            <a:custGeom>
              <a:avLst/>
              <a:pathLst>
                <a:path w="25043" h="165280">
                  <a:moveTo>
                    <a:pt x="0" y="0"/>
                  </a:moveTo>
                  <a:lnTo>
                    <a:pt x="25043" y="1652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379099" y="5271642"/>
              <a:ext cx="166159" cy="165280"/>
            </a:xfrm>
            <a:custGeom>
              <a:avLst/>
              <a:pathLst>
                <a:path w="166159" h="165280">
                  <a:moveTo>
                    <a:pt x="141116" y="0"/>
                  </a:moveTo>
                  <a:lnTo>
                    <a:pt x="135715" y="909"/>
                  </a:lnTo>
                  <a:lnTo>
                    <a:pt x="130347" y="1994"/>
                  </a:lnTo>
                  <a:lnTo>
                    <a:pt x="125017" y="3255"/>
                  </a:lnTo>
                  <a:lnTo>
                    <a:pt x="119731" y="4690"/>
                  </a:lnTo>
                  <a:lnTo>
                    <a:pt x="114496" y="6297"/>
                  </a:lnTo>
                  <a:lnTo>
                    <a:pt x="109315" y="8074"/>
                  </a:lnTo>
                  <a:lnTo>
                    <a:pt x="104196" y="10021"/>
                  </a:lnTo>
                  <a:lnTo>
                    <a:pt x="99143" y="12134"/>
                  </a:lnTo>
                  <a:lnTo>
                    <a:pt x="94163" y="14411"/>
                  </a:lnTo>
                  <a:lnTo>
                    <a:pt x="89259" y="16851"/>
                  </a:lnTo>
                  <a:lnTo>
                    <a:pt x="84438" y="19449"/>
                  </a:lnTo>
                  <a:lnTo>
                    <a:pt x="79705" y="22205"/>
                  </a:lnTo>
                  <a:lnTo>
                    <a:pt x="75064" y="25114"/>
                  </a:lnTo>
                  <a:lnTo>
                    <a:pt x="70522" y="28173"/>
                  </a:lnTo>
                  <a:lnTo>
                    <a:pt x="66082" y="31379"/>
                  </a:lnTo>
                  <a:lnTo>
                    <a:pt x="61749" y="34729"/>
                  </a:lnTo>
                  <a:lnTo>
                    <a:pt x="57529" y="38220"/>
                  </a:lnTo>
                  <a:lnTo>
                    <a:pt x="53425" y="41846"/>
                  </a:lnTo>
                  <a:lnTo>
                    <a:pt x="49442" y="45606"/>
                  </a:lnTo>
                  <a:lnTo>
                    <a:pt x="45584" y="49493"/>
                  </a:lnTo>
                  <a:lnTo>
                    <a:pt x="41856" y="53505"/>
                  </a:lnTo>
                  <a:lnTo>
                    <a:pt x="38261" y="57637"/>
                  </a:lnTo>
                  <a:lnTo>
                    <a:pt x="34804" y="61885"/>
                  </a:lnTo>
                  <a:lnTo>
                    <a:pt x="31487" y="66243"/>
                  </a:lnTo>
                  <a:lnTo>
                    <a:pt x="28315" y="70708"/>
                  </a:lnTo>
                  <a:lnTo>
                    <a:pt x="25291" y="75274"/>
                  </a:lnTo>
                  <a:lnTo>
                    <a:pt x="22418" y="79937"/>
                  </a:lnTo>
                  <a:lnTo>
                    <a:pt x="19700" y="84691"/>
                  </a:lnTo>
                  <a:lnTo>
                    <a:pt x="17138" y="89532"/>
                  </a:lnTo>
                  <a:lnTo>
                    <a:pt x="14737" y="94454"/>
                  </a:lnTo>
                  <a:lnTo>
                    <a:pt x="12498" y="99453"/>
                  </a:lnTo>
                  <a:lnTo>
                    <a:pt x="10424" y="104522"/>
                  </a:lnTo>
                  <a:lnTo>
                    <a:pt x="8517" y="109656"/>
                  </a:lnTo>
                  <a:lnTo>
                    <a:pt x="6780" y="114850"/>
                  </a:lnTo>
                  <a:lnTo>
                    <a:pt x="5213" y="120098"/>
                  </a:lnTo>
                  <a:lnTo>
                    <a:pt x="3820" y="125394"/>
                  </a:lnTo>
                  <a:lnTo>
                    <a:pt x="2600" y="130733"/>
                  </a:lnTo>
                  <a:lnTo>
                    <a:pt x="1556" y="136110"/>
                  </a:lnTo>
                  <a:lnTo>
                    <a:pt x="689" y="141518"/>
                  </a:lnTo>
                  <a:lnTo>
                    <a:pt x="0" y="146951"/>
                  </a:lnTo>
                  <a:lnTo>
                    <a:pt x="166159" y="1652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989" y="148837"/>
                  </a:moveTo>
                  <a:lnTo>
                    <a:pt x="492" y="154117"/>
                  </a:lnTo>
                  <a:lnTo>
                    <a:pt x="162" y="159410"/>
                  </a:lnTo>
                  <a:lnTo>
                    <a:pt x="0" y="164711"/>
                  </a:lnTo>
                  <a:lnTo>
                    <a:pt x="6" y="170014"/>
                  </a:lnTo>
                  <a:lnTo>
                    <a:pt x="180" y="175314"/>
                  </a:lnTo>
                  <a:lnTo>
                    <a:pt x="523" y="180606"/>
                  </a:lnTo>
                  <a:lnTo>
                    <a:pt x="1033" y="185885"/>
                  </a:lnTo>
                  <a:lnTo>
                    <a:pt x="1710" y="191145"/>
                  </a:lnTo>
                  <a:lnTo>
                    <a:pt x="2554" y="196381"/>
                  </a:lnTo>
                  <a:lnTo>
                    <a:pt x="3563" y="201587"/>
                  </a:lnTo>
                  <a:lnTo>
                    <a:pt x="4737" y="206758"/>
                  </a:lnTo>
                  <a:lnTo>
                    <a:pt x="6075" y="211890"/>
                  </a:lnTo>
                  <a:lnTo>
                    <a:pt x="7575" y="216977"/>
                  </a:lnTo>
                  <a:lnTo>
                    <a:pt x="9235" y="222014"/>
                  </a:lnTo>
                  <a:lnTo>
                    <a:pt x="11054" y="226995"/>
                  </a:lnTo>
                  <a:lnTo>
                    <a:pt x="13031" y="231916"/>
                  </a:lnTo>
                  <a:lnTo>
                    <a:pt x="15162" y="236772"/>
                  </a:lnTo>
                  <a:lnTo>
                    <a:pt x="17446" y="241558"/>
                  </a:lnTo>
                  <a:lnTo>
                    <a:pt x="19881" y="246270"/>
                  </a:lnTo>
                  <a:lnTo>
                    <a:pt x="22465" y="250901"/>
                  </a:lnTo>
                  <a:lnTo>
                    <a:pt x="25193" y="255448"/>
                  </a:lnTo>
                  <a:lnTo>
                    <a:pt x="28065" y="259907"/>
                  </a:lnTo>
                  <a:lnTo>
                    <a:pt x="31077" y="264272"/>
                  </a:lnTo>
                  <a:lnTo>
                    <a:pt x="34226" y="268539"/>
                  </a:lnTo>
                  <a:lnTo>
                    <a:pt x="37508" y="272704"/>
                  </a:lnTo>
                  <a:lnTo>
                    <a:pt x="40921" y="276764"/>
                  </a:lnTo>
                  <a:lnTo>
                    <a:pt x="44461" y="280712"/>
                  </a:lnTo>
                  <a:lnTo>
                    <a:pt x="48124" y="284547"/>
                  </a:lnTo>
                  <a:lnTo>
                    <a:pt x="51907" y="288263"/>
                  </a:lnTo>
                  <a:lnTo>
                    <a:pt x="55807" y="291858"/>
                  </a:lnTo>
                  <a:lnTo>
                    <a:pt x="59818" y="295327"/>
                  </a:lnTo>
                  <a:lnTo>
                    <a:pt x="63937" y="298667"/>
                  </a:lnTo>
                  <a:lnTo>
                    <a:pt x="68160" y="301875"/>
                  </a:lnTo>
                  <a:lnTo>
                    <a:pt x="72483" y="304947"/>
                  </a:lnTo>
                  <a:lnTo>
                    <a:pt x="76901" y="307880"/>
                  </a:lnTo>
                  <a:lnTo>
                    <a:pt x="81410" y="310672"/>
                  </a:lnTo>
                  <a:lnTo>
                    <a:pt x="86005" y="313320"/>
                  </a:lnTo>
                  <a:lnTo>
                    <a:pt x="90682" y="315820"/>
                  </a:lnTo>
                  <a:lnTo>
                    <a:pt x="95435" y="318171"/>
                  </a:lnTo>
                  <a:lnTo>
                    <a:pt x="100261" y="320369"/>
                  </a:lnTo>
                  <a:lnTo>
                    <a:pt x="105155" y="322414"/>
                  </a:lnTo>
                  <a:lnTo>
                    <a:pt x="110110" y="324302"/>
                  </a:lnTo>
                  <a:lnTo>
                    <a:pt x="115123" y="326033"/>
                  </a:lnTo>
                  <a:lnTo>
                    <a:pt x="120189" y="327603"/>
                  </a:lnTo>
                  <a:lnTo>
                    <a:pt x="125301" y="329012"/>
                  </a:lnTo>
                  <a:lnTo>
                    <a:pt x="130456" y="330258"/>
                  </a:lnTo>
                  <a:lnTo>
                    <a:pt x="135648" y="331340"/>
                  </a:lnTo>
                  <a:lnTo>
                    <a:pt x="140871" y="332256"/>
                  </a:lnTo>
                  <a:lnTo>
                    <a:pt x="146121" y="333007"/>
                  </a:lnTo>
                  <a:lnTo>
                    <a:pt x="151392" y="333590"/>
                  </a:lnTo>
                  <a:lnTo>
                    <a:pt x="156679" y="334006"/>
                  </a:lnTo>
                  <a:lnTo>
                    <a:pt x="161977" y="334254"/>
                  </a:lnTo>
                  <a:lnTo>
                    <a:pt x="167279" y="334334"/>
                  </a:lnTo>
                  <a:lnTo>
                    <a:pt x="172582" y="334246"/>
                  </a:lnTo>
                  <a:lnTo>
                    <a:pt x="177879" y="333990"/>
                  </a:lnTo>
                  <a:lnTo>
                    <a:pt x="183165" y="333565"/>
                  </a:lnTo>
                  <a:lnTo>
                    <a:pt x="188435" y="332974"/>
                  </a:lnTo>
                  <a:lnTo>
                    <a:pt x="193684" y="332215"/>
                  </a:lnTo>
                  <a:lnTo>
                    <a:pt x="198906" y="331290"/>
                  </a:lnTo>
                  <a:lnTo>
                    <a:pt x="204096" y="330200"/>
                  </a:lnTo>
                  <a:lnTo>
                    <a:pt x="209249" y="328946"/>
                  </a:lnTo>
                  <a:lnTo>
                    <a:pt x="214359" y="327530"/>
                  </a:lnTo>
                  <a:lnTo>
                    <a:pt x="219422" y="325951"/>
                  </a:lnTo>
                  <a:lnTo>
                    <a:pt x="224432" y="324213"/>
                  </a:lnTo>
                  <a:lnTo>
                    <a:pt x="229385" y="322317"/>
                  </a:lnTo>
                  <a:lnTo>
                    <a:pt x="234275" y="320265"/>
                  </a:lnTo>
                  <a:lnTo>
                    <a:pt x="239098" y="318059"/>
                  </a:lnTo>
                  <a:lnTo>
                    <a:pt x="243848" y="315701"/>
                  </a:lnTo>
                  <a:lnTo>
                    <a:pt x="248521" y="313193"/>
                  </a:lnTo>
                  <a:lnTo>
                    <a:pt x="253112" y="310538"/>
                  </a:lnTo>
                  <a:lnTo>
                    <a:pt x="257616" y="307739"/>
                  </a:lnTo>
                  <a:lnTo>
                    <a:pt x="262030" y="304799"/>
                  </a:lnTo>
                  <a:lnTo>
                    <a:pt x="266348" y="301720"/>
                  </a:lnTo>
                  <a:lnTo>
                    <a:pt x="270566" y="298506"/>
                  </a:lnTo>
                  <a:lnTo>
                    <a:pt x="274680" y="295159"/>
                  </a:lnTo>
                  <a:lnTo>
                    <a:pt x="278685" y="291684"/>
                  </a:lnTo>
                  <a:lnTo>
                    <a:pt x="282579" y="288084"/>
                  </a:lnTo>
                  <a:lnTo>
                    <a:pt x="286356" y="284361"/>
                  </a:lnTo>
                  <a:lnTo>
                    <a:pt x="290014" y="280521"/>
                  </a:lnTo>
                  <a:lnTo>
                    <a:pt x="293548" y="276567"/>
                  </a:lnTo>
                  <a:lnTo>
                    <a:pt x="296954" y="272502"/>
                  </a:lnTo>
                  <a:lnTo>
                    <a:pt x="300230" y="268332"/>
                  </a:lnTo>
                  <a:lnTo>
                    <a:pt x="303372" y="264060"/>
                  </a:lnTo>
                  <a:lnTo>
                    <a:pt x="306377" y="259690"/>
                  </a:lnTo>
                  <a:lnTo>
                    <a:pt x="309242" y="255227"/>
                  </a:lnTo>
                  <a:lnTo>
                    <a:pt x="311964" y="250675"/>
                  </a:lnTo>
                  <a:lnTo>
                    <a:pt x="314540" y="246040"/>
                  </a:lnTo>
                  <a:lnTo>
                    <a:pt x="316967" y="241325"/>
                  </a:lnTo>
                  <a:lnTo>
                    <a:pt x="319244" y="236535"/>
                  </a:lnTo>
                  <a:lnTo>
                    <a:pt x="321368" y="231676"/>
                  </a:lnTo>
                  <a:lnTo>
                    <a:pt x="323337" y="226752"/>
                  </a:lnTo>
                  <a:lnTo>
                    <a:pt x="325148" y="221767"/>
                  </a:lnTo>
                  <a:lnTo>
                    <a:pt x="326801" y="216728"/>
                  </a:lnTo>
                  <a:lnTo>
                    <a:pt x="328292" y="211639"/>
                  </a:lnTo>
                  <a:lnTo>
                    <a:pt x="329622" y="206505"/>
                  </a:lnTo>
                  <a:lnTo>
                    <a:pt x="330788" y="201332"/>
                  </a:lnTo>
                  <a:lnTo>
                    <a:pt x="331789" y="196124"/>
                  </a:lnTo>
                  <a:lnTo>
                    <a:pt x="332625" y="190887"/>
                  </a:lnTo>
                  <a:lnTo>
                    <a:pt x="333294" y="185626"/>
                  </a:lnTo>
                  <a:lnTo>
                    <a:pt x="333796" y="180347"/>
                  </a:lnTo>
                  <a:lnTo>
                    <a:pt x="334130" y="175054"/>
                  </a:lnTo>
                  <a:lnTo>
                    <a:pt x="334296" y="169753"/>
                  </a:lnTo>
                  <a:lnTo>
                    <a:pt x="334294" y="164450"/>
                  </a:lnTo>
                  <a:lnTo>
                    <a:pt x="334124" y="159150"/>
                  </a:lnTo>
                  <a:lnTo>
                    <a:pt x="333786" y="153857"/>
                  </a:lnTo>
                  <a:lnTo>
                    <a:pt x="333280" y="148578"/>
                  </a:lnTo>
                  <a:lnTo>
                    <a:pt x="332606" y="143318"/>
                  </a:lnTo>
                  <a:lnTo>
                    <a:pt x="331767" y="138082"/>
                  </a:lnTo>
                  <a:lnTo>
                    <a:pt x="330761" y="132875"/>
                  </a:lnTo>
                  <a:lnTo>
                    <a:pt x="329591" y="127702"/>
                  </a:lnTo>
                  <a:lnTo>
                    <a:pt x="328258" y="122569"/>
                  </a:lnTo>
                  <a:lnTo>
                    <a:pt x="326762" y="117481"/>
                  </a:lnTo>
                  <a:lnTo>
                    <a:pt x="325105" y="112443"/>
                  </a:lnTo>
                  <a:lnTo>
                    <a:pt x="323290" y="107460"/>
                  </a:lnTo>
                  <a:lnTo>
                    <a:pt x="321318" y="102538"/>
                  </a:lnTo>
                  <a:lnTo>
                    <a:pt x="319190" y="97680"/>
                  </a:lnTo>
                  <a:lnTo>
                    <a:pt x="316909" y="92892"/>
                  </a:lnTo>
                  <a:lnTo>
                    <a:pt x="314478" y="88179"/>
                  </a:lnTo>
                  <a:lnTo>
                    <a:pt x="311898" y="83546"/>
                  </a:lnTo>
                  <a:lnTo>
                    <a:pt x="309173" y="78996"/>
                  </a:lnTo>
                  <a:lnTo>
                    <a:pt x="306305" y="74536"/>
                  </a:lnTo>
                  <a:lnTo>
                    <a:pt x="303297" y="70168"/>
                  </a:lnTo>
                  <a:lnTo>
                    <a:pt x="300151" y="65898"/>
                  </a:lnTo>
                  <a:lnTo>
                    <a:pt x="296872" y="61730"/>
                  </a:lnTo>
                  <a:lnTo>
                    <a:pt x="293462" y="57669"/>
                  </a:lnTo>
                  <a:lnTo>
                    <a:pt x="289925" y="53717"/>
                  </a:lnTo>
                  <a:lnTo>
                    <a:pt x="286265" y="49880"/>
                  </a:lnTo>
                  <a:lnTo>
                    <a:pt x="282485" y="46160"/>
                  </a:lnTo>
                  <a:lnTo>
                    <a:pt x="278588" y="42563"/>
                  </a:lnTo>
                  <a:lnTo>
                    <a:pt x="274580" y="39091"/>
                  </a:lnTo>
                  <a:lnTo>
                    <a:pt x="270463" y="35747"/>
                  </a:lnTo>
                  <a:lnTo>
                    <a:pt x="266243" y="32536"/>
                  </a:lnTo>
                  <a:lnTo>
                    <a:pt x="261922" y="29461"/>
                  </a:lnTo>
                  <a:lnTo>
                    <a:pt x="257507" y="26524"/>
                  </a:lnTo>
                  <a:lnTo>
                    <a:pt x="253000" y="23729"/>
                  </a:lnTo>
                  <a:lnTo>
                    <a:pt x="248407" y="21078"/>
                  </a:lnTo>
                  <a:lnTo>
                    <a:pt x="243732" y="18574"/>
                  </a:lnTo>
                  <a:lnTo>
                    <a:pt x="238980" y="16219"/>
                  </a:lnTo>
                  <a:lnTo>
                    <a:pt x="234156" y="14017"/>
                  </a:lnTo>
                  <a:lnTo>
                    <a:pt x="229264" y="11968"/>
                  </a:lnTo>
                  <a:lnTo>
                    <a:pt x="224310" y="10076"/>
                  </a:lnTo>
                  <a:lnTo>
                    <a:pt x="219298" y="8342"/>
                  </a:lnTo>
                  <a:lnTo>
                    <a:pt x="214234" y="6768"/>
                  </a:lnTo>
                  <a:lnTo>
                    <a:pt x="209122" y="5355"/>
                  </a:lnTo>
                  <a:lnTo>
                    <a:pt x="203969" y="4105"/>
                  </a:lnTo>
                  <a:lnTo>
                    <a:pt x="198778" y="3019"/>
                  </a:lnTo>
                  <a:lnTo>
                    <a:pt x="193555" y="2098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02888" y="5018213"/>
              <a:ext cx="18151" cy="167167"/>
            </a:xfrm>
            <a:custGeom>
              <a:avLst/>
              <a:pathLst>
                <a:path w="18151" h="167167">
                  <a:moveTo>
                    <a:pt x="18151" y="0"/>
                  </a:moveTo>
                  <a:lnTo>
                    <a:pt x="9062" y="247"/>
                  </a:lnTo>
                  <a:lnTo>
                    <a:pt x="0" y="988"/>
                  </a:lnTo>
                  <a:lnTo>
                    <a:pt x="18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02888" y="5019201"/>
              <a:ext cx="18151" cy="166179"/>
            </a:xfrm>
            <a:custGeom>
              <a:avLst/>
              <a:pathLst>
                <a:path w="18151" h="166179">
                  <a:moveTo>
                    <a:pt x="0" y="0"/>
                  </a:moveTo>
                  <a:lnTo>
                    <a:pt x="18151" y="1661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02888" y="5019201"/>
              <a:ext cx="18151" cy="166179"/>
            </a:xfrm>
            <a:custGeom>
              <a:avLst/>
              <a:pathLst>
                <a:path w="18151" h="166179">
                  <a:moveTo>
                    <a:pt x="0" y="0"/>
                  </a:moveTo>
                  <a:lnTo>
                    <a:pt x="18151" y="1661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02888" y="5019201"/>
              <a:ext cx="18151" cy="166179"/>
            </a:xfrm>
            <a:custGeom>
              <a:avLst/>
              <a:pathLst>
                <a:path w="18151" h="166179">
                  <a:moveTo>
                    <a:pt x="0" y="0"/>
                  </a:moveTo>
                  <a:lnTo>
                    <a:pt x="18151" y="1661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883842" y="5019201"/>
              <a:ext cx="137196" cy="166179"/>
            </a:xfrm>
            <a:custGeom>
              <a:avLst/>
              <a:pathLst>
                <a:path w="137196" h="166179">
                  <a:moveTo>
                    <a:pt x="119045" y="0"/>
                  </a:moveTo>
                  <a:lnTo>
                    <a:pt x="113598" y="685"/>
                  </a:lnTo>
                  <a:lnTo>
                    <a:pt x="108177" y="1549"/>
                  </a:lnTo>
                  <a:lnTo>
                    <a:pt x="102787" y="2591"/>
                  </a:lnTo>
                  <a:lnTo>
                    <a:pt x="97434" y="3809"/>
                  </a:lnTo>
                  <a:lnTo>
                    <a:pt x="92124" y="5202"/>
                  </a:lnTo>
                  <a:lnTo>
                    <a:pt x="86863" y="6769"/>
                  </a:lnTo>
                  <a:lnTo>
                    <a:pt x="81656" y="8507"/>
                  </a:lnTo>
                  <a:lnTo>
                    <a:pt x="76509" y="10416"/>
                  </a:lnTo>
                  <a:lnTo>
                    <a:pt x="71427" y="12493"/>
                  </a:lnTo>
                  <a:lnTo>
                    <a:pt x="66416" y="14735"/>
                  </a:lnTo>
                  <a:lnTo>
                    <a:pt x="61482" y="17141"/>
                  </a:lnTo>
                  <a:lnTo>
                    <a:pt x="56629" y="19707"/>
                  </a:lnTo>
                  <a:lnTo>
                    <a:pt x="51863" y="22432"/>
                  </a:lnTo>
                  <a:lnTo>
                    <a:pt x="47189" y="25311"/>
                  </a:lnTo>
                  <a:lnTo>
                    <a:pt x="42612" y="28342"/>
                  </a:lnTo>
                  <a:lnTo>
                    <a:pt x="38137" y="31522"/>
                  </a:lnTo>
                  <a:lnTo>
                    <a:pt x="33769" y="34848"/>
                  </a:lnTo>
                  <a:lnTo>
                    <a:pt x="29513" y="38315"/>
                  </a:lnTo>
                  <a:lnTo>
                    <a:pt x="25372" y="41919"/>
                  </a:lnTo>
                  <a:lnTo>
                    <a:pt x="21353" y="45658"/>
                  </a:lnTo>
                  <a:lnTo>
                    <a:pt x="17458" y="49527"/>
                  </a:lnTo>
                  <a:lnTo>
                    <a:pt x="13692" y="53521"/>
                  </a:lnTo>
                  <a:lnTo>
                    <a:pt x="10059" y="57637"/>
                  </a:lnTo>
                  <a:lnTo>
                    <a:pt x="6564" y="61870"/>
                  </a:lnTo>
                  <a:lnTo>
                    <a:pt x="3210" y="66216"/>
                  </a:lnTo>
                  <a:lnTo>
                    <a:pt x="0" y="70669"/>
                  </a:lnTo>
                  <a:lnTo>
                    <a:pt x="137196" y="1661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75" y="5018213"/>
              <a:ext cx="334317" cy="334331"/>
            </a:xfrm>
            <a:custGeom>
              <a:avLst/>
              <a:pathLst>
                <a:path w="334317" h="334331">
                  <a:moveTo>
                    <a:pt x="29967" y="71658"/>
                  </a:moveTo>
                  <a:lnTo>
                    <a:pt x="27011" y="76050"/>
                  </a:lnTo>
                  <a:lnTo>
                    <a:pt x="24197" y="80533"/>
                  </a:lnTo>
                  <a:lnTo>
                    <a:pt x="21525" y="85104"/>
                  </a:lnTo>
                  <a:lnTo>
                    <a:pt x="19000" y="89756"/>
                  </a:lnTo>
                  <a:lnTo>
                    <a:pt x="16623" y="94487"/>
                  </a:lnTo>
                  <a:lnTo>
                    <a:pt x="14397" y="99290"/>
                  </a:lnTo>
                  <a:lnTo>
                    <a:pt x="12324" y="104161"/>
                  </a:lnTo>
                  <a:lnTo>
                    <a:pt x="10407" y="109096"/>
                  </a:lnTo>
                  <a:lnTo>
                    <a:pt x="8646" y="114089"/>
                  </a:lnTo>
                  <a:lnTo>
                    <a:pt x="7045" y="119135"/>
                  </a:lnTo>
                  <a:lnTo>
                    <a:pt x="5605" y="124229"/>
                  </a:lnTo>
                  <a:lnTo>
                    <a:pt x="4326" y="129366"/>
                  </a:lnTo>
                  <a:lnTo>
                    <a:pt x="3211" y="134541"/>
                  </a:lnTo>
                  <a:lnTo>
                    <a:pt x="2260" y="139749"/>
                  </a:lnTo>
                  <a:lnTo>
                    <a:pt x="1474" y="144984"/>
                  </a:lnTo>
                  <a:lnTo>
                    <a:pt x="855" y="150242"/>
                  </a:lnTo>
                  <a:lnTo>
                    <a:pt x="403" y="155516"/>
                  </a:lnTo>
                  <a:lnTo>
                    <a:pt x="117" y="160803"/>
                  </a:lnTo>
                  <a:lnTo>
                    <a:pt x="0" y="166095"/>
                  </a:lnTo>
                  <a:lnTo>
                    <a:pt x="49" y="171389"/>
                  </a:lnTo>
                  <a:lnTo>
                    <a:pt x="267" y="176678"/>
                  </a:lnTo>
                  <a:lnTo>
                    <a:pt x="652" y="181958"/>
                  </a:lnTo>
                  <a:lnTo>
                    <a:pt x="1204" y="187223"/>
                  </a:lnTo>
                  <a:lnTo>
                    <a:pt x="1922" y="192468"/>
                  </a:lnTo>
                  <a:lnTo>
                    <a:pt x="2806" y="197688"/>
                  </a:lnTo>
                  <a:lnTo>
                    <a:pt x="3855" y="202877"/>
                  </a:lnTo>
                  <a:lnTo>
                    <a:pt x="5067" y="208030"/>
                  </a:lnTo>
                  <a:lnTo>
                    <a:pt x="6443" y="213142"/>
                  </a:lnTo>
                  <a:lnTo>
                    <a:pt x="7979" y="218209"/>
                  </a:lnTo>
                  <a:lnTo>
                    <a:pt x="9675" y="223223"/>
                  </a:lnTo>
                  <a:lnTo>
                    <a:pt x="11529" y="228182"/>
                  </a:lnTo>
                  <a:lnTo>
                    <a:pt x="13539" y="233080"/>
                  </a:lnTo>
                  <a:lnTo>
                    <a:pt x="15703" y="237911"/>
                  </a:lnTo>
                  <a:lnTo>
                    <a:pt x="18019" y="242671"/>
                  </a:lnTo>
                  <a:lnTo>
                    <a:pt x="20485" y="247356"/>
                  </a:lnTo>
                  <a:lnTo>
                    <a:pt x="23098" y="251960"/>
                  </a:lnTo>
                  <a:lnTo>
                    <a:pt x="25855" y="256480"/>
                  </a:lnTo>
                  <a:lnTo>
                    <a:pt x="28754" y="260909"/>
                  </a:lnTo>
                  <a:lnTo>
                    <a:pt x="31791" y="265245"/>
                  </a:lnTo>
                  <a:lnTo>
                    <a:pt x="34965" y="269482"/>
                  </a:lnTo>
                  <a:lnTo>
                    <a:pt x="38271" y="273617"/>
                  </a:lnTo>
                  <a:lnTo>
                    <a:pt x="41706" y="277645"/>
                  </a:lnTo>
                  <a:lnTo>
                    <a:pt x="45267" y="281562"/>
                  </a:lnTo>
                  <a:lnTo>
                    <a:pt x="48951" y="285365"/>
                  </a:lnTo>
                  <a:lnTo>
                    <a:pt x="52753" y="289048"/>
                  </a:lnTo>
                  <a:lnTo>
                    <a:pt x="56669" y="292610"/>
                  </a:lnTo>
                  <a:lnTo>
                    <a:pt x="60697" y="296046"/>
                  </a:lnTo>
                  <a:lnTo>
                    <a:pt x="64831" y="299353"/>
                  </a:lnTo>
                  <a:lnTo>
                    <a:pt x="69068" y="302527"/>
                  </a:lnTo>
                  <a:lnTo>
                    <a:pt x="73403" y="305565"/>
                  </a:lnTo>
                  <a:lnTo>
                    <a:pt x="77833" y="308464"/>
                  </a:lnTo>
                  <a:lnTo>
                    <a:pt x="82352" y="311222"/>
                  </a:lnTo>
                  <a:lnTo>
                    <a:pt x="86956" y="313835"/>
                  </a:lnTo>
                  <a:lnTo>
                    <a:pt x="91640" y="316302"/>
                  </a:lnTo>
                  <a:lnTo>
                    <a:pt x="96400" y="318618"/>
                  </a:lnTo>
                  <a:lnTo>
                    <a:pt x="101231" y="320783"/>
                  </a:lnTo>
                  <a:lnTo>
                    <a:pt x="106128" y="322794"/>
                  </a:lnTo>
                  <a:lnTo>
                    <a:pt x="111087" y="324648"/>
                  </a:lnTo>
                  <a:lnTo>
                    <a:pt x="116102" y="326345"/>
                  </a:lnTo>
                  <a:lnTo>
                    <a:pt x="121167" y="327882"/>
                  </a:lnTo>
                  <a:lnTo>
                    <a:pt x="126279" y="329258"/>
                  </a:lnTo>
                  <a:lnTo>
                    <a:pt x="131432" y="330471"/>
                  </a:lnTo>
                  <a:lnTo>
                    <a:pt x="136621" y="331521"/>
                  </a:lnTo>
                  <a:lnTo>
                    <a:pt x="141841" y="332405"/>
                  </a:lnTo>
                  <a:lnTo>
                    <a:pt x="147086" y="333124"/>
                  </a:lnTo>
                  <a:lnTo>
                    <a:pt x="152351" y="333677"/>
                  </a:lnTo>
                  <a:lnTo>
                    <a:pt x="157631" y="334062"/>
                  </a:lnTo>
                  <a:lnTo>
                    <a:pt x="162920" y="334281"/>
                  </a:lnTo>
                  <a:lnTo>
                    <a:pt x="168214" y="334331"/>
                  </a:lnTo>
                  <a:lnTo>
                    <a:pt x="173506" y="334214"/>
                  </a:lnTo>
                  <a:lnTo>
                    <a:pt x="178793" y="333929"/>
                  </a:lnTo>
                  <a:lnTo>
                    <a:pt x="184067" y="333478"/>
                  </a:lnTo>
                  <a:lnTo>
                    <a:pt x="189325" y="332859"/>
                  </a:lnTo>
                  <a:lnTo>
                    <a:pt x="194560" y="332074"/>
                  </a:lnTo>
                  <a:lnTo>
                    <a:pt x="199768" y="331124"/>
                  </a:lnTo>
                  <a:lnTo>
                    <a:pt x="204944" y="330009"/>
                  </a:lnTo>
                  <a:lnTo>
                    <a:pt x="210081" y="328731"/>
                  </a:lnTo>
                  <a:lnTo>
                    <a:pt x="215175" y="327291"/>
                  </a:lnTo>
                  <a:lnTo>
                    <a:pt x="220222" y="325691"/>
                  </a:lnTo>
                  <a:lnTo>
                    <a:pt x="225215" y="323931"/>
                  </a:lnTo>
                  <a:lnTo>
                    <a:pt x="230149" y="322014"/>
                  </a:lnTo>
                  <a:lnTo>
                    <a:pt x="235021" y="319942"/>
                  </a:lnTo>
                  <a:lnTo>
                    <a:pt x="239824" y="317717"/>
                  </a:lnTo>
                  <a:lnTo>
                    <a:pt x="244555" y="315341"/>
                  </a:lnTo>
                  <a:lnTo>
                    <a:pt x="249208" y="312816"/>
                  </a:lnTo>
                  <a:lnTo>
                    <a:pt x="253779" y="310145"/>
                  </a:lnTo>
                  <a:lnTo>
                    <a:pt x="258263" y="307331"/>
                  </a:lnTo>
                  <a:lnTo>
                    <a:pt x="262655" y="304376"/>
                  </a:lnTo>
                  <a:lnTo>
                    <a:pt x="266952" y="301283"/>
                  </a:lnTo>
                  <a:lnTo>
                    <a:pt x="271149" y="298056"/>
                  </a:lnTo>
                  <a:lnTo>
                    <a:pt x="275241" y="294698"/>
                  </a:lnTo>
                  <a:lnTo>
                    <a:pt x="279225" y="291212"/>
                  </a:lnTo>
                  <a:lnTo>
                    <a:pt x="283097" y="287601"/>
                  </a:lnTo>
                  <a:lnTo>
                    <a:pt x="286852" y="283870"/>
                  </a:lnTo>
                  <a:lnTo>
                    <a:pt x="290487" y="280022"/>
                  </a:lnTo>
                  <a:lnTo>
                    <a:pt x="293999" y="276060"/>
                  </a:lnTo>
                  <a:lnTo>
                    <a:pt x="297384" y="271989"/>
                  </a:lnTo>
                  <a:lnTo>
                    <a:pt x="300637" y="267813"/>
                  </a:lnTo>
                  <a:lnTo>
                    <a:pt x="303757" y="263536"/>
                  </a:lnTo>
                  <a:lnTo>
                    <a:pt x="306740" y="259163"/>
                  </a:lnTo>
                  <a:lnTo>
                    <a:pt x="309583" y="254697"/>
                  </a:lnTo>
                  <a:lnTo>
                    <a:pt x="312284" y="250144"/>
                  </a:lnTo>
                  <a:lnTo>
                    <a:pt x="314838" y="245507"/>
                  </a:lnTo>
                  <a:lnTo>
                    <a:pt x="317245" y="240791"/>
                  </a:lnTo>
                  <a:lnTo>
                    <a:pt x="319501" y="236002"/>
                  </a:lnTo>
                  <a:lnTo>
                    <a:pt x="321604" y="231144"/>
                  </a:lnTo>
                  <a:lnTo>
                    <a:pt x="323552" y="226222"/>
                  </a:lnTo>
                  <a:lnTo>
                    <a:pt x="325344" y="221240"/>
                  </a:lnTo>
                  <a:lnTo>
                    <a:pt x="326977" y="216204"/>
                  </a:lnTo>
                  <a:lnTo>
                    <a:pt x="328449" y="211119"/>
                  </a:lnTo>
                  <a:lnTo>
                    <a:pt x="329760" y="205990"/>
                  </a:lnTo>
                  <a:lnTo>
                    <a:pt x="330908" y="200822"/>
                  </a:lnTo>
                  <a:lnTo>
                    <a:pt x="331892" y="195620"/>
                  </a:lnTo>
                  <a:lnTo>
                    <a:pt x="332710" y="190390"/>
                  </a:lnTo>
                  <a:lnTo>
                    <a:pt x="333362" y="185137"/>
                  </a:lnTo>
                  <a:lnTo>
                    <a:pt x="333848" y="179865"/>
                  </a:lnTo>
                  <a:lnTo>
                    <a:pt x="334166" y="174581"/>
                  </a:lnTo>
                  <a:lnTo>
                    <a:pt x="334317" y="169289"/>
                  </a:lnTo>
                  <a:lnTo>
                    <a:pt x="334301" y="163995"/>
                  </a:lnTo>
                  <a:lnTo>
                    <a:pt x="334117" y="158704"/>
                  </a:lnTo>
                  <a:lnTo>
                    <a:pt x="333765" y="153422"/>
                  </a:lnTo>
                  <a:lnTo>
                    <a:pt x="333246" y="148153"/>
                  </a:lnTo>
                  <a:lnTo>
                    <a:pt x="332561" y="142904"/>
                  </a:lnTo>
                  <a:lnTo>
                    <a:pt x="331710" y="137679"/>
                  </a:lnTo>
                  <a:lnTo>
                    <a:pt x="330693" y="132484"/>
                  </a:lnTo>
                  <a:lnTo>
                    <a:pt x="329513" y="127323"/>
                  </a:lnTo>
                  <a:lnTo>
                    <a:pt x="328170" y="122202"/>
                  </a:lnTo>
                  <a:lnTo>
                    <a:pt x="326666" y="117126"/>
                  </a:lnTo>
                  <a:lnTo>
                    <a:pt x="325001" y="112101"/>
                  </a:lnTo>
                  <a:lnTo>
                    <a:pt x="323178" y="107131"/>
                  </a:lnTo>
                  <a:lnTo>
                    <a:pt x="321199" y="102221"/>
                  </a:lnTo>
                  <a:lnTo>
                    <a:pt x="319065" y="97376"/>
                  </a:lnTo>
                  <a:lnTo>
                    <a:pt x="316779" y="92601"/>
                  </a:lnTo>
                  <a:lnTo>
                    <a:pt x="314343" y="87901"/>
                  </a:lnTo>
                  <a:lnTo>
                    <a:pt x="311759" y="83280"/>
                  </a:lnTo>
                  <a:lnTo>
                    <a:pt x="309031" y="78744"/>
                  </a:lnTo>
                  <a:lnTo>
                    <a:pt x="306160" y="74296"/>
                  </a:lnTo>
                  <a:lnTo>
                    <a:pt x="303149" y="69941"/>
                  </a:lnTo>
                  <a:lnTo>
                    <a:pt x="300002" y="65684"/>
                  </a:lnTo>
                  <a:lnTo>
                    <a:pt x="296722" y="61529"/>
                  </a:lnTo>
                  <a:lnTo>
                    <a:pt x="293312" y="57479"/>
                  </a:lnTo>
                  <a:lnTo>
                    <a:pt x="289776" y="53540"/>
                  </a:lnTo>
                  <a:lnTo>
                    <a:pt x="286117" y="49714"/>
                  </a:lnTo>
                  <a:lnTo>
                    <a:pt x="282338" y="46007"/>
                  </a:lnTo>
                  <a:lnTo>
                    <a:pt x="278444" y="42420"/>
                  </a:lnTo>
                  <a:lnTo>
                    <a:pt x="274438" y="38959"/>
                  </a:lnTo>
                  <a:lnTo>
                    <a:pt x="270324" y="35627"/>
                  </a:lnTo>
                  <a:lnTo>
                    <a:pt x="266107" y="32426"/>
                  </a:lnTo>
                  <a:lnTo>
                    <a:pt x="261791" y="29361"/>
                  </a:lnTo>
                  <a:lnTo>
                    <a:pt x="257380" y="26434"/>
                  </a:lnTo>
                  <a:lnTo>
                    <a:pt x="252879" y="23647"/>
                  </a:lnTo>
                  <a:lnTo>
                    <a:pt x="248291" y="21005"/>
                  </a:lnTo>
                  <a:lnTo>
                    <a:pt x="243623" y="18510"/>
                  </a:lnTo>
                  <a:lnTo>
                    <a:pt x="238877" y="16163"/>
                  </a:lnTo>
                  <a:lnTo>
                    <a:pt x="234060" y="13968"/>
                  </a:lnTo>
                  <a:lnTo>
                    <a:pt x="229175" y="11927"/>
                  </a:lnTo>
                  <a:lnTo>
                    <a:pt x="224228" y="10041"/>
                  </a:lnTo>
                  <a:lnTo>
                    <a:pt x="219225" y="8313"/>
                  </a:lnTo>
                  <a:lnTo>
                    <a:pt x="214168" y="6744"/>
                  </a:lnTo>
                  <a:lnTo>
                    <a:pt x="209065" y="5336"/>
                  </a:lnTo>
                  <a:lnTo>
                    <a:pt x="203920" y="4090"/>
                  </a:lnTo>
                  <a:lnTo>
                    <a:pt x="198738" y="3008"/>
                  </a:lnTo>
                  <a:lnTo>
                    <a:pt x="193524" y="2091"/>
                  </a:lnTo>
                  <a:lnTo>
                    <a:pt x="188284" y="1339"/>
                  </a:lnTo>
                  <a:lnTo>
                    <a:pt x="183022" y="753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12560" y="4659281"/>
              <a:ext cx="110674" cy="167167"/>
            </a:xfrm>
            <a:custGeom>
              <a:avLst/>
              <a:pathLst>
                <a:path w="110674" h="167167">
                  <a:moveTo>
                    <a:pt x="110674" y="0"/>
                  </a:moveTo>
                  <a:lnTo>
                    <a:pt x="105177" y="90"/>
                  </a:lnTo>
                  <a:lnTo>
                    <a:pt x="99686" y="361"/>
                  </a:lnTo>
                  <a:lnTo>
                    <a:pt x="94207" y="813"/>
                  </a:lnTo>
                  <a:lnTo>
                    <a:pt x="88746" y="1444"/>
                  </a:lnTo>
                  <a:lnTo>
                    <a:pt x="83308" y="2255"/>
                  </a:lnTo>
                  <a:lnTo>
                    <a:pt x="77900" y="3244"/>
                  </a:lnTo>
                  <a:lnTo>
                    <a:pt x="72527" y="4410"/>
                  </a:lnTo>
                  <a:lnTo>
                    <a:pt x="67196" y="5753"/>
                  </a:lnTo>
                  <a:lnTo>
                    <a:pt x="61912" y="7270"/>
                  </a:lnTo>
                  <a:lnTo>
                    <a:pt x="56680" y="8960"/>
                  </a:lnTo>
                  <a:lnTo>
                    <a:pt x="51507" y="10821"/>
                  </a:lnTo>
                  <a:lnTo>
                    <a:pt x="46398" y="12851"/>
                  </a:lnTo>
                  <a:lnTo>
                    <a:pt x="41358" y="15048"/>
                  </a:lnTo>
                  <a:lnTo>
                    <a:pt x="36393" y="17409"/>
                  </a:lnTo>
                  <a:lnTo>
                    <a:pt x="31509" y="19933"/>
                  </a:lnTo>
                  <a:lnTo>
                    <a:pt x="26710" y="22616"/>
                  </a:lnTo>
                  <a:lnTo>
                    <a:pt x="22002" y="25455"/>
                  </a:lnTo>
                  <a:lnTo>
                    <a:pt x="17390" y="28448"/>
                  </a:lnTo>
                  <a:lnTo>
                    <a:pt x="12879" y="31590"/>
                  </a:lnTo>
                  <a:lnTo>
                    <a:pt x="8474" y="34879"/>
                  </a:lnTo>
                  <a:lnTo>
                    <a:pt x="4179" y="38311"/>
                  </a:lnTo>
                  <a:lnTo>
                    <a:pt x="0" y="41883"/>
                  </a:lnTo>
                  <a:lnTo>
                    <a:pt x="1106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12560" y="4701165"/>
              <a:ext cx="110674" cy="125283"/>
            </a:xfrm>
            <a:custGeom>
              <a:avLst/>
              <a:pathLst>
                <a:path w="110674" h="125283">
                  <a:moveTo>
                    <a:pt x="0" y="0"/>
                  </a:moveTo>
                  <a:lnTo>
                    <a:pt x="110674" y="1252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12560" y="4701165"/>
              <a:ext cx="110674" cy="125283"/>
            </a:xfrm>
            <a:custGeom>
              <a:avLst/>
              <a:pathLst>
                <a:path w="110674" h="125283">
                  <a:moveTo>
                    <a:pt x="0" y="0"/>
                  </a:moveTo>
                  <a:lnTo>
                    <a:pt x="110674" y="1252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256078" y="4701165"/>
              <a:ext cx="334308" cy="292451"/>
            </a:xfrm>
            <a:custGeom>
              <a:avLst/>
              <a:pathLst>
                <a:path w="334308" h="292451">
                  <a:moveTo>
                    <a:pt x="56481" y="0"/>
                  </a:moveTo>
                  <a:lnTo>
                    <a:pt x="52554" y="3582"/>
                  </a:lnTo>
                  <a:lnTo>
                    <a:pt x="48742" y="7288"/>
                  </a:lnTo>
                  <a:lnTo>
                    <a:pt x="45050" y="11113"/>
                  </a:lnTo>
                  <a:lnTo>
                    <a:pt x="41481" y="15053"/>
                  </a:lnTo>
                  <a:lnTo>
                    <a:pt x="38039" y="19105"/>
                  </a:lnTo>
                  <a:lnTo>
                    <a:pt x="34729" y="23264"/>
                  </a:lnTo>
                  <a:lnTo>
                    <a:pt x="31552" y="27527"/>
                  </a:lnTo>
                  <a:lnTo>
                    <a:pt x="28512" y="31888"/>
                  </a:lnTo>
                  <a:lnTo>
                    <a:pt x="25612" y="36344"/>
                  </a:lnTo>
                  <a:lnTo>
                    <a:pt x="22856" y="40889"/>
                  </a:lnTo>
                  <a:lnTo>
                    <a:pt x="20245" y="45520"/>
                  </a:lnTo>
                  <a:lnTo>
                    <a:pt x="17783" y="50232"/>
                  </a:lnTo>
                  <a:lnTo>
                    <a:pt x="15472" y="55020"/>
                  </a:lnTo>
                  <a:lnTo>
                    <a:pt x="13315" y="59879"/>
                  </a:lnTo>
                  <a:lnTo>
                    <a:pt x="11313" y="64803"/>
                  </a:lnTo>
                  <a:lnTo>
                    <a:pt x="9468" y="69789"/>
                  </a:lnTo>
                  <a:lnTo>
                    <a:pt x="7784" y="74832"/>
                  </a:lnTo>
                  <a:lnTo>
                    <a:pt x="6260" y="79925"/>
                  </a:lnTo>
                  <a:lnTo>
                    <a:pt x="4899" y="85064"/>
                  </a:lnTo>
                  <a:lnTo>
                    <a:pt x="3702" y="90243"/>
                  </a:lnTo>
                  <a:lnTo>
                    <a:pt x="2671" y="95459"/>
                  </a:lnTo>
                  <a:lnTo>
                    <a:pt x="1805" y="100704"/>
                  </a:lnTo>
                  <a:lnTo>
                    <a:pt x="1108" y="105974"/>
                  </a:lnTo>
                  <a:lnTo>
                    <a:pt x="577" y="111264"/>
                  </a:lnTo>
                  <a:lnTo>
                    <a:pt x="216" y="116568"/>
                  </a:lnTo>
                  <a:lnTo>
                    <a:pt x="23" y="121880"/>
                  </a:lnTo>
                  <a:lnTo>
                    <a:pt x="0" y="127196"/>
                  </a:lnTo>
                  <a:lnTo>
                    <a:pt x="145" y="132511"/>
                  </a:lnTo>
                  <a:lnTo>
                    <a:pt x="459" y="137817"/>
                  </a:lnTo>
                  <a:lnTo>
                    <a:pt x="942" y="143112"/>
                  </a:lnTo>
                  <a:lnTo>
                    <a:pt x="1593" y="148388"/>
                  </a:lnTo>
                  <a:lnTo>
                    <a:pt x="2411" y="153641"/>
                  </a:lnTo>
                  <a:lnTo>
                    <a:pt x="3396" y="158865"/>
                  </a:lnTo>
                  <a:lnTo>
                    <a:pt x="4547" y="164055"/>
                  </a:lnTo>
                  <a:lnTo>
                    <a:pt x="5862" y="169206"/>
                  </a:lnTo>
                  <a:lnTo>
                    <a:pt x="7340" y="174312"/>
                  </a:lnTo>
                  <a:lnTo>
                    <a:pt x="8980" y="179369"/>
                  </a:lnTo>
                  <a:lnTo>
                    <a:pt x="10780" y="184372"/>
                  </a:lnTo>
                  <a:lnTo>
                    <a:pt x="12738" y="189314"/>
                  </a:lnTo>
                  <a:lnTo>
                    <a:pt x="14852" y="194192"/>
                  </a:lnTo>
                  <a:lnTo>
                    <a:pt x="17120" y="199000"/>
                  </a:lnTo>
                  <a:lnTo>
                    <a:pt x="19540" y="203733"/>
                  </a:lnTo>
                  <a:lnTo>
                    <a:pt x="22109" y="208388"/>
                  </a:lnTo>
                  <a:lnTo>
                    <a:pt x="24825" y="212958"/>
                  </a:lnTo>
                  <a:lnTo>
                    <a:pt x="27685" y="217439"/>
                  </a:lnTo>
                  <a:lnTo>
                    <a:pt x="30685" y="221827"/>
                  </a:lnTo>
                  <a:lnTo>
                    <a:pt x="33824" y="226118"/>
                  </a:lnTo>
                  <a:lnTo>
                    <a:pt x="37098" y="230307"/>
                  </a:lnTo>
                  <a:lnTo>
                    <a:pt x="40503" y="234389"/>
                  </a:lnTo>
                  <a:lnTo>
                    <a:pt x="44037" y="238361"/>
                  </a:lnTo>
                  <a:lnTo>
                    <a:pt x="47694" y="242219"/>
                  </a:lnTo>
                  <a:lnTo>
                    <a:pt x="51473" y="245958"/>
                  </a:lnTo>
                  <a:lnTo>
                    <a:pt x="55369" y="249576"/>
                  </a:lnTo>
                  <a:lnTo>
                    <a:pt x="59377" y="253067"/>
                  </a:lnTo>
                  <a:lnTo>
                    <a:pt x="63495" y="256430"/>
                  </a:lnTo>
                  <a:lnTo>
                    <a:pt x="67718" y="259660"/>
                  </a:lnTo>
                  <a:lnTo>
                    <a:pt x="72041" y="262754"/>
                  </a:lnTo>
                  <a:lnTo>
                    <a:pt x="76460" y="265709"/>
                  </a:lnTo>
                  <a:lnTo>
                    <a:pt x="80971" y="268521"/>
                  </a:lnTo>
                  <a:lnTo>
                    <a:pt x="85569" y="271189"/>
                  </a:lnTo>
                  <a:lnTo>
                    <a:pt x="90250" y="273710"/>
                  </a:lnTo>
                  <a:lnTo>
                    <a:pt x="95009" y="276080"/>
                  </a:lnTo>
                  <a:lnTo>
                    <a:pt x="99840" y="278298"/>
                  </a:lnTo>
                  <a:lnTo>
                    <a:pt x="104740" y="280361"/>
                  </a:lnTo>
                  <a:lnTo>
                    <a:pt x="109702" y="282268"/>
                  </a:lnTo>
                  <a:lnTo>
                    <a:pt x="114723" y="284015"/>
                  </a:lnTo>
                  <a:lnTo>
                    <a:pt x="119797" y="285602"/>
                  </a:lnTo>
                  <a:lnTo>
                    <a:pt x="124918" y="287027"/>
                  </a:lnTo>
                  <a:lnTo>
                    <a:pt x="130083" y="288288"/>
                  </a:lnTo>
                  <a:lnTo>
                    <a:pt x="135285" y="289385"/>
                  </a:lnTo>
                  <a:lnTo>
                    <a:pt x="140519" y="290315"/>
                  </a:lnTo>
                  <a:lnTo>
                    <a:pt x="145780" y="291079"/>
                  </a:lnTo>
                  <a:lnTo>
                    <a:pt x="151063" y="291674"/>
                  </a:lnTo>
                  <a:lnTo>
                    <a:pt x="156361" y="292102"/>
                  </a:lnTo>
                  <a:lnTo>
                    <a:pt x="161671" y="292361"/>
                  </a:lnTo>
                  <a:lnTo>
                    <a:pt x="166987" y="292451"/>
                  </a:lnTo>
                  <a:lnTo>
                    <a:pt x="172302" y="292372"/>
                  </a:lnTo>
                  <a:lnTo>
                    <a:pt x="177613" y="292123"/>
                  </a:lnTo>
                  <a:lnTo>
                    <a:pt x="182913" y="291707"/>
                  </a:lnTo>
                  <a:lnTo>
                    <a:pt x="188196" y="291121"/>
                  </a:lnTo>
                  <a:lnTo>
                    <a:pt x="193459" y="290369"/>
                  </a:lnTo>
                  <a:lnTo>
                    <a:pt x="198695" y="289449"/>
                  </a:lnTo>
                  <a:lnTo>
                    <a:pt x="203899" y="288363"/>
                  </a:lnTo>
                  <a:lnTo>
                    <a:pt x="209066" y="287112"/>
                  </a:lnTo>
                  <a:lnTo>
                    <a:pt x="214191" y="285698"/>
                  </a:lnTo>
                  <a:lnTo>
                    <a:pt x="219268" y="284121"/>
                  </a:lnTo>
                  <a:lnTo>
                    <a:pt x="224292" y="282384"/>
                  </a:lnTo>
                  <a:lnTo>
                    <a:pt x="229258" y="280487"/>
                  </a:lnTo>
                  <a:lnTo>
                    <a:pt x="234162" y="278434"/>
                  </a:lnTo>
                  <a:lnTo>
                    <a:pt x="238998" y="276226"/>
                  </a:lnTo>
                  <a:lnTo>
                    <a:pt x="243761" y="273865"/>
                  </a:lnTo>
                  <a:lnTo>
                    <a:pt x="248447" y="271354"/>
                  </a:lnTo>
                  <a:lnTo>
                    <a:pt x="253051" y="268696"/>
                  </a:lnTo>
                  <a:lnTo>
                    <a:pt x="257567" y="265892"/>
                  </a:lnTo>
                  <a:lnTo>
                    <a:pt x="261993" y="262946"/>
                  </a:lnTo>
                  <a:lnTo>
                    <a:pt x="266322" y="259861"/>
                  </a:lnTo>
                  <a:lnTo>
                    <a:pt x="270551" y="256639"/>
                  </a:lnTo>
                  <a:lnTo>
                    <a:pt x="274676" y="253285"/>
                  </a:lnTo>
                  <a:lnTo>
                    <a:pt x="278691" y="249802"/>
                  </a:lnTo>
                  <a:lnTo>
                    <a:pt x="282594" y="246192"/>
                  </a:lnTo>
                  <a:lnTo>
                    <a:pt x="286381" y="242460"/>
                  </a:lnTo>
                  <a:lnTo>
                    <a:pt x="290046" y="238610"/>
                  </a:lnTo>
                  <a:lnTo>
                    <a:pt x="293588" y="234645"/>
                  </a:lnTo>
                  <a:lnTo>
                    <a:pt x="297001" y="230570"/>
                  </a:lnTo>
                  <a:lnTo>
                    <a:pt x="300283" y="226388"/>
                  </a:lnTo>
                  <a:lnTo>
                    <a:pt x="303431" y="222103"/>
                  </a:lnTo>
                  <a:lnTo>
                    <a:pt x="306441" y="217721"/>
                  </a:lnTo>
                  <a:lnTo>
                    <a:pt x="309309" y="213246"/>
                  </a:lnTo>
                  <a:lnTo>
                    <a:pt x="312035" y="208681"/>
                  </a:lnTo>
                  <a:lnTo>
                    <a:pt x="314613" y="204032"/>
                  </a:lnTo>
                  <a:lnTo>
                    <a:pt x="317043" y="199304"/>
                  </a:lnTo>
                  <a:lnTo>
                    <a:pt x="319320" y="194500"/>
                  </a:lnTo>
                  <a:lnTo>
                    <a:pt x="321444" y="189627"/>
                  </a:lnTo>
                  <a:lnTo>
                    <a:pt x="323412" y="184688"/>
                  </a:lnTo>
                  <a:lnTo>
                    <a:pt x="325222" y="179690"/>
                  </a:lnTo>
                  <a:lnTo>
                    <a:pt x="326872" y="174636"/>
                  </a:lnTo>
                  <a:lnTo>
                    <a:pt x="328361" y="169532"/>
                  </a:lnTo>
                  <a:lnTo>
                    <a:pt x="329686" y="164384"/>
                  </a:lnTo>
                  <a:lnTo>
                    <a:pt x="330847" y="159196"/>
                  </a:lnTo>
                  <a:lnTo>
                    <a:pt x="331843" y="153974"/>
                  </a:lnTo>
                  <a:lnTo>
                    <a:pt x="332672" y="148723"/>
                  </a:lnTo>
                  <a:lnTo>
                    <a:pt x="333334" y="143448"/>
                  </a:lnTo>
                  <a:lnTo>
                    <a:pt x="333827" y="138155"/>
                  </a:lnTo>
                  <a:lnTo>
                    <a:pt x="334152" y="132849"/>
                  </a:lnTo>
                  <a:lnTo>
                    <a:pt x="334308" y="127535"/>
                  </a:lnTo>
                  <a:lnTo>
                    <a:pt x="334295" y="122219"/>
                  </a:lnTo>
                  <a:lnTo>
                    <a:pt x="334113" y="116906"/>
                  </a:lnTo>
                  <a:lnTo>
                    <a:pt x="333763" y="111601"/>
                  </a:lnTo>
                  <a:lnTo>
                    <a:pt x="333243" y="106310"/>
                  </a:lnTo>
                  <a:lnTo>
                    <a:pt x="332556" y="101039"/>
                  </a:lnTo>
                  <a:lnTo>
                    <a:pt x="331701" y="95792"/>
                  </a:lnTo>
                  <a:lnTo>
                    <a:pt x="330680" y="90574"/>
                  </a:lnTo>
                  <a:lnTo>
                    <a:pt x="329494" y="85392"/>
                  </a:lnTo>
                  <a:lnTo>
                    <a:pt x="328144" y="80251"/>
                  </a:lnTo>
                  <a:lnTo>
                    <a:pt x="326630" y="75154"/>
                  </a:lnTo>
                  <a:lnTo>
                    <a:pt x="324956" y="70109"/>
                  </a:lnTo>
                  <a:lnTo>
                    <a:pt x="323121" y="65119"/>
                  </a:lnTo>
                  <a:lnTo>
                    <a:pt x="321129" y="60190"/>
                  </a:lnTo>
                  <a:lnTo>
                    <a:pt x="318982" y="55327"/>
                  </a:lnTo>
                  <a:lnTo>
                    <a:pt x="167156" y="1252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151825" cy="167167"/>
            </a:xfrm>
            <a:custGeom>
              <a:avLst/>
              <a:pathLst>
                <a:path w="151825" h="167167">
                  <a:moveTo>
                    <a:pt x="151825" y="97211"/>
                  </a:moveTo>
                  <a:lnTo>
                    <a:pt x="149469" y="92308"/>
                  </a:lnTo>
                  <a:lnTo>
                    <a:pt x="146954" y="87484"/>
                  </a:lnTo>
                  <a:lnTo>
                    <a:pt x="144283" y="82744"/>
                  </a:lnTo>
                  <a:lnTo>
                    <a:pt x="141460" y="78094"/>
                  </a:lnTo>
                  <a:lnTo>
                    <a:pt x="138487" y="73539"/>
                  </a:lnTo>
                  <a:lnTo>
                    <a:pt x="135367" y="69082"/>
                  </a:lnTo>
                  <a:lnTo>
                    <a:pt x="132104" y="64730"/>
                  </a:lnTo>
                  <a:lnTo>
                    <a:pt x="128701" y="60486"/>
                  </a:lnTo>
                  <a:lnTo>
                    <a:pt x="125161" y="56354"/>
                  </a:lnTo>
                  <a:lnTo>
                    <a:pt x="121490" y="52341"/>
                  </a:lnTo>
                  <a:lnTo>
                    <a:pt x="117689" y="48448"/>
                  </a:lnTo>
                  <a:lnTo>
                    <a:pt x="113764" y="44682"/>
                  </a:lnTo>
                  <a:lnTo>
                    <a:pt x="109718" y="41045"/>
                  </a:lnTo>
                  <a:lnTo>
                    <a:pt x="105556" y="37542"/>
                  </a:lnTo>
                  <a:lnTo>
                    <a:pt x="101283" y="34176"/>
                  </a:lnTo>
                  <a:lnTo>
                    <a:pt x="96902" y="30951"/>
                  </a:lnTo>
                  <a:lnTo>
                    <a:pt x="92418" y="27870"/>
                  </a:lnTo>
                  <a:lnTo>
                    <a:pt x="87837" y="24936"/>
                  </a:lnTo>
                  <a:lnTo>
                    <a:pt x="83163" y="22154"/>
                  </a:lnTo>
                  <a:lnTo>
                    <a:pt x="78400" y="19525"/>
                  </a:lnTo>
                  <a:lnTo>
                    <a:pt x="73555" y="17052"/>
                  </a:lnTo>
                  <a:lnTo>
                    <a:pt x="68631" y="14738"/>
                  </a:lnTo>
                  <a:lnTo>
                    <a:pt x="63635" y="12586"/>
                  </a:lnTo>
                  <a:lnTo>
                    <a:pt x="58572" y="10597"/>
                  </a:lnTo>
                  <a:lnTo>
                    <a:pt x="53447" y="8774"/>
                  </a:lnTo>
                  <a:lnTo>
                    <a:pt x="48264" y="7119"/>
                  </a:lnTo>
                  <a:lnTo>
                    <a:pt x="43031" y="5633"/>
                  </a:lnTo>
                  <a:lnTo>
                    <a:pt x="37753" y="4318"/>
                  </a:lnTo>
                  <a:lnTo>
                    <a:pt x="32434" y="3176"/>
                  </a:lnTo>
                  <a:lnTo>
                    <a:pt x="27081" y="2208"/>
                  </a:lnTo>
                  <a:lnTo>
                    <a:pt x="21699" y="1414"/>
                  </a:lnTo>
                  <a:lnTo>
                    <a:pt x="16294" y="796"/>
                  </a:lnTo>
                  <a:lnTo>
                    <a:pt x="10872" y="353"/>
                  </a:lnTo>
                  <a:lnTo>
                    <a:pt x="543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661495" y="4213821"/>
              <a:ext cx="66977" cy="167167"/>
            </a:xfrm>
            <a:custGeom>
              <a:avLst/>
              <a:pathLst>
                <a:path w="66977" h="167167">
                  <a:moveTo>
                    <a:pt x="66977" y="0"/>
                  </a:moveTo>
                  <a:lnTo>
                    <a:pt x="61235" y="98"/>
                  </a:lnTo>
                  <a:lnTo>
                    <a:pt x="55500" y="394"/>
                  </a:lnTo>
                  <a:lnTo>
                    <a:pt x="49779" y="886"/>
                  </a:lnTo>
                  <a:lnTo>
                    <a:pt x="44078" y="1575"/>
                  </a:lnTo>
                  <a:lnTo>
                    <a:pt x="38404" y="2459"/>
                  </a:lnTo>
                  <a:lnTo>
                    <a:pt x="32764" y="3538"/>
                  </a:lnTo>
                  <a:lnTo>
                    <a:pt x="27164" y="4810"/>
                  </a:lnTo>
                  <a:lnTo>
                    <a:pt x="21611" y="6273"/>
                  </a:lnTo>
                  <a:lnTo>
                    <a:pt x="16112" y="7926"/>
                  </a:lnTo>
                  <a:lnTo>
                    <a:pt x="10672" y="9767"/>
                  </a:lnTo>
                  <a:lnTo>
                    <a:pt x="5300" y="11794"/>
                  </a:lnTo>
                  <a:lnTo>
                    <a:pt x="0" y="14004"/>
                  </a:lnTo>
                  <a:lnTo>
                    <a:pt x="6697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61495" y="4227825"/>
              <a:ext cx="66977" cy="153163"/>
            </a:xfrm>
            <a:custGeom>
              <a:avLst/>
              <a:pathLst>
                <a:path w="66977" h="153163">
                  <a:moveTo>
                    <a:pt x="0" y="0"/>
                  </a:moveTo>
                  <a:lnTo>
                    <a:pt x="66977" y="153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561308" y="4227825"/>
              <a:ext cx="167164" cy="316979"/>
            </a:xfrm>
            <a:custGeom>
              <a:avLst/>
              <a:pathLst>
                <a:path w="167164" h="316979">
                  <a:moveTo>
                    <a:pt x="100187" y="0"/>
                  </a:moveTo>
                  <a:lnTo>
                    <a:pt x="95319" y="2222"/>
                  </a:lnTo>
                  <a:lnTo>
                    <a:pt x="90525" y="4598"/>
                  </a:lnTo>
                  <a:lnTo>
                    <a:pt x="85810" y="7127"/>
                  </a:lnTo>
                  <a:lnTo>
                    <a:pt x="81177" y="9806"/>
                  </a:lnTo>
                  <a:lnTo>
                    <a:pt x="76633" y="12631"/>
                  </a:lnTo>
                  <a:lnTo>
                    <a:pt x="72182" y="15600"/>
                  </a:lnTo>
                  <a:lnTo>
                    <a:pt x="67828" y="18711"/>
                  </a:lnTo>
                  <a:lnTo>
                    <a:pt x="63576" y="21959"/>
                  </a:lnTo>
                  <a:lnTo>
                    <a:pt x="59430" y="25341"/>
                  </a:lnTo>
                  <a:lnTo>
                    <a:pt x="55394" y="28855"/>
                  </a:lnTo>
                  <a:lnTo>
                    <a:pt x="51473" y="32496"/>
                  </a:lnTo>
                  <a:lnTo>
                    <a:pt x="47670" y="36260"/>
                  </a:lnTo>
                  <a:lnTo>
                    <a:pt x="43990" y="40144"/>
                  </a:lnTo>
                  <a:lnTo>
                    <a:pt x="40436" y="44144"/>
                  </a:lnTo>
                  <a:lnTo>
                    <a:pt x="37012" y="48256"/>
                  </a:lnTo>
                  <a:lnTo>
                    <a:pt x="33721" y="52475"/>
                  </a:lnTo>
                  <a:lnTo>
                    <a:pt x="30567" y="56798"/>
                  </a:lnTo>
                  <a:lnTo>
                    <a:pt x="27553" y="61219"/>
                  </a:lnTo>
                  <a:lnTo>
                    <a:pt x="24682" y="65734"/>
                  </a:lnTo>
                  <a:lnTo>
                    <a:pt x="21957" y="70339"/>
                  </a:lnTo>
                  <a:lnTo>
                    <a:pt x="19380" y="75029"/>
                  </a:lnTo>
                  <a:lnTo>
                    <a:pt x="16955" y="79798"/>
                  </a:lnTo>
                  <a:lnTo>
                    <a:pt x="14684" y="84643"/>
                  </a:lnTo>
                  <a:lnTo>
                    <a:pt x="12569" y="89558"/>
                  </a:lnTo>
                  <a:lnTo>
                    <a:pt x="10613" y="94539"/>
                  </a:lnTo>
                  <a:lnTo>
                    <a:pt x="8817" y="99579"/>
                  </a:lnTo>
                  <a:lnTo>
                    <a:pt x="7183" y="104674"/>
                  </a:lnTo>
                  <a:lnTo>
                    <a:pt x="5713" y="109819"/>
                  </a:lnTo>
                  <a:lnTo>
                    <a:pt x="4409" y="115009"/>
                  </a:lnTo>
                  <a:lnTo>
                    <a:pt x="3271" y="120237"/>
                  </a:lnTo>
                  <a:lnTo>
                    <a:pt x="2301" y="125499"/>
                  </a:lnTo>
                  <a:lnTo>
                    <a:pt x="1500" y="130790"/>
                  </a:lnTo>
                  <a:lnTo>
                    <a:pt x="869" y="136103"/>
                  </a:lnTo>
                  <a:lnTo>
                    <a:pt x="408" y="141434"/>
                  </a:lnTo>
                  <a:lnTo>
                    <a:pt x="118" y="146777"/>
                  </a:lnTo>
                  <a:lnTo>
                    <a:pt x="0" y="152127"/>
                  </a:lnTo>
                  <a:lnTo>
                    <a:pt x="52" y="157477"/>
                  </a:lnTo>
                  <a:lnTo>
                    <a:pt x="276" y="162823"/>
                  </a:lnTo>
                  <a:lnTo>
                    <a:pt x="670" y="168160"/>
                  </a:lnTo>
                  <a:lnTo>
                    <a:pt x="1236" y="173481"/>
                  </a:lnTo>
                  <a:lnTo>
                    <a:pt x="1971" y="178781"/>
                  </a:lnTo>
                  <a:lnTo>
                    <a:pt x="2875" y="184054"/>
                  </a:lnTo>
                  <a:lnTo>
                    <a:pt x="3948" y="189297"/>
                  </a:lnTo>
                  <a:lnTo>
                    <a:pt x="5188" y="194502"/>
                  </a:lnTo>
                  <a:lnTo>
                    <a:pt x="6594" y="199665"/>
                  </a:lnTo>
                  <a:lnTo>
                    <a:pt x="8165" y="204780"/>
                  </a:lnTo>
                  <a:lnTo>
                    <a:pt x="9898" y="209842"/>
                  </a:lnTo>
                  <a:lnTo>
                    <a:pt x="11793" y="214846"/>
                  </a:lnTo>
                  <a:lnTo>
                    <a:pt x="13847" y="219787"/>
                  </a:lnTo>
                  <a:lnTo>
                    <a:pt x="16057" y="224660"/>
                  </a:lnTo>
                  <a:lnTo>
                    <a:pt x="18423" y="229459"/>
                  </a:lnTo>
                  <a:lnTo>
                    <a:pt x="20941" y="234181"/>
                  </a:lnTo>
                  <a:lnTo>
                    <a:pt x="23609" y="238819"/>
                  </a:lnTo>
                  <a:lnTo>
                    <a:pt x="26424" y="243369"/>
                  </a:lnTo>
                  <a:lnTo>
                    <a:pt x="29383" y="247828"/>
                  </a:lnTo>
                  <a:lnTo>
                    <a:pt x="32483" y="252189"/>
                  </a:lnTo>
                  <a:lnTo>
                    <a:pt x="35721" y="256448"/>
                  </a:lnTo>
                  <a:lnTo>
                    <a:pt x="39094" y="260602"/>
                  </a:lnTo>
                  <a:lnTo>
                    <a:pt x="42599" y="264646"/>
                  </a:lnTo>
                  <a:lnTo>
                    <a:pt x="46230" y="268575"/>
                  </a:lnTo>
                  <a:lnTo>
                    <a:pt x="49986" y="272387"/>
                  </a:lnTo>
                  <a:lnTo>
                    <a:pt x="53862" y="276076"/>
                  </a:lnTo>
                  <a:lnTo>
                    <a:pt x="57854" y="279639"/>
                  </a:lnTo>
                  <a:lnTo>
                    <a:pt x="61957" y="283073"/>
                  </a:lnTo>
                  <a:lnTo>
                    <a:pt x="66169" y="286373"/>
                  </a:lnTo>
                  <a:lnTo>
                    <a:pt x="70484" y="289537"/>
                  </a:lnTo>
                  <a:lnTo>
                    <a:pt x="74898" y="292562"/>
                  </a:lnTo>
                  <a:lnTo>
                    <a:pt x="79407" y="295443"/>
                  </a:lnTo>
                  <a:lnTo>
                    <a:pt x="84005" y="298179"/>
                  </a:lnTo>
                  <a:lnTo>
                    <a:pt x="88689" y="300766"/>
                  </a:lnTo>
                  <a:lnTo>
                    <a:pt x="93453" y="303202"/>
                  </a:lnTo>
                  <a:lnTo>
                    <a:pt x="98293" y="305484"/>
                  </a:lnTo>
                  <a:lnTo>
                    <a:pt x="103203" y="307610"/>
                  </a:lnTo>
                  <a:lnTo>
                    <a:pt x="108179" y="309578"/>
                  </a:lnTo>
                  <a:lnTo>
                    <a:pt x="113215" y="311386"/>
                  </a:lnTo>
                  <a:lnTo>
                    <a:pt x="118307" y="313032"/>
                  </a:lnTo>
                  <a:lnTo>
                    <a:pt x="123449" y="314513"/>
                  </a:lnTo>
                  <a:lnTo>
                    <a:pt x="128635" y="315830"/>
                  </a:lnTo>
                  <a:lnTo>
                    <a:pt x="133861" y="316979"/>
                  </a:lnTo>
                  <a:lnTo>
                    <a:pt x="167164" y="153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695169" y="4213821"/>
              <a:ext cx="200460" cy="334327"/>
            </a:xfrm>
            <a:custGeom>
              <a:avLst/>
              <a:pathLst>
                <a:path w="200460" h="334327">
                  <a:moveTo>
                    <a:pt x="0" y="330983"/>
                  </a:moveTo>
                  <a:lnTo>
                    <a:pt x="5230" y="331960"/>
                  </a:lnTo>
                  <a:lnTo>
                    <a:pt x="10488" y="332770"/>
                  </a:lnTo>
                  <a:lnTo>
                    <a:pt x="15770" y="333412"/>
                  </a:lnTo>
                  <a:lnTo>
                    <a:pt x="21070" y="333886"/>
                  </a:lnTo>
                  <a:lnTo>
                    <a:pt x="26382" y="334191"/>
                  </a:lnTo>
                  <a:lnTo>
                    <a:pt x="31701" y="334327"/>
                  </a:lnTo>
                  <a:lnTo>
                    <a:pt x="37021" y="334293"/>
                  </a:lnTo>
                  <a:lnTo>
                    <a:pt x="42338" y="334090"/>
                  </a:lnTo>
                  <a:lnTo>
                    <a:pt x="47646" y="333718"/>
                  </a:lnTo>
                  <a:lnTo>
                    <a:pt x="52939" y="333177"/>
                  </a:lnTo>
                  <a:lnTo>
                    <a:pt x="58212" y="332468"/>
                  </a:lnTo>
                  <a:lnTo>
                    <a:pt x="63461" y="331592"/>
                  </a:lnTo>
                  <a:lnTo>
                    <a:pt x="68678" y="330548"/>
                  </a:lnTo>
                  <a:lnTo>
                    <a:pt x="73860" y="329340"/>
                  </a:lnTo>
                  <a:lnTo>
                    <a:pt x="79000" y="327967"/>
                  </a:lnTo>
                  <a:lnTo>
                    <a:pt x="84094" y="326431"/>
                  </a:lnTo>
                  <a:lnTo>
                    <a:pt x="89137" y="324734"/>
                  </a:lnTo>
                  <a:lnTo>
                    <a:pt x="94123" y="322877"/>
                  </a:lnTo>
                  <a:lnTo>
                    <a:pt x="99048" y="320863"/>
                  </a:lnTo>
                  <a:lnTo>
                    <a:pt x="103906" y="318693"/>
                  </a:lnTo>
                  <a:lnTo>
                    <a:pt x="108693" y="316369"/>
                  </a:lnTo>
                  <a:lnTo>
                    <a:pt x="113403" y="313894"/>
                  </a:lnTo>
                  <a:lnTo>
                    <a:pt x="118032" y="311271"/>
                  </a:lnTo>
                  <a:lnTo>
                    <a:pt x="122575" y="308501"/>
                  </a:lnTo>
                  <a:lnTo>
                    <a:pt x="127028" y="305589"/>
                  </a:lnTo>
                  <a:lnTo>
                    <a:pt x="131385" y="302536"/>
                  </a:lnTo>
                  <a:lnTo>
                    <a:pt x="135644" y="299346"/>
                  </a:lnTo>
                  <a:lnTo>
                    <a:pt x="139798" y="296022"/>
                  </a:lnTo>
                  <a:lnTo>
                    <a:pt x="143845" y="292567"/>
                  </a:lnTo>
                  <a:lnTo>
                    <a:pt x="147780" y="288986"/>
                  </a:lnTo>
                  <a:lnTo>
                    <a:pt x="151599" y="285281"/>
                  </a:lnTo>
                  <a:lnTo>
                    <a:pt x="155298" y="281456"/>
                  </a:lnTo>
                  <a:lnTo>
                    <a:pt x="158873" y="277516"/>
                  </a:lnTo>
                  <a:lnTo>
                    <a:pt x="162322" y="273464"/>
                  </a:lnTo>
                  <a:lnTo>
                    <a:pt x="165639" y="269304"/>
                  </a:lnTo>
                  <a:lnTo>
                    <a:pt x="168823" y="265041"/>
                  </a:lnTo>
                  <a:lnTo>
                    <a:pt x="171869" y="260678"/>
                  </a:lnTo>
                  <a:lnTo>
                    <a:pt x="174774" y="256221"/>
                  </a:lnTo>
                  <a:lnTo>
                    <a:pt x="177537" y="251674"/>
                  </a:lnTo>
                  <a:lnTo>
                    <a:pt x="180153" y="247041"/>
                  </a:lnTo>
                  <a:lnTo>
                    <a:pt x="182621" y="242327"/>
                  </a:lnTo>
                  <a:lnTo>
                    <a:pt x="184937" y="237537"/>
                  </a:lnTo>
                  <a:lnTo>
                    <a:pt x="187100" y="232675"/>
                  </a:lnTo>
                  <a:lnTo>
                    <a:pt x="189107" y="227748"/>
                  </a:lnTo>
                  <a:lnTo>
                    <a:pt x="190956" y="222758"/>
                  </a:lnTo>
                  <a:lnTo>
                    <a:pt x="192645" y="217713"/>
                  </a:lnTo>
                  <a:lnTo>
                    <a:pt x="194173" y="212616"/>
                  </a:lnTo>
                  <a:lnTo>
                    <a:pt x="195538" y="207474"/>
                  </a:lnTo>
                  <a:lnTo>
                    <a:pt x="196738" y="202290"/>
                  </a:lnTo>
                  <a:lnTo>
                    <a:pt x="197773" y="197071"/>
                  </a:lnTo>
                  <a:lnTo>
                    <a:pt x="198642" y="191822"/>
                  </a:lnTo>
                  <a:lnTo>
                    <a:pt x="199343" y="186547"/>
                  </a:lnTo>
                  <a:lnTo>
                    <a:pt x="199875" y="181253"/>
                  </a:lnTo>
                  <a:lnTo>
                    <a:pt x="200239" y="175945"/>
                  </a:lnTo>
                  <a:lnTo>
                    <a:pt x="200434" y="170628"/>
                  </a:lnTo>
                  <a:lnTo>
                    <a:pt x="200460" y="165307"/>
                  </a:lnTo>
                  <a:lnTo>
                    <a:pt x="200316" y="159989"/>
                  </a:lnTo>
                  <a:lnTo>
                    <a:pt x="200003" y="154677"/>
                  </a:lnTo>
                  <a:lnTo>
                    <a:pt x="199521" y="149378"/>
                  </a:lnTo>
                  <a:lnTo>
                    <a:pt x="198870" y="144097"/>
                  </a:lnTo>
                  <a:lnTo>
                    <a:pt x="198052" y="138840"/>
                  </a:lnTo>
                  <a:lnTo>
                    <a:pt x="197067" y="133611"/>
                  </a:lnTo>
                  <a:lnTo>
                    <a:pt x="195917" y="128416"/>
                  </a:lnTo>
                  <a:lnTo>
                    <a:pt x="194601" y="123261"/>
                  </a:lnTo>
                  <a:lnTo>
                    <a:pt x="193122" y="118150"/>
                  </a:lnTo>
                  <a:lnTo>
                    <a:pt x="191481" y="113088"/>
                  </a:lnTo>
                  <a:lnTo>
                    <a:pt x="189680" y="108082"/>
                  </a:lnTo>
                  <a:lnTo>
                    <a:pt x="187720" y="103135"/>
                  </a:lnTo>
                  <a:lnTo>
                    <a:pt x="185604" y="98253"/>
                  </a:lnTo>
                  <a:lnTo>
                    <a:pt x="183334" y="93441"/>
                  </a:lnTo>
                  <a:lnTo>
                    <a:pt x="180912" y="88704"/>
                  </a:lnTo>
                  <a:lnTo>
                    <a:pt x="178340" y="84046"/>
                  </a:lnTo>
                  <a:lnTo>
                    <a:pt x="175621" y="79472"/>
                  </a:lnTo>
                  <a:lnTo>
                    <a:pt x="172758" y="74988"/>
                  </a:lnTo>
                  <a:lnTo>
                    <a:pt x="169754" y="70596"/>
                  </a:lnTo>
                  <a:lnTo>
                    <a:pt x="166612" y="66302"/>
                  </a:lnTo>
                  <a:lnTo>
                    <a:pt x="163334" y="62111"/>
                  </a:lnTo>
                  <a:lnTo>
                    <a:pt x="159925" y="58026"/>
                  </a:lnTo>
                  <a:lnTo>
                    <a:pt x="156387" y="54052"/>
                  </a:lnTo>
                  <a:lnTo>
                    <a:pt x="152725" y="50192"/>
                  </a:lnTo>
                  <a:lnTo>
                    <a:pt x="148942" y="46450"/>
                  </a:lnTo>
                  <a:lnTo>
                    <a:pt x="145042" y="42831"/>
                  </a:lnTo>
                  <a:lnTo>
                    <a:pt x="141028" y="39338"/>
                  </a:lnTo>
                  <a:lnTo>
                    <a:pt x="136905" y="35975"/>
                  </a:lnTo>
                  <a:lnTo>
                    <a:pt x="132678" y="32744"/>
                  </a:lnTo>
                  <a:lnTo>
                    <a:pt x="128350" y="29650"/>
                  </a:lnTo>
                  <a:lnTo>
                    <a:pt x="123925" y="26694"/>
                  </a:lnTo>
                  <a:lnTo>
                    <a:pt x="119409" y="23882"/>
                  </a:lnTo>
                  <a:lnTo>
                    <a:pt x="114805" y="21214"/>
                  </a:lnTo>
                  <a:lnTo>
                    <a:pt x="110119" y="18694"/>
                  </a:lnTo>
                  <a:lnTo>
                    <a:pt x="105355" y="16325"/>
                  </a:lnTo>
                  <a:lnTo>
                    <a:pt x="100518" y="14108"/>
                  </a:lnTo>
                  <a:lnTo>
                    <a:pt x="95613" y="12046"/>
                  </a:lnTo>
                  <a:lnTo>
                    <a:pt x="90644" y="10142"/>
                  </a:lnTo>
                  <a:lnTo>
                    <a:pt x="85618" y="8397"/>
                  </a:lnTo>
                  <a:lnTo>
                    <a:pt x="80539" y="6812"/>
                  </a:lnTo>
                  <a:lnTo>
                    <a:pt x="75412" y="5390"/>
                  </a:lnTo>
                  <a:lnTo>
                    <a:pt x="70242" y="4132"/>
                  </a:lnTo>
                  <a:lnTo>
                    <a:pt x="65034" y="3039"/>
                  </a:lnTo>
                  <a:lnTo>
                    <a:pt x="59795" y="2112"/>
                  </a:lnTo>
                  <a:lnTo>
                    <a:pt x="54529" y="1353"/>
                  </a:lnTo>
                  <a:lnTo>
                    <a:pt x="49241" y="761"/>
                  </a:lnTo>
                  <a:lnTo>
                    <a:pt x="43937" y="338"/>
                  </a:lnTo>
                  <a:lnTo>
                    <a:pt x="38623" y="84"/>
                  </a:lnTo>
                  <a:lnTo>
                    <a:pt x="33303" y="0"/>
                  </a:lnTo>
                  <a:lnTo>
                    <a:pt x="333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58552" y="3707720"/>
              <a:ext cx="160458" cy="167167"/>
            </a:xfrm>
            <a:custGeom>
              <a:avLst/>
              <a:pathLst>
                <a:path w="160458" h="167167">
                  <a:moveTo>
                    <a:pt x="160458" y="0"/>
                  </a:moveTo>
                  <a:lnTo>
                    <a:pt x="154945" y="90"/>
                  </a:lnTo>
                  <a:lnTo>
                    <a:pt x="149437" y="363"/>
                  </a:lnTo>
                  <a:lnTo>
                    <a:pt x="143942" y="817"/>
                  </a:lnTo>
                  <a:lnTo>
                    <a:pt x="138464" y="1453"/>
                  </a:lnTo>
                  <a:lnTo>
                    <a:pt x="133010" y="2268"/>
                  </a:lnTo>
                  <a:lnTo>
                    <a:pt x="127587" y="3263"/>
                  </a:lnTo>
                  <a:lnTo>
                    <a:pt x="122199" y="4437"/>
                  </a:lnTo>
                  <a:lnTo>
                    <a:pt x="116852" y="5787"/>
                  </a:lnTo>
                  <a:lnTo>
                    <a:pt x="111553" y="7313"/>
                  </a:lnTo>
                  <a:lnTo>
                    <a:pt x="106308" y="9013"/>
                  </a:lnTo>
                  <a:lnTo>
                    <a:pt x="101121" y="10885"/>
                  </a:lnTo>
                  <a:lnTo>
                    <a:pt x="95999" y="12927"/>
                  </a:lnTo>
                  <a:lnTo>
                    <a:pt x="90947" y="15137"/>
                  </a:lnTo>
                  <a:lnTo>
                    <a:pt x="85970" y="17512"/>
                  </a:lnTo>
                  <a:lnTo>
                    <a:pt x="81075" y="20051"/>
                  </a:lnTo>
                  <a:lnTo>
                    <a:pt x="76266" y="22749"/>
                  </a:lnTo>
                  <a:lnTo>
                    <a:pt x="71548" y="25604"/>
                  </a:lnTo>
                  <a:lnTo>
                    <a:pt x="66928" y="28614"/>
                  </a:lnTo>
                  <a:lnTo>
                    <a:pt x="62409" y="31774"/>
                  </a:lnTo>
                  <a:lnTo>
                    <a:pt x="57997" y="35081"/>
                  </a:lnTo>
                  <a:lnTo>
                    <a:pt x="53696" y="38533"/>
                  </a:lnTo>
                  <a:lnTo>
                    <a:pt x="49511" y="42124"/>
                  </a:lnTo>
                  <a:lnTo>
                    <a:pt x="45448" y="45851"/>
                  </a:lnTo>
                  <a:lnTo>
                    <a:pt x="41509" y="49710"/>
                  </a:lnTo>
                  <a:lnTo>
                    <a:pt x="37700" y="53698"/>
                  </a:lnTo>
                  <a:lnTo>
                    <a:pt x="34024" y="57808"/>
                  </a:lnTo>
                  <a:lnTo>
                    <a:pt x="30486" y="62038"/>
                  </a:lnTo>
                  <a:lnTo>
                    <a:pt x="27089" y="66382"/>
                  </a:lnTo>
                  <a:lnTo>
                    <a:pt x="23838" y="70835"/>
                  </a:lnTo>
                  <a:lnTo>
                    <a:pt x="20735" y="75394"/>
                  </a:lnTo>
                  <a:lnTo>
                    <a:pt x="17784" y="80052"/>
                  </a:lnTo>
                  <a:lnTo>
                    <a:pt x="14988" y="84805"/>
                  </a:lnTo>
                  <a:lnTo>
                    <a:pt x="12351" y="89648"/>
                  </a:lnTo>
                  <a:lnTo>
                    <a:pt x="9875" y="94575"/>
                  </a:lnTo>
                  <a:lnTo>
                    <a:pt x="7563" y="99581"/>
                  </a:lnTo>
                  <a:lnTo>
                    <a:pt x="5417" y="104660"/>
                  </a:lnTo>
                  <a:lnTo>
                    <a:pt x="3439" y="109808"/>
                  </a:lnTo>
                  <a:lnTo>
                    <a:pt x="1633" y="115018"/>
                  </a:lnTo>
                  <a:lnTo>
                    <a:pt x="0" y="120285"/>
                  </a:lnTo>
                  <a:lnTo>
                    <a:pt x="1604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1844" y="3707731"/>
              <a:ext cx="334333" cy="334308"/>
            </a:xfrm>
            <a:custGeom>
              <a:avLst/>
              <a:pathLst>
                <a:path w="334333" h="334308">
                  <a:moveTo>
                    <a:pt x="6708" y="120274"/>
                  </a:moveTo>
                  <a:lnTo>
                    <a:pt x="5300" y="125392"/>
                  </a:lnTo>
                  <a:lnTo>
                    <a:pt x="4056" y="130551"/>
                  </a:lnTo>
                  <a:lnTo>
                    <a:pt x="2976" y="135748"/>
                  </a:lnTo>
                  <a:lnTo>
                    <a:pt x="2062" y="140977"/>
                  </a:lnTo>
                  <a:lnTo>
                    <a:pt x="1314" y="146232"/>
                  </a:lnTo>
                  <a:lnTo>
                    <a:pt x="733" y="151507"/>
                  </a:lnTo>
                  <a:lnTo>
                    <a:pt x="320" y="156799"/>
                  </a:lnTo>
                  <a:lnTo>
                    <a:pt x="76" y="162101"/>
                  </a:lnTo>
                  <a:lnTo>
                    <a:pt x="0" y="167409"/>
                  </a:lnTo>
                  <a:lnTo>
                    <a:pt x="92" y="172716"/>
                  </a:lnTo>
                  <a:lnTo>
                    <a:pt x="353" y="178017"/>
                  </a:lnTo>
                  <a:lnTo>
                    <a:pt x="781" y="183307"/>
                  </a:lnTo>
                  <a:lnTo>
                    <a:pt x="1378" y="188582"/>
                  </a:lnTo>
                  <a:lnTo>
                    <a:pt x="2142" y="193834"/>
                  </a:lnTo>
                  <a:lnTo>
                    <a:pt x="3072" y="199060"/>
                  </a:lnTo>
                  <a:lnTo>
                    <a:pt x="4168" y="204253"/>
                  </a:lnTo>
                  <a:lnTo>
                    <a:pt x="5427" y="209409"/>
                  </a:lnTo>
                  <a:lnTo>
                    <a:pt x="6850" y="214523"/>
                  </a:lnTo>
                  <a:lnTo>
                    <a:pt x="8435" y="219589"/>
                  </a:lnTo>
                  <a:lnTo>
                    <a:pt x="10180" y="224602"/>
                  </a:lnTo>
                  <a:lnTo>
                    <a:pt x="12083" y="229557"/>
                  </a:lnTo>
                  <a:lnTo>
                    <a:pt x="14142" y="234449"/>
                  </a:lnTo>
                  <a:lnTo>
                    <a:pt x="16355" y="239273"/>
                  </a:lnTo>
                  <a:lnTo>
                    <a:pt x="18721" y="244024"/>
                  </a:lnTo>
                  <a:lnTo>
                    <a:pt x="21236" y="248698"/>
                  </a:lnTo>
                  <a:lnTo>
                    <a:pt x="23898" y="253290"/>
                  </a:lnTo>
                  <a:lnTo>
                    <a:pt x="26705" y="257795"/>
                  </a:lnTo>
                  <a:lnTo>
                    <a:pt x="29653" y="262209"/>
                  </a:lnTo>
                  <a:lnTo>
                    <a:pt x="32740" y="266527"/>
                  </a:lnTo>
                  <a:lnTo>
                    <a:pt x="35963" y="270744"/>
                  </a:lnTo>
                  <a:lnTo>
                    <a:pt x="39318" y="274857"/>
                  </a:lnTo>
                  <a:lnTo>
                    <a:pt x="42801" y="278862"/>
                  </a:lnTo>
                  <a:lnTo>
                    <a:pt x="46411" y="282754"/>
                  </a:lnTo>
                  <a:lnTo>
                    <a:pt x="50141" y="286529"/>
                  </a:lnTo>
                  <a:lnTo>
                    <a:pt x="53990" y="290184"/>
                  </a:lnTo>
                  <a:lnTo>
                    <a:pt x="57953" y="293715"/>
                  </a:lnTo>
                  <a:lnTo>
                    <a:pt x="62026" y="297119"/>
                  </a:lnTo>
                  <a:lnTo>
                    <a:pt x="66205" y="300391"/>
                  </a:lnTo>
                  <a:lnTo>
                    <a:pt x="70486" y="303529"/>
                  </a:lnTo>
                  <a:lnTo>
                    <a:pt x="74864" y="306530"/>
                  </a:lnTo>
                  <a:lnTo>
                    <a:pt x="79335" y="309390"/>
                  </a:lnTo>
                  <a:lnTo>
                    <a:pt x="83895" y="312107"/>
                  </a:lnTo>
                  <a:lnTo>
                    <a:pt x="88539" y="314678"/>
                  </a:lnTo>
                  <a:lnTo>
                    <a:pt x="93262" y="317099"/>
                  </a:lnTo>
                  <a:lnTo>
                    <a:pt x="98060" y="319370"/>
                  </a:lnTo>
                  <a:lnTo>
                    <a:pt x="102927" y="321487"/>
                  </a:lnTo>
                  <a:lnTo>
                    <a:pt x="107859" y="323449"/>
                  </a:lnTo>
                  <a:lnTo>
                    <a:pt x="112851" y="325253"/>
                  </a:lnTo>
                  <a:lnTo>
                    <a:pt x="117897" y="326898"/>
                  </a:lnTo>
                  <a:lnTo>
                    <a:pt x="122993" y="328381"/>
                  </a:lnTo>
                  <a:lnTo>
                    <a:pt x="128134" y="329703"/>
                  </a:lnTo>
                  <a:lnTo>
                    <a:pt x="133314" y="330860"/>
                  </a:lnTo>
                  <a:lnTo>
                    <a:pt x="138529" y="331852"/>
                  </a:lnTo>
                  <a:lnTo>
                    <a:pt x="143772" y="332678"/>
                  </a:lnTo>
                  <a:lnTo>
                    <a:pt x="149038" y="333338"/>
                  </a:lnTo>
                  <a:lnTo>
                    <a:pt x="154323" y="333829"/>
                  </a:lnTo>
                  <a:lnTo>
                    <a:pt x="159621" y="334153"/>
                  </a:lnTo>
                  <a:lnTo>
                    <a:pt x="164927" y="334308"/>
                  </a:lnTo>
                  <a:lnTo>
                    <a:pt x="170235" y="334295"/>
                  </a:lnTo>
                  <a:lnTo>
                    <a:pt x="175539" y="334114"/>
                  </a:lnTo>
                  <a:lnTo>
                    <a:pt x="180835" y="333764"/>
                  </a:lnTo>
                  <a:lnTo>
                    <a:pt x="186118" y="333246"/>
                  </a:lnTo>
                  <a:lnTo>
                    <a:pt x="191381" y="332560"/>
                  </a:lnTo>
                  <a:lnTo>
                    <a:pt x="196620" y="331708"/>
                  </a:lnTo>
                  <a:lnTo>
                    <a:pt x="201830" y="330690"/>
                  </a:lnTo>
                  <a:lnTo>
                    <a:pt x="207004" y="329507"/>
                  </a:lnTo>
                  <a:lnTo>
                    <a:pt x="212138" y="328161"/>
                  </a:lnTo>
                  <a:lnTo>
                    <a:pt x="217227" y="326652"/>
                  </a:lnTo>
                  <a:lnTo>
                    <a:pt x="222265" y="324982"/>
                  </a:lnTo>
                  <a:lnTo>
                    <a:pt x="227248" y="323153"/>
                  </a:lnTo>
                  <a:lnTo>
                    <a:pt x="232170" y="321167"/>
                  </a:lnTo>
                  <a:lnTo>
                    <a:pt x="237027" y="319026"/>
                  </a:lnTo>
                  <a:lnTo>
                    <a:pt x="241813" y="316732"/>
                  </a:lnTo>
                  <a:lnTo>
                    <a:pt x="246524" y="314286"/>
                  </a:lnTo>
                  <a:lnTo>
                    <a:pt x="251155" y="311693"/>
                  </a:lnTo>
                  <a:lnTo>
                    <a:pt x="255702" y="308954"/>
                  </a:lnTo>
                  <a:lnTo>
                    <a:pt x="260159" y="306071"/>
                  </a:lnTo>
                  <a:lnTo>
                    <a:pt x="264522" y="303049"/>
                  </a:lnTo>
                  <a:lnTo>
                    <a:pt x="268787" y="299890"/>
                  </a:lnTo>
                  <a:lnTo>
                    <a:pt x="272950" y="296597"/>
                  </a:lnTo>
                  <a:lnTo>
                    <a:pt x="277006" y="293173"/>
                  </a:lnTo>
                  <a:lnTo>
                    <a:pt x="280951" y="289622"/>
                  </a:lnTo>
                  <a:lnTo>
                    <a:pt x="284782" y="285948"/>
                  </a:lnTo>
                  <a:lnTo>
                    <a:pt x="288494" y="282154"/>
                  </a:lnTo>
                  <a:lnTo>
                    <a:pt x="292084" y="278245"/>
                  </a:lnTo>
                  <a:lnTo>
                    <a:pt x="295548" y="274223"/>
                  </a:lnTo>
                  <a:lnTo>
                    <a:pt x="298882" y="270093"/>
                  </a:lnTo>
                  <a:lnTo>
                    <a:pt x="302083" y="265860"/>
                  </a:lnTo>
                  <a:lnTo>
                    <a:pt x="305149" y="261527"/>
                  </a:lnTo>
                  <a:lnTo>
                    <a:pt x="308076" y="257099"/>
                  </a:lnTo>
                  <a:lnTo>
                    <a:pt x="310860" y="252580"/>
                  </a:lnTo>
                  <a:lnTo>
                    <a:pt x="313500" y="247975"/>
                  </a:lnTo>
                  <a:lnTo>
                    <a:pt x="315992" y="243288"/>
                  </a:lnTo>
                  <a:lnTo>
                    <a:pt x="318334" y="238525"/>
                  </a:lnTo>
                  <a:lnTo>
                    <a:pt x="320523" y="233690"/>
                  </a:lnTo>
                  <a:lnTo>
                    <a:pt x="322558" y="228788"/>
                  </a:lnTo>
                  <a:lnTo>
                    <a:pt x="324436" y="223823"/>
                  </a:lnTo>
                  <a:lnTo>
                    <a:pt x="326156" y="218802"/>
                  </a:lnTo>
                  <a:lnTo>
                    <a:pt x="327716" y="213728"/>
                  </a:lnTo>
                  <a:lnTo>
                    <a:pt x="329113" y="208608"/>
                  </a:lnTo>
                  <a:lnTo>
                    <a:pt x="330348" y="203446"/>
                  </a:lnTo>
                  <a:lnTo>
                    <a:pt x="331418" y="198247"/>
                  </a:lnTo>
                  <a:lnTo>
                    <a:pt x="332322" y="193017"/>
                  </a:lnTo>
                  <a:lnTo>
                    <a:pt x="333060" y="187760"/>
                  </a:lnTo>
                  <a:lnTo>
                    <a:pt x="333630" y="182483"/>
                  </a:lnTo>
                  <a:lnTo>
                    <a:pt x="334033" y="177191"/>
                  </a:lnTo>
                  <a:lnTo>
                    <a:pt x="334267" y="171888"/>
                  </a:lnTo>
                  <a:lnTo>
                    <a:pt x="334333" y="166581"/>
                  </a:lnTo>
                  <a:lnTo>
                    <a:pt x="334231" y="161274"/>
                  </a:lnTo>
                  <a:lnTo>
                    <a:pt x="333960" y="155973"/>
                  </a:lnTo>
                  <a:lnTo>
                    <a:pt x="333521" y="150683"/>
                  </a:lnTo>
                  <a:lnTo>
                    <a:pt x="332914" y="145410"/>
                  </a:lnTo>
                  <a:lnTo>
                    <a:pt x="332140" y="140159"/>
                  </a:lnTo>
                  <a:lnTo>
                    <a:pt x="331200" y="134936"/>
                  </a:lnTo>
                  <a:lnTo>
                    <a:pt x="330094" y="129744"/>
                  </a:lnTo>
                  <a:lnTo>
                    <a:pt x="328824" y="124590"/>
                  </a:lnTo>
                  <a:lnTo>
                    <a:pt x="327391" y="119480"/>
                  </a:lnTo>
                  <a:lnTo>
                    <a:pt x="325797" y="114417"/>
                  </a:lnTo>
                  <a:lnTo>
                    <a:pt x="324043" y="109408"/>
                  </a:lnTo>
                  <a:lnTo>
                    <a:pt x="322130" y="104456"/>
                  </a:lnTo>
                  <a:lnTo>
                    <a:pt x="320062" y="99568"/>
                  </a:lnTo>
                  <a:lnTo>
                    <a:pt x="317839" y="94748"/>
                  </a:lnTo>
                  <a:lnTo>
                    <a:pt x="315464" y="90001"/>
                  </a:lnTo>
                  <a:lnTo>
                    <a:pt x="312940" y="85332"/>
                  </a:lnTo>
                  <a:lnTo>
                    <a:pt x="310269" y="80745"/>
                  </a:lnTo>
                  <a:lnTo>
                    <a:pt x="307453" y="76246"/>
                  </a:lnTo>
                  <a:lnTo>
                    <a:pt x="304496" y="71838"/>
                  </a:lnTo>
                  <a:lnTo>
                    <a:pt x="301401" y="67526"/>
                  </a:lnTo>
                  <a:lnTo>
                    <a:pt x="298170" y="63315"/>
                  </a:lnTo>
                  <a:lnTo>
                    <a:pt x="294808" y="59208"/>
                  </a:lnTo>
                  <a:lnTo>
                    <a:pt x="291316" y="55210"/>
                  </a:lnTo>
                  <a:lnTo>
                    <a:pt x="287700" y="51325"/>
                  </a:lnTo>
                  <a:lnTo>
                    <a:pt x="283962" y="47557"/>
                  </a:lnTo>
                  <a:lnTo>
                    <a:pt x="280106" y="43909"/>
                  </a:lnTo>
                  <a:lnTo>
                    <a:pt x="276136" y="40386"/>
                  </a:lnTo>
                  <a:lnTo>
                    <a:pt x="272057" y="36990"/>
                  </a:lnTo>
                  <a:lnTo>
                    <a:pt x="267871" y="33726"/>
                  </a:lnTo>
                  <a:lnTo>
                    <a:pt x="263584" y="30596"/>
                  </a:lnTo>
                  <a:lnTo>
                    <a:pt x="259200" y="27604"/>
                  </a:lnTo>
                  <a:lnTo>
                    <a:pt x="254724" y="24752"/>
                  </a:lnTo>
                  <a:lnTo>
                    <a:pt x="250159" y="22045"/>
                  </a:lnTo>
                  <a:lnTo>
                    <a:pt x="245510" y="19483"/>
                  </a:lnTo>
                  <a:lnTo>
                    <a:pt x="240782" y="17070"/>
                  </a:lnTo>
                  <a:lnTo>
                    <a:pt x="235980" y="14809"/>
                  </a:lnTo>
                  <a:lnTo>
                    <a:pt x="231109" y="12701"/>
                  </a:lnTo>
                  <a:lnTo>
                    <a:pt x="226173" y="10749"/>
                  </a:lnTo>
                  <a:lnTo>
                    <a:pt x="221178" y="8954"/>
                  </a:lnTo>
                  <a:lnTo>
                    <a:pt x="216128" y="7319"/>
                  </a:lnTo>
                  <a:lnTo>
                    <a:pt x="211029" y="5845"/>
                  </a:lnTo>
                  <a:lnTo>
                    <a:pt x="205886" y="4534"/>
                  </a:lnTo>
                  <a:lnTo>
                    <a:pt x="200703" y="3387"/>
                  </a:lnTo>
                  <a:lnTo>
                    <a:pt x="195487" y="2405"/>
                  </a:lnTo>
                  <a:lnTo>
                    <a:pt x="190242" y="1589"/>
                  </a:lnTo>
                  <a:lnTo>
                    <a:pt x="184975" y="940"/>
                  </a:lnTo>
                  <a:lnTo>
                    <a:pt x="179689" y="458"/>
                  </a:lnTo>
                  <a:lnTo>
                    <a:pt x="174390" y="145"/>
                  </a:lnTo>
                  <a:lnTo>
                    <a:pt x="169084" y="0"/>
                  </a:lnTo>
                  <a:lnTo>
                    <a:pt x="167167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1917" cy="167167"/>
            </a:xfrm>
            <a:custGeom>
              <a:avLst/>
              <a:pathLst>
                <a:path w="1917" h="167167">
                  <a:moveTo>
                    <a:pt x="1917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tx75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2025-06-06T04:11:02Z</dcterms:modified>
  <cp:category/>
</cp:coreProperties>
</file>