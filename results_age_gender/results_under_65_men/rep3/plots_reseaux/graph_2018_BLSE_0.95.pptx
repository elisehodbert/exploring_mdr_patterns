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40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87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87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57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9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87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4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4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25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90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26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54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95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55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75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41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05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7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4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55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41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87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54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25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18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98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87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185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84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59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40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54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59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8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40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55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40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59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01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26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17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87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40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87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4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7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40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0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46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7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87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0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26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33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87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57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26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84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8464" y="3170392"/>
              <a:ext cx="55315" cy="167167"/>
            </a:xfrm>
            <a:custGeom>
              <a:avLst/>
              <a:pathLst>
                <a:path w="55315" h="167167">
                  <a:moveTo>
                    <a:pt x="55315" y="0"/>
                  </a:moveTo>
                  <a:lnTo>
                    <a:pt x="49052" y="117"/>
                  </a:lnTo>
                  <a:lnTo>
                    <a:pt x="42798" y="469"/>
                  </a:lnTo>
                  <a:lnTo>
                    <a:pt x="36562" y="1055"/>
                  </a:lnTo>
                  <a:lnTo>
                    <a:pt x="30352" y="1874"/>
                  </a:lnTo>
                  <a:lnTo>
                    <a:pt x="24177" y="2925"/>
                  </a:lnTo>
                  <a:lnTo>
                    <a:pt x="18045" y="4207"/>
                  </a:lnTo>
                  <a:lnTo>
                    <a:pt x="11966" y="5718"/>
                  </a:lnTo>
                  <a:lnTo>
                    <a:pt x="5948" y="7455"/>
                  </a:lnTo>
                  <a:lnTo>
                    <a:pt x="0" y="9417"/>
                  </a:lnTo>
                  <a:lnTo>
                    <a:pt x="5531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8464" y="3179809"/>
              <a:ext cx="55315" cy="157750"/>
            </a:xfrm>
            <a:custGeom>
              <a:avLst/>
              <a:pathLst>
                <a:path w="55315" h="157750">
                  <a:moveTo>
                    <a:pt x="0" y="0"/>
                  </a:moveTo>
                  <a:lnTo>
                    <a:pt x="55315" y="1577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816611" y="3172369"/>
              <a:ext cx="334330" cy="332344"/>
            </a:xfrm>
            <a:custGeom>
              <a:avLst/>
              <a:pathLst>
                <a:path w="334330" h="332344">
                  <a:moveTo>
                    <a:pt x="111852" y="7439"/>
                  </a:moveTo>
                  <a:lnTo>
                    <a:pt x="106887" y="9269"/>
                  </a:lnTo>
                  <a:lnTo>
                    <a:pt x="101984" y="11254"/>
                  </a:lnTo>
                  <a:lnTo>
                    <a:pt x="97145" y="13394"/>
                  </a:lnTo>
                  <a:lnTo>
                    <a:pt x="92376" y="15686"/>
                  </a:lnTo>
                  <a:lnTo>
                    <a:pt x="87683" y="18127"/>
                  </a:lnTo>
                  <a:lnTo>
                    <a:pt x="83069" y="20716"/>
                  </a:lnTo>
                  <a:lnTo>
                    <a:pt x="78539" y="23450"/>
                  </a:lnTo>
                  <a:lnTo>
                    <a:pt x="74098" y="26326"/>
                  </a:lnTo>
                  <a:lnTo>
                    <a:pt x="69751" y="29340"/>
                  </a:lnTo>
                  <a:lnTo>
                    <a:pt x="65500" y="32491"/>
                  </a:lnTo>
                  <a:lnTo>
                    <a:pt x="61352" y="35775"/>
                  </a:lnTo>
                  <a:lnTo>
                    <a:pt x="57310" y="39188"/>
                  </a:lnTo>
                  <a:lnTo>
                    <a:pt x="53378" y="42728"/>
                  </a:lnTo>
                  <a:lnTo>
                    <a:pt x="49559" y="46390"/>
                  </a:lnTo>
                  <a:lnTo>
                    <a:pt x="45859" y="50171"/>
                  </a:lnTo>
                  <a:lnTo>
                    <a:pt x="42280" y="54067"/>
                  </a:lnTo>
                  <a:lnTo>
                    <a:pt x="38826" y="58075"/>
                  </a:lnTo>
                  <a:lnTo>
                    <a:pt x="35501" y="62190"/>
                  </a:lnTo>
                  <a:lnTo>
                    <a:pt x="32307" y="66408"/>
                  </a:lnTo>
                  <a:lnTo>
                    <a:pt x="29249" y="70725"/>
                  </a:lnTo>
                  <a:lnTo>
                    <a:pt x="26328" y="75137"/>
                  </a:lnTo>
                  <a:lnTo>
                    <a:pt x="23549" y="79639"/>
                  </a:lnTo>
                  <a:lnTo>
                    <a:pt x="20914" y="84226"/>
                  </a:lnTo>
                  <a:lnTo>
                    <a:pt x="18425" y="88895"/>
                  </a:lnTo>
                  <a:lnTo>
                    <a:pt x="16085" y="93640"/>
                  </a:lnTo>
                  <a:lnTo>
                    <a:pt x="13897" y="98457"/>
                  </a:lnTo>
                  <a:lnTo>
                    <a:pt x="11862" y="103341"/>
                  </a:lnTo>
                  <a:lnTo>
                    <a:pt x="9982" y="108286"/>
                  </a:lnTo>
                  <a:lnTo>
                    <a:pt x="8260" y="113289"/>
                  </a:lnTo>
                  <a:lnTo>
                    <a:pt x="6698" y="118343"/>
                  </a:lnTo>
                  <a:lnTo>
                    <a:pt x="5296" y="123445"/>
                  </a:lnTo>
                  <a:lnTo>
                    <a:pt x="4056" y="128588"/>
                  </a:lnTo>
                  <a:lnTo>
                    <a:pt x="2979" y="133768"/>
                  </a:lnTo>
                  <a:lnTo>
                    <a:pt x="2067" y="138979"/>
                  </a:lnTo>
                  <a:lnTo>
                    <a:pt x="1320" y="144217"/>
                  </a:lnTo>
                  <a:lnTo>
                    <a:pt x="740" y="149476"/>
                  </a:lnTo>
                  <a:lnTo>
                    <a:pt x="326" y="154750"/>
                  </a:lnTo>
                  <a:lnTo>
                    <a:pt x="79" y="160035"/>
                  </a:lnTo>
                  <a:lnTo>
                    <a:pt x="0" y="165325"/>
                  </a:lnTo>
                  <a:lnTo>
                    <a:pt x="88" y="170615"/>
                  </a:lnTo>
                  <a:lnTo>
                    <a:pt x="343" y="175900"/>
                  </a:lnTo>
                  <a:lnTo>
                    <a:pt x="765" y="181173"/>
                  </a:lnTo>
                  <a:lnTo>
                    <a:pt x="1354" y="186431"/>
                  </a:lnTo>
                  <a:lnTo>
                    <a:pt x="2110" y="191667"/>
                  </a:lnTo>
                  <a:lnTo>
                    <a:pt x="3030" y="196877"/>
                  </a:lnTo>
                  <a:lnTo>
                    <a:pt x="4115" y="202056"/>
                  </a:lnTo>
                  <a:lnTo>
                    <a:pt x="5364" y="207197"/>
                  </a:lnTo>
                  <a:lnTo>
                    <a:pt x="6774" y="212296"/>
                  </a:lnTo>
                  <a:lnTo>
                    <a:pt x="8345" y="217348"/>
                  </a:lnTo>
                  <a:lnTo>
                    <a:pt x="10075" y="222348"/>
                  </a:lnTo>
                  <a:lnTo>
                    <a:pt x="11962" y="227290"/>
                  </a:lnTo>
                  <a:lnTo>
                    <a:pt x="14005" y="232171"/>
                  </a:lnTo>
                  <a:lnTo>
                    <a:pt x="16202" y="236984"/>
                  </a:lnTo>
                  <a:lnTo>
                    <a:pt x="18549" y="241725"/>
                  </a:lnTo>
                  <a:lnTo>
                    <a:pt x="21046" y="246390"/>
                  </a:lnTo>
                  <a:lnTo>
                    <a:pt x="23688" y="250973"/>
                  </a:lnTo>
                  <a:lnTo>
                    <a:pt x="26475" y="255471"/>
                  </a:lnTo>
                  <a:lnTo>
                    <a:pt x="29402" y="259878"/>
                  </a:lnTo>
                  <a:lnTo>
                    <a:pt x="32468" y="264190"/>
                  </a:lnTo>
                  <a:lnTo>
                    <a:pt x="35668" y="268403"/>
                  </a:lnTo>
                  <a:lnTo>
                    <a:pt x="39000" y="272512"/>
                  </a:lnTo>
                  <a:lnTo>
                    <a:pt x="42460" y="276514"/>
                  </a:lnTo>
                  <a:lnTo>
                    <a:pt x="46046" y="280405"/>
                  </a:lnTo>
                  <a:lnTo>
                    <a:pt x="49752" y="284180"/>
                  </a:lnTo>
                  <a:lnTo>
                    <a:pt x="53576" y="287836"/>
                  </a:lnTo>
                  <a:lnTo>
                    <a:pt x="57514" y="291369"/>
                  </a:lnTo>
                  <a:lnTo>
                    <a:pt x="61562" y="294776"/>
                  </a:lnTo>
                  <a:lnTo>
                    <a:pt x="65716" y="298053"/>
                  </a:lnTo>
                  <a:lnTo>
                    <a:pt x="69971" y="301197"/>
                  </a:lnTo>
                  <a:lnTo>
                    <a:pt x="74324" y="304204"/>
                  </a:lnTo>
                  <a:lnTo>
                    <a:pt x="78769" y="307073"/>
                  </a:lnTo>
                  <a:lnTo>
                    <a:pt x="83303" y="309799"/>
                  </a:lnTo>
                  <a:lnTo>
                    <a:pt x="87922" y="312380"/>
                  </a:lnTo>
                  <a:lnTo>
                    <a:pt x="92619" y="314814"/>
                  </a:lnTo>
                  <a:lnTo>
                    <a:pt x="97391" y="317098"/>
                  </a:lnTo>
                  <a:lnTo>
                    <a:pt x="102233" y="319230"/>
                  </a:lnTo>
                  <a:lnTo>
                    <a:pt x="107140" y="321208"/>
                  </a:lnTo>
                  <a:lnTo>
                    <a:pt x="112108" y="323029"/>
                  </a:lnTo>
                  <a:lnTo>
                    <a:pt x="117130" y="324693"/>
                  </a:lnTo>
                  <a:lnTo>
                    <a:pt x="122203" y="326196"/>
                  </a:lnTo>
                  <a:lnTo>
                    <a:pt x="127320" y="327539"/>
                  </a:lnTo>
                  <a:lnTo>
                    <a:pt x="132478" y="328718"/>
                  </a:lnTo>
                  <a:lnTo>
                    <a:pt x="137670" y="329734"/>
                  </a:lnTo>
                  <a:lnTo>
                    <a:pt x="142892" y="330585"/>
                  </a:lnTo>
                  <a:lnTo>
                    <a:pt x="148138" y="331270"/>
                  </a:lnTo>
                  <a:lnTo>
                    <a:pt x="153403" y="331789"/>
                  </a:lnTo>
                  <a:lnTo>
                    <a:pt x="158682" y="332141"/>
                  </a:lnTo>
                  <a:lnTo>
                    <a:pt x="163969" y="332326"/>
                  </a:lnTo>
                  <a:lnTo>
                    <a:pt x="169260" y="332344"/>
                  </a:lnTo>
                  <a:lnTo>
                    <a:pt x="174548" y="332194"/>
                  </a:lnTo>
                  <a:lnTo>
                    <a:pt x="179829" y="331877"/>
                  </a:lnTo>
                  <a:lnTo>
                    <a:pt x="185098" y="331393"/>
                  </a:lnTo>
                  <a:lnTo>
                    <a:pt x="190348" y="330742"/>
                  </a:lnTo>
                  <a:lnTo>
                    <a:pt x="195576" y="329925"/>
                  </a:lnTo>
                  <a:lnTo>
                    <a:pt x="200774" y="328944"/>
                  </a:lnTo>
                  <a:lnTo>
                    <a:pt x="205940" y="327798"/>
                  </a:lnTo>
                  <a:lnTo>
                    <a:pt x="211066" y="326490"/>
                  </a:lnTo>
                  <a:lnTo>
                    <a:pt x="216148" y="325020"/>
                  </a:lnTo>
                  <a:lnTo>
                    <a:pt x="221181" y="323390"/>
                  </a:lnTo>
                  <a:lnTo>
                    <a:pt x="226161" y="321601"/>
                  </a:lnTo>
                  <a:lnTo>
                    <a:pt x="231081" y="319656"/>
                  </a:lnTo>
                  <a:lnTo>
                    <a:pt x="235937" y="317556"/>
                  </a:lnTo>
                  <a:lnTo>
                    <a:pt x="240724" y="315304"/>
                  </a:lnTo>
                  <a:lnTo>
                    <a:pt x="245437" y="312901"/>
                  </a:lnTo>
                  <a:lnTo>
                    <a:pt x="250073" y="310350"/>
                  </a:lnTo>
                  <a:lnTo>
                    <a:pt x="254625" y="307654"/>
                  </a:lnTo>
                  <a:lnTo>
                    <a:pt x="259089" y="304815"/>
                  </a:lnTo>
                  <a:lnTo>
                    <a:pt x="263461" y="301836"/>
                  </a:lnTo>
                  <a:lnTo>
                    <a:pt x="267737" y="298721"/>
                  </a:lnTo>
                  <a:lnTo>
                    <a:pt x="271913" y="295471"/>
                  </a:lnTo>
                  <a:lnTo>
                    <a:pt x="275983" y="292091"/>
                  </a:lnTo>
                  <a:lnTo>
                    <a:pt x="279944" y="288584"/>
                  </a:lnTo>
                  <a:lnTo>
                    <a:pt x="283792" y="284954"/>
                  </a:lnTo>
                  <a:lnTo>
                    <a:pt x="287524" y="281203"/>
                  </a:lnTo>
                  <a:lnTo>
                    <a:pt x="291135" y="277336"/>
                  </a:lnTo>
                  <a:lnTo>
                    <a:pt x="294622" y="273357"/>
                  </a:lnTo>
                  <a:lnTo>
                    <a:pt x="297981" y="269270"/>
                  </a:lnTo>
                  <a:lnTo>
                    <a:pt x="301209" y="265078"/>
                  </a:lnTo>
                  <a:lnTo>
                    <a:pt x="304303" y="260786"/>
                  </a:lnTo>
                  <a:lnTo>
                    <a:pt x="307259" y="256399"/>
                  </a:lnTo>
                  <a:lnTo>
                    <a:pt x="310075" y="251920"/>
                  </a:lnTo>
                  <a:lnTo>
                    <a:pt x="312748" y="247354"/>
                  </a:lnTo>
                  <a:lnTo>
                    <a:pt x="315275" y="242706"/>
                  </a:lnTo>
                  <a:lnTo>
                    <a:pt x="317654" y="237980"/>
                  </a:lnTo>
                  <a:lnTo>
                    <a:pt x="319882" y="233182"/>
                  </a:lnTo>
                  <a:lnTo>
                    <a:pt x="321957" y="228315"/>
                  </a:lnTo>
                  <a:lnTo>
                    <a:pt x="323878" y="223385"/>
                  </a:lnTo>
                  <a:lnTo>
                    <a:pt x="325641" y="218397"/>
                  </a:lnTo>
                  <a:lnTo>
                    <a:pt x="327245" y="213355"/>
                  </a:lnTo>
                  <a:lnTo>
                    <a:pt x="328689" y="208266"/>
                  </a:lnTo>
                  <a:lnTo>
                    <a:pt x="329971" y="203133"/>
                  </a:lnTo>
                  <a:lnTo>
                    <a:pt x="331090" y="197962"/>
                  </a:lnTo>
                  <a:lnTo>
                    <a:pt x="332045" y="192758"/>
                  </a:lnTo>
                  <a:lnTo>
                    <a:pt x="332835" y="187527"/>
                  </a:lnTo>
                  <a:lnTo>
                    <a:pt x="333459" y="182273"/>
                  </a:lnTo>
                  <a:lnTo>
                    <a:pt x="333916" y="177002"/>
                  </a:lnTo>
                  <a:lnTo>
                    <a:pt x="334207" y="171719"/>
                  </a:lnTo>
                  <a:lnTo>
                    <a:pt x="334330" y="166430"/>
                  </a:lnTo>
                  <a:lnTo>
                    <a:pt x="334285" y="161140"/>
                  </a:lnTo>
                  <a:lnTo>
                    <a:pt x="334073" y="155853"/>
                  </a:lnTo>
                  <a:lnTo>
                    <a:pt x="333694" y="150576"/>
                  </a:lnTo>
                  <a:lnTo>
                    <a:pt x="333149" y="145314"/>
                  </a:lnTo>
                  <a:lnTo>
                    <a:pt x="332436" y="140071"/>
                  </a:lnTo>
                  <a:lnTo>
                    <a:pt x="331559" y="134854"/>
                  </a:lnTo>
                  <a:lnTo>
                    <a:pt x="330517" y="129667"/>
                  </a:lnTo>
                  <a:lnTo>
                    <a:pt x="329311" y="124516"/>
                  </a:lnTo>
                  <a:lnTo>
                    <a:pt x="327942" y="119405"/>
                  </a:lnTo>
                  <a:lnTo>
                    <a:pt x="326413" y="114340"/>
                  </a:lnTo>
                  <a:lnTo>
                    <a:pt x="324724" y="109326"/>
                  </a:lnTo>
                  <a:lnTo>
                    <a:pt x="322877" y="104369"/>
                  </a:lnTo>
                  <a:lnTo>
                    <a:pt x="320875" y="99472"/>
                  </a:lnTo>
                  <a:lnTo>
                    <a:pt x="318718" y="94640"/>
                  </a:lnTo>
                  <a:lnTo>
                    <a:pt x="316410" y="89880"/>
                  </a:lnTo>
                  <a:lnTo>
                    <a:pt x="313952" y="85195"/>
                  </a:lnTo>
                  <a:lnTo>
                    <a:pt x="311347" y="80590"/>
                  </a:lnTo>
                  <a:lnTo>
                    <a:pt x="308598" y="76070"/>
                  </a:lnTo>
                  <a:lnTo>
                    <a:pt x="305707" y="71639"/>
                  </a:lnTo>
                  <a:lnTo>
                    <a:pt x="302677" y="67302"/>
                  </a:lnTo>
                  <a:lnTo>
                    <a:pt x="299511" y="63063"/>
                  </a:lnTo>
                  <a:lnTo>
                    <a:pt x="296213" y="58926"/>
                  </a:lnTo>
                  <a:lnTo>
                    <a:pt x="292786" y="54895"/>
                  </a:lnTo>
                  <a:lnTo>
                    <a:pt x="289233" y="50975"/>
                  </a:lnTo>
                  <a:lnTo>
                    <a:pt x="285557" y="47170"/>
                  </a:lnTo>
                  <a:lnTo>
                    <a:pt x="281763" y="43482"/>
                  </a:lnTo>
                  <a:lnTo>
                    <a:pt x="277854" y="39917"/>
                  </a:lnTo>
                  <a:lnTo>
                    <a:pt x="273835" y="36477"/>
                  </a:lnTo>
                  <a:lnTo>
                    <a:pt x="269708" y="33166"/>
                  </a:lnTo>
                  <a:lnTo>
                    <a:pt x="265479" y="29987"/>
                  </a:lnTo>
                  <a:lnTo>
                    <a:pt x="261151" y="26944"/>
                  </a:lnTo>
                  <a:lnTo>
                    <a:pt x="256730" y="24039"/>
                  </a:lnTo>
                  <a:lnTo>
                    <a:pt x="252218" y="21275"/>
                  </a:lnTo>
                  <a:lnTo>
                    <a:pt x="247621" y="18656"/>
                  </a:lnTo>
                  <a:lnTo>
                    <a:pt x="242944" y="16184"/>
                  </a:lnTo>
                  <a:lnTo>
                    <a:pt x="238191" y="13860"/>
                  </a:lnTo>
                  <a:lnTo>
                    <a:pt x="233366" y="11688"/>
                  </a:lnTo>
                  <a:lnTo>
                    <a:pt x="228476" y="9670"/>
                  </a:lnTo>
                  <a:lnTo>
                    <a:pt x="223524" y="7808"/>
                  </a:lnTo>
                  <a:lnTo>
                    <a:pt x="218515" y="6104"/>
                  </a:lnTo>
                  <a:lnTo>
                    <a:pt x="213455" y="4558"/>
                  </a:lnTo>
                  <a:lnTo>
                    <a:pt x="208349" y="3174"/>
                  </a:lnTo>
                  <a:lnTo>
                    <a:pt x="203201" y="1952"/>
                  </a:lnTo>
                  <a:lnTo>
                    <a:pt x="198018" y="893"/>
                  </a:lnTo>
                  <a:lnTo>
                    <a:pt x="192803" y="0"/>
                  </a:lnTo>
                  <a:lnTo>
                    <a:pt x="167167" y="1651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83779" y="3170392"/>
              <a:ext cx="25636" cy="167167"/>
            </a:xfrm>
            <a:custGeom>
              <a:avLst/>
              <a:pathLst>
                <a:path w="25636" h="167167">
                  <a:moveTo>
                    <a:pt x="25636" y="1977"/>
                  </a:moveTo>
                  <a:lnTo>
                    <a:pt x="17128" y="879"/>
                  </a:lnTo>
                  <a:lnTo>
                    <a:pt x="857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1844" y="2633064"/>
              <a:ext cx="167167" cy="219872"/>
            </a:xfrm>
            <a:custGeom>
              <a:avLst/>
              <a:pathLst>
                <a:path w="167167" h="219872">
                  <a:moveTo>
                    <a:pt x="167167" y="0"/>
                  </a:moveTo>
                  <a:lnTo>
                    <a:pt x="161808" y="85"/>
                  </a:lnTo>
                  <a:lnTo>
                    <a:pt x="156455" y="343"/>
                  </a:lnTo>
                  <a:lnTo>
                    <a:pt x="151113" y="772"/>
                  </a:lnTo>
                  <a:lnTo>
                    <a:pt x="145788" y="1372"/>
                  </a:lnTo>
                  <a:lnTo>
                    <a:pt x="140484" y="2143"/>
                  </a:lnTo>
                  <a:lnTo>
                    <a:pt x="135208" y="3083"/>
                  </a:lnTo>
                  <a:lnTo>
                    <a:pt x="129965" y="4192"/>
                  </a:lnTo>
                  <a:lnTo>
                    <a:pt x="124760" y="5468"/>
                  </a:lnTo>
                  <a:lnTo>
                    <a:pt x="119599" y="6910"/>
                  </a:lnTo>
                  <a:lnTo>
                    <a:pt x="114486" y="8517"/>
                  </a:lnTo>
                  <a:lnTo>
                    <a:pt x="109428" y="10288"/>
                  </a:lnTo>
                  <a:lnTo>
                    <a:pt x="104429" y="12219"/>
                  </a:lnTo>
                  <a:lnTo>
                    <a:pt x="99494" y="14310"/>
                  </a:lnTo>
                  <a:lnTo>
                    <a:pt x="94629" y="16558"/>
                  </a:lnTo>
                  <a:lnTo>
                    <a:pt x="89839" y="18960"/>
                  </a:lnTo>
                  <a:lnTo>
                    <a:pt x="85128" y="21515"/>
                  </a:lnTo>
                  <a:lnTo>
                    <a:pt x="80501" y="24220"/>
                  </a:lnTo>
                  <a:lnTo>
                    <a:pt x="75963" y="27071"/>
                  </a:lnTo>
                  <a:lnTo>
                    <a:pt x="71519" y="30067"/>
                  </a:lnTo>
                  <a:lnTo>
                    <a:pt x="67174" y="33203"/>
                  </a:lnTo>
                  <a:lnTo>
                    <a:pt x="62931" y="36477"/>
                  </a:lnTo>
                  <a:lnTo>
                    <a:pt x="58795" y="39886"/>
                  </a:lnTo>
                  <a:lnTo>
                    <a:pt x="54771" y="43425"/>
                  </a:lnTo>
                  <a:lnTo>
                    <a:pt x="50862" y="47091"/>
                  </a:lnTo>
                  <a:lnTo>
                    <a:pt x="47073" y="50881"/>
                  </a:lnTo>
                  <a:lnTo>
                    <a:pt x="43407" y="54790"/>
                  </a:lnTo>
                  <a:lnTo>
                    <a:pt x="39869" y="58815"/>
                  </a:lnTo>
                  <a:lnTo>
                    <a:pt x="36461" y="62951"/>
                  </a:lnTo>
                  <a:lnTo>
                    <a:pt x="33187" y="67195"/>
                  </a:lnTo>
                  <a:lnTo>
                    <a:pt x="30052" y="71541"/>
                  </a:lnTo>
                  <a:lnTo>
                    <a:pt x="27057" y="75985"/>
                  </a:lnTo>
                  <a:lnTo>
                    <a:pt x="24206" y="80523"/>
                  </a:lnTo>
                  <a:lnTo>
                    <a:pt x="21502" y="85150"/>
                  </a:lnTo>
                  <a:lnTo>
                    <a:pt x="18948" y="89862"/>
                  </a:lnTo>
                  <a:lnTo>
                    <a:pt x="16546" y="94652"/>
                  </a:lnTo>
                  <a:lnTo>
                    <a:pt x="14299" y="99518"/>
                  </a:lnTo>
                  <a:lnTo>
                    <a:pt x="12209" y="104453"/>
                  </a:lnTo>
                  <a:lnTo>
                    <a:pt x="10279" y="109452"/>
                  </a:lnTo>
                  <a:lnTo>
                    <a:pt x="8509" y="114511"/>
                  </a:lnTo>
                  <a:lnTo>
                    <a:pt x="6903" y="119624"/>
                  </a:lnTo>
                  <a:lnTo>
                    <a:pt x="5461" y="124785"/>
                  </a:lnTo>
                  <a:lnTo>
                    <a:pt x="4186" y="129990"/>
                  </a:lnTo>
                  <a:lnTo>
                    <a:pt x="3078" y="135234"/>
                  </a:lnTo>
                  <a:lnTo>
                    <a:pt x="2139" y="140510"/>
                  </a:lnTo>
                  <a:lnTo>
                    <a:pt x="1369" y="145814"/>
                  </a:lnTo>
                  <a:lnTo>
                    <a:pt x="770" y="151139"/>
                  </a:lnTo>
                  <a:lnTo>
                    <a:pt x="341" y="156481"/>
                  </a:lnTo>
                  <a:lnTo>
                    <a:pt x="85" y="161834"/>
                  </a:lnTo>
                  <a:lnTo>
                    <a:pt x="0" y="167193"/>
                  </a:lnTo>
                  <a:lnTo>
                    <a:pt x="86" y="172551"/>
                  </a:lnTo>
                  <a:lnTo>
                    <a:pt x="345" y="177904"/>
                  </a:lnTo>
                  <a:lnTo>
                    <a:pt x="775" y="183246"/>
                  </a:lnTo>
                  <a:lnTo>
                    <a:pt x="1376" y="188572"/>
                  </a:lnTo>
                  <a:lnTo>
                    <a:pt x="2147" y="193875"/>
                  </a:lnTo>
                  <a:lnTo>
                    <a:pt x="3088" y="199151"/>
                  </a:lnTo>
                  <a:lnTo>
                    <a:pt x="4197" y="204394"/>
                  </a:lnTo>
                  <a:lnTo>
                    <a:pt x="5474" y="209599"/>
                  </a:lnTo>
                  <a:lnTo>
                    <a:pt x="6918" y="214760"/>
                  </a:lnTo>
                  <a:lnTo>
                    <a:pt x="8526" y="21987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60370" y="2800231"/>
              <a:ext cx="158641" cy="52705"/>
            </a:xfrm>
            <a:custGeom>
              <a:avLst/>
              <a:pathLst>
                <a:path w="158641" h="52705">
                  <a:moveTo>
                    <a:pt x="0" y="52705"/>
                  </a:moveTo>
                  <a:lnTo>
                    <a:pt x="1586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60370" y="2654600"/>
              <a:ext cx="325802" cy="312790"/>
            </a:xfrm>
            <a:custGeom>
              <a:avLst/>
              <a:pathLst>
                <a:path w="325802" h="312790">
                  <a:moveTo>
                    <a:pt x="0" y="198337"/>
                  </a:moveTo>
                  <a:lnTo>
                    <a:pt x="1755" y="203352"/>
                  </a:lnTo>
                  <a:lnTo>
                    <a:pt x="3669" y="208310"/>
                  </a:lnTo>
                  <a:lnTo>
                    <a:pt x="5739" y="213204"/>
                  </a:lnTo>
                  <a:lnTo>
                    <a:pt x="7964" y="218030"/>
                  </a:lnTo>
                  <a:lnTo>
                    <a:pt x="10342" y="222782"/>
                  </a:lnTo>
                  <a:lnTo>
                    <a:pt x="12869" y="227457"/>
                  </a:lnTo>
                  <a:lnTo>
                    <a:pt x="15543" y="232049"/>
                  </a:lnTo>
                  <a:lnTo>
                    <a:pt x="18363" y="236554"/>
                  </a:lnTo>
                  <a:lnTo>
                    <a:pt x="21323" y="240967"/>
                  </a:lnTo>
                  <a:lnTo>
                    <a:pt x="24423" y="245283"/>
                  </a:lnTo>
                  <a:lnTo>
                    <a:pt x="27658" y="249499"/>
                  </a:lnTo>
                  <a:lnTo>
                    <a:pt x="31026" y="253610"/>
                  </a:lnTo>
                  <a:lnTo>
                    <a:pt x="34522" y="257611"/>
                  </a:lnTo>
                  <a:lnTo>
                    <a:pt x="38144" y="261500"/>
                  </a:lnTo>
                  <a:lnTo>
                    <a:pt x="41888" y="265271"/>
                  </a:lnTo>
                  <a:lnTo>
                    <a:pt x="45750" y="268922"/>
                  </a:lnTo>
                  <a:lnTo>
                    <a:pt x="49726" y="272448"/>
                  </a:lnTo>
                  <a:lnTo>
                    <a:pt x="53812" y="275845"/>
                  </a:lnTo>
                  <a:lnTo>
                    <a:pt x="58004" y="279112"/>
                  </a:lnTo>
                  <a:lnTo>
                    <a:pt x="62297" y="282243"/>
                  </a:lnTo>
                  <a:lnTo>
                    <a:pt x="66688" y="285236"/>
                  </a:lnTo>
                  <a:lnTo>
                    <a:pt x="71172" y="288088"/>
                  </a:lnTo>
                  <a:lnTo>
                    <a:pt x="75744" y="290797"/>
                  </a:lnTo>
                  <a:lnTo>
                    <a:pt x="80400" y="293358"/>
                  </a:lnTo>
                  <a:lnTo>
                    <a:pt x="85135" y="295770"/>
                  </a:lnTo>
                  <a:lnTo>
                    <a:pt x="89944" y="298031"/>
                  </a:lnTo>
                  <a:lnTo>
                    <a:pt x="94823" y="300137"/>
                  </a:lnTo>
                  <a:lnTo>
                    <a:pt x="99766" y="302088"/>
                  </a:lnTo>
                  <a:lnTo>
                    <a:pt x="104769" y="303880"/>
                  </a:lnTo>
                  <a:lnTo>
                    <a:pt x="109826" y="305512"/>
                  </a:lnTo>
                  <a:lnTo>
                    <a:pt x="114933" y="306983"/>
                  </a:lnTo>
                  <a:lnTo>
                    <a:pt x="120083" y="308291"/>
                  </a:lnTo>
                  <a:lnTo>
                    <a:pt x="125273" y="309434"/>
                  </a:lnTo>
                  <a:lnTo>
                    <a:pt x="130496" y="310412"/>
                  </a:lnTo>
                  <a:lnTo>
                    <a:pt x="135748" y="311224"/>
                  </a:lnTo>
                  <a:lnTo>
                    <a:pt x="141023" y="311868"/>
                  </a:lnTo>
                  <a:lnTo>
                    <a:pt x="146316" y="312344"/>
                  </a:lnTo>
                  <a:lnTo>
                    <a:pt x="151621" y="312651"/>
                  </a:lnTo>
                  <a:lnTo>
                    <a:pt x="156933" y="312790"/>
                  </a:lnTo>
                  <a:lnTo>
                    <a:pt x="162247" y="312760"/>
                  </a:lnTo>
                  <a:lnTo>
                    <a:pt x="167557" y="312561"/>
                  </a:lnTo>
                  <a:lnTo>
                    <a:pt x="172859" y="312193"/>
                  </a:lnTo>
                  <a:lnTo>
                    <a:pt x="178146" y="311657"/>
                  </a:lnTo>
                  <a:lnTo>
                    <a:pt x="183413" y="310953"/>
                  </a:lnTo>
                  <a:lnTo>
                    <a:pt x="188655" y="310082"/>
                  </a:lnTo>
                  <a:lnTo>
                    <a:pt x="193867" y="309045"/>
                  </a:lnTo>
                  <a:lnTo>
                    <a:pt x="199043" y="307843"/>
                  </a:lnTo>
                  <a:lnTo>
                    <a:pt x="204179" y="306476"/>
                  </a:lnTo>
                  <a:lnTo>
                    <a:pt x="209268" y="304948"/>
                  </a:lnTo>
                  <a:lnTo>
                    <a:pt x="214307" y="303258"/>
                  </a:lnTo>
                  <a:lnTo>
                    <a:pt x="219289" y="301409"/>
                  </a:lnTo>
                  <a:lnTo>
                    <a:pt x="224209" y="299403"/>
                  </a:lnTo>
                  <a:lnTo>
                    <a:pt x="229064" y="297241"/>
                  </a:lnTo>
                  <a:lnTo>
                    <a:pt x="233847" y="294926"/>
                  </a:lnTo>
                  <a:lnTo>
                    <a:pt x="238555" y="292460"/>
                  </a:lnTo>
                  <a:lnTo>
                    <a:pt x="243181" y="289846"/>
                  </a:lnTo>
                  <a:lnTo>
                    <a:pt x="247722" y="287086"/>
                  </a:lnTo>
                  <a:lnTo>
                    <a:pt x="252173" y="284183"/>
                  </a:lnTo>
                  <a:lnTo>
                    <a:pt x="256530" y="281140"/>
                  </a:lnTo>
                  <a:lnTo>
                    <a:pt x="260788" y="277960"/>
                  </a:lnTo>
                  <a:lnTo>
                    <a:pt x="264942" y="274646"/>
                  </a:lnTo>
                  <a:lnTo>
                    <a:pt x="268989" y="271202"/>
                  </a:lnTo>
                  <a:lnTo>
                    <a:pt x="272925" y="267632"/>
                  </a:lnTo>
                  <a:lnTo>
                    <a:pt x="276745" y="263937"/>
                  </a:lnTo>
                  <a:lnTo>
                    <a:pt x="280446" y="260124"/>
                  </a:lnTo>
                  <a:lnTo>
                    <a:pt x="284023" y="256194"/>
                  </a:lnTo>
                  <a:lnTo>
                    <a:pt x="287474" y="252153"/>
                  </a:lnTo>
                  <a:lnTo>
                    <a:pt x="290795" y="248004"/>
                  </a:lnTo>
                  <a:lnTo>
                    <a:pt x="293982" y="243752"/>
                  </a:lnTo>
                  <a:lnTo>
                    <a:pt x="297032" y="239401"/>
                  </a:lnTo>
                  <a:lnTo>
                    <a:pt x="299943" y="234955"/>
                  </a:lnTo>
                  <a:lnTo>
                    <a:pt x="302711" y="230418"/>
                  </a:lnTo>
                  <a:lnTo>
                    <a:pt x="305333" y="225796"/>
                  </a:lnTo>
                  <a:lnTo>
                    <a:pt x="307807" y="221093"/>
                  </a:lnTo>
                  <a:lnTo>
                    <a:pt x="310130" y="216314"/>
                  </a:lnTo>
                  <a:lnTo>
                    <a:pt x="312300" y="211463"/>
                  </a:lnTo>
                  <a:lnTo>
                    <a:pt x="314315" y="206546"/>
                  </a:lnTo>
                  <a:lnTo>
                    <a:pt x="316172" y="201567"/>
                  </a:lnTo>
                  <a:lnTo>
                    <a:pt x="317871" y="196531"/>
                  </a:lnTo>
                  <a:lnTo>
                    <a:pt x="319408" y="191445"/>
                  </a:lnTo>
                  <a:lnTo>
                    <a:pt x="320783" y="186311"/>
                  </a:lnTo>
                  <a:lnTo>
                    <a:pt x="321994" y="181137"/>
                  </a:lnTo>
                  <a:lnTo>
                    <a:pt x="323040" y="175927"/>
                  </a:lnTo>
                  <a:lnTo>
                    <a:pt x="323920" y="170686"/>
                  </a:lnTo>
                  <a:lnTo>
                    <a:pt x="324633" y="165420"/>
                  </a:lnTo>
                  <a:lnTo>
                    <a:pt x="325178" y="160134"/>
                  </a:lnTo>
                  <a:lnTo>
                    <a:pt x="325555" y="154834"/>
                  </a:lnTo>
                  <a:lnTo>
                    <a:pt x="325763" y="149524"/>
                  </a:lnTo>
                  <a:lnTo>
                    <a:pt x="325802" y="144210"/>
                  </a:lnTo>
                  <a:lnTo>
                    <a:pt x="325673" y="138897"/>
                  </a:lnTo>
                  <a:lnTo>
                    <a:pt x="325374" y="133591"/>
                  </a:lnTo>
                  <a:lnTo>
                    <a:pt x="324907" y="128298"/>
                  </a:lnTo>
                  <a:lnTo>
                    <a:pt x="324272" y="123022"/>
                  </a:lnTo>
                  <a:lnTo>
                    <a:pt x="323470" y="117769"/>
                  </a:lnTo>
                  <a:lnTo>
                    <a:pt x="322501" y="112544"/>
                  </a:lnTo>
                  <a:lnTo>
                    <a:pt x="321367" y="107352"/>
                  </a:lnTo>
                  <a:lnTo>
                    <a:pt x="320068" y="102199"/>
                  </a:lnTo>
                  <a:lnTo>
                    <a:pt x="318606" y="97090"/>
                  </a:lnTo>
                  <a:lnTo>
                    <a:pt x="316982" y="92030"/>
                  </a:lnTo>
                  <a:lnTo>
                    <a:pt x="315198" y="87024"/>
                  </a:lnTo>
                  <a:lnTo>
                    <a:pt x="313256" y="82078"/>
                  </a:lnTo>
                  <a:lnTo>
                    <a:pt x="311158" y="77196"/>
                  </a:lnTo>
                  <a:lnTo>
                    <a:pt x="308906" y="72382"/>
                  </a:lnTo>
                  <a:lnTo>
                    <a:pt x="306502" y="67643"/>
                  </a:lnTo>
                  <a:lnTo>
                    <a:pt x="303948" y="62983"/>
                  </a:lnTo>
                  <a:lnTo>
                    <a:pt x="301248" y="58406"/>
                  </a:lnTo>
                  <a:lnTo>
                    <a:pt x="298403" y="53917"/>
                  </a:lnTo>
                  <a:lnTo>
                    <a:pt x="295418" y="49521"/>
                  </a:lnTo>
                  <a:lnTo>
                    <a:pt x="292294" y="45222"/>
                  </a:lnTo>
                  <a:lnTo>
                    <a:pt x="289035" y="41025"/>
                  </a:lnTo>
                  <a:lnTo>
                    <a:pt x="285644" y="36933"/>
                  </a:lnTo>
                  <a:lnTo>
                    <a:pt x="282125" y="32951"/>
                  </a:lnTo>
                  <a:lnTo>
                    <a:pt x="278481" y="29083"/>
                  </a:lnTo>
                  <a:lnTo>
                    <a:pt x="274716" y="25333"/>
                  </a:lnTo>
                  <a:lnTo>
                    <a:pt x="270834" y="21705"/>
                  </a:lnTo>
                  <a:lnTo>
                    <a:pt x="266838" y="18201"/>
                  </a:lnTo>
                  <a:lnTo>
                    <a:pt x="262733" y="14827"/>
                  </a:lnTo>
                  <a:lnTo>
                    <a:pt x="258523" y="11584"/>
                  </a:lnTo>
                  <a:lnTo>
                    <a:pt x="254211" y="8477"/>
                  </a:lnTo>
                  <a:lnTo>
                    <a:pt x="249804" y="5509"/>
                  </a:lnTo>
                  <a:lnTo>
                    <a:pt x="245304" y="2682"/>
                  </a:lnTo>
                  <a:lnTo>
                    <a:pt x="240716" y="0"/>
                  </a:lnTo>
                  <a:lnTo>
                    <a:pt x="158641" y="1456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919011" y="2633064"/>
              <a:ext cx="82075" cy="167167"/>
            </a:xfrm>
            <a:custGeom>
              <a:avLst/>
              <a:pathLst>
                <a:path w="82075" h="167167">
                  <a:moveTo>
                    <a:pt x="82075" y="21535"/>
                  </a:moveTo>
                  <a:lnTo>
                    <a:pt x="77045" y="18813"/>
                  </a:lnTo>
                  <a:lnTo>
                    <a:pt x="71925" y="16264"/>
                  </a:lnTo>
                  <a:lnTo>
                    <a:pt x="66721" y="13892"/>
                  </a:lnTo>
                  <a:lnTo>
                    <a:pt x="61439" y="11700"/>
                  </a:lnTo>
                  <a:lnTo>
                    <a:pt x="56085" y="9689"/>
                  </a:lnTo>
                  <a:lnTo>
                    <a:pt x="50665" y="7862"/>
                  </a:lnTo>
                  <a:lnTo>
                    <a:pt x="45186" y="6223"/>
                  </a:lnTo>
                  <a:lnTo>
                    <a:pt x="39654" y="4771"/>
                  </a:lnTo>
                  <a:lnTo>
                    <a:pt x="34076" y="3510"/>
                  </a:lnTo>
                  <a:lnTo>
                    <a:pt x="28458" y="2440"/>
                  </a:lnTo>
                  <a:lnTo>
                    <a:pt x="22806" y="1563"/>
                  </a:lnTo>
                  <a:lnTo>
                    <a:pt x="17128" y="879"/>
                  </a:lnTo>
                  <a:lnTo>
                    <a:pt x="11430" y="391"/>
                  </a:lnTo>
                  <a:lnTo>
                    <a:pt x="571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75476" y="2126963"/>
              <a:ext cx="52996" cy="167167"/>
            </a:xfrm>
            <a:custGeom>
              <a:avLst/>
              <a:pathLst>
                <a:path w="52996" h="167167">
                  <a:moveTo>
                    <a:pt x="52996" y="0"/>
                  </a:moveTo>
                  <a:lnTo>
                    <a:pt x="47005" y="107"/>
                  </a:lnTo>
                  <a:lnTo>
                    <a:pt x="41022" y="429"/>
                  </a:lnTo>
                  <a:lnTo>
                    <a:pt x="35055" y="965"/>
                  </a:lnTo>
                  <a:lnTo>
                    <a:pt x="29110" y="1715"/>
                  </a:lnTo>
                  <a:lnTo>
                    <a:pt x="23197" y="2677"/>
                  </a:lnTo>
                  <a:lnTo>
                    <a:pt x="17321" y="3850"/>
                  </a:lnTo>
                  <a:lnTo>
                    <a:pt x="11491" y="5234"/>
                  </a:lnTo>
                  <a:lnTo>
                    <a:pt x="5715" y="6825"/>
                  </a:lnTo>
                  <a:lnTo>
                    <a:pt x="0" y="8622"/>
                  </a:lnTo>
                  <a:lnTo>
                    <a:pt x="529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5476" y="2135586"/>
              <a:ext cx="52996" cy="158544"/>
            </a:xfrm>
            <a:custGeom>
              <a:avLst/>
              <a:pathLst>
                <a:path w="52996" h="158544">
                  <a:moveTo>
                    <a:pt x="0" y="0"/>
                  </a:moveTo>
                  <a:lnTo>
                    <a:pt x="52996" y="1585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561306" y="2135586"/>
              <a:ext cx="242210" cy="325698"/>
            </a:xfrm>
            <a:custGeom>
              <a:avLst/>
              <a:pathLst>
                <a:path w="242210" h="325698">
                  <a:moveTo>
                    <a:pt x="114169" y="0"/>
                  </a:moveTo>
                  <a:lnTo>
                    <a:pt x="109141" y="1770"/>
                  </a:lnTo>
                  <a:lnTo>
                    <a:pt x="104172" y="3700"/>
                  </a:lnTo>
                  <a:lnTo>
                    <a:pt x="99267" y="5787"/>
                  </a:lnTo>
                  <a:lnTo>
                    <a:pt x="94431" y="8029"/>
                  </a:lnTo>
                  <a:lnTo>
                    <a:pt x="89669" y="10425"/>
                  </a:lnTo>
                  <a:lnTo>
                    <a:pt x="84986" y="12971"/>
                  </a:lnTo>
                  <a:lnTo>
                    <a:pt x="80386" y="15665"/>
                  </a:lnTo>
                  <a:lnTo>
                    <a:pt x="75875" y="18505"/>
                  </a:lnTo>
                  <a:lnTo>
                    <a:pt x="71456" y="21486"/>
                  </a:lnTo>
                  <a:lnTo>
                    <a:pt x="67135" y="24608"/>
                  </a:lnTo>
                  <a:lnTo>
                    <a:pt x="62916" y="27865"/>
                  </a:lnTo>
                  <a:lnTo>
                    <a:pt x="58802" y="31255"/>
                  </a:lnTo>
                  <a:lnTo>
                    <a:pt x="54799" y="34775"/>
                  </a:lnTo>
                  <a:lnTo>
                    <a:pt x="50910" y="38421"/>
                  </a:lnTo>
                  <a:lnTo>
                    <a:pt x="47139" y="42188"/>
                  </a:lnTo>
                  <a:lnTo>
                    <a:pt x="43490" y="46074"/>
                  </a:lnTo>
                  <a:lnTo>
                    <a:pt x="39967" y="50075"/>
                  </a:lnTo>
                  <a:lnTo>
                    <a:pt x="36573" y="54185"/>
                  </a:lnTo>
                  <a:lnTo>
                    <a:pt x="33313" y="58402"/>
                  </a:lnTo>
                  <a:lnTo>
                    <a:pt x="30188" y="62721"/>
                  </a:lnTo>
                  <a:lnTo>
                    <a:pt x="27202" y="67137"/>
                  </a:lnTo>
                  <a:lnTo>
                    <a:pt x="24359" y="71646"/>
                  </a:lnTo>
                  <a:lnTo>
                    <a:pt x="21661" y="76243"/>
                  </a:lnTo>
                  <a:lnTo>
                    <a:pt x="19111" y="80924"/>
                  </a:lnTo>
                  <a:lnTo>
                    <a:pt x="16711" y="85684"/>
                  </a:lnTo>
                  <a:lnTo>
                    <a:pt x="14465" y="90518"/>
                  </a:lnTo>
                  <a:lnTo>
                    <a:pt x="12373" y="95421"/>
                  </a:lnTo>
                  <a:lnTo>
                    <a:pt x="10440" y="100389"/>
                  </a:lnTo>
                  <a:lnTo>
                    <a:pt x="8665" y="105415"/>
                  </a:lnTo>
                  <a:lnTo>
                    <a:pt x="7052" y="110496"/>
                  </a:lnTo>
                  <a:lnTo>
                    <a:pt x="5601" y="115625"/>
                  </a:lnTo>
                  <a:lnTo>
                    <a:pt x="4315" y="120798"/>
                  </a:lnTo>
                  <a:lnTo>
                    <a:pt x="3194" y="126010"/>
                  </a:lnTo>
                  <a:lnTo>
                    <a:pt x="2240" y="131254"/>
                  </a:lnTo>
                  <a:lnTo>
                    <a:pt x="1454" y="136526"/>
                  </a:lnTo>
                  <a:lnTo>
                    <a:pt x="836" y="141821"/>
                  </a:lnTo>
                  <a:lnTo>
                    <a:pt x="388" y="147133"/>
                  </a:lnTo>
                  <a:lnTo>
                    <a:pt x="109" y="152456"/>
                  </a:lnTo>
                  <a:lnTo>
                    <a:pt x="0" y="157785"/>
                  </a:lnTo>
                  <a:lnTo>
                    <a:pt x="60" y="163116"/>
                  </a:lnTo>
                  <a:lnTo>
                    <a:pt x="291" y="168441"/>
                  </a:lnTo>
                  <a:lnTo>
                    <a:pt x="691" y="173757"/>
                  </a:lnTo>
                  <a:lnTo>
                    <a:pt x="1261" y="179057"/>
                  </a:lnTo>
                  <a:lnTo>
                    <a:pt x="1999" y="184336"/>
                  </a:lnTo>
                  <a:lnTo>
                    <a:pt x="2906" y="189589"/>
                  </a:lnTo>
                  <a:lnTo>
                    <a:pt x="3979" y="194810"/>
                  </a:lnTo>
                  <a:lnTo>
                    <a:pt x="5218" y="199995"/>
                  </a:lnTo>
                  <a:lnTo>
                    <a:pt x="6622" y="205137"/>
                  </a:lnTo>
                  <a:lnTo>
                    <a:pt x="8189" y="210232"/>
                  </a:lnTo>
                  <a:lnTo>
                    <a:pt x="9918" y="215275"/>
                  </a:lnTo>
                  <a:lnTo>
                    <a:pt x="11807" y="220259"/>
                  </a:lnTo>
                  <a:lnTo>
                    <a:pt x="13854" y="225181"/>
                  </a:lnTo>
                  <a:lnTo>
                    <a:pt x="16056" y="230036"/>
                  </a:lnTo>
                  <a:lnTo>
                    <a:pt x="18412" y="234817"/>
                  </a:lnTo>
                  <a:lnTo>
                    <a:pt x="20920" y="239521"/>
                  </a:lnTo>
                  <a:lnTo>
                    <a:pt x="23576" y="244143"/>
                  </a:lnTo>
                  <a:lnTo>
                    <a:pt x="26378" y="248677"/>
                  </a:lnTo>
                  <a:lnTo>
                    <a:pt x="29324" y="253120"/>
                  </a:lnTo>
                  <a:lnTo>
                    <a:pt x="32409" y="257467"/>
                  </a:lnTo>
                  <a:lnTo>
                    <a:pt x="35632" y="261713"/>
                  </a:lnTo>
                  <a:lnTo>
                    <a:pt x="38988" y="265855"/>
                  </a:lnTo>
                  <a:lnTo>
                    <a:pt x="42475" y="269887"/>
                  </a:lnTo>
                  <a:lnTo>
                    <a:pt x="46088" y="273806"/>
                  </a:lnTo>
                  <a:lnTo>
                    <a:pt x="49824" y="277607"/>
                  </a:lnTo>
                  <a:lnTo>
                    <a:pt x="53680" y="281288"/>
                  </a:lnTo>
                  <a:lnTo>
                    <a:pt x="57652" y="284844"/>
                  </a:lnTo>
                  <a:lnTo>
                    <a:pt x="61734" y="288272"/>
                  </a:lnTo>
                  <a:lnTo>
                    <a:pt x="65924" y="291567"/>
                  </a:lnTo>
                  <a:lnTo>
                    <a:pt x="70217" y="294727"/>
                  </a:lnTo>
                  <a:lnTo>
                    <a:pt x="74608" y="297749"/>
                  </a:lnTo>
                  <a:lnTo>
                    <a:pt x="79093" y="300629"/>
                  </a:lnTo>
                  <a:lnTo>
                    <a:pt x="83668" y="303365"/>
                  </a:lnTo>
                  <a:lnTo>
                    <a:pt x="88328" y="305954"/>
                  </a:lnTo>
                  <a:lnTo>
                    <a:pt x="93068" y="308393"/>
                  </a:lnTo>
                  <a:lnTo>
                    <a:pt x="97884" y="310679"/>
                  </a:lnTo>
                  <a:lnTo>
                    <a:pt x="102769" y="312810"/>
                  </a:lnTo>
                  <a:lnTo>
                    <a:pt x="107721" y="314785"/>
                  </a:lnTo>
                  <a:lnTo>
                    <a:pt x="112732" y="316601"/>
                  </a:lnTo>
                  <a:lnTo>
                    <a:pt x="117799" y="318256"/>
                  </a:lnTo>
                  <a:lnTo>
                    <a:pt x="122917" y="319749"/>
                  </a:lnTo>
                  <a:lnTo>
                    <a:pt x="128079" y="321078"/>
                  </a:lnTo>
                  <a:lnTo>
                    <a:pt x="133281" y="322241"/>
                  </a:lnTo>
                  <a:lnTo>
                    <a:pt x="138517" y="323238"/>
                  </a:lnTo>
                  <a:lnTo>
                    <a:pt x="143783" y="324068"/>
                  </a:lnTo>
                  <a:lnTo>
                    <a:pt x="149072" y="324729"/>
                  </a:lnTo>
                  <a:lnTo>
                    <a:pt x="154380" y="325222"/>
                  </a:lnTo>
                  <a:lnTo>
                    <a:pt x="159701" y="325545"/>
                  </a:lnTo>
                  <a:lnTo>
                    <a:pt x="165029" y="325698"/>
                  </a:lnTo>
                  <a:lnTo>
                    <a:pt x="170360" y="325681"/>
                  </a:lnTo>
                  <a:lnTo>
                    <a:pt x="175687" y="325494"/>
                  </a:lnTo>
                  <a:lnTo>
                    <a:pt x="181006" y="325137"/>
                  </a:lnTo>
                  <a:lnTo>
                    <a:pt x="186310" y="324612"/>
                  </a:lnTo>
                  <a:lnTo>
                    <a:pt x="191595" y="323917"/>
                  </a:lnTo>
                  <a:lnTo>
                    <a:pt x="196856" y="323054"/>
                  </a:lnTo>
                  <a:lnTo>
                    <a:pt x="202086" y="322023"/>
                  </a:lnTo>
                  <a:lnTo>
                    <a:pt x="207280" y="320827"/>
                  </a:lnTo>
                  <a:lnTo>
                    <a:pt x="212434" y="319465"/>
                  </a:lnTo>
                  <a:lnTo>
                    <a:pt x="217542" y="317940"/>
                  </a:lnTo>
                  <a:lnTo>
                    <a:pt x="222598" y="316253"/>
                  </a:lnTo>
                  <a:lnTo>
                    <a:pt x="227598" y="314405"/>
                  </a:lnTo>
                  <a:lnTo>
                    <a:pt x="232537" y="312399"/>
                  </a:lnTo>
                  <a:lnTo>
                    <a:pt x="237409" y="310237"/>
                  </a:lnTo>
                  <a:lnTo>
                    <a:pt x="242210" y="307920"/>
                  </a:lnTo>
                  <a:lnTo>
                    <a:pt x="167165" y="1585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728472" y="2126963"/>
              <a:ext cx="167159" cy="316543"/>
            </a:xfrm>
            <a:custGeom>
              <a:avLst/>
              <a:pathLst>
                <a:path w="167159" h="316543">
                  <a:moveTo>
                    <a:pt x="75044" y="316543"/>
                  </a:moveTo>
                  <a:lnTo>
                    <a:pt x="79764" y="314077"/>
                  </a:lnTo>
                  <a:lnTo>
                    <a:pt x="84403" y="311462"/>
                  </a:lnTo>
                  <a:lnTo>
                    <a:pt x="88956" y="308700"/>
                  </a:lnTo>
                  <a:lnTo>
                    <a:pt x="93419" y="305795"/>
                  </a:lnTo>
                  <a:lnTo>
                    <a:pt x="97788" y="302749"/>
                  </a:lnTo>
                  <a:lnTo>
                    <a:pt x="102057" y="299565"/>
                  </a:lnTo>
                  <a:lnTo>
                    <a:pt x="106222" y="296247"/>
                  </a:lnTo>
                  <a:lnTo>
                    <a:pt x="110280" y="292798"/>
                  </a:lnTo>
                  <a:lnTo>
                    <a:pt x="114225" y="289222"/>
                  </a:lnTo>
                  <a:lnTo>
                    <a:pt x="118055" y="285522"/>
                  </a:lnTo>
                  <a:lnTo>
                    <a:pt x="121765" y="281701"/>
                  </a:lnTo>
                  <a:lnTo>
                    <a:pt x="125351" y="277765"/>
                  </a:lnTo>
                  <a:lnTo>
                    <a:pt x="128811" y="273716"/>
                  </a:lnTo>
                  <a:lnTo>
                    <a:pt x="132139" y="269559"/>
                  </a:lnTo>
                  <a:lnTo>
                    <a:pt x="135333" y="265298"/>
                  </a:lnTo>
                  <a:lnTo>
                    <a:pt x="138390" y="260938"/>
                  </a:lnTo>
                  <a:lnTo>
                    <a:pt x="141307" y="256482"/>
                  </a:lnTo>
                  <a:lnTo>
                    <a:pt x="144080" y="251936"/>
                  </a:lnTo>
                  <a:lnTo>
                    <a:pt x="146707" y="247303"/>
                  </a:lnTo>
                  <a:lnTo>
                    <a:pt x="149185" y="242590"/>
                  </a:lnTo>
                  <a:lnTo>
                    <a:pt x="151512" y="237800"/>
                  </a:lnTo>
                  <a:lnTo>
                    <a:pt x="153685" y="232938"/>
                  </a:lnTo>
                  <a:lnTo>
                    <a:pt x="155702" y="228009"/>
                  </a:lnTo>
                  <a:lnTo>
                    <a:pt x="157561" y="223019"/>
                  </a:lnTo>
                  <a:lnTo>
                    <a:pt x="159260" y="217972"/>
                  </a:lnTo>
                  <a:lnTo>
                    <a:pt x="160797" y="212873"/>
                  </a:lnTo>
                  <a:lnTo>
                    <a:pt x="162171" y="207728"/>
                  </a:lnTo>
                  <a:lnTo>
                    <a:pt x="163381" y="202542"/>
                  </a:lnTo>
                  <a:lnTo>
                    <a:pt x="164425" y="197320"/>
                  </a:lnTo>
                  <a:lnTo>
                    <a:pt x="165302" y="192068"/>
                  </a:lnTo>
                  <a:lnTo>
                    <a:pt x="166011" y="186790"/>
                  </a:lnTo>
                  <a:lnTo>
                    <a:pt x="166552" y="181492"/>
                  </a:lnTo>
                  <a:lnTo>
                    <a:pt x="166924" y="176180"/>
                  </a:lnTo>
                  <a:lnTo>
                    <a:pt x="167126" y="170858"/>
                  </a:lnTo>
                  <a:lnTo>
                    <a:pt x="167159" y="165533"/>
                  </a:lnTo>
                  <a:lnTo>
                    <a:pt x="167022" y="160209"/>
                  </a:lnTo>
                  <a:lnTo>
                    <a:pt x="166716" y="154893"/>
                  </a:lnTo>
                  <a:lnTo>
                    <a:pt x="166240" y="149589"/>
                  </a:lnTo>
                  <a:lnTo>
                    <a:pt x="165596" y="144303"/>
                  </a:lnTo>
                  <a:lnTo>
                    <a:pt x="164784" y="139039"/>
                  </a:lnTo>
                  <a:lnTo>
                    <a:pt x="163804" y="133805"/>
                  </a:lnTo>
                  <a:lnTo>
                    <a:pt x="162658" y="128604"/>
                  </a:lnTo>
                  <a:lnTo>
                    <a:pt x="161347" y="123443"/>
                  </a:lnTo>
                  <a:lnTo>
                    <a:pt x="159873" y="118326"/>
                  </a:lnTo>
                  <a:lnTo>
                    <a:pt x="158236" y="113258"/>
                  </a:lnTo>
                  <a:lnTo>
                    <a:pt x="156439" y="108246"/>
                  </a:lnTo>
                  <a:lnTo>
                    <a:pt x="154483" y="103292"/>
                  </a:lnTo>
                  <a:lnTo>
                    <a:pt x="152370" y="98404"/>
                  </a:lnTo>
                  <a:lnTo>
                    <a:pt x="150102" y="93586"/>
                  </a:lnTo>
                  <a:lnTo>
                    <a:pt x="147682" y="88842"/>
                  </a:lnTo>
                  <a:lnTo>
                    <a:pt x="145112" y="84178"/>
                  </a:lnTo>
                  <a:lnTo>
                    <a:pt x="142395" y="79598"/>
                  </a:lnTo>
                  <a:lnTo>
                    <a:pt x="139534" y="75107"/>
                  </a:lnTo>
                  <a:lnTo>
                    <a:pt x="136531" y="70709"/>
                  </a:lnTo>
                  <a:lnTo>
                    <a:pt x="133389" y="66409"/>
                  </a:lnTo>
                  <a:lnTo>
                    <a:pt x="130112" y="62211"/>
                  </a:lnTo>
                  <a:lnTo>
                    <a:pt x="126703" y="58120"/>
                  </a:lnTo>
                  <a:lnTo>
                    <a:pt x="123165" y="54140"/>
                  </a:lnTo>
                  <a:lnTo>
                    <a:pt x="119503" y="50274"/>
                  </a:lnTo>
                  <a:lnTo>
                    <a:pt x="115719" y="46527"/>
                  </a:lnTo>
                  <a:lnTo>
                    <a:pt x="111817" y="42902"/>
                  </a:lnTo>
                  <a:lnTo>
                    <a:pt x="107802" y="39404"/>
                  </a:lnTo>
                  <a:lnTo>
                    <a:pt x="103678" y="36035"/>
                  </a:lnTo>
                  <a:lnTo>
                    <a:pt x="99449" y="32799"/>
                  </a:lnTo>
                  <a:lnTo>
                    <a:pt x="95118" y="29699"/>
                  </a:lnTo>
                  <a:lnTo>
                    <a:pt x="90691" y="26739"/>
                  </a:lnTo>
                  <a:lnTo>
                    <a:pt x="86173" y="23922"/>
                  </a:lnTo>
                  <a:lnTo>
                    <a:pt x="81566" y="21250"/>
                  </a:lnTo>
                  <a:lnTo>
                    <a:pt x="76877" y="18726"/>
                  </a:lnTo>
                  <a:lnTo>
                    <a:pt x="72110" y="16352"/>
                  </a:lnTo>
                  <a:lnTo>
                    <a:pt x="67269" y="14132"/>
                  </a:lnTo>
                  <a:lnTo>
                    <a:pt x="62361" y="12067"/>
                  </a:lnTo>
                  <a:lnTo>
                    <a:pt x="57389" y="10159"/>
                  </a:lnTo>
                  <a:lnTo>
                    <a:pt x="52359" y="8411"/>
                  </a:lnTo>
                  <a:lnTo>
                    <a:pt x="47275" y="6824"/>
                  </a:lnTo>
                  <a:lnTo>
                    <a:pt x="42144" y="5399"/>
                  </a:lnTo>
                  <a:lnTo>
                    <a:pt x="36970" y="4139"/>
                  </a:lnTo>
                  <a:lnTo>
                    <a:pt x="31759" y="3044"/>
                  </a:lnTo>
                  <a:lnTo>
                    <a:pt x="26515" y="2116"/>
                  </a:lnTo>
                  <a:lnTo>
                    <a:pt x="21244" y="1355"/>
                  </a:lnTo>
                  <a:lnTo>
                    <a:pt x="15952" y="762"/>
                  </a:lnTo>
                  <a:lnTo>
                    <a:pt x="10643" y="339"/>
                  </a:lnTo>
                  <a:lnTo>
                    <a:pt x="5324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1994" y="1681503"/>
              <a:ext cx="41240" cy="167167"/>
            </a:xfrm>
            <a:custGeom>
              <a:avLst/>
              <a:pathLst>
                <a:path w="41240" h="167167">
                  <a:moveTo>
                    <a:pt x="41240" y="0"/>
                  </a:moveTo>
                  <a:lnTo>
                    <a:pt x="34297" y="144"/>
                  </a:lnTo>
                  <a:lnTo>
                    <a:pt x="27366" y="576"/>
                  </a:lnTo>
                  <a:lnTo>
                    <a:pt x="20458" y="1296"/>
                  </a:lnTo>
                  <a:lnTo>
                    <a:pt x="13587" y="2303"/>
                  </a:lnTo>
                  <a:lnTo>
                    <a:pt x="6764" y="3593"/>
                  </a:lnTo>
                  <a:lnTo>
                    <a:pt x="0" y="5166"/>
                  </a:lnTo>
                  <a:lnTo>
                    <a:pt x="4124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1994" y="1686670"/>
              <a:ext cx="41240" cy="162000"/>
            </a:xfrm>
            <a:custGeom>
              <a:avLst/>
              <a:pathLst>
                <a:path w="41240" h="162000">
                  <a:moveTo>
                    <a:pt x="0" y="0"/>
                  </a:moveTo>
                  <a:lnTo>
                    <a:pt x="41240" y="1620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256076" y="1686670"/>
              <a:ext cx="334318" cy="329164"/>
            </a:xfrm>
            <a:custGeom>
              <a:avLst/>
              <a:pathLst>
                <a:path w="334318" h="329164">
                  <a:moveTo>
                    <a:pt x="125917" y="0"/>
                  </a:moveTo>
                  <a:lnTo>
                    <a:pt x="120801" y="1389"/>
                  </a:lnTo>
                  <a:lnTo>
                    <a:pt x="115731" y="2940"/>
                  </a:lnTo>
                  <a:lnTo>
                    <a:pt x="110713" y="4650"/>
                  </a:lnTo>
                  <a:lnTo>
                    <a:pt x="105752" y="6519"/>
                  </a:lnTo>
                  <a:lnTo>
                    <a:pt x="100852" y="8545"/>
                  </a:lnTo>
                  <a:lnTo>
                    <a:pt x="96019" y="10725"/>
                  </a:lnTo>
                  <a:lnTo>
                    <a:pt x="91258" y="13057"/>
                  </a:lnTo>
                  <a:lnTo>
                    <a:pt x="86573" y="15538"/>
                  </a:lnTo>
                  <a:lnTo>
                    <a:pt x="81969" y="18167"/>
                  </a:lnTo>
                  <a:lnTo>
                    <a:pt x="77451" y="20941"/>
                  </a:lnTo>
                  <a:lnTo>
                    <a:pt x="73023" y="23857"/>
                  </a:lnTo>
                  <a:lnTo>
                    <a:pt x="68689" y="26911"/>
                  </a:lnTo>
                  <a:lnTo>
                    <a:pt x="64455" y="30102"/>
                  </a:lnTo>
                  <a:lnTo>
                    <a:pt x="60324" y="33425"/>
                  </a:lnTo>
                  <a:lnTo>
                    <a:pt x="56301" y="36877"/>
                  </a:lnTo>
                  <a:lnTo>
                    <a:pt x="52389" y="40456"/>
                  </a:lnTo>
                  <a:lnTo>
                    <a:pt x="48592" y="44156"/>
                  </a:lnTo>
                  <a:lnTo>
                    <a:pt x="44915" y="47975"/>
                  </a:lnTo>
                  <a:lnTo>
                    <a:pt x="41360" y="51909"/>
                  </a:lnTo>
                  <a:lnTo>
                    <a:pt x="37933" y="55954"/>
                  </a:lnTo>
                  <a:lnTo>
                    <a:pt x="34635" y="60105"/>
                  </a:lnTo>
                  <a:lnTo>
                    <a:pt x="31470" y="64359"/>
                  </a:lnTo>
                  <a:lnTo>
                    <a:pt x="28442" y="68710"/>
                  </a:lnTo>
                  <a:lnTo>
                    <a:pt x="25554" y="73156"/>
                  </a:lnTo>
                  <a:lnTo>
                    <a:pt x="22807" y="77691"/>
                  </a:lnTo>
                  <a:lnTo>
                    <a:pt x="20207" y="82311"/>
                  </a:lnTo>
                  <a:lnTo>
                    <a:pt x="17753" y="87011"/>
                  </a:lnTo>
                  <a:lnTo>
                    <a:pt x="15451" y="91787"/>
                  </a:lnTo>
                  <a:lnTo>
                    <a:pt x="13300" y="96633"/>
                  </a:lnTo>
                  <a:lnTo>
                    <a:pt x="11305" y="101545"/>
                  </a:lnTo>
                  <a:lnTo>
                    <a:pt x="9466" y="106517"/>
                  </a:lnTo>
                  <a:lnTo>
                    <a:pt x="7786" y="111546"/>
                  </a:lnTo>
                  <a:lnTo>
                    <a:pt x="6266" y="116625"/>
                  </a:lnTo>
                  <a:lnTo>
                    <a:pt x="4908" y="121750"/>
                  </a:lnTo>
                  <a:lnTo>
                    <a:pt x="3713" y="126915"/>
                  </a:lnTo>
                  <a:lnTo>
                    <a:pt x="2683" y="132116"/>
                  </a:lnTo>
                  <a:lnTo>
                    <a:pt x="1818" y="137346"/>
                  </a:lnTo>
                  <a:lnTo>
                    <a:pt x="1119" y="142602"/>
                  </a:lnTo>
                  <a:lnTo>
                    <a:pt x="588" y="147877"/>
                  </a:lnTo>
                  <a:lnTo>
                    <a:pt x="224" y="153166"/>
                  </a:lnTo>
                  <a:lnTo>
                    <a:pt x="28" y="158464"/>
                  </a:lnTo>
                  <a:lnTo>
                    <a:pt x="0" y="163766"/>
                  </a:lnTo>
                  <a:lnTo>
                    <a:pt x="140" y="169066"/>
                  </a:lnTo>
                  <a:lnTo>
                    <a:pt x="448" y="174358"/>
                  </a:lnTo>
                  <a:lnTo>
                    <a:pt x="923" y="179639"/>
                  </a:lnTo>
                  <a:lnTo>
                    <a:pt x="1566" y="184901"/>
                  </a:lnTo>
                  <a:lnTo>
                    <a:pt x="2376" y="190141"/>
                  </a:lnTo>
                  <a:lnTo>
                    <a:pt x="3351" y="195352"/>
                  </a:lnTo>
                  <a:lnTo>
                    <a:pt x="4491" y="200530"/>
                  </a:lnTo>
                  <a:lnTo>
                    <a:pt x="5795" y="205669"/>
                  </a:lnTo>
                  <a:lnTo>
                    <a:pt x="7261" y="210764"/>
                  </a:lnTo>
                  <a:lnTo>
                    <a:pt x="8887" y="215810"/>
                  </a:lnTo>
                  <a:lnTo>
                    <a:pt x="10673" y="220801"/>
                  </a:lnTo>
                  <a:lnTo>
                    <a:pt x="12617" y="225734"/>
                  </a:lnTo>
                  <a:lnTo>
                    <a:pt x="14715" y="230603"/>
                  </a:lnTo>
                  <a:lnTo>
                    <a:pt x="16968" y="235402"/>
                  </a:lnTo>
                  <a:lnTo>
                    <a:pt x="19371" y="240128"/>
                  </a:lnTo>
                  <a:lnTo>
                    <a:pt x="21923" y="244775"/>
                  </a:lnTo>
                  <a:lnTo>
                    <a:pt x="24620" y="249339"/>
                  </a:lnTo>
                  <a:lnTo>
                    <a:pt x="27462" y="253815"/>
                  </a:lnTo>
                  <a:lnTo>
                    <a:pt x="30444" y="258199"/>
                  </a:lnTo>
                  <a:lnTo>
                    <a:pt x="33563" y="262486"/>
                  </a:lnTo>
                  <a:lnTo>
                    <a:pt x="36817" y="266672"/>
                  </a:lnTo>
                  <a:lnTo>
                    <a:pt x="40201" y="270752"/>
                  </a:lnTo>
                  <a:lnTo>
                    <a:pt x="43714" y="274724"/>
                  </a:lnTo>
                  <a:lnTo>
                    <a:pt x="47350" y="278581"/>
                  </a:lnTo>
                  <a:lnTo>
                    <a:pt x="51108" y="282322"/>
                  </a:lnTo>
                  <a:lnTo>
                    <a:pt x="54982" y="285941"/>
                  </a:lnTo>
                  <a:lnTo>
                    <a:pt x="58968" y="289436"/>
                  </a:lnTo>
                  <a:lnTo>
                    <a:pt x="63064" y="292803"/>
                  </a:lnTo>
                  <a:lnTo>
                    <a:pt x="67264" y="296038"/>
                  </a:lnTo>
                  <a:lnTo>
                    <a:pt x="71565" y="299139"/>
                  </a:lnTo>
                  <a:lnTo>
                    <a:pt x="75962" y="302101"/>
                  </a:lnTo>
                  <a:lnTo>
                    <a:pt x="80450" y="304922"/>
                  </a:lnTo>
                  <a:lnTo>
                    <a:pt x="85026" y="307600"/>
                  </a:lnTo>
                  <a:lnTo>
                    <a:pt x="89684" y="310131"/>
                  </a:lnTo>
                  <a:lnTo>
                    <a:pt x="94421" y="312514"/>
                  </a:lnTo>
                  <a:lnTo>
                    <a:pt x="99230" y="314744"/>
                  </a:lnTo>
                  <a:lnTo>
                    <a:pt x="104108" y="316822"/>
                  </a:lnTo>
                  <a:lnTo>
                    <a:pt x="109049" y="318743"/>
                  </a:lnTo>
                  <a:lnTo>
                    <a:pt x="114049" y="320507"/>
                  </a:lnTo>
                  <a:lnTo>
                    <a:pt x="119102" y="322111"/>
                  </a:lnTo>
                  <a:lnTo>
                    <a:pt x="124204" y="323555"/>
                  </a:lnTo>
                  <a:lnTo>
                    <a:pt x="129348" y="324836"/>
                  </a:lnTo>
                  <a:lnTo>
                    <a:pt x="134531" y="325953"/>
                  </a:lnTo>
                  <a:lnTo>
                    <a:pt x="139746" y="326905"/>
                  </a:lnTo>
                  <a:lnTo>
                    <a:pt x="144990" y="327691"/>
                  </a:lnTo>
                  <a:lnTo>
                    <a:pt x="150255" y="328311"/>
                  </a:lnTo>
                  <a:lnTo>
                    <a:pt x="155537" y="328763"/>
                  </a:lnTo>
                  <a:lnTo>
                    <a:pt x="160831" y="329048"/>
                  </a:lnTo>
                  <a:lnTo>
                    <a:pt x="166132" y="329164"/>
                  </a:lnTo>
                  <a:lnTo>
                    <a:pt x="171433" y="329113"/>
                  </a:lnTo>
                  <a:lnTo>
                    <a:pt x="176730" y="328893"/>
                  </a:lnTo>
                  <a:lnTo>
                    <a:pt x="182018" y="328506"/>
                  </a:lnTo>
                  <a:lnTo>
                    <a:pt x="187290" y="327951"/>
                  </a:lnTo>
                  <a:lnTo>
                    <a:pt x="192543" y="327229"/>
                  </a:lnTo>
                  <a:lnTo>
                    <a:pt x="197770" y="326341"/>
                  </a:lnTo>
                  <a:lnTo>
                    <a:pt x="202966" y="325287"/>
                  </a:lnTo>
                  <a:lnTo>
                    <a:pt x="208126" y="324070"/>
                  </a:lnTo>
                  <a:lnTo>
                    <a:pt x="213244" y="322689"/>
                  </a:lnTo>
                  <a:lnTo>
                    <a:pt x="218317" y="321147"/>
                  </a:lnTo>
                  <a:lnTo>
                    <a:pt x="223338" y="319444"/>
                  </a:lnTo>
                  <a:lnTo>
                    <a:pt x="228302" y="317584"/>
                  </a:lnTo>
                  <a:lnTo>
                    <a:pt x="233205" y="315567"/>
                  </a:lnTo>
                  <a:lnTo>
                    <a:pt x="238042" y="313395"/>
                  </a:lnTo>
                  <a:lnTo>
                    <a:pt x="242807" y="311071"/>
                  </a:lnTo>
                  <a:lnTo>
                    <a:pt x="247496" y="308597"/>
                  </a:lnTo>
                  <a:lnTo>
                    <a:pt x="252104" y="305976"/>
                  </a:lnTo>
                  <a:lnTo>
                    <a:pt x="256627" y="303210"/>
                  </a:lnTo>
                  <a:lnTo>
                    <a:pt x="261060" y="300301"/>
                  </a:lnTo>
                  <a:lnTo>
                    <a:pt x="265399" y="297254"/>
                  </a:lnTo>
                  <a:lnTo>
                    <a:pt x="269638" y="294071"/>
                  </a:lnTo>
                  <a:lnTo>
                    <a:pt x="273775" y="290755"/>
                  </a:lnTo>
                  <a:lnTo>
                    <a:pt x="277804" y="287309"/>
                  </a:lnTo>
                  <a:lnTo>
                    <a:pt x="281722" y="283737"/>
                  </a:lnTo>
                  <a:lnTo>
                    <a:pt x="285525" y="280043"/>
                  </a:lnTo>
                  <a:lnTo>
                    <a:pt x="289209" y="276230"/>
                  </a:lnTo>
                  <a:lnTo>
                    <a:pt x="292770" y="272302"/>
                  </a:lnTo>
                  <a:lnTo>
                    <a:pt x="296204" y="268264"/>
                  </a:lnTo>
                  <a:lnTo>
                    <a:pt x="299509" y="264118"/>
                  </a:lnTo>
                  <a:lnTo>
                    <a:pt x="302681" y="259870"/>
                  </a:lnTo>
                  <a:lnTo>
                    <a:pt x="305716" y="255523"/>
                  </a:lnTo>
                  <a:lnTo>
                    <a:pt x="308612" y="251082"/>
                  </a:lnTo>
                  <a:lnTo>
                    <a:pt x="311366" y="246551"/>
                  </a:lnTo>
                  <a:lnTo>
                    <a:pt x="313975" y="241936"/>
                  </a:lnTo>
                  <a:lnTo>
                    <a:pt x="316436" y="237240"/>
                  </a:lnTo>
                  <a:lnTo>
                    <a:pt x="318746" y="232468"/>
                  </a:lnTo>
                  <a:lnTo>
                    <a:pt x="320905" y="227626"/>
                  </a:lnTo>
                  <a:lnTo>
                    <a:pt x="322909" y="222718"/>
                  </a:lnTo>
                  <a:lnTo>
                    <a:pt x="324756" y="217748"/>
                  </a:lnTo>
                  <a:lnTo>
                    <a:pt x="326444" y="212722"/>
                  </a:lnTo>
                  <a:lnTo>
                    <a:pt x="327973" y="207646"/>
                  </a:lnTo>
                  <a:lnTo>
                    <a:pt x="329339" y="202523"/>
                  </a:lnTo>
                  <a:lnTo>
                    <a:pt x="330543" y="197360"/>
                  </a:lnTo>
                  <a:lnTo>
                    <a:pt x="331582" y="192161"/>
                  </a:lnTo>
                  <a:lnTo>
                    <a:pt x="332455" y="186932"/>
                  </a:lnTo>
                  <a:lnTo>
                    <a:pt x="333163" y="181677"/>
                  </a:lnTo>
                  <a:lnTo>
                    <a:pt x="333703" y="176403"/>
                  </a:lnTo>
                  <a:lnTo>
                    <a:pt x="334076" y="171115"/>
                  </a:lnTo>
                  <a:lnTo>
                    <a:pt x="334281" y="165817"/>
                  </a:lnTo>
                  <a:lnTo>
                    <a:pt x="334318" y="160515"/>
                  </a:lnTo>
                  <a:lnTo>
                    <a:pt x="334187" y="155215"/>
                  </a:lnTo>
                  <a:lnTo>
                    <a:pt x="333888" y="149922"/>
                  </a:lnTo>
                  <a:lnTo>
                    <a:pt x="333421" y="144641"/>
                  </a:lnTo>
                  <a:lnTo>
                    <a:pt x="332787" y="139377"/>
                  </a:lnTo>
                  <a:lnTo>
                    <a:pt x="331987" y="134136"/>
                  </a:lnTo>
                  <a:lnTo>
                    <a:pt x="331020" y="128924"/>
                  </a:lnTo>
                  <a:lnTo>
                    <a:pt x="329889" y="123744"/>
                  </a:lnTo>
                  <a:lnTo>
                    <a:pt x="328594" y="118603"/>
                  </a:lnTo>
                  <a:lnTo>
                    <a:pt x="327136" y="113505"/>
                  </a:lnTo>
                  <a:lnTo>
                    <a:pt x="325518" y="108457"/>
                  </a:lnTo>
                  <a:lnTo>
                    <a:pt x="323741" y="103462"/>
                  </a:lnTo>
                  <a:lnTo>
                    <a:pt x="321806" y="98526"/>
                  </a:lnTo>
                  <a:lnTo>
                    <a:pt x="319715" y="93654"/>
                  </a:lnTo>
                  <a:lnTo>
                    <a:pt x="317471" y="88850"/>
                  </a:lnTo>
                  <a:lnTo>
                    <a:pt x="315076" y="84121"/>
                  </a:lnTo>
                  <a:lnTo>
                    <a:pt x="312532" y="79469"/>
                  </a:lnTo>
                  <a:lnTo>
                    <a:pt x="309841" y="74901"/>
                  </a:lnTo>
                  <a:lnTo>
                    <a:pt x="307008" y="70420"/>
                  </a:lnTo>
                  <a:lnTo>
                    <a:pt x="304033" y="66031"/>
                  </a:lnTo>
                  <a:lnTo>
                    <a:pt x="300921" y="61739"/>
                  </a:lnTo>
                  <a:lnTo>
                    <a:pt x="297674" y="57548"/>
                  </a:lnTo>
                  <a:lnTo>
                    <a:pt x="294297" y="53461"/>
                  </a:lnTo>
                  <a:lnTo>
                    <a:pt x="290791" y="49484"/>
                  </a:lnTo>
                  <a:lnTo>
                    <a:pt x="287161" y="45620"/>
                  </a:lnTo>
                  <a:lnTo>
                    <a:pt x="283410" y="41873"/>
                  </a:lnTo>
                  <a:lnTo>
                    <a:pt x="279542" y="38247"/>
                  </a:lnTo>
                  <a:lnTo>
                    <a:pt x="275561" y="34746"/>
                  </a:lnTo>
                  <a:lnTo>
                    <a:pt x="271471" y="31372"/>
                  </a:lnTo>
                  <a:lnTo>
                    <a:pt x="267276" y="28130"/>
                  </a:lnTo>
                  <a:lnTo>
                    <a:pt x="262981" y="25023"/>
                  </a:lnTo>
                  <a:lnTo>
                    <a:pt x="258589" y="22053"/>
                  </a:lnTo>
                  <a:lnTo>
                    <a:pt x="254105" y="19224"/>
                  </a:lnTo>
                  <a:lnTo>
                    <a:pt x="249534" y="16538"/>
                  </a:lnTo>
                  <a:lnTo>
                    <a:pt x="244880" y="13999"/>
                  </a:lnTo>
                  <a:lnTo>
                    <a:pt x="240147" y="11609"/>
                  </a:lnTo>
                  <a:lnTo>
                    <a:pt x="235342" y="9370"/>
                  </a:lnTo>
                  <a:lnTo>
                    <a:pt x="230467" y="7285"/>
                  </a:lnTo>
                  <a:lnTo>
                    <a:pt x="225529" y="5355"/>
                  </a:lnTo>
                  <a:lnTo>
                    <a:pt x="220533" y="3583"/>
                  </a:lnTo>
                  <a:lnTo>
                    <a:pt x="215482" y="1970"/>
                  </a:lnTo>
                  <a:lnTo>
                    <a:pt x="167158" y="1620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423235" y="1681503"/>
              <a:ext cx="48324" cy="167167"/>
            </a:xfrm>
            <a:custGeom>
              <a:avLst/>
              <a:pathLst>
                <a:path w="48324" h="167167">
                  <a:moveTo>
                    <a:pt x="48324" y="7137"/>
                  </a:move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9" y="2094"/>
                  </a:lnTo>
                  <a:lnTo>
                    <a:pt x="135551" y="3013"/>
                  </a:lnTo>
                  <a:lnTo>
                    <a:pt x="130365" y="4097"/>
                  </a:lnTo>
                  <a:lnTo>
                    <a:pt x="125215" y="5345"/>
                  </a:lnTo>
                  <a:lnTo>
                    <a:pt x="120108" y="6755"/>
                  </a:lnTo>
                  <a:lnTo>
                    <a:pt x="115048" y="8326"/>
                  </a:lnTo>
                  <a:lnTo>
                    <a:pt x="110041" y="10057"/>
                  </a:lnTo>
                  <a:lnTo>
                    <a:pt x="105091" y="11946"/>
                  </a:lnTo>
                  <a:lnTo>
                    <a:pt x="100203" y="13991"/>
                  </a:lnTo>
                  <a:lnTo>
                    <a:pt x="95382" y="16189"/>
                  </a:lnTo>
                  <a:lnTo>
                    <a:pt x="90634" y="18540"/>
                  </a:lnTo>
                  <a:lnTo>
                    <a:pt x="85962" y="21039"/>
                  </a:lnTo>
                  <a:lnTo>
                    <a:pt x="81372" y="23685"/>
                  </a:lnTo>
                  <a:lnTo>
                    <a:pt x="76868" y="26476"/>
                  </a:lnTo>
                  <a:lnTo>
                    <a:pt x="72455" y="29408"/>
                  </a:lnTo>
                  <a:lnTo>
                    <a:pt x="68137" y="32478"/>
                  </a:lnTo>
                  <a:lnTo>
                    <a:pt x="63918" y="35683"/>
                  </a:lnTo>
                  <a:lnTo>
                    <a:pt x="59803" y="39021"/>
                  </a:lnTo>
                  <a:lnTo>
                    <a:pt x="55796" y="42487"/>
                  </a:lnTo>
                  <a:lnTo>
                    <a:pt x="51901" y="46078"/>
                  </a:lnTo>
                  <a:lnTo>
                    <a:pt x="48121" y="49792"/>
                  </a:lnTo>
                  <a:lnTo>
                    <a:pt x="44461" y="53623"/>
                  </a:lnTo>
                  <a:lnTo>
                    <a:pt x="40925" y="57568"/>
                  </a:lnTo>
                  <a:lnTo>
                    <a:pt x="37515" y="61623"/>
                  </a:lnTo>
                  <a:lnTo>
                    <a:pt x="34235" y="65784"/>
                  </a:lnTo>
                  <a:lnTo>
                    <a:pt x="31089" y="70047"/>
                  </a:lnTo>
                  <a:lnTo>
                    <a:pt x="28080" y="74408"/>
                  </a:lnTo>
                  <a:lnTo>
                    <a:pt x="25210" y="78862"/>
                  </a:lnTo>
                  <a:lnTo>
                    <a:pt x="22483" y="83404"/>
                  </a:lnTo>
                  <a:lnTo>
                    <a:pt x="19901" y="88031"/>
                  </a:lnTo>
                  <a:lnTo>
                    <a:pt x="17467" y="92737"/>
                  </a:lnTo>
                  <a:lnTo>
                    <a:pt x="15184" y="97518"/>
                  </a:lnTo>
                  <a:lnTo>
                    <a:pt x="13053" y="102369"/>
                  </a:lnTo>
                  <a:lnTo>
                    <a:pt x="11077" y="107285"/>
                  </a:lnTo>
                  <a:lnTo>
                    <a:pt x="9257" y="112261"/>
                  </a:lnTo>
                  <a:lnTo>
                    <a:pt x="7597" y="117292"/>
                  </a:lnTo>
                  <a:lnTo>
                    <a:pt x="6096" y="122374"/>
                  </a:lnTo>
                  <a:lnTo>
                    <a:pt x="4758" y="127500"/>
                  </a:lnTo>
                  <a:lnTo>
                    <a:pt x="3582" y="132666"/>
                  </a:lnTo>
                  <a:lnTo>
                    <a:pt x="2571" y="137867"/>
                  </a:lnTo>
                  <a:lnTo>
                    <a:pt x="1725" y="143097"/>
                  </a:lnTo>
                  <a:lnTo>
                    <a:pt x="1045" y="148352"/>
                  </a:lnTo>
                  <a:lnTo>
                    <a:pt x="533" y="153625"/>
                  </a:lnTo>
                  <a:lnTo>
                    <a:pt x="187" y="158912"/>
                  </a:lnTo>
                  <a:lnTo>
                    <a:pt x="9" y="164208"/>
                  </a:lnTo>
                  <a:lnTo>
                    <a:pt x="0" y="169506"/>
                  </a:lnTo>
                  <a:lnTo>
                    <a:pt x="158" y="174802"/>
                  </a:lnTo>
                  <a:lnTo>
                    <a:pt x="483" y="180090"/>
                  </a:lnTo>
                  <a:lnTo>
                    <a:pt x="977" y="185365"/>
                  </a:lnTo>
                  <a:lnTo>
                    <a:pt x="1637" y="190622"/>
                  </a:lnTo>
                  <a:lnTo>
                    <a:pt x="2463" y="195856"/>
                  </a:lnTo>
                  <a:lnTo>
                    <a:pt x="3455" y="201060"/>
                  </a:lnTo>
                  <a:lnTo>
                    <a:pt x="4611" y="206231"/>
                  </a:lnTo>
                  <a:lnTo>
                    <a:pt x="5931" y="211362"/>
                  </a:lnTo>
                  <a:lnTo>
                    <a:pt x="7413" y="216449"/>
                  </a:lnTo>
                  <a:lnTo>
                    <a:pt x="9055" y="221487"/>
                  </a:lnTo>
                  <a:lnTo>
                    <a:pt x="10855" y="226470"/>
                  </a:lnTo>
                  <a:lnTo>
                    <a:pt x="12813" y="231393"/>
                  </a:lnTo>
                  <a:lnTo>
                    <a:pt x="14926" y="236252"/>
                  </a:lnTo>
                  <a:lnTo>
                    <a:pt x="17192" y="241041"/>
                  </a:lnTo>
                  <a:lnTo>
                    <a:pt x="19608" y="245756"/>
                  </a:lnTo>
                  <a:lnTo>
                    <a:pt x="22173" y="250392"/>
                  </a:lnTo>
                  <a:lnTo>
                    <a:pt x="24883" y="254945"/>
                  </a:lnTo>
                  <a:lnTo>
                    <a:pt x="27736" y="259409"/>
                  </a:lnTo>
                  <a:lnTo>
                    <a:pt x="30730" y="263781"/>
                  </a:lnTo>
                  <a:lnTo>
                    <a:pt x="33860" y="268056"/>
                  </a:lnTo>
                  <a:lnTo>
                    <a:pt x="37124" y="272229"/>
                  </a:lnTo>
                  <a:lnTo>
                    <a:pt x="40519" y="276297"/>
                  </a:lnTo>
                  <a:lnTo>
                    <a:pt x="44041" y="280255"/>
                  </a:lnTo>
                  <a:lnTo>
                    <a:pt x="47687" y="284100"/>
                  </a:lnTo>
                  <a:lnTo>
                    <a:pt x="51452" y="287827"/>
                  </a:lnTo>
                  <a:lnTo>
                    <a:pt x="55334" y="291433"/>
                  </a:lnTo>
                  <a:lnTo>
                    <a:pt x="59328" y="294914"/>
                  </a:lnTo>
                  <a:lnTo>
                    <a:pt x="63431" y="298267"/>
                  </a:lnTo>
                  <a:lnTo>
                    <a:pt x="67638" y="301488"/>
                  </a:lnTo>
                  <a:lnTo>
                    <a:pt x="71944" y="304574"/>
                  </a:lnTo>
                  <a:lnTo>
                    <a:pt x="76347" y="307522"/>
                  </a:lnTo>
                  <a:lnTo>
                    <a:pt x="80840" y="310329"/>
                  </a:lnTo>
                  <a:lnTo>
                    <a:pt x="85420" y="312993"/>
                  </a:lnTo>
                  <a:lnTo>
                    <a:pt x="90083" y="315509"/>
                  </a:lnTo>
                  <a:lnTo>
                    <a:pt x="94822" y="317877"/>
                  </a:lnTo>
                  <a:lnTo>
                    <a:pt x="99635" y="320094"/>
                  </a:lnTo>
                  <a:lnTo>
                    <a:pt x="104515" y="322156"/>
                  </a:lnTo>
                  <a:lnTo>
                    <a:pt x="109458" y="324064"/>
                  </a:lnTo>
                  <a:lnTo>
                    <a:pt x="114459" y="325813"/>
                  </a:lnTo>
                  <a:lnTo>
                    <a:pt x="119513" y="327403"/>
                  </a:lnTo>
                  <a:lnTo>
                    <a:pt x="124615" y="328832"/>
                  </a:lnTo>
                  <a:lnTo>
                    <a:pt x="129760" y="330099"/>
                  </a:lnTo>
                  <a:lnTo>
                    <a:pt x="134942" y="331202"/>
                  </a:lnTo>
                  <a:lnTo>
                    <a:pt x="140157" y="332140"/>
                  </a:lnTo>
                  <a:lnTo>
                    <a:pt x="145398" y="332913"/>
                  </a:lnTo>
                  <a:lnTo>
                    <a:pt x="150662" y="333519"/>
                  </a:lnTo>
                  <a:lnTo>
                    <a:pt x="155942" y="333958"/>
                  </a:lnTo>
                  <a:lnTo>
                    <a:pt x="161233" y="334230"/>
                  </a:lnTo>
                  <a:lnTo>
                    <a:pt x="166530" y="334333"/>
                  </a:lnTo>
                  <a:lnTo>
                    <a:pt x="171828" y="334269"/>
                  </a:lnTo>
                  <a:lnTo>
                    <a:pt x="177121" y="334037"/>
                  </a:lnTo>
                  <a:lnTo>
                    <a:pt x="182405" y="333637"/>
                  </a:lnTo>
                  <a:lnTo>
                    <a:pt x="187672" y="333070"/>
                  </a:lnTo>
                  <a:lnTo>
                    <a:pt x="192920" y="332336"/>
                  </a:lnTo>
                  <a:lnTo>
                    <a:pt x="198141" y="331437"/>
                  </a:lnTo>
                  <a:lnTo>
                    <a:pt x="203331" y="330372"/>
                  </a:lnTo>
                  <a:lnTo>
                    <a:pt x="208485" y="329144"/>
                  </a:lnTo>
                  <a:lnTo>
                    <a:pt x="213597" y="327752"/>
                  </a:lnTo>
                  <a:lnTo>
                    <a:pt x="218663" y="326200"/>
                  </a:lnTo>
                  <a:lnTo>
                    <a:pt x="223677" y="324487"/>
                  </a:lnTo>
                  <a:lnTo>
                    <a:pt x="228634" y="322617"/>
                  </a:lnTo>
                  <a:lnTo>
                    <a:pt x="233530" y="320590"/>
                  </a:lnTo>
                  <a:lnTo>
                    <a:pt x="238358" y="318410"/>
                  </a:lnTo>
                  <a:lnTo>
                    <a:pt x="243116" y="316077"/>
                  </a:lnTo>
                  <a:lnTo>
                    <a:pt x="247796" y="313595"/>
                  </a:lnTo>
                  <a:lnTo>
                    <a:pt x="252396" y="310966"/>
                  </a:lnTo>
                  <a:lnTo>
                    <a:pt x="256911" y="308192"/>
                  </a:lnTo>
                  <a:lnTo>
                    <a:pt x="261335" y="305277"/>
                  </a:lnTo>
                  <a:lnTo>
                    <a:pt x="265664" y="302223"/>
                  </a:lnTo>
                  <a:lnTo>
                    <a:pt x="269895" y="299033"/>
                  </a:lnTo>
                  <a:lnTo>
                    <a:pt x="274022" y="295711"/>
                  </a:lnTo>
                  <a:lnTo>
                    <a:pt x="278042" y="292259"/>
                  </a:lnTo>
                  <a:lnTo>
                    <a:pt x="281950" y="288682"/>
                  </a:lnTo>
                  <a:lnTo>
                    <a:pt x="285744" y="284983"/>
                  </a:lnTo>
                  <a:lnTo>
                    <a:pt x="289418" y="281166"/>
                  </a:lnTo>
                  <a:lnTo>
                    <a:pt x="292969" y="277234"/>
                  </a:lnTo>
                  <a:lnTo>
                    <a:pt x="296394" y="273191"/>
                  </a:lnTo>
                  <a:lnTo>
                    <a:pt x="299689" y="269042"/>
                  </a:lnTo>
                  <a:lnTo>
                    <a:pt x="302851" y="264791"/>
                  </a:lnTo>
                  <a:lnTo>
                    <a:pt x="305876" y="260441"/>
                  </a:lnTo>
                  <a:lnTo>
                    <a:pt x="308763" y="255998"/>
                  </a:lnTo>
                  <a:lnTo>
                    <a:pt x="311507" y="251466"/>
                  </a:lnTo>
                  <a:lnTo>
                    <a:pt x="314106" y="246849"/>
                  </a:lnTo>
                  <a:lnTo>
                    <a:pt x="316557" y="242152"/>
                  </a:lnTo>
                  <a:lnTo>
                    <a:pt x="318858" y="237379"/>
                  </a:lnTo>
                  <a:lnTo>
                    <a:pt x="321007" y="232536"/>
                  </a:lnTo>
                  <a:lnTo>
                    <a:pt x="323001" y="227628"/>
                  </a:lnTo>
                  <a:lnTo>
                    <a:pt x="324839" y="222658"/>
                  </a:lnTo>
                  <a:lnTo>
                    <a:pt x="326518" y="217633"/>
                  </a:lnTo>
                  <a:lnTo>
                    <a:pt x="328038" y="212558"/>
                  </a:lnTo>
                  <a:lnTo>
                    <a:pt x="329395" y="207436"/>
                  </a:lnTo>
                  <a:lnTo>
                    <a:pt x="330590" y="202274"/>
                  </a:lnTo>
                  <a:lnTo>
                    <a:pt x="331620" y="197077"/>
                  </a:lnTo>
                  <a:lnTo>
                    <a:pt x="332486" y="191850"/>
                  </a:lnTo>
                  <a:lnTo>
                    <a:pt x="333185" y="186598"/>
                  </a:lnTo>
                  <a:lnTo>
                    <a:pt x="333717" y="181327"/>
                  </a:lnTo>
                  <a:lnTo>
                    <a:pt x="334082" y="176041"/>
                  </a:lnTo>
                  <a:lnTo>
                    <a:pt x="334280" y="170746"/>
                  </a:lnTo>
                  <a:lnTo>
                    <a:pt x="334309" y="165448"/>
                  </a:lnTo>
                  <a:lnTo>
                    <a:pt x="334171" y="160152"/>
                  </a:lnTo>
                  <a:lnTo>
                    <a:pt x="333865" y="154862"/>
                  </a:lnTo>
                  <a:lnTo>
                    <a:pt x="333391" y="149585"/>
                  </a:lnTo>
                  <a:lnTo>
                    <a:pt x="332750" y="144326"/>
                  </a:lnTo>
                  <a:lnTo>
                    <a:pt x="331943" y="139089"/>
                  </a:lnTo>
                  <a:lnTo>
                    <a:pt x="330971" y="133881"/>
                  </a:lnTo>
                  <a:lnTo>
                    <a:pt x="329833" y="128706"/>
                  </a:lnTo>
                  <a:lnTo>
                    <a:pt x="328533" y="123570"/>
                  </a:lnTo>
                  <a:lnTo>
                    <a:pt x="327070" y="118478"/>
                  </a:lnTo>
                  <a:lnTo>
                    <a:pt x="325447" y="113434"/>
                  </a:lnTo>
                  <a:lnTo>
                    <a:pt x="323665" y="108445"/>
                  </a:lnTo>
                  <a:lnTo>
                    <a:pt x="321725" y="103514"/>
                  </a:lnTo>
                  <a:lnTo>
                    <a:pt x="319630" y="98648"/>
                  </a:lnTo>
                  <a:lnTo>
                    <a:pt x="317382" y="93850"/>
                  </a:lnTo>
                  <a:lnTo>
                    <a:pt x="314983" y="8912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60155"/>
              <a:ext cx="147832" cy="78041"/>
            </a:xfrm>
            <a:custGeom>
              <a:avLst/>
              <a:pathLst>
                <a:path w="147832" h="78041">
                  <a:moveTo>
                    <a:pt x="147832" y="0"/>
                  </a:moveTo>
                  <a:lnTo>
                    <a:pt x="0" y="78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071028"/>
              <a:ext cx="147832" cy="167167"/>
            </a:xfrm>
            <a:custGeom>
              <a:avLst/>
              <a:pathLst>
                <a:path w="147832" h="167167">
                  <a:moveTo>
                    <a:pt x="147832" y="89126"/>
                  </a:moveTo>
                  <a:lnTo>
                    <a:pt x="145187" y="84308"/>
                  </a:lnTo>
                  <a:lnTo>
                    <a:pt x="142384" y="79580"/>
                  </a:lnTo>
                  <a:lnTo>
                    <a:pt x="139428" y="74946"/>
                  </a:lnTo>
                  <a:lnTo>
                    <a:pt x="136321" y="70412"/>
                  </a:lnTo>
                  <a:lnTo>
                    <a:pt x="133066" y="65983"/>
                  </a:lnTo>
                  <a:lnTo>
                    <a:pt x="129668" y="61663"/>
                  </a:lnTo>
                  <a:lnTo>
                    <a:pt x="126129" y="57457"/>
                  </a:lnTo>
                  <a:lnTo>
                    <a:pt x="122454" y="53370"/>
                  </a:lnTo>
                  <a:lnTo>
                    <a:pt x="118647" y="49406"/>
                  </a:lnTo>
                  <a:lnTo>
                    <a:pt x="114712" y="45569"/>
                  </a:lnTo>
                  <a:lnTo>
                    <a:pt x="110652" y="41863"/>
                  </a:lnTo>
                  <a:lnTo>
                    <a:pt x="106473" y="38293"/>
                  </a:lnTo>
                  <a:lnTo>
                    <a:pt x="102178" y="34863"/>
                  </a:lnTo>
                  <a:lnTo>
                    <a:pt x="97774" y="31575"/>
                  </a:lnTo>
                  <a:lnTo>
                    <a:pt x="93263" y="28434"/>
                  </a:lnTo>
                  <a:lnTo>
                    <a:pt x="88652" y="25443"/>
                  </a:lnTo>
                  <a:lnTo>
                    <a:pt x="83945" y="22605"/>
                  </a:lnTo>
                  <a:lnTo>
                    <a:pt x="79147" y="19923"/>
                  </a:lnTo>
                  <a:lnTo>
                    <a:pt x="74263" y="17401"/>
                  </a:lnTo>
                  <a:lnTo>
                    <a:pt x="69300" y="15041"/>
                  </a:lnTo>
                  <a:lnTo>
                    <a:pt x="64261" y="12845"/>
                  </a:lnTo>
                  <a:lnTo>
                    <a:pt x="59153" y="10815"/>
                  </a:lnTo>
                  <a:lnTo>
                    <a:pt x="53981" y="8955"/>
                  </a:lnTo>
                  <a:lnTo>
                    <a:pt x="48751" y="7266"/>
                  </a:lnTo>
                  <a:lnTo>
                    <a:pt x="43467" y="5750"/>
                  </a:lnTo>
                  <a:lnTo>
                    <a:pt x="38137" y="4408"/>
                  </a:lnTo>
                  <a:lnTo>
                    <a:pt x="32766" y="3242"/>
                  </a:lnTo>
                  <a:lnTo>
                    <a:pt x="27359" y="2254"/>
                  </a:lnTo>
                  <a:lnTo>
                    <a:pt x="21923" y="1443"/>
                  </a:lnTo>
                  <a:lnTo>
                    <a:pt x="16463" y="812"/>
                  </a:lnTo>
                  <a:lnTo>
                    <a:pt x="10985" y="361"/>
                  </a:lnTo>
                  <a:lnTo>
                    <a:pt x="549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1672" y="941493"/>
              <a:ext cx="111872" cy="167167"/>
            </a:xfrm>
            <a:custGeom>
              <a:avLst/>
              <a:pathLst>
                <a:path w="111872" h="167167">
                  <a:moveTo>
                    <a:pt x="111872" y="0"/>
                  </a:moveTo>
                  <a:lnTo>
                    <a:pt x="106302" y="92"/>
                  </a:lnTo>
                  <a:lnTo>
                    <a:pt x="100738" y="371"/>
                  </a:lnTo>
                  <a:lnTo>
                    <a:pt x="95187" y="834"/>
                  </a:lnTo>
                  <a:lnTo>
                    <a:pt x="89654" y="1483"/>
                  </a:lnTo>
                  <a:lnTo>
                    <a:pt x="84146" y="2315"/>
                  </a:lnTo>
                  <a:lnTo>
                    <a:pt x="78668" y="3330"/>
                  </a:lnTo>
                  <a:lnTo>
                    <a:pt x="73228" y="4527"/>
                  </a:lnTo>
                  <a:lnTo>
                    <a:pt x="67830" y="5905"/>
                  </a:lnTo>
                  <a:lnTo>
                    <a:pt x="62481" y="7462"/>
                  </a:lnTo>
                  <a:lnTo>
                    <a:pt x="57188" y="9197"/>
                  </a:lnTo>
                  <a:lnTo>
                    <a:pt x="51955" y="11106"/>
                  </a:lnTo>
                  <a:lnTo>
                    <a:pt x="46788" y="13189"/>
                  </a:lnTo>
                  <a:lnTo>
                    <a:pt x="41694" y="15443"/>
                  </a:lnTo>
                  <a:lnTo>
                    <a:pt x="36677" y="17866"/>
                  </a:lnTo>
                  <a:lnTo>
                    <a:pt x="31744" y="20454"/>
                  </a:lnTo>
                  <a:lnTo>
                    <a:pt x="26901" y="23206"/>
                  </a:lnTo>
                  <a:lnTo>
                    <a:pt x="22151" y="26117"/>
                  </a:lnTo>
                  <a:lnTo>
                    <a:pt x="17501" y="29184"/>
                  </a:lnTo>
                  <a:lnTo>
                    <a:pt x="12956" y="32405"/>
                  </a:lnTo>
                  <a:lnTo>
                    <a:pt x="8521" y="35776"/>
                  </a:lnTo>
                  <a:lnTo>
                    <a:pt x="4200" y="39292"/>
                  </a:lnTo>
                  <a:lnTo>
                    <a:pt x="0" y="42951"/>
                  </a:lnTo>
                  <a:lnTo>
                    <a:pt x="11187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1672" y="984444"/>
              <a:ext cx="111872" cy="124215"/>
            </a:xfrm>
            <a:custGeom>
              <a:avLst/>
              <a:pathLst>
                <a:path w="111872" h="124215">
                  <a:moveTo>
                    <a:pt x="0" y="0"/>
                  </a:moveTo>
                  <a:lnTo>
                    <a:pt x="111872" y="1242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56387" y="949356"/>
              <a:ext cx="334318" cy="326468"/>
            </a:xfrm>
            <a:custGeom>
              <a:avLst/>
              <a:pathLst>
                <a:path w="334318" h="326468">
                  <a:moveTo>
                    <a:pt x="55284" y="35088"/>
                  </a:moveTo>
                  <a:lnTo>
                    <a:pt x="51394" y="38704"/>
                  </a:lnTo>
                  <a:lnTo>
                    <a:pt x="47622" y="42442"/>
                  </a:lnTo>
                  <a:lnTo>
                    <a:pt x="43970" y="46298"/>
                  </a:lnTo>
                  <a:lnTo>
                    <a:pt x="40443" y="50268"/>
                  </a:lnTo>
                  <a:lnTo>
                    <a:pt x="37043" y="54348"/>
                  </a:lnTo>
                  <a:lnTo>
                    <a:pt x="33775" y="58534"/>
                  </a:lnTo>
                  <a:lnTo>
                    <a:pt x="30641" y="62822"/>
                  </a:lnTo>
                  <a:lnTo>
                    <a:pt x="27645" y="67207"/>
                  </a:lnTo>
                  <a:lnTo>
                    <a:pt x="24790" y="71685"/>
                  </a:lnTo>
                  <a:lnTo>
                    <a:pt x="22079" y="76252"/>
                  </a:lnTo>
                  <a:lnTo>
                    <a:pt x="19514" y="80902"/>
                  </a:lnTo>
                  <a:lnTo>
                    <a:pt x="17098" y="85631"/>
                  </a:lnTo>
                  <a:lnTo>
                    <a:pt x="14834" y="90435"/>
                  </a:lnTo>
                  <a:lnTo>
                    <a:pt x="12723" y="95308"/>
                  </a:lnTo>
                  <a:lnTo>
                    <a:pt x="10768" y="100246"/>
                  </a:lnTo>
                  <a:lnTo>
                    <a:pt x="8971" y="105244"/>
                  </a:lnTo>
                  <a:lnTo>
                    <a:pt x="7334" y="110296"/>
                  </a:lnTo>
                  <a:lnTo>
                    <a:pt x="5857" y="115397"/>
                  </a:lnTo>
                  <a:lnTo>
                    <a:pt x="4544" y="120543"/>
                  </a:lnTo>
                  <a:lnTo>
                    <a:pt x="3395" y="125728"/>
                  </a:lnTo>
                  <a:lnTo>
                    <a:pt x="2411" y="130946"/>
                  </a:lnTo>
                  <a:lnTo>
                    <a:pt x="1593" y="136194"/>
                  </a:lnTo>
                  <a:lnTo>
                    <a:pt x="943" y="141465"/>
                  </a:lnTo>
                  <a:lnTo>
                    <a:pt x="460" y="146753"/>
                  </a:lnTo>
                  <a:lnTo>
                    <a:pt x="145" y="152055"/>
                  </a:lnTo>
                  <a:lnTo>
                    <a:pt x="0" y="157364"/>
                  </a:lnTo>
                  <a:lnTo>
                    <a:pt x="22" y="162674"/>
                  </a:lnTo>
                  <a:lnTo>
                    <a:pt x="214" y="167981"/>
                  </a:lnTo>
                  <a:lnTo>
                    <a:pt x="573" y="173280"/>
                  </a:lnTo>
                  <a:lnTo>
                    <a:pt x="1102" y="178564"/>
                  </a:lnTo>
                  <a:lnTo>
                    <a:pt x="1797" y="183829"/>
                  </a:lnTo>
                  <a:lnTo>
                    <a:pt x="2660" y="189070"/>
                  </a:lnTo>
                  <a:lnTo>
                    <a:pt x="3688" y="194280"/>
                  </a:lnTo>
                  <a:lnTo>
                    <a:pt x="4882" y="199455"/>
                  </a:lnTo>
                  <a:lnTo>
                    <a:pt x="6239" y="204589"/>
                  </a:lnTo>
                  <a:lnTo>
                    <a:pt x="7759" y="209678"/>
                  </a:lnTo>
                  <a:lnTo>
                    <a:pt x="9439" y="214716"/>
                  </a:lnTo>
                  <a:lnTo>
                    <a:pt x="11279" y="219697"/>
                  </a:lnTo>
                  <a:lnTo>
                    <a:pt x="13276" y="224618"/>
                  </a:lnTo>
                  <a:lnTo>
                    <a:pt x="15428" y="229473"/>
                  </a:lnTo>
                  <a:lnTo>
                    <a:pt x="17734" y="234258"/>
                  </a:lnTo>
                  <a:lnTo>
                    <a:pt x="20190" y="238966"/>
                  </a:lnTo>
                  <a:lnTo>
                    <a:pt x="22795" y="243594"/>
                  </a:lnTo>
                  <a:lnTo>
                    <a:pt x="25545" y="248137"/>
                  </a:lnTo>
                  <a:lnTo>
                    <a:pt x="28438" y="252591"/>
                  </a:lnTo>
                  <a:lnTo>
                    <a:pt x="31472" y="256950"/>
                  </a:lnTo>
                  <a:lnTo>
                    <a:pt x="34642" y="261211"/>
                  </a:lnTo>
                  <a:lnTo>
                    <a:pt x="37946" y="265369"/>
                  </a:lnTo>
                  <a:lnTo>
                    <a:pt x="41380" y="269420"/>
                  </a:lnTo>
                  <a:lnTo>
                    <a:pt x="44941" y="273359"/>
                  </a:lnTo>
                  <a:lnTo>
                    <a:pt x="48626" y="277184"/>
                  </a:lnTo>
                  <a:lnTo>
                    <a:pt x="52430" y="280889"/>
                  </a:lnTo>
                  <a:lnTo>
                    <a:pt x="56350" y="284472"/>
                  </a:lnTo>
                  <a:lnTo>
                    <a:pt x="60382" y="287929"/>
                  </a:lnTo>
                  <a:lnTo>
                    <a:pt x="64522" y="291256"/>
                  </a:lnTo>
                  <a:lnTo>
                    <a:pt x="68765" y="294449"/>
                  </a:lnTo>
                  <a:lnTo>
                    <a:pt x="73107" y="297506"/>
                  </a:lnTo>
                  <a:lnTo>
                    <a:pt x="77545" y="300424"/>
                  </a:lnTo>
                  <a:lnTo>
                    <a:pt x="82073" y="303199"/>
                  </a:lnTo>
                  <a:lnTo>
                    <a:pt x="86687" y="305829"/>
                  </a:lnTo>
                  <a:lnTo>
                    <a:pt x="91382" y="308312"/>
                  </a:lnTo>
                  <a:lnTo>
                    <a:pt x="96153" y="310643"/>
                  </a:lnTo>
                  <a:lnTo>
                    <a:pt x="100996" y="312822"/>
                  </a:lnTo>
                  <a:lnTo>
                    <a:pt x="105906" y="314846"/>
                  </a:lnTo>
                  <a:lnTo>
                    <a:pt x="110878" y="316714"/>
                  </a:lnTo>
                  <a:lnTo>
                    <a:pt x="115906" y="318422"/>
                  </a:lnTo>
                  <a:lnTo>
                    <a:pt x="120986" y="319969"/>
                  </a:lnTo>
                  <a:lnTo>
                    <a:pt x="126113" y="321355"/>
                  </a:lnTo>
                  <a:lnTo>
                    <a:pt x="131282" y="322577"/>
                  </a:lnTo>
                  <a:lnTo>
                    <a:pt x="136486" y="323634"/>
                  </a:lnTo>
                  <a:lnTo>
                    <a:pt x="141721" y="324525"/>
                  </a:lnTo>
                  <a:lnTo>
                    <a:pt x="146982" y="325250"/>
                  </a:lnTo>
                  <a:lnTo>
                    <a:pt x="152264" y="325807"/>
                  </a:lnTo>
                  <a:lnTo>
                    <a:pt x="157560" y="326196"/>
                  </a:lnTo>
                  <a:lnTo>
                    <a:pt x="162867" y="326416"/>
                  </a:lnTo>
                  <a:lnTo>
                    <a:pt x="168177" y="326468"/>
                  </a:lnTo>
                  <a:lnTo>
                    <a:pt x="173486" y="326352"/>
                  </a:lnTo>
                  <a:lnTo>
                    <a:pt x="178790" y="326066"/>
                  </a:lnTo>
                  <a:lnTo>
                    <a:pt x="184081" y="325612"/>
                  </a:lnTo>
                  <a:lnTo>
                    <a:pt x="189355" y="324991"/>
                  </a:lnTo>
                  <a:lnTo>
                    <a:pt x="194607" y="324202"/>
                  </a:lnTo>
                  <a:lnTo>
                    <a:pt x="199831" y="323247"/>
                  </a:lnTo>
                  <a:lnTo>
                    <a:pt x="205022" y="322126"/>
                  </a:lnTo>
                  <a:lnTo>
                    <a:pt x="210175" y="320841"/>
                  </a:lnTo>
                  <a:lnTo>
                    <a:pt x="215285" y="319393"/>
                  </a:lnTo>
                  <a:lnTo>
                    <a:pt x="220346" y="317784"/>
                  </a:lnTo>
                  <a:lnTo>
                    <a:pt x="225353" y="316014"/>
                  </a:lnTo>
                  <a:lnTo>
                    <a:pt x="230301" y="314086"/>
                  </a:lnTo>
                  <a:lnTo>
                    <a:pt x="235186" y="312002"/>
                  </a:lnTo>
                  <a:lnTo>
                    <a:pt x="240002" y="309764"/>
                  </a:lnTo>
                  <a:lnTo>
                    <a:pt x="244745" y="307375"/>
                  </a:lnTo>
                  <a:lnTo>
                    <a:pt x="249409" y="304835"/>
                  </a:lnTo>
                  <a:lnTo>
                    <a:pt x="253990" y="302149"/>
                  </a:lnTo>
                  <a:lnTo>
                    <a:pt x="258484" y="299319"/>
                  </a:lnTo>
                  <a:lnTo>
                    <a:pt x="262886" y="296347"/>
                  </a:lnTo>
                  <a:lnTo>
                    <a:pt x="267190" y="293237"/>
                  </a:lnTo>
                  <a:lnTo>
                    <a:pt x="271394" y="289992"/>
                  </a:lnTo>
                  <a:lnTo>
                    <a:pt x="275493" y="286615"/>
                  </a:lnTo>
                  <a:lnTo>
                    <a:pt x="279482" y="283109"/>
                  </a:lnTo>
                  <a:lnTo>
                    <a:pt x="283358" y="279479"/>
                  </a:lnTo>
                  <a:lnTo>
                    <a:pt x="287117" y="275727"/>
                  </a:lnTo>
                  <a:lnTo>
                    <a:pt x="290755" y="271857"/>
                  </a:lnTo>
                  <a:lnTo>
                    <a:pt x="294267" y="267874"/>
                  </a:lnTo>
                  <a:lnTo>
                    <a:pt x="297652" y="263782"/>
                  </a:lnTo>
                  <a:lnTo>
                    <a:pt x="300905" y="259584"/>
                  </a:lnTo>
                  <a:lnTo>
                    <a:pt x="304023" y="255285"/>
                  </a:lnTo>
                  <a:lnTo>
                    <a:pt x="307003" y="250889"/>
                  </a:lnTo>
                  <a:lnTo>
                    <a:pt x="309841" y="246400"/>
                  </a:lnTo>
                  <a:lnTo>
                    <a:pt x="312536" y="241824"/>
                  </a:lnTo>
                  <a:lnTo>
                    <a:pt x="315084" y="237164"/>
                  </a:lnTo>
                  <a:lnTo>
                    <a:pt x="317482" y="232426"/>
                  </a:lnTo>
                  <a:lnTo>
                    <a:pt x="319729" y="227614"/>
                  </a:lnTo>
                  <a:lnTo>
                    <a:pt x="321822" y="222733"/>
                  </a:lnTo>
                  <a:lnTo>
                    <a:pt x="323759" y="217788"/>
                  </a:lnTo>
                  <a:lnTo>
                    <a:pt x="325538" y="212784"/>
                  </a:lnTo>
                  <a:lnTo>
                    <a:pt x="327156" y="207726"/>
                  </a:lnTo>
                  <a:lnTo>
                    <a:pt x="328614" y="202619"/>
                  </a:lnTo>
                  <a:lnTo>
                    <a:pt x="329908" y="197469"/>
                  </a:lnTo>
                  <a:lnTo>
                    <a:pt x="331038" y="192280"/>
                  </a:lnTo>
                  <a:lnTo>
                    <a:pt x="332003" y="187057"/>
                  </a:lnTo>
                  <a:lnTo>
                    <a:pt x="332802" y="181807"/>
                  </a:lnTo>
                  <a:lnTo>
                    <a:pt x="333433" y="176534"/>
                  </a:lnTo>
                  <a:lnTo>
                    <a:pt x="333896" y="171243"/>
                  </a:lnTo>
                  <a:lnTo>
                    <a:pt x="334191" y="165941"/>
                  </a:lnTo>
                  <a:lnTo>
                    <a:pt x="334318" y="160632"/>
                  </a:lnTo>
                  <a:lnTo>
                    <a:pt x="334276" y="155321"/>
                  </a:lnTo>
                  <a:lnTo>
                    <a:pt x="334065" y="150015"/>
                  </a:lnTo>
                  <a:lnTo>
                    <a:pt x="333686" y="144717"/>
                  </a:lnTo>
                  <a:lnTo>
                    <a:pt x="333138" y="139435"/>
                  </a:lnTo>
                  <a:lnTo>
                    <a:pt x="332423" y="134173"/>
                  </a:lnTo>
                  <a:lnTo>
                    <a:pt x="331542" y="128936"/>
                  </a:lnTo>
                  <a:lnTo>
                    <a:pt x="330494" y="123729"/>
                  </a:lnTo>
                  <a:lnTo>
                    <a:pt x="329281" y="118559"/>
                  </a:lnTo>
                  <a:lnTo>
                    <a:pt x="327905" y="113429"/>
                  </a:lnTo>
                  <a:lnTo>
                    <a:pt x="326367" y="108346"/>
                  </a:lnTo>
                  <a:lnTo>
                    <a:pt x="324668" y="103315"/>
                  </a:lnTo>
                  <a:lnTo>
                    <a:pt x="322810" y="98340"/>
                  </a:lnTo>
                  <a:lnTo>
                    <a:pt x="320795" y="93426"/>
                  </a:lnTo>
                  <a:lnTo>
                    <a:pt x="318625" y="88579"/>
                  </a:lnTo>
                  <a:lnTo>
                    <a:pt x="316302" y="83803"/>
                  </a:lnTo>
                  <a:lnTo>
                    <a:pt x="313828" y="79104"/>
                  </a:lnTo>
                  <a:lnTo>
                    <a:pt x="311207" y="74485"/>
                  </a:lnTo>
                  <a:lnTo>
                    <a:pt x="308440" y="69952"/>
                  </a:lnTo>
                  <a:lnTo>
                    <a:pt x="305530" y="65509"/>
                  </a:lnTo>
                  <a:lnTo>
                    <a:pt x="302481" y="61161"/>
                  </a:lnTo>
                  <a:lnTo>
                    <a:pt x="299295" y="56912"/>
                  </a:lnTo>
                  <a:lnTo>
                    <a:pt x="295976" y="52766"/>
                  </a:lnTo>
                  <a:lnTo>
                    <a:pt x="292527" y="48728"/>
                  </a:lnTo>
                  <a:lnTo>
                    <a:pt x="288951" y="44802"/>
                  </a:lnTo>
                  <a:lnTo>
                    <a:pt x="285253" y="40991"/>
                  </a:lnTo>
                  <a:lnTo>
                    <a:pt x="281435" y="37299"/>
                  </a:lnTo>
                  <a:lnTo>
                    <a:pt x="277502" y="33730"/>
                  </a:lnTo>
                  <a:lnTo>
                    <a:pt x="273457" y="30289"/>
                  </a:lnTo>
                  <a:lnTo>
                    <a:pt x="269305" y="26977"/>
                  </a:lnTo>
                  <a:lnTo>
                    <a:pt x="265050" y="23799"/>
                  </a:lnTo>
                  <a:lnTo>
                    <a:pt x="260697" y="20758"/>
                  </a:lnTo>
                  <a:lnTo>
                    <a:pt x="256248" y="17856"/>
                  </a:lnTo>
                  <a:lnTo>
                    <a:pt x="251710" y="15098"/>
                  </a:lnTo>
                  <a:lnTo>
                    <a:pt x="247087" y="12485"/>
                  </a:lnTo>
                  <a:lnTo>
                    <a:pt x="242383" y="10020"/>
                  </a:lnTo>
                  <a:lnTo>
                    <a:pt x="237603" y="7705"/>
                  </a:lnTo>
                  <a:lnTo>
                    <a:pt x="232752" y="5544"/>
                  </a:lnTo>
                  <a:lnTo>
                    <a:pt x="227835" y="3538"/>
                  </a:lnTo>
                  <a:lnTo>
                    <a:pt x="222856" y="1689"/>
                  </a:lnTo>
                  <a:lnTo>
                    <a:pt x="217821" y="0"/>
                  </a:lnTo>
                  <a:lnTo>
                    <a:pt x="167156" y="159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5023544" y="941493"/>
              <a:ext cx="50665" cy="167167"/>
            </a:xfrm>
            <a:custGeom>
              <a:avLst/>
              <a:pathLst>
                <a:path w="50665" h="167167">
                  <a:moveTo>
                    <a:pt x="50665" y="7862"/>
                  </a:moveTo>
                  <a:lnTo>
                    <a:pt x="44498" y="6031"/>
                  </a:lnTo>
                  <a:lnTo>
                    <a:pt x="38264" y="4438"/>
                  </a:lnTo>
                  <a:lnTo>
                    <a:pt x="31973" y="3086"/>
                  </a:lnTo>
                  <a:lnTo>
                    <a:pt x="25636" y="1977"/>
                  </a:lnTo>
                  <a:lnTo>
                    <a:pt x="19260" y="1113"/>
                  </a:lnTo>
                  <a:lnTo>
                    <a:pt x="12856" y="495"/>
                  </a:lnTo>
                  <a:lnTo>
                    <a:pt x="643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91661" y="941493"/>
              <a:ext cx="94554" cy="167167"/>
            </a:xfrm>
            <a:custGeom>
              <a:avLst/>
              <a:pathLst>
                <a:path w="94554" h="167167">
                  <a:moveTo>
                    <a:pt x="94554" y="0"/>
                  </a:moveTo>
                  <a:lnTo>
                    <a:pt x="88971" y="93"/>
                  </a:lnTo>
                  <a:lnTo>
                    <a:pt x="83395" y="372"/>
                  </a:lnTo>
                  <a:lnTo>
                    <a:pt x="77832" y="838"/>
                  </a:lnTo>
                  <a:lnTo>
                    <a:pt x="72287" y="1489"/>
                  </a:lnTo>
                  <a:lnTo>
                    <a:pt x="66767" y="2325"/>
                  </a:lnTo>
                  <a:lnTo>
                    <a:pt x="61278" y="3345"/>
                  </a:lnTo>
                  <a:lnTo>
                    <a:pt x="55826" y="4547"/>
                  </a:lnTo>
                  <a:lnTo>
                    <a:pt x="50417" y="5931"/>
                  </a:lnTo>
                  <a:lnTo>
                    <a:pt x="45057" y="7495"/>
                  </a:lnTo>
                  <a:lnTo>
                    <a:pt x="39753" y="9237"/>
                  </a:lnTo>
                  <a:lnTo>
                    <a:pt x="34510" y="11155"/>
                  </a:lnTo>
                  <a:lnTo>
                    <a:pt x="29333" y="13247"/>
                  </a:lnTo>
                  <a:lnTo>
                    <a:pt x="24230" y="15511"/>
                  </a:lnTo>
                  <a:lnTo>
                    <a:pt x="19205" y="17944"/>
                  </a:lnTo>
                  <a:lnTo>
                    <a:pt x="14264" y="20543"/>
                  </a:lnTo>
                  <a:lnTo>
                    <a:pt x="9412" y="23306"/>
                  </a:lnTo>
                  <a:lnTo>
                    <a:pt x="4656" y="26230"/>
                  </a:lnTo>
                  <a:lnTo>
                    <a:pt x="0" y="29310"/>
                  </a:lnTo>
                  <a:lnTo>
                    <a:pt x="945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1661" y="970804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19049" y="970804"/>
              <a:ext cx="167166" cy="299704"/>
            </a:xfrm>
            <a:custGeom>
              <a:avLst/>
              <a:pathLst>
                <a:path w="167166" h="299704">
                  <a:moveTo>
                    <a:pt x="72612" y="0"/>
                  </a:moveTo>
                  <a:lnTo>
                    <a:pt x="68220" y="3117"/>
                  </a:lnTo>
                  <a:lnTo>
                    <a:pt x="63931" y="6374"/>
                  </a:lnTo>
                  <a:lnTo>
                    <a:pt x="59750" y="9768"/>
                  </a:lnTo>
                  <a:lnTo>
                    <a:pt x="55679" y="13294"/>
                  </a:lnTo>
                  <a:lnTo>
                    <a:pt x="51725" y="16950"/>
                  </a:lnTo>
                  <a:lnTo>
                    <a:pt x="47890" y="20731"/>
                  </a:lnTo>
                  <a:lnTo>
                    <a:pt x="44179" y="24634"/>
                  </a:lnTo>
                  <a:lnTo>
                    <a:pt x="40596" y="28655"/>
                  </a:lnTo>
                  <a:lnTo>
                    <a:pt x="37144" y="32789"/>
                  </a:lnTo>
                  <a:lnTo>
                    <a:pt x="33827" y="37031"/>
                  </a:lnTo>
                  <a:lnTo>
                    <a:pt x="30648" y="41379"/>
                  </a:lnTo>
                  <a:lnTo>
                    <a:pt x="27612" y="45827"/>
                  </a:lnTo>
                  <a:lnTo>
                    <a:pt x="24719" y="50370"/>
                  </a:lnTo>
                  <a:lnTo>
                    <a:pt x="21975" y="55004"/>
                  </a:lnTo>
                  <a:lnTo>
                    <a:pt x="19382" y="59723"/>
                  </a:lnTo>
                  <a:lnTo>
                    <a:pt x="16942" y="64524"/>
                  </a:lnTo>
                  <a:lnTo>
                    <a:pt x="14657" y="69402"/>
                  </a:lnTo>
                  <a:lnTo>
                    <a:pt x="12531" y="74350"/>
                  </a:lnTo>
                  <a:lnTo>
                    <a:pt x="10566" y="79364"/>
                  </a:lnTo>
                  <a:lnTo>
                    <a:pt x="8763" y="84439"/>
                  </a:lnTo>
                  <a:lnTo>
                    <a:pt x="7125" y="89569"/>
                  </a:lnTo>
                  <a:lnTo>
                    <a:pt x="5652" y="94749"/>
                  </a:lnTo>
                  <a:lnTo>
                    <a:pt x="4347" y="99974"/>
                  </a:lnTo>
                  <a:lnTo>
                    <a:pt x="3212" y="105239"/>
                  </a:lnTo>
                  <a:lnTo>
                    <a:pt x="2246" y="110537"/>
                  </a:lnTo>
                  <a:lnTo>
                    <a:pt x="1452" y="115864"/>
                  </a:lnTo>
                  <a:lnTo>
                    <a:pt x="829" y="121213"/>
                  </a:lnTo>
                  <a:lnTo>
                    <a:pt x="379" y="126580"/>
                  </a:lnTo>
                  <a:lnTo>
                    <a:pt x="103" y="131958"/>
                  </a:lnTo>
                  <a:lnTo>
                    <a:pt x="0" y="137343"/>
                  </a:lnTo>
                  <a:lnTo>
                    <a:pt x="70" y="142728"/>
                  </a:lnTo>
                  <a:lnTo>
                    <a:pt x="313" y="148108"/>
                  </a:lnTo>
                  <a:lnTo>
                    <a:pt x="730" y="153477"/>
                  </a:lnTo>
                  <a:lnTo>
                    <a:pt x="1320" y="158830"/>
                  </a:lnTo>
                  <a:lnTo>
                    <a:pt x="2081" y="164162"/>
                  </a:lnTo>
                  <a:lnTo>
                    <a:pt x="3014" y="169466"/>
                  </a:lnTo>
                  <a:lnTo>
                    <a:pt x="4118" y="174737"/>
                  </a:lnTo>
                  <a:lnTo>
                    <a:pt x="5390" y="179970"/>
                  </a:lnTo>
                  <a:lnTo>
                    <a:pt x="6831" y="185159"/>
                  </a:lnTo>
                  <a:lnTo>
                    <a:pt x="8438" y="190299"/>
                  </a:lnTo>
                  <a:lnTo>
                    <a:pt x="10210" y="195385"/>
                  </a:lnTo>
                  <a:lnTo>
                    <a:pt x="12144" y="200411"/>
                  </a:lnTo>
                  <a:lnTo>
                    <a:pt x="14240" y="205372"/>
                  </a:lnTo>
                  <a:lnTo>
                    <a:pt x="16494" y="210264"/>
                  </a:lnTo>
                  <a:lnTo>
                    <a:pt x="18904" y="215079"/>
                  </a:lnTo>
                  <a:lnTo>
                    <a:pt x="21469" y="219815"/>
                  </a:lnTo>
                  <a:lnTo>
                    <a:pt x="24185" y="224466"/>
                  </a:lnTo>
                  <a:lnTo>
                    <a:pt x="27049" y="229027"/>
                  </a:lnTo>
                  <a:lnTo>
                    <a:pt x="30058" y="233493"/>
                  </a:lnTo>
                  <a:lnTo>
                    <a:pt x="33210" y="237860"/>
                  </a:lnTo>
                  <a:lnTo>
                    <a:pt x="36501" y="242123"/>
                  </a:lnTo>
                  <a:lnTo>
                    <a:pt x="39927" y="246278"/>
                  </a:lnTo>
                  <a:lnTo>
                    <a:pt x="43486" y="250320"/>
                  </a:lnTo>
                  <a:lnTo>
                    <a:pt x="47173" y="254246"/>
                  </a:lnTo>
                  <a:lnTo>
                    <a:pt x="50984" y="258051"/>
                  </a:lnTo>
                  <a:lnTo>
                    <a:pt x="54916" y="261731"/>
                  </a:lnTo>
                  <a:lnTo>
                    <a:pt x="58965" y="265282"/>
                  </a:lnTo>
                  <a:lnTo>
                    <a:pt x="63126" y="268702"/>
                  </a:lnTo>
                  <a:lnTo>
                    <a:pt x="67394" y="271985"/>
                  </a:lnTo>
                  <a:lnTo>
                    <a:pt x="71767" y="275129"/>
                  </a:lnTo>
                  <a:lnTo>
                    <a:pt x="76238" y="278131"/>
                  </a:lnTo>
                  <a:lnTo>
                    <a:pt x="80804" y="280987"/>
                  </a:lnTo>
                  <a:lnTo>
                    <a:pt x="85459" y="283695"/>
                  </a:lnTo>
                  <a:lnTo>
                    <a:pt x="90199" y="286251"/>
                  </a:lnTo>
                  <a:lnTo>
                    <a:pt x="95020" y="288653"/>
                  </a:lnTo>
                  <a:lnTo>
                    <a:pt x="99914" y="290899"/>
                  </a:lnTo>
                  <a:lnTo>
                    <a:pt x="104879" y="292986"/>
                  </a:lnTo>
                  <a:lnTo>
                    <a:pt x="109909" y="294912"/>
                  </a:lnTo>
                  <a:lnTo>
                    <a:pt x="114997" y="296675"/>
                  </a:lnTo>
                  <a:lnTo>
                    <a:pt x="120140" y="298273"/>
                  </a:lnTo>
                  <a:lnTo>
                    <a:pt x="125332" y="299704"/>
                  </a:lnTo>
                  <a:lnTo>
                    <a:pt x="167166" y="137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444381" y="941493"/>
              <a:ext cx="208981" cy="334334"/>
            </a:xfrm>
            <a:custGeom>
              <a:avLst/>
              <a:pathLst>
                <a:path w="208981" h="334334">
                  <a:moveTo>
                    <a:pt x="0" y="329015"/>
                  </a:moveTo>
                  <a:lnTo>
                    <a:pt x="5154" y="330261"/>
                  </a:lnTo>
                  <a:lnTo>
                    <a:pt x="10346" y="331342"/>
                  </a:lnTo>
                  <a:lnTo>
                    <a:pt x="15569" y="332258"/>
                  </a:lnTo>
                  <a:lnTo>
                    <a:pt x="20819" y="333008"/>
                  </a:lnTo>
                  <a:lnTo>
                    <a:pt x="26090" y="333591"/>
                  </a:lnTo>
                  <a:lnTo>
                    <a:pt x="31377" y="334007"/>
                  </a:lnTo>
                  <a:lnTo>
                    <a:pt x="36674" y="334255"/>
                  </a:lnTo>
                  <a:lnTo>
                    <a:pt x="41977" y="334334"/>
                  </a:lnTo>
                  <a:lnTo>
                    <a:pt x="47279" y="334246"/>
                  </a:lnTo>
                  <a:lnTo>
                    <a:pt x="52576" y="333989"/>
                  </a:lnTo>
                  <a:lnTo>
                    <a:pt x="57862" y="333564"/>
                  </a:lnTo>
                  <a:lnTo>
                    <a:pt x="63132" y="332972"/>
                  </a:lnTo>
                  <a:lnTo>
                    <a:pt x="68380" y="332213"/>
                  </a:lnTo>
                  <a:lnTo>
                    <a:pt x="73602" y="331288"/>
                  </a:lnTo>
                  <a:lnTo>
                    <a:pt x="78792" y="330198"/>
                  </a:lnTo>
                  <a:lnTo>
                    <a:pt x="83945" y="328943"/>
                  </a:lnTo>
                  <a:lnTo>
                    <a:pt x="89055" y="327526"/>
                  </a:lnTo>
                  <a:lnTo>
                    <a:pt x="94118" y="325948"/>
                  </a:lnTo>
                  <a:lnTo>
                    <a:pt x="99128" y="324209"/>
                  </a:lnTo>
                  <a:lnTo>
                    <a:pt x="104080" y="322313"/>
                  </a:lnTo>
                  <a:lnTo>
                    <a:pt x="108970" y="320261"/>
                  </a:lnTo>
                  <a:lnTo>
                    <a:pt x="113792" y="318054"/>
                  </a:lnTo>
                  <a:lnTo>
                    <a:pt x="118542" y="315696"/>
                  </a:lnTo>
                  <a:lnTo>
                    <a:pt x="123215" y="313188"/>
                  </a:lnTo>
                  <a:lnTo>
                    <a:pt x="127805" y="310533"/>
                  </a:lnTo>
                  <a:lnTo>
                    <a:pt x="132310" y="307734"/>
                  </a:lnTo>
                  <a:lnTo>
                    <a:pt x="136723" y="304793"/>
                  </a:lnTo>
                  <a:lnTo>
                    <a:pt x="141040" y="301714"/>
                  </a:lnTo>
                  <a:lnTo>
                    <a:pt x="145258" y="298500"/>
                  </a:lnTo>
                  <a:lnTo>
                    <a:pt x="149372" y="295153"/>
                  </a:lnTo>
                  <a:lnTo>
                    <a:pt x="153377" y="291678"/>
                  </a:lnTo>
                  <a:lnTo>
                    <a:pt x="157271" y="288077"/>
                  </a:lnTo>
                  <a:lnTo>
                    <a:pt x="161048" y="284354"/>
                  </a:lnTo>
                  <a:lnTo>
                    <a:pt x="164705" y="280514"/>
                  </a:lnTo>
                  <a:lnTo>
                    <a:pt x="168238" y="276560"/>
                  </a:lnTo>
                  <a:lnTo>
                    <a:pt x="171645" y="272495"/>
                  </a:lnTo>
                  <a:lnTo>
                    <a:pt x="174920" y="268325"/>
                  </a:lnTo>
                  <a:lnTo>
                    <a:pt x="178062" y="264052"/>
                  </a:lnTo>
                  <a:lnTo>
                    <a:pt x="181066" y="259682"/>
                  </a:lnTo>
                  <a:lnTo>
                    <a:pt x="183931" y="255220"/>
                  </a:lnTo>
                  <a:lnTo>
                    <a:pt x="186652" y="250668"/>
                  </a:lnTo>
                  <a:lnTo>
                    <a:pt x="189228" y="246032"/>
                  </a:lnTo>
                  <a:lnTo>
                    <a:pt x="191656" y="241317"/>
                  </a:lnTo>
                  <a:lnTo>
                    <a:pt x="193932" y="236528"/>
                  </a:lnTo>
                  <a:lnTo>
                    <a:pt x="196056" y="231669"/>
                  </a:lnTo>
                  <a:lnTo>
                    <a:pt x="198024" y="226744"/>
                  </a:lnTo>
                  <a:lnTo>
                    <a:pt x="199835" y="221760"/>
                  </a:lnTo>
                  <a:lnTo>
                    <a:pt x="201487" y="216721"/>
                  </a:lnTo>
                  <a:lnTo>
                    <a:pt x="202979" y="211632"/>
                  </a:lnTo>
                  <a:lnTo>
                    <a:pt x="204308" y="206498"/>
                  </a:lnTo>
                  <a:lnTo>
                    <a:pt x="205474" y="201325"/>
                  </a:lnTo>
                  <a:lnTo>
                    <a:pt x="206475" y="196117"/>
                  </a:lnTo>
                  <a:lnTo>
                    <a:pt x="207310" y="190880"/>
                  </a:lnTo>
                  <a:lnTo>
                    <a:pt x="207979" y="185619"/>
                  </a:lnTo>
                  <a:lnTo>
                    <a:pt x="208481" y="180340"/>
                  </a:lnTo>
                  <a:lnTo>
                    <a:pt x="208815" y="175047"/>
                  </a:lnTo>
                  <a:lnTo>
                    <a:pt x="208981" y="169747"/>
                  </a:lnTo>
                  <a:lnTo>
                    <a:pt x="208979" y="164444"/>
                  </a:lnTo>
                  <a:lnTo>
                    <a:pt x="208808" y="159143"/>
                  </a:lnTo>
                  <a:lnTo>
                    <a:pt x="208470" y="153851"/>
                  </a:lnTo>
                  <a:lnTo>
                    <a:pt x="207964" y="148572"/>
                  </a:lnTo>
                  <a:lnTo>
                    <a:pt x="207290" y="143312"/>
                  </a:lnTo>
                  <a:lnTo>
                    <a:pt x="206450" y="138076"/>
                  </a:lnTo>
                  <a:lnTo>
                    <a:pt x="205445" y="132869"/>
                  </a:lnTo>
                  <a:lnTo>
                    <a:pt x="204274" y="127697"/>
                  </a:lnTo>
                  <a:lnTo>
                    <a:pt x="202941" y="122564"/>
                  </a:lnTo>
                  <a:lnTo>
                    <a:pt x="201445" y="117476"/>
                  </a:lnTo>
                  <a:lnTo>
                    <a:pt x="199788" y="112439"/>
                  </a:lnTo>
                  <a:lnTo>
                    <a:pt x="197973" y="107456"/>
                  </a:lnTo>
                  <a:lnTo>
                    <a:pt x="196000" y="102533"/>
                  </a:lnTo>
                  <a:lnTo>
                    <a:pt x="193873" y="97676"/>
                  </a:lnTo>
                  <a:lnTo>
                    <a:pt x="191592" y="92888"/>
                  </a:lnTo>
                  <a:lnTo>
                    <a:pt x="189161" y="88175"/>
                  </a:lnTo>
                  <a:lnTo>
                    <a:pt x="186581" y="83542"/>
                  </a:lnTo>
                  <a:lnTo>
                    <a:pt x="183855" y="78993"/>
                  </a:lnTo>
                  <a:lnTo>
                    <a:pt x="180987" y="74532"/>
                  </a:lnTo>
                  <a:lnTo>
                    <a:pt x="177979" y="70165"/>
                  </a:lnTo>
                  <a:lnTo>
                    <a:pt x="174834" y="65895"/>
                  </a:lnTo>
                  <a:lnTo>
                    <a:pt x="171554" y="61728"/>
                  </a:lnTo>
                  <a:lnTo>
                    <a:pt x="168145" y="57666"/>
                  </a:lnTo>
                  <a:lnTo>
                    <a:pt x="164608" y="53715"/>
                  </a:lnTo>
                  <a:lnTo>
                    <a:pt x="160947" y="49877"/>
                  </a:lnTo>
                  <a:lnTo>
                    <a:pt x="157167" y="46158"/>
                  </a:lnTo>
                  <a:lnTo>
                    <a:pt x="153271" y="42561"/>
                  </a:lnTo>
                  <a:lnTo>
                    <a:pt x="149262" y="39089"/>
                  </a:lnTo>
                  <a:lnTo>
                    <a:pt x="145146" y="35746"/>
                  </a:lnTo>
                  <a:lnTo>
                    <a:pt x="140925" y="32535"/>
                  </a:lnTo>
                  <a:lnTo>
                    <a:pt x="136605" y="29459"/>
                  </a:lnTo>
                  <a:lnTo>
                    <a:pt x="132189" y="26523"/>
                  </a:lnTo>
                  <a:lnTo>
                    <a:pt x="127683" y="23727"/>
                  </a:lnTo>
                  <a:lnTo>
                    <a:pt x="123090" y="21077"/>
                  </a:lnTo>
                  <a:lnTo>
                    <a:pt x="118415" y="18573"/>
                  </a:lnTo>
                  <a:lnTo>
                    <a:pt x="113663" y="16218"/>
                  </a:lnTo>
                  <a:lnTo>
                    <a:pt x="108839" y="14016"/>
                  </a:lnTo>
                  <a:lnTo>
                    <a:pt x="103947" y="11968"/>
                  </a:lnTo>
                  <a:lnTo>
                    <a:pt x="98993" y="10075"/>
                  </a:lnTo>
                  <a:lnTo>
                    <a:pt x="93982" y="8341"/>
                  </a:lnTo>
                  <a:lnTo>
                    <a:pt x="88917" y="6767"/>
                  </a:lnTo>
                  <a:lnTo>
                    <a:pt x="83806" y="5355"/>
                  </a:lnTo>
                  <a:lnTo>
                    <a:pt x="78652" y="4105"/>
                  </a:lnTo>
                  <a:lnTo>
                    <a:pt x="73462" y="3019"/>
                  </a:lnTo>
                  <a:lnTo>
                    <a:pt x="68239" y="2098"/>
                  </a:lnTo>
                  <a:lnTo>
                    <a:pt x="62990" y="1344"/>
                  </a:lnTo>
                  <a:lnTo>
                    <a:pt x="57719" y="756"/>
                  </a:lnTo>
                  <a:lnTo>
                    <a:pt x="52433" y="336"/>
                  </a:lnTo>
                  <a:lnTo>
                    <a:pt x="47136" y="84"/>
                  </a:lnTo>
                  <a:lnTo>
                    <a:pt x="41833" y="0"/>
                  </a:lnTo>
                  <a:lnTo>
                    <a:pt x="418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797348" y="1071028"/>
              <a:ext cx="317479" cy="334332"/>
            </a:xfrm>
            <a:custGeom>
              <a:avLst/>
              <a:pathLst>
                <a:path w="317479" h="334332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4" y="1349"/>
                  </a:lnTo>
                  <a:lnTo>
                    <a:pt x="140694" y="2107"/>
                  </a:lnTo>
                  <a:lnTo>
                    <a:pt x="135461" y="3031"/>
                  </a:lnTo>
                  <a:lnTo>
                    <a:pt x="130261" y="4121"/>
                  </a:lnTo>
                  <a:lnTo>
                    <a:pt x="125097" y="5376"/>
                  </a:lnTo>
                  <a:lnTo>
                    <a:pt x="119976" y="6794"/>
                  </a:lnTo>
                  <a:lnTo>
                    <a:pt x="114903" y="8375"/>
                  </a:lnTo>
                  <a:lnTo>
                    <a:pt x="109882" y="10116"/>
                  </a:lnTo>
                  <a:lnTo>
                    <a:pt x="104920" y="12015"/>
                  </a:lnTo>
                  <a:lnTo>
                    <a:pt x="100020" y="14072"/>
                  </a:lnTo>
                  <a:lnTo>
                    <a:pt x="95188" y="16283"/>
                  </a:lnTo>
                  <a:lnTo>
                    <a:pt x="90429" y="18646"/>
                  </a:lnTo>
                  <a:lnTo>
                    <a:pt x="85747" y="21160"/>
                  </a:lnTo>
                  <a:lnTo>
                    <a:pt x="81148" y="23821"/>
                  </a:lnTo>
                  <a:lnTo>
                    <a:pt x="76635" y="26627"/>
                  </a:lnTo>
                  <a:lnTo>
                    <a:pt x="72214" y="29575"/>
                  </a:lnTo>
                  <a:lnTo>
                    <a:pt x="67889" y="32662"/>
                  </a:lnTo>
                  <a:lnTo>
                    <a:pt x="63664" y="35884"/>
                  </a:lnTo>
                  <a:lnTo>
                    <a:pt x="59544" y="39240"/>
                  </a:lnTo>
                  <a:lnTo>
                    <a:pt x="55532" y="42725"/>
                  </a:lnTo>
                  <a:lnTo>
                    <a:pt x="51633" y="46335"/>
                  </a:lnTo>
                  <a:lnTo>
                    <a:pt x="47851" y="50068"/>
                  </a:lnTo>
                  <a:lnTo>
                    <a:pt x="44190" y="53919"/>
                  </a:lnTo>
                  <a:lnTo>
                    <a:pt x="40653" y="57884"/>
                  </a:lnTo>
                  <a:lnTo>
                    <a:pt x="37243" y="61960"/>
                  </a:lnTo>
                  <a:lnTo>
                    <a:pt x="33965" y="66142"/>
                  </a:lnTo>
                  <a:lnTo>
                    <a:pt x="30821" y="70426"/>
                  </a:lnTo>
                  <a:lnTo>
                    <a:pt x="27815" y="74808"/>
                  </a:lnTo>
                  <a:lnTo>
                    <a:pt x="24950" y="79283"/>
                  </a:lnTo>
                  <a:lnTo>
                    <a:pt x="22229" y="83847"/>
                  </a:lnTo>
                  <a:lnTo>
                    <a:pt x="19654" y="88496"/>
                  </a:lnTo>
                  <a:lnTo>
                    <a:pt x="17228" y="93223"/>
                  </a:lnTo>
                  <a:lnTo>
                    <a:pt x="14954" y="98026"/>
                  </a:lnTo>
                  <a:lnTo>
                    <a:pt x="12833" y="102898"/>
                  </a:lnTo>
                  <a:lnTo>
                    <a:pt x="10868" y="107835"/>
                  </a:lnTo>
                  <a:lnTo>
                    <a:pt x="9062" y="112832"/>
                  </a:lnTo>
                  <a:lnTo>
                    <a:pt x="7415" y="117885"/>
                  </a:lnTo>
                  <a:lnTo>
                    <a:pt x="5929" y="122986"/>
                  </a:lnTo>
                  <a:lnTo>
                    <a:pt x="4606" y="128133"/>
                  </a:lnTo>
                  <a:lnTo>
                    <a:pt x="3448" y="133319"/>
                  </a:lnTo>
                  <a:lnTo>
                    <a:pt x="2455" y="138539"/>
                  </a:lnTo>
                  <a:lnTo>
                    <a:pt x="1628" y="143788"/>
                  </a:lnTo>
                  <a:lnTo>
                    <a:pt x="968" y="149061"/>
                  </a:lnTo>
                  <a:lnTo>
                    <a:pt x="477" y="154352"/>
                  </a:lnTo>
                  <a:lnTo>
                    <a:pt x="154" y="159656"/>
                  </a:lnTo>
                  <a:lnTo>
                    <a:pt x="0" y="164967"/>
                  </a:lnTo>
                  <a:lnTo>
                    <a:pt x="14" y="170281"/>
                  </a:lnTo>
                  <a:lnTo>
                    <a:pt x="197" y="175592"/>
                  </a:lnTo>
                  <a:lnTo>
                    <a:pt x="550" y="180894"/>
                  </a:lnTo>
                  <a:lnTo>
                    <a:pt x="1070" y="186182"/>
                  </a:lnTo>
                  <a:lnTo>
                    <a:pt x="1758" y="191451"/>
                  </a:lnTo>
                  <a:lnTo>
                    <a:pt x="2614" y="196696"/>
                  </a:lnTo>
                  <a:lnTo>
                    <a:pt x="3635" y="201910"/>
                  </a:lnTo>
                  <a:lnTo>
                    <a:pt x="4822" y="207090"/>
                  </a:lnTo>
                  <a:lnTo>
                    <a:pt x="6173" y="212229"/>
                  </a:lnTo>
                  <a:lnTo>
                    <a:pt x="7687" y="217323"/>
                  </a:lnTo>
                  <a:lnTo>
                    <a:pt x="9361" y="222366"/>
                  </a:lnTo>
                  <a:lnTo>
                    <a:pt x="11195" y="227353"/>
                  </a:lnTo>
                  <a:lnTo>
                    <a:pt x="13187" y="232279"/>
                  </a:lnTo>
                  <a:lnTo>
                    <a:pt x="15334" y="237140"/>
                  </a:lnTo>
                  <a:lnTo>
                    <a:pt x="17635" y="241930"/>
                  </a:lnTo>
                  <a:lnTo>
                    <a:pt x="20087" y="246644"/>
                  </a:lnTo>
                  <a:lnTo>
                    <a:pt x="22687" y="251278"/>
                  </a:lnTo>
                  <a:lnTo>
                    <a:pt x="25433" y="255827"/>
                  </a:lnTo>
                  <a:lnTo>
                    <a:pt x="28323" y="260287"/>
                  </a:lnTo>
                  <a:lnTo>
                    <a:pt x="31353" y="264652"/>
                  </a:lnTo>
                  <a:lnTo>
                    <a:pt x="34520" y="268919"/>
                  </a:lnTo>
                  <a:lnTo>
                    <a:pt x="37821" y="273083"/>
                  </a:lnTo>
                  <a:lnTo>
                    <a:pt x="41252" y="277140"/>
                  </a:lnTo>
                  <a:lnTo>
                    <a:pt x="44811" y="281086"/>
                  </a:lnTo>
                  <a:lnTo>
                    <a:pt x="48494" y="284917"/>
                  </a:lnTo>
                  <a:lnTo>
                    <a:pt x="52296" y="288629"/>
                  </a:lnTo>
                  <a:lnTo>
                    <a:pt x="56215" y="292218"/>
                  </a:lnTo>
                  <a:lnTo>
                    <a:pt x="60245" y="295681"/>
                  </a:lnTo>
                  <a:lnTo>
                    <a:pt x="64384" y="299014"/>
                  </a:lnTo>
                  <a:lnTo>
                    <a:pt x="68626" y="302213"/>
                  </a:lnTo>
                  <a:lnTo>
                    <a:pt x="72968" y="305277"/>
                  </a:lnTo>
                  <a:lnTo>
                    <a:pt x="77405" y="308200"/>
                  </a:lnTo>
                  <a:lnTo>
                    <a:pt x="81933" y="310982"/>
                  </a:lnTo>
                  <a:lnTo>
                    <a:pt x="86547" y="313617"/>
                  </a:lnTo>
                  <a:lnTo>
                    <a:pt x="91243" y="316105"/>
                  </a:lnTo>
                  <a:lnTo>
                    <a:pt x="96015" y="318443"/>
                  </a:lnTo>
                  <a:lnTo>
                    <a:pt x="100859" y="320627"/>
                  </a:lnTo>
                  <a:lnTo>
                    <a:pt x="105770" y="322657"/>
                  </a:lnTo>
                  <a:lnTo>
                    <a:pt x="110742" y="324529"/>
                  </a:lnTo>
                  <a:lnTo>
                    <a:pt x="115772" y="326243"/>
                  </a:lnTo>
                  <a:lnTo>
                    <a:pt x="120854" y="327795"/>
                  </a:lnTo>
                  <a:lnTo>
                    <a:pt x="125983" y="329186"/>
                  </a:lnTo>
                  <a:lnTo>
                    <a:pt x="131153" y="330412"/>
                  </a:lnTo>
                  <a:lnTo>
                    <a:pt x="136360" y="331474"/>
                  </a:lnTo>
                  <a:lnTo>
                    <a:pt x="141598" y="332370"/>
                  </a:lnTo>
                  <a:lnTo>
                    <a:pt x="146861" y="333098"/>
                  </a:lnTo>
                  <a:lnTo>
                    <a:pt x="152145" y="333659"/>
                  </a:lnTo>
                  <a:lnTo>
                    <a:pt x="157445" y="334052"/>
                  </a:lnTo>
                  <a:lnTo>
                    <a:pt x="162754" y="334276"/>
                  </a:lnTo>
                  <a:lnTo>
                    <a:pt x="168067" y="334332"/>
                  </a:lnTo>
                  <a:lnTo>
                    <a:pt x="173380" y="334218"/>
                  </a:lnTo>
                  <a:lnTo>
                    <a:pt x="178686" y="333936"/>
                  </a:lnTo>
                  <a:lnTo>
                    <a:pt x="183981" y="333485"/>
                  </a:lnTo>
                  <a:lnTo>
                    <a:pt x="189258" y="332866"/>
                  </a:lnTo>
                  <a:lnTo>
                    <a:pt x="194513" y="332080"/>
                  </a:lnTo>
                  <a:lnTo>
                    <a:pt x="199741" y="331127"/>
                  </a:lnTo>
                  <a:lnTo>
                    <a:pt x="204936" y="330008"/>
                  </a:lnTo>
                  <a:lnTo>
                    <a:pt x="210092" y="328725"/>
                  </a:lnTo>
                  <a:lnTo>
                    <a:pt x="215205" y="327279"/>
                  </a:lnTo>
                  <a:lnTo>
                    <a:pt x="220270" y="325671"/>
                  </a:lnTo>
                  <a:lnTo>
                    <a:pt x="225281" y="323902"/>
                  </a:lnTo>
                  <a:lnTo>
                    <a:pt x="230233" y="321976"/>
                  </a:lnTo>
                  <a:lnTo>
                    <a:pt x="235122" y="319893"/>
                  </a:lnTo>
                  <a:lnTo>
                    <a:pt x="239941" y="317655"/>
                  </a:lnTo>
                  <a:lnTo>
                    <a:pt x="244688" y="315266"/>
                  </a:lnTo>
                  <a:lnTo>
                    <a:pt x="249356" y="312727"/>
                  </a:lnTo>
                  <a:lnTo>
                    <a:pt x="253940" y="310040"/>
                  </a:lnTo>
                  <a:lnTo>
                    <a:pt x="258437" y="307210"/>
                  </a:lnTo>
                  <a:lnTo>
                    <a:pt x="262842" y="304238"/>
                  </a:lnTo>
                  <a:lnTo>
                    <a:pt x="267151" y="301127"/>
                  </a:lnTo>
                  <a:lnTo>
                    <a:pt x="271358" y="297881"/>
                  </a:lnTo>
                  <a:lnTo>
                    <a:pt x="275460" y="294503"/>
                  </a:lnTo>
                  <a:lnTo>
                    <a:pt x="279452" y="290997"/>
                  </a:lnTo>
                  <a:lnTo>
                    <a:pt x="283331" y="287365"/>
                  </a:lnTo>
                  <a:lnTo>
                    <a:pt x="287093" y="283611"/>
                  </a:lnTo>
                  <a:lnTo>
                    <a:pt x="290733" y="279741"/>
                  </a:lnTo>
                  <a:lnTo>
                    <a:pt x="294248" y="275756"/>
                  </a:lnTo>
                  <a:lnTo>
                    <a:pt x="297636" y="271662"/>
                  </a:lnTo>
                  <a:lnTo>
                    <a:pt x="300891" y="267462"/>
                  </a:lnTo>
                  <a:lnTo>
                    <a:pt x="304011" y="263160"/>
                  </a:lnTo>
                  <a:lnTo>
                    <a:pt x="306993" y="258762"/>
                  </a:lnTo>
                  <a:lnTo>
                    <a:pt x="309833" y="254271"/>
                  </a:lnTo>
                  <a:lnTo>
                    <a:pt x="312530" y="249692"/>
                  </a:lnTo>
                  <a:lnTo>
                    <a:pt x="315079" y="245030"/>
                  </a:lnTo>
                  <a:lnTo>
                    <a:pt x="317479" y="24028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50326" cy="73122"/>
            </a:xfrm>
            <a:custGeom>
              <a:avLst/>
              <a:pathLst>
                <a:path w="150326" h="73122">
                  <a:moveTo>
                    <a:pt x="150326" y="7312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083491"/>
              <a:ext cx="167166" cy="227827"/>
            </a:xfrm>
            <a:custGeom>
              <a:avLst/>
              <a:pathLst>
                <a:path w="167166" h="227827">
                  <a:moveTo>
                    <a:pt x="150326" y="227827"/>
                  </a:moveTo>
                  <a:lnTo>
                    <a:pt x="152593" y="222971"/>
                  </a:lnTo>
                  <a:lnTo>
                    <a:pt x="154702" y="218045"/>
                  </a:lnTo>
                  <a:lnTo>
                    <a:pt x="156653" y="213054"/>
                  </a:lnTo>
                  <a:lnTo>
                    <a:pt x="158443" y="208003"/>
                  </a:lnTo>
                  <a:lnTo>
                    <a:pt x="160070" y="202897"/>
                  </a:lnTo>
                  <a:lnTo>
                    <a:pt x="161532" y="197741"/>
                  </a:lnTo>
                  <a:lnTo>
                    <a:pt x="162829" y="192542"/>
                  </a:lnTo>
                  <a:lnTo>
                    <a:pt x="163958" y="187303"/>
                  </a:lnTo>
                  <a:lnTo>
                    <a:pt x="164918" y="182031"/>
                  </a:lnTo>
                  <a:lnTo>
                    <a:pt x="165709" y="176731"/>
                  </a:lnTo>
                  <a:lnTo>
                    <a:pt x="166330" y="171409"/>
                  </a:lnTo>
                  <a:lnTo>
                    <a:pt x="166780" y="166069"/>
                  </a:lnTo>
                  <a:lnTo>
                    <a:pt x="167059" y="160717"/>
                  </a:lnTo>
                  <a:lnTo>
                    <a:pt x="167166" y="155359"/>
                  </a:lnTo>
                  <a:lnTo>
                    <a:pt x="167101" y="150001"/>
                  </a:lnTo>
                  <a:lnTo>
                    <a:pt x="166864" y="144647"/>
                  </a:lnTo>
                  <a:lnTo>
                    <a:pt x="166456" y="139304"/>
                  </a:lnTo>
                  <a:lnTo>
                    <a:pt x="165877" y="133977"/>
                  </a:lnTo>
                  <a:lnTo>
                    <a:pt x="165127" y="128671"/>
                  </a:lnTo>
                  <a:lnTo>
                    <a:pt x="164208" y="123391"/>
                  </a:lnTo>
                  <a:lnTo>
                    <a:pt x="163120" y="118144"/>
                  </a:lnTo>
                  <a:lnTo>
                    <a:pt x="161864" y="112935"/>
                  </a:lnTo>
                  <a:lnTo>
                    <a:pt x="160442" y="107768"/>
                  </a:lnTo>
                  <a:lnTo>
                    <a:pt x="158855" y="102649"/>
                  </a:lnTo>
                  <a:lnTo>
                    <a:pt x="157105" y="97585"/>
                  </a:lnTo>
                  <a:lnTo>
                    <a:pt x="155194" y="92578"/>
                  </a:lnTo>
                  <a:lnTo>
                    <a:pt x="153123" y="87636"/>
                  </a:lnTo>
                  <a:lnTo>
                    <a:pt x="150894" y="82762"/>
                  </a:lnTo>
                  <a:lnTo>
                    <a:pt x="148511" y="77963"/>
                  </a:lnTo>
                  <a:lnTo>
                    <a:pt x="145975" y="73242"/>
                  </a:lnTo>
                  <a:lnTo>
                    <a:pt x="143289" y="68605"/>
                  </a:lnTo>
                  <a:lnTo>
                    <a:pt x="140456" y="64057"/>
                  </a:lnTo>
                  <a:lnTo>
                    <a:pt x="137478" y="59601"/>
                  </a:lnTo>
                  <a:lnTo>
                    <a:pt x="134359" y="55244"/>
                  </a:lnTo>
                  <a:lnTo>
                    <a:pt x="131102" y="50988"/>
                  </a:lnTo>
                  <a:lnTo>
                    <a:pt x="127710" y="46839"/>
                  </a:lnTo>
                  <a:lnTo>
                    <a:pt x="124187" y="42801"/>
                  </a:lnTo>
                  <a:lnTo>
                    <a:pt x="120537" y="38878"/>
                  </a:lnTo>
                  <a:lnTo>
                    <a:pt x="116762" y="35074"/>
                  </a:lnTo>
                  <a:lnTo>
                    <a:pt x="112868" y="31393"/>
                  </a:lnTo>
                  <a:lnTo>
                    <a:pt x="108857" y="27839"/>
                  </a:lnTo>
                  <a:lnTo>
                    <a:pt x="104735" y="24415"/>
                  </a:lnTo>
                  <a:lnTo>
                    <a:pt x="100505" y="21125"/>
                  </a:lnTo>
                  <a:lnTo>
                    <a:pt x="96172" y="17972"/>
                  </a:lnTo>
                  <a:lnTo>
                    <a:pt x="91740" y="14960"/>
                  </a:lnTo>
                  <a:lnTo>
                    <a:pt x="87214" y="12091"/>
                  </a:lnTo>
                  <a:lnTo>
                    <a:pt x="82598" y="9369"/>
                  </a:lnTo>
                  <a:lnTo>
                    <a:pt x="77897" y="6796"/>
                  </a:lnTo>
                  <a:lnTo>
                    <a:pt x="73116" y="4375"/>
                  </a:lnTo>
                  <a:lnTo>
                    <a:pt x="68260" y="2109"/>
                  </a:lnTo>
                  <a:lnTo>
                    <a:pt x="63334" y="0"/>
                  </a:lnTo>
                  <a:lnTo>
                    <a:pt x="0" y="1547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071028"/>
              <a:ext cx="63334" cy="167167"/>
            </a:xfrm>
            <a:custGeom>
              <a:avLst/>
              <a:pathLst>
                <a:path w="63334" h="167167">
                  <a:moveTo>
                    <a:pt x="63334" y="12462"/>
                  </a:moveTo>
                  <a:lnTo>
                    <a:pt x="57831" y="10322"/>
                  </a:lnTo>
                  <a:lnTo>
                    <a:pt x="52255" y="8377"/>
                  </a:lnTo>
                  <a:lnTo>
                    <a:pt x="46615" y="6630"/>
                  </a:lnTo>
                  <a:lnTo>
                    <a:pt x="40916" y="5084"/>
                  </a:lnTo>
                  <a:lnTo>
                    <a:pt x="35166" y="3740"/>
                  </a:lnTo>
                  <a:lnTo>
                    <a:pt x="29372" y="2600"/>
                  </a:lnTo>
                  <a:lnTo>
                    <a:pt x="23542" y="1666"/>
                  </a:lnTo>
                  <a:lnTo>
                    <a:pt x="17682" y="937"/>
                  </a:lnTo>
                  <a:lnTo>
                    <a:pt x="11800" y="417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94166" y="1322571"/>
              <a:ext cx="94554" cy="167167"/>
            </a:xfrm>
            <a:custGeom>
              <a:avLst/>
              <a:pathLst>
                <a:path w="94554" h="167167">
                  <a:moveTo>
                    <a:pt x="94554" y="0"/>
                  </a:moveTo>
                  <a:lnTo>
                    <a:pt x="88971" y="93"/>
                  </a:lnTo>
                  <a:lnTo>
                    <a:pt x="83395" y="372"/>
                  </a:lnTo>
                  <a:lnTo>
                    <a:pt x="77832" y="838"/>
                  </a:lnTo>
                  <a:lnTo>
                    <a:pt x="72287" y="1489"/>
                  </a:lnTo>
                  <a:lnTo>
                    <a:pt x="66767" y="2325"/>
                  </a:lnTo>
                  <a:lnTo>
                    <a:pt x="61278" y="3345"/>
                  </a:lnTo>
                  <a:lnTo>
                    <a:pt x="55826" y="4547"/>
                  </a:lnTo>
                  <a:lnTo>
                    <a:pt x="50417" y="5931"/>
                  </a:lnTo>
                  <a:lnTo>
                    <a:pt x="45057" y="7495"/>
                  </a:lnTo>
                  <a:lnTo>
                    <a:pt x="39753" y="9237"/>
                  </a:lnTo>
                  <a:lnTo>
                    <a:pt x="34510" y="11155"/>
                  </a:lnTo>
                  <a:lnTo>
                    <a:pt x="29333" y="13247"/>
                  </a:lnTo>
                  <a:lnTo>
                    <a:pt x="24230" y="15511"/>
                  </a:lnTo>
                  <a:lnTo>
                    <a:pt x="19205" y="17944"/>
                  </a:lnTo>
                  <a:lnTo>
                    <a:pt x="14264" y="20543"/>
                  </a:lnTo>
                  <a:lnTo>
                    <a:pt x="9412" y="23306"/>
                  </a:lnTo>
                  <a:lnTo>
                    <a:pt x="4656" y="26230"/>
                  </a:lnTo>
                  <a:lnTo>
                    <a:pt x="0" y="29310"/>
                  </a:lnTo>
                  <a:lnTo>
                    <a:pt x="9455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94166" y="1351882"/>
              <a:ext cx="94554" cy="137856"/>
            </a:xfrm>
            <a:custGeom>
              <a:avLst/>
              <a:pathLst>
                <a:path w="94554" h="137856">
                  <a:moveTo>
                    <a:pt x="0" y="0"/>
                  </a:moveTo>
                  <a:lnTo>
                    <a:pt x="94554" y="1378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21566" y="1351882"/>
              <a:ext cx="334319" cy="305020"/>
            </a:xfrm>
            <a:custGeom>
              <a:avLst/>
              <a:pathLst>
                <a:path w="334319" h="305020">
                  <a:moveTo>
                    <a:pt x="72600" y="0"/>
                  </a:moveTo>
                  <a:lnTo>
                    <a:pt x="68282" y="3063"/>
                  </a:lnTo>
                  <a:lnTo>
                    <a:pt x="64063" y="6262"/>
                  </a:lnTo>
                  <a:lnTo>
                    <a:pt x="59948" y="9592"/>
                  </a:lnTo>
                  <a:lnTo>
                    <a:pt x="55940" y="13051"/>
                  </a:lnTo>
                  <a:lnTo>
                    <a:pt x="52043" y="16636"/>
                  </a:lnTo>
                  <a:lnTo>
                    <a:pt x="48262" y="20342"/>
                  </a:lnTo>
                  <a:lnTo>
                    <a:pt x="44600" y="24166"/>
                  </a:lnTo>
                  <a:lnTo>
                    <a:pt x="41062" y="28104"/>
                  </a:lnTo>
                  <a:lnTo>
                    <a:pt x="37649" y="32152"/>
                  </a:lnTo>
                  <a:lnTo>
                    <a:pt x="34367" y="36306"/>
                  </a:lnTo>
                  <a:lnTo>
                    <a:pt x="31218" y="40562"/>
                  </a:lnTo>
                  <a:lnTo>
                    <a:pt x="28205" y="44915"/>
                  </a:lnTo>
                  <a:lnTo>
                    <a:pt x="25331" y="49362"/>
                  </a:lnTo>
                  <a:lnTo>
                    <a:pt x="22600" y="53898"/>
                  </a:lnTo>
                  <a:lnTo>
                    <a:pt x="20014" y="58517"/>
                  </a:lnTo>
                  <a:lnTo>
                    <a:pt x="17575" y="63217"/>
                  </a:lnTo>
                  <a:lnTo>
                    <a:pt x="15287" y="67991"/>
                  </a:lnTo>
                  <a:lnTo>
                    <a:pt x="13150" y="72835"/>
                  </a:lnTo>
                  <a:lnTo>
                    <a:pt x="11169" y="77745"/>
                  </a:lnTo>
                  <a:lnTo>
                    <a:pt x="9343" y="82715"/>
                  </a:lnTo>
                  <a:lnTo>
                    <a:pt x="7676" y="87740"/>
                  </a:lnTo>
                  <a:lnTo>
                    <a:pt x="6169" y="92815"/>
                  </a:lnTo>
                  <a:lnTo>
                    <a:pt x="4824" y="97936"/>
                  </a:lnTo>
                  <a:lnTo>
                    <a:pt x="3641" y="103096"/>
                  </a:lnTo>
                  <a:lnTo>
                    <a:pt x="2622" y="108292"/>
                  </a:lnTo>
                  <a:lnTo>
                    <a:pt x="1768" y="113517"/>
                  </a:lnTo>
                  <a:lnTo>
                    <a:pt x="1081" y="118766"/>
                  </a:lnTo>
                  <a:lnTo>
                    <a:pt x="559" y="124035"/>
                  </a:lnTo>
                  <a:lnTo>
                    <a:pt x="205" y="129317"/>
                  </a:lnTo>
                  <a:lnTo>
                    <a:pt x="19" y="134609"/>
                  </a:lnTo>
                  <a:lnTo>
                    <a:pt x="0" y="139903"/>
                  </a:lnTo>
                  <a:lnTo>
                    <a:pt x="148" y="145195"/>
                  </a:lnTo>
                  <a:lnTo>
                    <a:pt x="464" y="150480"/>
                  </a:lnTo>
                  <a:lnTo>
                    <a:pt x="948" y="155752"/>
                  </a:lnTo>
                  <a:lnTo>
                    <a:pt x="1598" y="161007"/>
                  </a:lnTo>
                  <a:lnTo>
                    <a:pt x="2414" y="166238"/>
                  </a:lnTo>
                  <a:lnTo>
                    <a:pt x="3395" y="171441"/>
                  </a:lnTo>
                  <a:lnTo>
                    <a:pt x="4541" y="176609"/>
                  </a:lnTo>
                  <a:lnTo>
                    <a:pt x="5850" y="181740"/>
                  </a:lnTo>
                  <a:lnTo>
                    <a:pt x="7320" y="186826"/>
                  </a:lnTo>
                  <a:lnTo>
                    <a:pt x="8951" y="191863"/>
                  </a:lnTo>
                  <a:lnTo>
                    <a:pt x="10741" y="196845"/>
                  </a:lnTo>
                  <a:lnTo>
                    <a:pt x="12687" y="201769"/>
                  </a:lnTo>
                  <a:lnTo>
                    <a:pt x="14789" y="206628"/>
                  </a:lnTo>
                  <a:lnTo>
                    <a:pt x="17043" y="211419"/>
                  </a:lnTo>
                  <a:lnTo>
                    <a:pt x="19448" y="216136"/>
                  </a:lnTo>
                  <a:lnTo>
                    <a:pt x="22001" y="220774"/>
                  </a:lnTo>
                  <a:lnTo>
                    <a:pt x="24699" y="225329"/>
                  </a:lnTo>
                  <a:lnTo>
                    <a:pt x="27541" y="229796"/>
                  </a:lnTo>
                  <a:lnTo>
                    <a:pt x="30522" y="234171"/>
                  </a:lnTo>
                  <a:lnTo>
                    <a:pt x="33641" y="238450"/>
                  </a:lnTo>
                  <a:lnTo>
                    <a:pt x="36893" y="242627"/>
                  </a:lnTo>
                  <a:lnTo>
                    <a:pt x="40276" y="246700"/>
                  </a:lnTo>
                  <a:lnTo>
                    <a:pt x="43787" y="250663"/>
                  </a:lnTo>
                  <a:lnTo>
                    <a:pt x="47421" y="254513"/>
                  </a:lnTo>
                  <a:lnTo>
                    <a:pt x="51175" y="258246"/>
                  </a:lnTo>
                  <a:lnTo>
                    <a:pt x="55046" y="261859"/>
                  </a:lnTo>
                  <a:lnTo>
                    <a:pt x="59029" y="265347"/>
                  </a:lnTo>
                  <a:lnTo>
                    <a:pt x="63120" y="268707"/>
                  </a:lnTo>
                  <a:lnTo>
                    <a:pt x="67316" y="271936"/>
                  </a:lnTo>
                  <a:lnTo>
                    <a:pt x="71612" y="275030"/>
                  </a:lnTo>
                  <a:lnTo>
                    <a:pt x="76004" y="277987"/>
                  </a:lnTo>
                  <a:lnTo>
                    <a:pt x="80487" y="280803"/>
                  </a:lnTo>
                  <a:lnTo>
                    <a:pt x="85057" y="283476"/>
                  </a:lnTo>
                  <a:lnTo>
                    <a:pt x="89710" y="286002"/>
                  </a:lnTo>
                  <a:lnTo>
                    <a:pt x="94440" y="288381"/>
                  </a:lnTo>
                  <a:lnTo>
                    <a:pt x="99243" y="290608"/>
                  </a:lnTo>
                  <a:lnTo>
                    <a:pt x="104115" y="292682"/>
                  </a:lnTo>
                  <a:lnTo>
                    <a:pt x="109049" y="294600"/>
                  </a:lnTo>
                  <a:lnTo>
                    <a:pt x="114042" y="296362"/>
                  </a:lnTo>
                  <a:lnTo>
                    <a:pt x="119088" y="297964"/>
                  </a:lnTo>
                  <a:lnTo>
                    <a:pt x="124182" y="299406"/>
                  </a:lnTo>
                  <a:lnTo>
                    <a:pt x="129320" y="300686"/>
                  </a:lnTo>
                  <a:lnTo>
                    <a:pt x="134495" y="301802"/>
                  </a:lnTo>
                  <a:lnTo>
                    <a:pt x="139703" y="302754"/>
                  </a:lnTo>
                  <a:lnTo>
                    <a:pt x="144939" y="303541"/>
                  </a:lnTo>
                  <a:lnTo>
                    <a:pt x="150197" y="304161"/>
                  </a:lnTo>
                  <a:lnTo>
                    <a:pt x="155472" y="304615"/>
                  </a:lnTo>
                  <a:lnTo>
                    <a:pt x="160758" y="304901"/>
                  </a:lnTo>
                  <a:lnTo>
                    <a:pt x="166051" y="305020"/>
                  </a:lnTo>
                  <a:lnTo>
                    <a:pt x="171346" y="304971"/>
                  </a:lnTo>
                  <a:lnTo>
                    <a:pt x="176636" y="304755"/>
                  </a:lnTo>
                  <a:lnTo>
                    <a:pt x="181916" y="304371"/>
                  </a:lnTo>
                  <a:lnTo>
                    <a:pt x="187182" y="303820"/>
                  </a:lnTo>
                  <a:lnTo>
                    <a:pt x="192427" y="303102"/>
                  </a:lnTo>
                  <a:lnTo>
                    <a:pt x="197647" y="302219"/>
                  </a:lnTo>
                  <a:lnTo>
                    <a:pt x="202837" y="301171"/>
                  </a:lnTo>
                  <a:lnTo>
                    <a:pt x="207991" y="299959"/>
                  </a:lnTo>
                  <a:lnTo>
                    <a:pt x="213104" y="298585"/>
                  </a:lnTo>
                  <a:lnTo>
                    <a:pt x="218170" y="297049"/>
                  </a:lnTo>
                  <a:lnTo>
                    <a:pt x="223186" y="295353"/>
                  </a:lnTo>
                  <a:lnTo>
                    <a:pt x="228145" y="293500"/>
                  </a:lnTo>
                  <a:lnTo>
                    <a:pt x="233044" y="291491"/>
                  </a:lnTo>
                  <a:lnTo>
                    <a:pt x="237876" y="289327"/>
                  </a:lnTo>
                  <a:lnTo>
                    <a:pt x="242637" y="287012"/>
                  </a:lnTo>
                  <a:lnTo>
                    <a:pt x="247323" y="284546"/>
                  </a:lnTo>
                  <a:lnTo>
                    <a:pt x="251928" y="281934"/>
                  </a:lnTo>
                  <a:lnTo>
                    <a:pt x="256448" y="279177"/>
                  </a:lnTo>
                  <a:lnTo>
                    <a:pt x="260878" y="276279"/>
                  </a:lnTo>
                  <a:lnTo>
                    <a:pt x="265215" y="273241"/>
                  </a:lnTo>
                  <a:lnTo>
                    <a:pt x="269453" y="270068"/>
                  </a:lnTo>
                  <a:lnTo>
                    <a:pt x="273588" y="266762"/>
                  </a:lnTo>
                  <a:lnTo>
                    <a:pt x="277617" y="263327"/>
                  </a:lnTo>
                  <a:lnTo>
                    <a:pt x="281535" y="259766"/>
                  </a:lnTo>
                  <a:lnTo>
                    <a:pt x="285338" y="256083"/>
                  </a:lnTo>
                  <a:lnTo>
                    <a:pt x="289023" y="252281"/>
                  </a:lnTo>
                  <a:lnTo>
                    <a:pt x="292585" y="248365"/>
                  </a:lnTo>
                  <a:lnTo>
                    <a:pt x="296022" y="244337"/>
                  </a:lnTo>
                  <a:lnTo>
                    <a:pt x="299329" y="240203"/>
                  </a:lnTo>
                  <a:lnTo>
                    <a:pt x="302504" y="235966"/>
                  </a:lnTo>
                  <a:lnTo>
                    <a:pt x="305543" y="231631"/>
                  </a:lnTo>
                  <a:lnTo>
                    <a:pt x="308443" y="227201"/>
                  </a:lnTo>
                  <a:lnTo>
                    <a:pt x="311201" y="222682"/>
                  </a:lnTo>
                  <a:lnTo>
                    <a:pt x="313815" y="218078"/>
                  </a:lnTo>
                  <a:lnTo>
                    <a:pt x="316282" y="213393"/>
                  </a:lnTo>
                  <a:lnTo>
                    <a:pt x="318599" y="208633"/>
                  </a:lnTo>
                  <a:lnTo>
                    <a:pt x="320765" y="203802"/>
                  </a:lnTo>
                  <a:lnTo>
                    <a:pt x="322776" y="198904"/>
                  </a:lnTo>
                  <a:lnTo>
                    <a:pt x="324631" y="193946"/>
                  </a:lnTo>
                  <a:lnTo>
                    <a:pt x="326328" y="188931"/>
                  </a:lnTo>
                  <a:lnTo>
                    <a:pt x="327866" y="183864"/>
                  </a:lnTo>
                  <a:lnTo>
                    <a:pt x="329242" y="178752"/>
                  </a:lnTo>
                  <a:lnTo>
                    <a:pt x="330456" y="173599"/>
                  </a:lnTo>
                  <a:lnTo>
                    <a:pt x="331506" y="168409"/>
                  </a:lnTo>
                  <a:lnTo>
                    <a:pt x="332391" y="163190"/>
                  </a:lnTo>
                  <a:lnTo>
                    <a:pt x="333111" y="157944"/>
                  </a:lnTo>
                  <a:lnTo>
                    <a:pt x="333663" y="152679"/>
                  </a:lnTo>
                  <a:lnTo>
                    <a:pt x="334049" y="147398"/>
                  </a:lnTo>
                  <a:lnTo>
                    <a:pt x="334268" y="142109"/>
                  </a:lnTo>
                  <a:lnTo>
                    <a:pt x="334319" y="136814"/>
                  </a:lnTo>
                  <a:lnTo>
                    <a:pt x="334202" y="131521"/>
                  </a:lnTo>
                  <a:lnTo>
                    <a:pt x="333917" y="126235"/>
                  </a:lnTo>
                  <a:lnTo>
                    <a:pt x="333466" y="120959"/>
                  </a:lnTo>
                  <a:lnTo>
                    <a:pt x="332847" y="115701"/>
                  </a:lnTo>
                  <a:lnTo>
                    <a:pt x="332063" y="110465"/>
                  </a:lnTo>
                  <a:lnTo>
                    <a:pt x="331112" y="105257"/>
                  </a:lnTo>
                  <a:lnTo>
                    <a:pt x="329998" y="100081"/>
                  </a:lnTo>
                  <a:lnTo>
                    <a:pt x="328720" y="94943"/>
                  </a:lnTo>
                  <a:lnTo>
                    <a:pt x="327280" y="89849"/>
                  </a:lnTo>
                  <a:lnTo>
                    <a:pt x="325679" y="84802"/>
                  </a:lnTo>
                  <a:lnTo>
                    <a:pt x="323920" y="79808"/>
                  </a:lnTo>
                  <a:lnTo>
                    <a:pt x="322003" y="74873"/>
                  </a:lnTo>
                  <a:lnTo>
                    <a:pt x="319931" y="70001"/>
                  </a:lnTo>
                  <a:lnTo>
                    <a:pt x="317705" y="65197"/>
                  </a:lnTo>
                  <a:lnTo>
                    <a:pt x="315329" y="60466"/>
                  </a:lnTo>
                  <a:lnTo>
                    <a:pt x="312804" y="55813"/>
                  </a:lnTo>
                  <a:lnTo>
                    <a:pt x="310133" y="51241"/>
                  </a:lnTo>
                  <a:lnTo>
                    <a:pt x="307318" y="46757"/>
                  </a:lnTo>
                  <a:lnTo>
                    <a:pt x="304363" y="42364"/>
                  </a:lnTo>
                  <a:lnTo>
                    <a:pt x="301270" y="38067"/>
                  </a:lnTo>
                  <a:lnTo>
                    <a:pt x="167154" y="137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488720" y="1322571"/>
              <a:ext cx="134115" cy="167167"/>
            </a:xfrm>
            <a:custGeom>
              <a:avLst/>
              <a:pathLst>
                <a:path w="134115" h="167167">
                  <a:moveTo>
                    <a:pt x="134115" y="67378"/>
                  </a:moveTo>
                  <a:lnTo>
                    <a:pt x="130724" y="62974"/>
                  </a:lnTo>
                  <a:lnTo>
                    <a:pt x="127187" y="58685"/>
                  </a:lnTo>
                  <a:lnTo>
                    <a:pt x="123510" y="54517"/>
                  </a:lnTo>
                  <a:lnTo>
                    <a:pt x="119696" y="50472"/>
                  </a:lnTo>
                  <a:lnTo>
                    <a:pt x="115750" y="46557"/>
                  </a:lnTo>
                  <a:lnTo>
                    <a:pt x="111676" y="42775"/>
                  </a:lnTo>
                  <a:lnTo>
                    <a:pt x="107479" y="39131"/>
                  </a:lnTo>
                  <a:lnTo>
                    <a:pt x="103162" y="35628"/>
                  </a:lnTo>
                  <a:lnTo>
                    <a:pt x="98732" y="32271"/>
                  </a:lnTo>
                  <a:lnTo>
                    <a:pt x="94192" y="29063"/>
                  </a:lnTo>
                  <a:lnTo>
                    <a:pt x="89549" y="26008"/>
                  </a:lnTo>
                  <a:lnTo>
                    <a:pt x="84806" y="23109"/>
                  </a:lnTo>
                  <a:lnTo>
                    <a:pt x="79969" y="20369"/>
                  </a:lnTo>
                  <a:lnTo>
                    <a:pt x="75044" y="17791"/>
                  </a:lnTo>
                  <a:lnTo>
                    <a:pt x="70036" y="15378"/>
                  </a:lnTo>
                  <a:lnTo>
                    <a:pt x="64951" y="13134"/>
                  </a:lnTo>
                  <a:lnTo>
                    <a:pt x="59794" y="11059"/>
                  </a:lnTo>
                  <a:lnTo>
                    <a:pt x="54571" y="9158"/>
                  </a:lnTo>
                  <a:lnTo>
                    <a:pt x="49287" y="7431"/>
                  </a:lnTo>
                  <a:lnTo>
                    <a:pt x="43949" y="5880"/>
                  </a:lnTo>
                  <a:lnTo>
                    <a:pt x="38562" y="4508"/>
                  </a:lnTo>
                  <a:lnTo>
                    <a:pt x="33133" y="3316"/>
                  </a:lnTo>
                  <a:lnTo>
                    <a:pt x="27667" y="2305"/>
                  </a:lnTo>
                  <a:lnTo>
                    <a:pt x="22170" y="1476"/>
                  </a:lnTo>
                  <a:lnTo>
                    <a:pt x="16649" y="831"/>
                  </a:lnTo>
                  <a:lnTo>
                    <a:pt x="11109" y="369"/>
                  </a:lnTo>
                  <a:lnTo>
                    <a:pt x="555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85023" y="1681503"/>
              <a:ext cx="101501" cy="167167"/>
            </a:xfrm>
            <a:custGeom>
              <a:avLst/>
              <a:pathLst>
                <a:path w="101501" h="167167">
                  <a:moveTo>
                    <a:pt x="101501" y="0"/>
                  </a:moveTo>
                  <a:lnTo>
                    <a:pt x="95761" y="98"/>
                  </a:lnTo>
                  <a:lnTo>
                    <a:pt x="90028" y="394"/>
                  </a:lnTo>
                  <a:lnTo>
                    <a:pt x="84309" y="886"/>
                  </a:lnTo>
                  <a:lnTo>
                    <a:pt x="78609" y="1574"/>
                  </a:lnTo>
                  <a:lnTo>
                    <a:pt x="72937" y="2458"/>
                  </a:lnTo>
                  <a:lnTo>
                    <a:pt x="67298" y="3536"/>
                  </a:lnTo>
                  <a:lnTo>
                    <a:pt x="61700" y="4807"/>
                  </a:lnTo>
                  <a:lnTo>
                    <a:pt x="56149" y="6269"/>
                  </a:lnTo>
                  <a:lnTo>
                    <a:pt x="50651" y="7921"/>
                  </a:lnTo>
                  <a:lnTo>
                    <a:pt x="45213" y="9761"/>
                  </a:lnTo>
                  <a:lnTo>
                    <a:pt x="39841" y="11787"/>
                  </a:lnTo>
                  <a:lnTo>
                    <a:pt x="34543" y="13995"/>
                  </a:lnTo>
                  <a:lnTo>
                    <a:pt x="29323" y="16385"/>
                  </a:lnTo>
                  <a:lnTo>
                    <a:pt x="24188" y="18952"/>
                  </a:lnTo>
                  <a:lnTo>
                    <a:pt x="19145" y="21694"/>
                  </a:lnTo>
                  <a:lnTo>
                    <a:pt x="14198" y="24608"/>
                  </a:lnTo>
                  <a:lnTo>
                    <a:pt x="9355" y="27689"/>
                  </a:lnTo>
                  <a:lnTo>
                    <a:pt x="4620" y="30935"/>
                  </a:lnTo>
                  <a:lnTo>
                    <a:pt x="0" y="34342"/>
                  </a:lnTo>
                  <a:lnTo>
                    <a:pt x="1015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5023" y="1715846"/>
              <a:ext cx="101501" cy="132824"/>
            </a:xfrm>
            <a:custGeom>
              <a:avLst/>
              <a:pathLst>
                <a:path w="101501" h="132824">
                  <a:moveTo>
                    <a:pt x="0" y="0"/>
                  </a:moveTo>
                  <a:lnTo>
                    <a:pt x="101501" y="1328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19357" y="1681503"/>
              <a:ext cx="334324" cy="334326"/>
            </a:xfrm>
            <a:custGeom>
              <a:avLst/>
              <a:pathLst>
                <a:path w="334324" h="334326">
                  <a:moveTo>
                    <a:pt x="65665" y="34342"/>
                  </a:moveTo>
                  <a:lnTo>
                    <a:pt x="61515" y="37619"/>
                  </a:lnTo>
                  <a:lnTo>
                    <a:pt x="57471" y="41025"/>
                  </a:lnTo>
                  <a:lnTo>
                    <a:pt x="53536" y="44558"/>
                  </a:lnTo>
                  <a:lnTo>
                    <a:pt x="49715" y="48213"/>
                  </a:lnTo>
                  <a:lnTo>
                    <a:pt x="46012" y="51987"/>
                  </a:lnTo>
                  <a:lnTo>
                    <a:pt x="42429" y="55877"/>
                  </a:lnTo>
                  <a:lnTo>
                    <a:pt x="38972" y="59878"/>
                  </a:lnTo>
                  <a:lnTo>
                    <a:pt x="35643" y="63986"/>
                  </a:lnTo>
                  <a:lnTo>
                    <a:pt x="32445" y="68197"/>
                  </a:lnTo>
                  <a:lnTo>
                    <a:pt x="29382" y="72508"/>
                  </a:lnTo>
                  <a:lnTo>
                    <a:pt x="26457" y="76913"/>
                  </a:lnTo>
                  <a:lnTo>
                    <a:pt x="23673" y="81408"/>
                  </a:lnTo>
                  <a:lnTo>
                    <a:pt x="21033" y="85990"/>
                  </a:lnTo>
                  <a:lnTo>
                    <a:pt x="18538" y="90652"/>
                  </a:lnTo>
                  <a:lnTo>
                    <a:pt x="16193" y="95391"/>
                  </a:lnTo>
                  <a:lnTo>
                    <a:pt x="13998" y="100202"/>
                  </a:lnTo>
                  <a:lnTo>
                    <a:pt x="11957" y="105080"/>
                  </a:lnTo>
                  <a:lnTo>
                    <a:pt x="10071" y="110020"/>
                  </a:lnTo>
                  <a:lnTo>
                    <a:pt x="8342" y="115017"/>
                  </a:lnTo>
                  <a:lnTo>
                    <a:pt x="6772" y="120067"/>
                  </a:lnTo>
                  <a:lnTo>
                    <a:pt x="5363" y="125163"/>
                  </a:lnTo>
                  <a:lnTo>
                    <a:pt x="4115" y="130302"/>
                  </a:lnTo>
                  <a:lnTo>
                    <a:pt x="3031" y="135477"/>
                  </a:lnTo>
                  <a:lnTo>
                    <a:pt x="2110" y="140684"/>
                  </a:lnTo>
                  <a:lnTo>
                    <a:pt x="1355" y="145918"/>
                  </a:lnTo>
                  <a:lnTo>
                    <a:pt x="766" y="151173"/>
                  </a:lnTo>
                  <a:lnTo>
                    <a:pt x="344" y="156443"/>
                  </a:lnTo>
                  <a:lnTo>
                    <a:pt x="88" y="161725"/>
                  </a:lnTo>
                  <a:lnTo>
                    <a:pt x="0" y="167012"/>
                  </a:lnTo>
                  <a:lnTo>
                    <a:pt x="78" y="172299"/>
                  </a:lnTo>
                  <a:lnTo>
                    <a:pt x="324" y="177581"/>
                  </a:lnTo>
                  <a:lnTo>
                    <a:pt x="737" y="182853"/>
                  </a:lnTo>
                  <a:lnTo>
                    <a:pt x="1316" y="188109"/>
                  </a:lnTo>
                  <a:lnTo>
                    <a:pt x="2062" y="193344"/>
                  </a:lnTo>
                  <a:lnTo>
                    <a:pt x="2972" y="198553"/>
                  </a:lnTo>
                  <a:lnTo>
                    <a:pt x="4047" y="203730"/>
                  </a:lnTo>
                  <a:lnTo>
                    <a:pt x="5285" y="208871"/>
                  </a:lnTo>
                  <a:lnTo>
                    <a:pt x="6685" y="213970"/>
                  </a:lnTo>
                  <a:lnTo>
                    <a:pt x="8246" y="219022"/>
                  </a:lnTo>
                  <a:lnTo>
                    <a:pt x="9965" y="224023"/>
                  </a:lnTo>
                  <a:lnTo>
                    <a:pt x="11842" y="228966"/>
                  </a:lnTo>
                  <a:lnTo>
                    <a:pt x="13874" y="233848"/>
                  </a:lnTo>
                  <a:lnTo>
                    <a:pt x="16060" y="238663"/>
                  </a:lnTo>
                  <a:lnTo>
                    <a:pt x="18397" y="243406"/>
                  </a:lnTo>
                  <a:lnTo>
                    <a:pt x="20882" y="248073"/>
                  </a:lnTo>
                  <a:lnTo>
                    <a:pt x="23515" y="252659"/>
                  </a:lnTo>
                  <a:lnTo>
                    <a:pt x="26290" y="257160"/>
                  </a:lnTo>
                  <a:lnTo>
                    <a:pt x="29207" y="261571"/>
                  </a:lnTo>
                  <a:lnTo>
                    <a:pt x="32262" y="265887"/>
                  </a:lnTo>
                  <a:lnTo>
                    <a:pt x="35452" y="270104"/>
                  </a:lnTo>
                  <a:lnTo>
                    <a:pt x="38773" y="274218"/>
                  </a:lnTo>
                  <a:lnTo>
                    <a:pt x="42223" y="278226"/>
                  </a:lnTo>
                  <a:lnTo>
                    <a:pt x="45798" y="282122"/>
                  </a:lnTo>
                  <a:lnTo>
                    <a:pt x="49495" y="285903"/>
                  </a:lnTo>
                  <a:lnTo>
                    <a:pt x="53309" y="289565"/>
                  </a:lnTo>
                  <a:lnTo>
                    <a:pt x="57237" y="293105"/>
                  </a:lnTo>
                  <a:lnTo>
                    <a:pt x="61275" y="296519"/>
                  </a:lnTo>
                  <a:lnTo>
                    <a:pt x="65419" y="299803"/>
                  </a:lnTo>
                  <a:lnTo>
                    <a:pt x="69665" y="302955"/>
                  </a:lnTo>
                  <a:lnTo>
                    <a:pt x="74009" y="305971"/>
                  </a:lnTo>
                  <a:lnTo>
                    <a:pt x="78445" y="308848"/>
                  </a:lnTo>
                  <a:lnTo>
                    <a:pt x="82971" y="311583"/>
                  </a:lnTo>
                  <a:lnTo>
                    <a:pt x="87580" y="314174"/>
                  </a:lnTo>
                  <a:lnTo>
                    <a:pt x="92270" y="316617"/>
                  </a:lnTo>
                  <a:lnTo>
                    <a:pt x="97034" y="318911"/>
                  </a:lnTo>
                  <a:lnTo>
                    <a:pt x="101868" y="321053"/>
                  </a:lnTo>
                  <a:lnTo>
                    <a:pt x="106768" y="323042"/>
                  </a:lnTo>
                  <a:lnTo>
                    <a:pt x="111728" y="324874"/>
                  </a:lnTo>
                  <a:lnTo>
                    <a:pt x="116744" y="326548"/>
                  </a:lnTo>
                  <a:lnTo>
                    <a:pt x="121810" y="328064"/>
                  </a:lnTo>
                  <a:lnTo>
                    <a:pt x="126921" y="329418"/>
                  </a:lnTo>
                  <a:lnTo>
                    <a:pt x="132073" y="330609"/>
                  </a:lnTo>
                  <a:lnTo>
                    <a:pt x="137260" y="331637"/>
                  </a:lnTo>
                  <a:lnTo>
                    <a:pt x="142477" y="332501"/>
                  </a:lnTo>
                  <a:lnTo>
                    <a:pt x="147718" y="333199"/>
                  </a:lnTo>
                  <a:lnTo>
                    <a:pt x="152979" y="333731"/>
                  </a:lnTo>
                  <a:lnTo>
                    <a:pt x="158254" y="334097"/>
                  </a:lnTo>
                  <a:lnTo>
                    <a:pt x="163539" y="334295"/>
                  </a:lnTo>
                  <a:lnTo>
                    <a:pt x="168826" y="334326"/>
                  </a:lnTo>
                  <a:lnTo>
                    <a:pt x="174112" y="334190"/>
                  </a:lnTo>
                  <a:lnTo>
                    <a:pt x="179391" y="333887"/>
                  </a:lnTo>
                  <a:lnTo>
                    <a:pt x="184658" y="333417"/>
                  </a:lnTo>
                  <a:lnTo>
                    <a:pt x="189908" y="332780"/>
                  </a:lnTo>
                  <a:lnTo>
                    <a:pt x="195134" y="331978"/>
                  </a:lnTo>
                  <a:lnTo>
                    <a:pt x="200333" y="331011"/>
                  </a:lnTo>
                  <a:lnTo>
                    <a:pt x="205498" y="329880"/>
                  </a:lnTo>
                  <a:lnTo>
                    <a:pt x="210625" y="328587"/>
                  </a:lnTo>
                  <a:lnTo>
                    <a:pt x="215709" y="327131"/>
                  </a:lnTo>
                  <a:lnTo>
                    <a:pt x="220744" y="325516"/>
                  </a:lnTo>
                  <a:lnTo>
                    <a:pt x="225725" y="323742"/>
                  </a:lnTo>
                  <a:lnTo>
                    <a:pt x="230648" y="321812"/>
                  </a:lnTo>
                  <a:lnTo>
                    <a:pt x="235507" y="319727"/>
                  </a:lnTo>
                  <a:lnTo>
                    <a:pt x="240298" y="317489"/>
                  </a:lnTo>
                  <a:lnTo>
                    <a:pt x="245016" y="315101"/>
                  </a:lnTo>
                  <a:lnTo>
                    <a:pt x="249656" y="312565"/>
                  </a:lnTo>
                  <a:lnTo>
                    <a:pt x="254213" y="309883"/>
                  </a:lnTo>
                  <a:lnTo>
                    <a:pt x="258684" y="307058"/>
                  </a:lnTo>
                  <a:lnTo>
                    <a:pt x="263062" y="304094"/>
                  </a:lnTo>
                  <a:lnTo>
                    <a:pt x="267345" y="300993"/>
                  </a:lnTo>
                  <a:lnTo>
                    <a:pt x="271527" y="297757"/>
                  </a:lnTo>
                  <a:lnTo>
                    <a:pt x="275606" y="294391"/>
                  </a:lnTo>
                  <a:lnTo>
                    <a:pt x="279575" y="290898"/>
                  </a:lnTo>
                  <a:lnTo>
                    <a:pt x="283432" y="287281"/>
                  </a:lnTo>
                  <a:lnTo>
                    <a:pt x="287173" y="283543"/>
                  </a:lnTo>
                  <a:lnTo>
                    <a:pt x="290794" y="279690"/>
                  </a:lnTo>
                  <a:lnTo>
                    <a:pt x="294291" y="275723"/>
                  </a:lnTo>
                  <a:lnTo>
                    <a:pt x="297660" y="271648"/>
                  </a:lnTo>
                  <a:lnTo>
                    <a:pt x="300900" y="267469"/>
                  </a:lnTo>
                  <a:lnTo>
                    <a:pt x="304005" y="263189"/>
                  </a:lnTo>
                  <a:lnTo>
                    <a:pt x="306974" y="258813"/>
                  </a:lnTo>
                  <a:lnTo>
                    <a:pt x="309802" y="254346"/>
                  </a:lnTo>
                  <a:lnTo>
                    <a:pt x="312488" y="249791"/>
                  </a:lnTo>
                  <a:lnTo>
                    <a:pt x="315029" y="245153"/>
                  </a:lnTo>
                  <a:lnTo>
                    <a:pt x="317421" y="240438"/>
                  </a:lnTo>
                  <a:lnTo>
                    <a:pt x="319663" y="235649"/>
                  </a:lnTo>
                  <a:lnTo>
                    <a:pt x="321753" y="230792"/>
                  </a:lnTo>
                  <a:lnTo>
                    <a:pt x="323688" y="225870"/>
                  </a:lnTo>
                  <a:lnTo>
                    <a:pt x="325466" y="220891"/>
                  </a:lnTo>
                  <a:lnTo>
                    <a:pt x="327086" y="215857"/>
                  </a:lnTo>
                  <a:lnTo>
                    <a:pt x="328546" y="210775"/>
                  </a:lnTo>
                  <a:lnTo>
                    <a:pt x="329845" y="205649"/>
                  </a:lnTo>
                  <a:lnTo>
                    <a:pt x="330980" y="200485"/>
                  </a:lnTo>
                  <a:lnTo>
                    <a:pt x="331952" y="195287"/>
                  </a:lnTo>
                  <a:lnTo>
                    <a:pt x="332759" y="190061"/>
                  </a:lnTo>
                  <a:lnTo>
                    <a:pt x="333400" y="184812"/>
                  </a:lnTo>
                  <a:lnTo>
                    <a:pt x="333875" y="179546"/>
                  </a:lnTo>
                  <a:lnTo>
                    <a:pt x="334183" y="174267"/>
                  </a:lnTo>
                  <a:lnTo>
                    <a:pt x="334324" y="168981"/>
                  </a:lnTo>
                  <a:lnTo>
                    <a:pt x="334298" y="163693"/>
                  </a:lnTo>
                  <a:lnTo>
                    <a:pt x="334105" y="158409"/>
                  </a:lnTo>
                  <a:lnTo>
                    <a:pt x="333744" y="153134"/>
                  </a:lnTo>
                  <a:lnTo>
                    <a:pt x="333217" y="147872"/>
                  </a:lnTo>
                  <a:lnTo>
                    <a:pt x="332524" y="142630"/>
                  </a:lnTo>
                  <a:lnTo>
                    <a:pt x="331665" y="137413"/>
                  </a:lnTo>
                  <a:lnTo>
                    <a:pt x="330642" y="132225"/>
                  </a:lnTo>
                  <a:lnTo>
                    <a:pt x="329455" y="127072"/>
                  </a:lnTo>
                  <a:lnTo>
                    <a:pt x="328105" y="121959"/>
                  </a:lnTo>
                  <a:lnTo>
                    <a:pt x="326595" y="116892"/>
                  </a:lnTo>
                  <a:lnTo>
                    <a:pt x="324925" y="111875"/>
                  </a:lnTo>
                  <a:lnTo>
                    <a:pt x="323098" y="106913"/>
                  </a:lnTo>
                  <a:lnTo>
                    <a:pt x="321114" y="102011"/>
                  </a:lnTo>
                  <a:lnTo>
                    <a:pt x="318976" y="97175"/>
                  </a:lnTo>
                  <a:lnTo>
                    <a:pt x="316686" y="92408"/>
                  </a:lnTo>
                  <a:lnTo>
                    <a:pt x="314247" y="87717"/>
                  </a:lnTo>
                  <a:lnTo>
                    <a:pt x="311661" y="83105"/>
                  </a:lnTo>
                  <a:lnTo>
                    <a:pt x="308930" y="78577"/>
                  </a:lnTo>
                  <a:lnTo>
                    <a:pt x="306057" y="74137"/>
                  </a:lnTo>
                  <a:lnTo>
                    <a:pt x="303045" y="69791"/>
                  </a:lnTo>
                  <a:lnTo>
                    <a:pt x="299897" y="65542"/>
                  </a:lnTo>
                  <a:lnTo>
                    <a:pt x="296617" y="61395"/>
                  </a:lnTo>
                  <a:lnTo>
                    <a:pt x="293207" y="57354"/>
                  </a:lnTo>
                  <a:lnTo>
                    <a:pt x="289671" y="53423"/>
                  </a:lnTo>
                  <a:lnTo>
                    <a:pt x="286012" y="49605"/>
                  </a:lnTo>
                  <a:lnTo>
                    <a:pt x="282234" y="45905"/>
                  </a:lnTo>
                  <a:lnTo>
                    <a:pt x="278341" y="42326"/>
                  </a:lnTo>
                  <a:lnTo>
                    <a:pt x="274337" y="38873"/>
                  </a:lnTo>
                  <a:lnTo>
                    <a:pt x="270226" y="35547"/>
                  </a:lnTo>
                  <a:lnTo>
                    <a:pt x="266012" y="32353"/>
                  </a:lnTo>
                  <a:lnTo>
                    <a:pt x="261698" y="29295"/>
                  </a:lnTo>
                  <a:lnTo>
                    <a:pt x="257290" y="26374"/>
                  </a:lnTo>
                  <a:lnTo>
                    <a:pt x="252792" y="23594"/>
                  </a:lnTo>
                  <a:lnTo>
                    <a:pt x="248209" y="20958"/>
                  </a:lnTo>
                  <a:lnTo>
                    <a:pt x="243544" y="18468"/>
                  </a:lnTo>
                  <a:lnTo>
                    <a:pt x="238803" y="16126"/>
                  </a:lnTo>
                  <a:lnTo>
                    <a:pt x="233990" y="13936"/>
                  </a:lnTo>
                  <a:lnTo>
                    <a:pt x="229110" y="11899"/>
                  </a:lnTo>
                  <a:lnTo>
                    <a:pt x="224168" y="10018"/>
                  </a:lnTo>
                  <a:lnTo>
                    <a:pt x="219169" y="8294"/>
                  </a:lnTo>
                  <a:lnTo>
                    <a:pt x="214119" y="6729"/>
                  </a:lnTo>
                  <a:lnTo>
                    <a:pt x="209021" y="5324"/>
                  </a:lnTo>
                  <a:lnTo>
                    <a:pt x="203881" y="4081"/>
                  </a:lnTo>
                  <a:lnTo>
                    <a:pt x="198705" y="3001"/>
                  </a:lnTo>
                  <a:lnTo>
                    <a:pt x="193497" y="2086"/>
                  </a:lnTo>
                  <a:lnTo>
                    <a:pt x="188262" y="1336"/>
                  </a:lnTo>
                  <a:lnTo>
                    <a:pt x="183007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60506" y="2126963"/>
              <a:ext cx="20781" cy="167167"/>
            </a:xfrm>
            <a:custGeom>
              <a:avLst/>
              <a:pathLst>
                <a:path w="20781" h="167167">
                  <a:moveTo>
                    <a:pt x="20781" y="0"/>
                  </a:moveTo>
                  <a:lnTo>
                    <a:pt x="10370" y="324"/>
                  </a:lnTo>
                  <a:lnTo>
                    <a:pt x="0" y="1296"/>
                  </a:lnTo>
                  <a:lnTo>
                    <a:pt x="2078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60506" y="2128260"/>
              <a:ext cx="20781" cy="165870"/>
            </a:xfrm>
            <a:custGeom>
              <a:avLst/>
              <a:pathLst>
                <a:path w="20781" h="165870">
                  <a:moveTo>
                    <a:pt x="0" y="0"/>
                  </a:moveTo>
                  <a:lnTo>
                    <a:pt x="20781" y="1658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14125" y="2128260"/>
              <a:ext cx="334327" cy="333020"/>
            </a:xfrm>
            <a:custGeom>
              <a:avLst/>
              <a:pathLst>
                <a:path w="334327" h="333020">
                  <a:moveTo>
                    <a:pt x="146381" y="0"/>
                  </a:moveTo>
                  <a:lnTo>
                    <a:pt x="141150" y="739"/>
                  </a:lnTo>
                  <a:lnTo>
                    <a:pt x="135945" y="1643"/>
                  </a:lnTo>
                  <a:lnTo>
                    <a:pt x="130772" y="2712"/>
                  </a:lnTo>
                  <a:lnTo>
                    <a:pt x="125634" y="3943"/>
                  </a:lnTo>
                  <a:lnTo>
                    <a:pt x="120538" y="5336"/>
                  </a:lnTo>
                  <a:lnTo>
                    <a:pt x="115489" y="6889"/>
                  </a:lnTo>
                  <a:lnTo>
                    <a:pt x="110492" y="8602"/>
                  </a:lnTo>
                  <a:lnTo>
                    <a:pt x="105551" y="10471"/>
                  </a:lnTo>
                  <a:lnTo>
                    <a:pt x="100671" y="12495"/>
                  </a:lnTo>
                  <a:lnTo>
                    <a:pt x="95858" y="14673"/>
                  </a:lnTo>
                  <a:lnTo>
                    <a:pt x="91116" y="17001"/>
                  </a:lnTo>
                  <a:lnTo>
                    <a:pt x="86450" y="19479"/>
                  </a:lnTo>
                  <a:lnTo>
                    <a:pt x="81865" y="22102"/>
                  </a:lnTo>
                  <a:lnTo>
                    <a:pt x="77365" y="24869"/>
                  </a:lnTo>
                  <a:lnTo>
                    <a:pt x="72954" y="27777"/>
                  </a:lnTo>
                  <a:lnTo>
                    <a:pt x="68638" y="30823"/>
                  </a:lnTo>
                  <a:lnTo>
                    <a:pt x="64420" y="34003"/>
                  </a:lnTo>
                  <a:lnTo>
                    <a:pt x="60304" y="37315"/>
                  </a:lnTo>
                  <a:lnTo>
                    <a:pt x="56296" y="40756"/>
                  </a:lnTo>
                  <a:lnTo>
                    <a:pt x="52398" y="44322"/>
                  </a:lnTo>
                  <a:lnTo>
                    <a:pt x="48614" y="48009"/>
                  </a:lnTo>
                  <a:lnTo>
                    <a:pt x="44949" y="51813"/>
                  </a:lnTo>
                  <a:lnTo>
                    <a:pt x="41406" y="55732"/>
                  </a:lnTo>
                  <a:lnTo>
                    <a:pt x="37989" y="59761"/>
                  </a:lnTo>
                  <a:lnTo>
                    <a:pt x="34701" y="63895"/>
                  </a:lnTo>
                  <a:lnTo>
                    <a:pt x="31545" y="68132"/>
                  </a:lnTo>
                  <a:lnTo>
                    <a:pt x="28524" y="72466"/>
                  </a:lnTo>
                  <a:lnTo>
                    <a:pt x="25642" y="76893"/>
                  </a:lnTo>
                  <a:lnTo>
                    <a:pt x="22901" y="81409"/>
                  </a:lnTo>
                  <a:lnTo>
                    <a:pt x="20304" y="86010"/>
                  </a:lnTo>
                  <a:lnTo>
                    <a:pt x="17854" y="90690"/>
                  </a:lnTo>
                  <a:lnTo>
                    <a:pt x="15553" y="95445"/>
                  </a:lnTo>
                  <a:lnTo>
                    <a:pt x="13404" y="100271"/>
                  </a:lnTo>
                  <a:lnTo>
                    <a:pt x="11408" y="105162"/>
                  </a:lnTo>
                  <a:lnTo>
                    <a:pt x="9567" y="110114"/>
                  </a:lnTo>
                  <a:lnTo>
                    <a:pt x="7884" y="115121"/>
                  </a:lnTo>
                  <a:lnTo>
                    <a:pt x="6360" y="120180"/>
                  </a:lnTo>
                  <a:lnTo>
                    <a:pt x="4997" y="125283"/>
                  </a:lnTo>
                  <a:lnTo>
                    <a:pt x="3795" y="130428"/>
                  </a:lnTo>
                  <a:lnTo>
                    <a:pt x="2757" y="135607"/>
                  </a:lnTo>
                  <a:lnTo>
                    <a:pt x="1883" y="140817"/>
                  </a:lnTo>
                  <a:lnTo>
                    <a:pt x="1174" y="146052"/>
                  </a:lnTo>
                  <a:lnTo>
                    <a:pt x="630" y="151307"/>
                  </a:lnTo>
                  <a:lnTo>
                    <a:pt x="253" y="156577"/>
                  </a:lnTo>
                  <a:lnTo>
                    <a:pt x="43" y="161855"/>
                  </a:lnTo>
                  <a:lnTo>
                    <a:pt x="0" y="167138"/>
                  </a:lnTo>
                  <a:lnTo>
                    <a:pt x="123" y="172419"/>
                  </a:lnTo>
                  <a:lnTo>
                    <a:pt x="413" y="177694"/>
                  </a:lnTo>
                  <a:lnTo>
                    <a:pt x="870" y="182957"/>
                  </a:lnTo>
                  <a:lnTo>
                    <a:pt x="1493" y="188203"/>
                  </a:lnTo>
                  <a:lnTo>
                    <a:pt x="2282" y="193426"/>
                  </a:lnTo>
                  <a:lnTo>
                    <a:pt x="3235" y="198623"/>
                  </a:lnTo>
                  <a:lnTo>
                    <a:pt x="4351" y="203786"/>
                  </a:lnTo>
                  <a:lnTo>
                    <a:pt x="5631" y="208911"/>
                  </a:lnTo>
                  <a:lnTo>
                    <a:pt x="7071" y="213994"/>
                  </a:lnTo>
                  <a:lnTo>
                    <a:pt x="8672" y="219028"/>
                  </a:lnTo>
                  <a:lnTo>
                    <a:pt x="10431" y="224010"/>
                  </a:lnTo>
                  <a:lnTo>
                    <a:pt x="12346" y="228933"/>
                  </a:lnTo>
                  <a:lnTo>
                    <a:pt x="14416" y="233794"/>
                  </a:lnTo>
                  <a:lnTo>
                    <a:pt x="16639" y="238586"/>
                  </a:lnTo>
                  <a:lnTo>
                    <a:pt x="19011" y="243306"/>
                  </a:lnTo>
                  <a:lnTo>
                    <a:pt x="21532" y="247949"/>
                  </a:lnTo>
                  <a:lnTo>
                    <a:pt x="24198" y="252509"/>
                  </a:lnTo>
                  <a:lnTo>
                    <a:pt x="27007" y="256983"/>
                  </a:lnTo>
                  <a:lnTo>
                    <a:pt x="29956" y="261366"/>
                  </a:lnTo>
                  <a:lnTo>
                    <a:pt x="33042" y="265654"/>
                  </a:lnTo>
                  <a:lnTo>
                    <a:pt x="36262" y="269842"/>
                  </a:lnTo>
                  <a:lnTo>
                    <a:pt x="39613" y="273926"/>
                  </a:lnTo>
                  <a:lnTo>
                    <a:pt x="43091" y="277903"/>
                  </a:lnTo>
                  <a:lnTo>
                    <a:pt x="46693" y="281767"/>
                  </a:lnTo>
                  <a:lnTo>
                    <a:pt x="50415" y="285516"/>
                  </a:lnTo>
                  <a:lnTo>
                    <a:pt x="54254" y="289145"/>
                  </a:lnTo>
                  <a:lnTo>
                    <a:pt x="58206" y="292651"/>
                  </a:lnTo>
                  <a:lnTo>
                    <a:pt x="62266" y="296031"/>
                  </a:lnTo>
                  <a:lnTo>
                    <a:pt x="66431" y="299280"/>
                  </a:lnTo>
                  <a:lnTo>
                    <a:pt x="70697" y="302396"/>
                  </a:lnTo>
                  <a:lnTo>
                    <a:pt x="75059" y="305376"/>
                  </a:lnTo>
                  <a:lnTo>
                    <a:pt x="79513" y="308217"/>
                  </a:lnTo>
                  <a:lnTo>
                    <a:pt x="84055" y="310915"/>
                  </a:lnTo>
                  <a:lnTo>
                    <a:pt x="88679" y="313469"/>
                  </a:lnTo>
                  <a:lnTo>
                    <a:pt x="93382" y="315875"/>
                  </a:lnTo>
                  <a:lnTo>
                    <a:pt x="98159" y="318132"/>
                  </a:lnTo>
                  <a:lnTo>
                    <a:pt x="103004" y="320236"/>
                  </a:lnTo>
                  <a:lnTo>
                    <a:pt x="107914" y="322186"/>
                  </a:lnTo>
                  <a:lnTo>
                    <a:pt x="112883" y="323980"/>
                  </a:lnTo>
                  <a:lnTo>
                    <a:pt x="117906" y="325616"/>
                  </a:lnTo>
                  <a:lnTo>
                    <a:pt x="122978" y="327093"/>
                  </a:lnTo>
                  <a:lnTo>
                    <a:pt x="128095" y="328408"/>
                  </a:lnTo>
                  <a:lnTo>
                    <a:pt x="133250" y="329562"/>
                  </a:lnTo>
                  <a:lnTo>
                    <a:pt x="138439" y="330552"/>
                  </a:lnTo>
                  <a:lnTo>
                    <a:pt x="143657" y="331377"/>
                  </a:lnTo>
                  <a:lnTo>
                    <a:pt x="148898" y="332037"/>
                  </a:lnTo>
                  <a:lnTo>
                    <a:pt x="154158" y="332531"/>
                  </a:lnTo>
                  <a:lnTo>
                    <a:pt x="159431" y="332859"/>
                  </a:lnTo>
                  <a:lnTo>
                    <a:pt x="164711" y="333020"/>
                  </a:lnTo>
                  <a:lnTo>
                    <a:pt x="169994" y="333014"/>
                  </a:lnTo>
                  <a:lnTo>
                    <a:pt x="175274" y="332841"/>
                  </a:lnTo>
                  <a:lnTo>
                    <a:pt x="180546" y="332501"/>
                  </a:lnTo>
                  <a:lnTo>
                    <a:pt x="185804" y="331995"/>
                  </a:lnTo>
                  <a:lnTo>
                    <a:pt x="191044" y="331323"/>
                  </a:lnTo>
                  <a:lnTo>
                    <a:pt x="196260" y="330486"/>
                  </a:lnTo>
                  <a:lnTo>
                    <a:pt x="201447" y="329484"/>
                  </a:lnTo>
                  <a:lnTo>
                    <a:pt x="206600" y="328319"/>
                  </a:lnTo>
                  <a:lnTo>
                    <a:pt x="211713" y="326992"/>
                  </a:lnTo>
                  <a:lnTo>
                    <a:pt x="216782" y="325504"/>
                  </a:lnTo>
                  <a:lnTo>
                    <a:pt x="221801" y="323856"/>
                  </a:lnTo>
                  <a:lnTo>
                    <a:pt x="226766" y="322051"/>
                  </a:lnTo>
                  <a:lnTo>
                    <a:pt x="231671" y="320089"/>
                  </a:lnTo>
                  <a:lnTo>
                    <a:pt x="236512" y="317974"/>
                  </a:lnTo>
                  <a:lnTo>
                    <a:pt x="241283" y="315707"/>
                  </a:lnTo>
                  <a:lnTo>
                    <a:pt x="245981" y="313290"/>
                  </a:lnTo>
                  <a:lnTo>
                    <a:pt x="250600" y="310726"/>
                  </a:lnTo>
                  <a:lnTo>
                    <a:pt x="255135" y="308017"/>
                  </a:lnTo>
                  <a:lnTo>
                    <a:pt x="259583" y="305166"/>
                  </a:lnTo>
                  <a:lnTo>
                    <a:pt x="263938" y="302176"/>
                  </a:lnTo>
                  <a:lnTo>
                    <a:pt x="268197" y="299050"/>
                  </a:lnTo>
                  <a:lnTo>
                    <a:pt x="272354" y="295791"/>
                  </a:lnTo>
                  <a:lnTo>
                    <a:pt x="276407" y="292403"/>
                  </a:lnTo>
                  <a:lnTo>
                    <a:pt x="280351" y="288888"/>
                  </a:lnTo>
                  <a:lnTo>
                    <a:pt x="284181" y="285250"/>
                  </a:lnTo>
                  <a:lnTo>
                    <a:pt x="287895" y="281493"/>
                  </a:lnTo>
                  <a:lnTo>
                    <a:pt x="291488" y="277620"/>
                  </a:lnTo>
                  <a:lnTo>
                    <a:pt x="294957" y="273636"/>
                  </a:lnTo>
                  <a:lnTo>
                    <a:pt x="298298" y="269544"/>
                  </a:lnTo>
                  <a:lnTo>
                    <a:pt x="301509" y="265348"/>
                  </a:lnTo>
                  <a:lnTo>
                    <a:pt x="304585" y="261054"/>
                  </a:lnTo>
                  <a:lnTo>
                    <a:pt x="307524" y="256664"/>
                  </a:lnTo>
                  <a:lnTo>
                    <a:pt x="310323" y="252183"/>
                  </a:lnTo>
                  <a:lnTo>
                    <a:pt x="312979" y="247617"/>
                  </a:lnTo>
                  <a:lnTo>
                    <a:pt x="315489" y="242969"/>
                  </a:lnTo>
                  <a:lnTo>
                    <a:pt x="317851" y="238243"/>
                  </a:lnTo>
                  <a:lnTo>
                    <a:pt x="320062" y="233446"/>
                  </a:lnTo>
                  <a:lnTo>
                    <a:pt x="322121" y="228581"/>
                  </a:lnTo>
                  <a:lnTo>
                    <a:pt x="324025" y="223653"/>
                  </a:lnTo>
                  <a:lnTo>
                    <a:pt x="325773" y="218668"/>
                  </a:lnTo>
                  <a:lnTo>
                    <a:pt x="327362" y="213629"/>
                  </a:lnTo>
                  <a:lnTo>
                    <a:pt x="328791" y="208544"/>
                  </a:lnTo>
                  <a:lnTo>
                    <a:pt x="330059" y="203415"/>
                  </a:lnTo>
                  <a:lnTo>
                    <a:pt x="331164" y="198249"/>
                  </a:lnTo>
                  <a:lnTo>
                    <a:pt x="332105" y="193051"/>
                  </a:lnTo>
                  <a:lnTo>
                    <a:pt x="332882" y="187826"/>
                  </a:lnTo>
                  <a:lnTo>
                    <a:pt x="333493" y="182578"/>
                  </a:lnTo>
                  <a:lnTo>
                    <a:pt x="333937" y="177314"/>
                  </a:lnTo>
                  <a:lnTo>
                    <a:pt x="334216" y="172039"/>
                  </a:lnTo>
                  <a:lnTo>
                    <a:pt x="334327" y="166757"/>
                  </a:lnTo>
                  <a:lnTo>
                    <a:pt x="334272" y="161475"/>
                  </a:lnTo>
                  <a:lnTo>
                    <a:pt x="334049" y="156197"/>
                  </a:lnTo>
                  <a:lnTo>
                    <a:pt x="333660" y="150928"/>
                  </a:lnTo>
                  <a:lnTo>
                    <a:pt x="333105" y="145675"/>
                  </a:lnTo>
                  <a:lnTo>
                    <a:pt x="332384" y="140441"/>
                  </a:lnTo>
                  <a:lnTo>
                    <a:pt x="331498" y="135233"/>
                  </a:lnTo>
                  <a:lnTo>
                    <a:pt x="330448" y="130056"/>
                  </a:lnTo>
                  <a:lnTo>
                    <a:pt x="329235" y="124914"/>
                  </a:lnTo>
                  <a:lnTo>
                    <a:pt x="327860" y="119814"/>
                  </a:lnTo>
                  <a:lnTo>
                    <a:pt x="326324" y="114759"/>
                  </a:lnTo>
                  <a:lnTo>
                    <a:pt x="324630" y="109755"/>
                  </a:lnTo>
                  <a:lnTo>
                    <a:pt x="322778" y="104808"/>
                  </a:lnTo>
                  <a:lnTo>
                    <a:pt x="320771" y="99921"/>
                  </a:lnTo>
                  <a:lnTo>
                    <a:pt x="318610" y="95100"/>
                  </a:lnTo>
                  <a:lnTo>
                    <a:pt x="316299" y="90350"/>
                  </a:lnTo>
                  <a:lnTo>
                    <a:pt x="313838" y="85675"/>
                  </a:lnTo>
                  <a:lnTo>
                    <a:pt x="311231" y="81081"/>
                  </a:lnTo>
                  <a:lnTo>
                    <a:pt x="308480" y="76571"/>
                  </a:lnTo>
                  <a:lnTo>
                    <a:pt x="305587" y="72150"/>
                  </a:lnTo>
                  <a:lnTo>
                    <a:pt x="302557" y="67823"/>
                  </a:lnTo>
                  <a:lnTo>
                    <a:pt x="299391" y="63594"/>
                  </a:lnTo>
                  <a:lnTo>
                    <a:pt x="296093" y="59467"/>
                  </a:lnTo>
                  <a:lnTo>
                    <a:pt x="292667" y="55446"/>
                  </a:lnTo>
                  <a:lnTo>
                    <a:pt x="289115" y="51535"/>
                  </a:lnTo>
                  <a:lnTo>
                    <a:pt x="285441" y="47739"/>
                  </a:lnTo>
                  <a:lnTo>
                    <a:pt x="281650" y="44061"/>
                  </a:lnTo>
                  <a:lnTo>
                    <a:pt x="277744" y="40504"/>
                  </a:lnTo>
                  <a:lnTo>
                    <a:pt x="273727" y="37072"/>
                  </a:lnTo>
                  <a:lnTo>
                    <a:pt x="269604" y="33770"/>
                  </a:lnTo>
                  <a:lnTo>
                    <a:pt x="265379" y="30599"/>
                  </a:lnTo>
                  <a:lnTo>
                    <a:pt x="261056" y="27563"/>
                  </a:lnTo>
                  <a:lnTo>
                    <a:pt x="256639" y="24665"/>
                  </a:lnTo>
                  <a:lnTo>
                    <a:pt x="252132" y="21908"/>
                  </a:lnTo>
                  <a:lnTo>
                    <a:pt x="247541" y="19295"/>
                  </a:lnTo>
                  <a:lnTo>
                    <a:pt x="242869" y="16829"/>
                  </a:lnTo>
                  <a:lnTo>
                    <a:pt x="238122" y="14511"/>
                  </a:lnTo>
                  <a:lnTo>
                    <a:pt x="233304" y="12344"/>
                  </a:lnTo>
                  <a:lnTo>
                    <a:pt x="228420" y="10331"/>
                  </a:lnTo>
                  <a:lnTo>
                    <a:pt x="223475" y="8473"/>
                  </a:lnTo>
                  <a:lnTo>
                    <a:pt x="218473" y="6772"/>
                  </a:lnTo>
                  <a:lnTo>
                    <a:pt x="213420" y="5230"/>
                  </a:lnTo>
                  <a:lnTo>
                    <a:pt x="208321" y="3849"/>
                  </a:lnTo>
                  <a:lnTo>
                    <a:pt x="203181" y="2629"/>
                  </a:lnTo>
                  <a:lnTo>
                    <a:pt x="198005" y="1573"/>
                  </a:lnTo>
                  <a:lnTo>
                    <a:pt x="192798" y="680"/>
                  </a:lnTo>
                  <a:lnTo>
                    <a:pt x="167162" y="1658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81287" y="2126963"/>
              <a:ext cx="25636" cy="167167"/>
            </a:xfrm>
            <a:custGeom>
              <a:avLst/>
              <a:pathLst>
                <a:path w="25636" h="167167">
                  <a:moveTo>
                    <a:pt x="25636" y="1977"/>
                  </a:moveTo>
                  <a:lnTo>
                    <a:pt x="17128" y="879"/>
                  </a:lnTo>
                  <a:lnTo>
                    <a:pt x="857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23591" y="2633064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8" y="83"/>
                  </a:lnTo>
                  <a:lnTo>
                    <a:pt x="156584" y="334"/>
                  </a:lnTo>
                  <a:lnTo>
                    <a:pt x="151312" y="752"/>
                  </a:lnTo>
                  <a:lnTo>
                    <a:pt x="146055" y="1337"/>
                  </a:lnTo>
                  <a:lnTo>
                    <a:pt x="140819" y="2087"/>
                  </a:lnTo>
                  <a:lnTo>
                    <a:pt x="135610" y="3003"/>
                  </a:lnTo>
                  <a:lnTo>
                    <a:pt x="130432" y="4083"/>
                  </a:lnTo>
                  <a:lnTo>
                    <a:pt x="125291" y="5327"/>
                  </a:lnTo>
                  <a:lnTo>
                    <a:pt x="120192" y="6732"/>
                  </a:lnTo>
                  <a:lnTo>
                    <a:pt x="115140" y="8298"/>
                  </a:lnTo>
                  <a:lnTo>
                    <a:pt x="110140" y="10023"/>
                  </a:lnTo>
                  <a:lnTo>
                    <a:pt x="105197" y="11906"/>
                  </a:lnTo>
                  <a:lnTo>
                    <a:pt x="100316" y="13944"/>
                  </a:lnTo>
                  <a:lnTo>
                    <a:pt x="95502" y="16135"/>
                  </a:lnTo>
                  <a:lnTo>
                    <a:pt x="90760" y="18477"/>
                  </a:lnTo>
                  <a:lnTo>
                    <a:pt x="86094" y="20969"/>
                  </a:lnTo>
                  <a:lnTo>
                    <a:pt x="81510" y="23607"/>
                  </a:lnTo>
                  <a:lnTo>
                    <a:pt x="77011" y="26388"/>
                  </a:lnTo>
                  <a:lnTo>
                    <a:pt x="72602" y="29310"/>
                  </a:lnTo>
                  <a:lnTo>
                    <a:pt x="68288" y="32371"/>
                  </a:lnTo>
                  <a:lnTo>
                    <a:pt x="64073" y="35566"/>
                  </a:lnTo>
                  <a:lnTo>
                    <a:pt x="59961" y="38893"/>
                  </a:lnTo>
                  <a:lnTo>
                    <a:pt x="55957" y="42348"/>
                  </a:lnTo>
                  <a:lnTo>
                    <a:pt x="52064" y="45929"/>
                  </a:lnTo>
                  <a:lnTo>
                    <a:pt x="48286" y="49631"/>
                  </a:lnTo>
                  <a:lnTo>
                    <a:pt x="44627" y="53450"/>
                  </a:lnTo>
                  <a:lnTo>
                    <a:pt x="41091" y="57383"/>
                  </a:lnTo>
                  <a:lnTo>
                    <a:pt x="37681" y="61427"/>
                  </a:lnTo>
                  <a:lnTo>
                    <a:pt x="34400" y="65576"/>
                  </a:lnTo>
                  <a:lnTo>
                    <a:pt x="31253" y="69826"/>
                  </a:lnTo>
                  <a:lnTo>
                    <a:pt x="28241" y="74175"/>
                  </a:lnTo>
                  <a:lnTo>
                    <a:pt x="25369" y="78616"/>
                  </a:lnTo>
                  <a:lnTo>
                    <a:pt x="22638" y="83146"/>
                  </a:lnTo>
                  <a:lnTo>
                    <a:pt x="20053" y="87760"/>
                  </a:lnTo>
                  <a:lnTo>
                    <a:pt x="17614" y="92454"/>
                  </a:lnTo>
                  <a:lnTo>
                    <a:pt x="15325" y="97222"/>
                  </a:lnTo>
                  <a:lnTo>
                    <a:pt x="13188" y="102060"/>
                  </a:lnTo>
                  <a:lnTo>
                    <a:pt x="11206" y="106964"/>
                  </a:lnTo>
                  <a:lnTo>
                    <a:pt x="9379" y="111928"/>
                  </a:lnTo>
                  <a:lnTo>
                    <a:pt x="7711" y="116947"/>
                  </a:lnTo>
                  <a:lnTo>
                    <a:pt x="6202" y="122016"/>
                  </a:lnTo>
                  <a:lnTo>
                    <a:pt x="4854" y="127131"/>
                  </a:lnTo>
                  <a:lnTo>
                    <a:pt x="3669" y="132286"/>
                  </a:lnTo>
                  <a:lnTo>
                    <a:pt x="2647" y="137475"/>
                  </a:lnTo>
                  <a:lnTo>
                    <a:pt x="1790" y="142695"/>
                  </a:lnTo>
                  <a:lnTo>
                    <a:pt x="1098" y="147939"/>
                  </a:lnTo>
                  <a:lnTo>
                    <a:pt x="573" y="153202"/>
                  </a:lnTo>
                  <a:lnTo>
                    <a:pt x="215" y="158479"/>
                  </a:lnTo>
                  <a:lnTo>
                    <a:pt x="23" y="163765"/>
                  </a:lnTo>
                  <a:lnTo>
                    <a:pt x="0" y="169054"/>
                  </a:lnTo>
                  <a:lnTo>
                    <a:pt x="143" y="174341"/>
                  </a:lnTo>
                  <a:lnTo>
                    <a:pt x="453" y="179621"/>
                  </a:lnTo>
                  <a:lnTo>
                    <a:pt x="931" y="184889"/>
                  </a:lnTo>
                  <a:lnTo>
                    <a:pt x="1575" y="190139"/>
                  </a:lnTo>
                  <a:lnTo>
                    <a:pt x="2384" y="195366"/>
                  </a:lnTo>
                  <a:lnTo>
                    <a:pt x="3359" y="200564"/>
                  </a:lnTo>
                  <a:lnTo>
                    <a:pt x="4497" y="205729"/>
                  </a:lnTo>
                  <a:lnTo>
                    <a:pt x="5799" y="210856"/>
                  </a:lnTo>
                  <a:lnTo>
                    <a:pt x="7262" y="215939"/>
                  </a:lnTo>
                  <a:lnTo>
                    <a:pt x="8885" y="220973"/>
                  </a:lnTo>
                  <a:lnTo>
                    <a:pt x="10666" y="225953"/>
                  </a:lnTo>
                  <a:lnTo>
                    <a:pt x="12604" y="230875"/>
                  </a:lnTo>
                  <a:lnTo>
                    <a:pt x="14697" y="235732"/>
                  </a:lnTo>
                  <a:lnTo>
                    <a:pt x="16943" y="240521"/>
                  </a:lnTo>
                  <a:lnTo>
                    <a:pt x="19339" y="245237"/>
                  </a:lnTo>
                  <a:lnTo>
                    <a:pt x="21882" y="249874"/>
                  </a:lnTo>
                  <a:lnTo>
                    <a:pt x="24572" y="254428"/>
                  </a:lnTo>
                  <a:lnTo>
                    <a:pt x="27404" y="258896"/>
                  </a:lnTo>
                  <a:lnTo>
                    <a:pt x="30376" y="263271"/>
                  </a:lnTo>
                  <a:lnTo>
                    <a:pt x="33484" y="267550"/>
                  </a:lnTo>
                  <a:lnTo>
                    <a:pt x="36727" y="271729"/>
                  </a:lnTo>
                  <a:lnTo>
                    <a:pt x="40100" y="275803"/>
                  </a:lnTo>
                  <a:lnTo>
                    <a:pt x="43601" y="279768"/>
                  </a:lnTo>
                  <a:lnTo>
                    <a:pt x="47225" y="283620"/>
                  </a:lnTo>
                  <a:lnTo>
                    <a:pt x="50969" y="287356"/>
                  </a:lnTo>
                  <a:lnTo>
                    <a:pt x="54830" y="290972"/>
                  </a:lnTo>
                  <a:lnTo>
                    <a:pt x="58803" y="294464"/>
                  </a:lnTo>
                  <a:lnTo>
                    <a:pt x="62884" y="297828"/>
                  </a:lnTo>
                  <a:lnTo>
                    <a:pt x="67070" y="301061"/>
                  </a:lnTo>
                  <a:lnTo>
                    <a:pt x="71356" y="304161"/>
                  </a:lnTo>
                  <a:lnTo>
                    <a:pt x="75738" y="307123"/>
                  </a:lnTo>
                  <a:lnTo>
                    <a:pt x="80211" y="309945"/>
                  </a:lnTo>
                  <a:lnTo>
                    <a:pt x="84772" y="312624"/>
                  </a:lnTo>
                  <a:lnTo>
                    <a:pt x="89415" y="315158"/>
                  </a:lnTo>
                  <a:lnTo>
                    <a:pt x="94136" y="317543"/>
                  </a:lnTo>
                  <a:lnTo>
                    <a:pt x="98929" y="319778"/>
                  </a:lnTo>
                  <a:lnTo>
                    <a:pt x="103792" y="321860"/>
                  </a:lnTo>
                  <a:lnTo>
                    <a:pt x="108717" y="323787"/>
                  </a:lnTo>
                  <a:lnTo>
                    <a:pt x="113701" y="325557"/>
                  </a:lnTo>
                  <a:lnTo>
                    <a:pt x="118739" y="327169"/>
                  </a:lnTo>
                  <a:lnTo>
                    <a:pt x="123825" y="328621"/>
                  </a:lnTo>
                  <a:lnTo>
                    <a:pt x="128955" y="329911"/>
                  </a:lnTo>
                  <a:lnTo>
                    <a:pt x="134123" y="331038"/>
                  </a:lnTo>
                  <a:lnTo>
                    <a:pt x="139323" y="332001"/>
                  </a:lnTo>
                  <a:lnTo>
                    <a:pt x="144552" y="332799"/>
                  </a:lnTo>
                  <a:lnTo>
                    <a:pt x="149803" y="333431"/>
                  </a:lnTo>
                  <a:lnTo>
                    <a:pt x="155072" y="333897"/>
                  </a:lnTo>
                  <a:lnTo>
                    <a:pt x="160353" y="334196"/>
                  </a:lnTo>
                  <a:lnTo>
                    <a:pt x="165640" y="334328"/>
                  </a:lnTo>
                  <a:lnTo>
                    <a:pt x="170930" y="334292"/>
                  </a:lnTo>
                  <a:lnTo>
                    <a:pt x="176215" y="334089"/>
                  </a:lnTo>
                  <a:lnTo>
                    <a:pt x="181491" y="333719"/>
                  </a:lnTo>
                  <a:lnTo>
                    <a:pt x="186753" y="333182"/>
                  </a:lnTo>
                  <a:lnTo>
                    <a:pt x="191995" y="332479"/>
                  </a:lnTo>
                  <a:lnTo>
                    <a:pt x="197213" y="331610"/>
                  </a:lnTo>
                  <a:lnTo>
                    <a:pt x="202400" y="330577"/>
                  </a:lnTo>
                  <a:lnTo>
                    <a:pt x="207552" y="329380"/>
                  </a:lnTo>
                  <a:lnTo>
                    <a:pt x="212664" y="328021"/>
                  </a:lnTo>
                  <a:lnTo>
                    <a:pt x="217730" y="326501"/>
                  </a:lnTo>
                  <a:lnTo>
                    <a:pt x="222745" y="324821"/>
                  </a:lnTo>
                  <a:lnTo>
                    <a:pt x="227705" y="322983"/>
                  </a:lnTo>
                  <a:lnTo>
                    <a:pt x="232604" y="320990"/>
                  </a:lnTo>
                  <a:lnTo>
                    <a:pt x="237438" y="318842"/>
                  </a:lnTo>
                  <a:lnTo>
                    <a:pt x="242201" y="316543"/>
                  </a:lnTo>
                  <a:lnTo>
                    <a:pt x="246889" y="314094"/>
                  </a:lnTo>
                  <a:lnTo>
                    <a:pt x="251498" y="311498"/>
                  </a:lnTo>
                  <a:lnTo>
                    <a:pt x="256022" y="308758"/>
                  </a:lnTo>
                  <a:lnTo>
                    <a:pt x="260457" y="305875"/>
                  </a:lnTo>
                  <a:lnTo>
                    <a:pt x="264798" y="302854"/>
                  </a:lnTo>
                  <a:lnTo>
                    <a:pt x="269042" y="299697"/>
                  </a:lnTo>
                  <a:lnTo>
                    <a:pt x="273184" y="296408"/>
                  </a:lnTo>
                  <a:lnTo>
                    <a:pt x="277219" y="292989"/>
                  </a:lnTo>
                  <a:lnTo>
                    <a:pt x="281145" y="289444"/>
                  </a:lnTo>
                  <a:lnTo>
                    <a:pt x="284956" y="285776"/>
                  </a:lnTo>
                  <a:lnTo>
                    <a:pt x="288649" y="281990"/>
                  </a:lnTo>
                  <a:lnTo>
                    <a:pt x="292221" y="278089"/>
                  </a:lnTo>
                  <a:lnTo>
                    <a:pt x="295668" y="274077"/>
                  </a:lnTo>
                  <a:lnTo>
                    <a:pt x="298986" y="269958"/>
                  </a:lnTo>
                  <a:lnTo>
                    <a:pt x="302172" y="265736"/>
                  </a:lnTo>
                  <a:lnTo>
                    <a:pt x="305222" y="261415"/>
                  </a:lnTo>
                  <a:lnTo>
                    <a:pt x="308135" y="257000"/>
                  </a:lnTo>
                  <a:lnTo>
                    <a:pt x="310906" y="252495"/>
                  </a:lnTo>
                  <a:lnTo>
                    <a:pt x="313534" y="247904"/>
                  </a:lnTo>
                  <a:lnTo>
                    <a:pt x="316015" y="243233"/>
                  </a:lnTo>
                  <a:lnTo>
                    <a:pt x="318347" y="238486"/>
                  </a:lnTo>
                  <a:lnTo>
                    <a:pt x="320527" y="233667"/>
                  </a:lnTo>
                  <a:lnTo>
                    <a:pt x="322554" y="228782"/>
                  </a:lnTo>
                  <a:lnTo>
                    <a:pt x="324426" y="223834"/>
                  </a:lnTo>
                  <a:lnTo>
                    <a:pt x="326140" y="218831"/>
                  </a:lnTo>
                  <a:lnTo>
                    <a:pt x="327695" y="213775"/>
                  </a:lnTo>
                  <a:lnTo>
                    <a:pt x="329089" y="208673"/>
                  </a:lnTo>
                  <a:lnTo>
                    <a:pt x="330321" y="203529"/>
                  </a:lnTo>
                  <a:lnTo>
                    <a:pt x="331390" y="198349"/>
                  </a:lnTo>
                  <a:lnTo>
                    <a:pt x="332294" y="193138"/>
                  </a:lnTo>
                  <a:lnTo>
                    <a:pt x="333033" y="187900"/>
                  </a:lnTo>
                  <a:lnTo>
                    <a:pt x="333606" y="182642"/>
                  </a:lnTo>
                  <a:lnTo>
                    <a:pt x="334012" y="177369"/>
                  </a:lnTo>
                  <a:lnTo>
                    <a:pt x="334251" y="172085"/>
                  </a:lnTo>
                  <a:lnTo>
                    <a:pt x="334323" y="166796"/>
                  </a:lnTo>
                  <a:lnTo>
                    <a:pt x="334228" y="161508"/>
                  </a:lnTo>
                  <a:lnTo>
                    <a:pt x="333965" y="156225"/>
                  </a:lnTo>
                  <a:lnTo>
                    <a:pt x="333536" y="150953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84018"/>
              <a:ext cx="166379" cy="16213"/>
            </a:xfrm>
            <a:custGeom>
              <a:avLst/>
              <a:pathLst>
                <a:path w="166379" h="16213">
                  <a:moveTo>
                    <a:pt x="166379" y="0"/>
                  </a:moveTo>
                  <a:lnTo>
                    <a:pt x="0" y="162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65206"/>
              <a:ext cx="166379" cy="135024"/>
            </a:xfrm>
            <a:custGeom>
              <a:avLst/>
              <a:pathLst>
                <a:path w="166379" h="135024">
                  <a:moveTo>
                    <a:pt x="166379" y="118811"/>
                  </a:moveTo>
                  <a:lnTo>
                    <a:pt x="165737" y="113210"/>
                  </a:lnTo>
                  <a:lnTo>
                    <a:pt x="164908" y="107634"/>
                  </a:lnTo>
                  <a:lnTo>
                    <a:pt x="163890" y="102089"/>
                  </a:lnTo>
                  <a:lnTo>
                    <a:pt x="162687" y="96581"/>
                  </a:lnTo>
                  <a:lnTo>
                    <a:pt x="161298" y="91117"/>
                  </a:lnTo>
                  <a:lnTo>
                    <a:pt x="159726" y="85703"/>
                  </a:lnTo>
                  <a:lnTo>
                    <a:pt x="157972" y="80346"/>
                  </a:lnTo>
                  <a:lnTo>
                    <a:pt x="156038" y="75050"/>
                  </a:lnTo>
                  <a:lnTo>
                    <a:pt x="153927" y="69823"/>
                  </a:lnTo>
                  <a:lnTo>
                    <a:pt x="151641" y="64670"/>
                  </a:lnTo>
                  <a:lnTo>
                    <a:pt x="149183" y="59596"/>
                  </a:lnTo>
                  <a:lnTo>
                    <a:pt x="146554" y="54609"/>
                  </a:lnTo>
                  <a:lnTo>
                    <a:pt x="143759" y="49713"/>
                  </a:lnTo>
                  <a:lnTo>
                    <a:pt x="140801" y="44914"/>
                  </a:lnTo>
                  <a:lnTo>
                    <a:pt x="137683" y="40218"/>
                  </a:lnTo>
                  <a:lnTo>
                    <a:pt x="134408" y="35629"/>
                  </a:lnTo>
                  <a:lnTo>
                    <a:pt x="130980" y="31153"/>
                  </a:lnTo>
                  <a:lnTo>
                    <a:pt x="127403" y="26796"/>
                  </a:lnTo>
                  <a:lnTo>
                    <a:pt x="123681" y="22562"/>
                  </a:lnTo>
                  <a:lnTo>
                    <a:pt x="119818" y="18455"/>
                  </a:lnTo>
                  <a:lnTo>
                    <a:pt x="115820" y="14481"/>
                  </a:lnTo>
                  <a:lnTo>
                    <a:pt x="111689" y="10644"/>
                  </a:lnTo>
                  <a:lnTo>
                    <a:pt x="107432" y="6949"/>
                  </a:lnTo>
                  <a:lnTo>
                    <a:pt x="103052" y="3399"/>
                  </a:lnTo>
                  <a:lnTo>
                    <a:pt x="98555" y="0"/>
                  </a:lnTo>
                  <a:lnTo>
                    <a:pt x="0" y="1350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33064"/>
              <a:ext cx="98555" cy="167167"/>
            </a:xfrm>
            <a:custGeom>
              <a:avLst/>
              <a:pathLst>
                <a:path w="98555" h="167167">
                  <a:moveTo>
                    <a:pt x="98555" y="32142"/>
                  </a:moveTo>
                  <a:lnTo>
                    <a:pt x="94021" y="28946"/>
                  </a:lnTo>
                  <a:lnTo>
                    <a:pt x="89383" y="25903"/>
                  </a:lnTo>
                  <a:lnTo>
                    <a:pt x="84647" y="23015"/>
                  </a:lnTo>
                  <a:lnTo>
                    <a:pt x="79818" y="20286"/>
                  </a:lnTo>
                  <a:lnTo>
                    <a:pt x="74900" y="17719"/>
                  </a:lnTo>
                  <a:lnTo>
                    <a:pt x="69900" y="15316"/>
                  </a:lnTo>
                  <a:lnTo>
                    <a:pt x="64824" y="13080"/>
                  </a:lnTo>
                  <a:lnTo>
                    <a:pt x="59676" y="11014"/>
                  </a:lnTo>
                  <a:lnTo>
                    <a:pt x="54462" y="9120"/>
                  </a:lnTo>
                  <a:lnTo>
                    <a:pt x="49188" y="7400"/>
                  </a:lnTo>
                  <a:lnTo>
                    <a:pt x="43860" y="5856"/>
                  </a:lnTo>
                  <a:lnTo>
                    <a:pt x="38484" y="4490"/>
                  </a:lnTo>
                  <a:lnTo>
                    <a:pt x="33065" y="3302"/>
                  </a:lnTo>
                  <a:lnTo>
                    <a:pt x="27610" y="2295"/>
                  </a:lnTo>
                  <a:lnTo>
                    <a:pt x="22124" y="1470"/>
                  </a:lnTo>
                  <a:lnTo>
                    <a:pt x="16614" y="827"/>
                  </a:lnTo>
                  <a:lnTo>
                    <a:pt x="11086" y="368"/>
                  </a:lnTo>
                  <a:lnTo>
                    <a:pt x="554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358822" y="3170392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1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3" y="1336"/>
                  </a:lnTo>
                  <a:lnTo>
                    <a:pt x="140829" y="2086"/>
                  </a:lnTo>
                  <a:lnTo>
                    <a:pt x="135622" y="3001"/>
                  </a:lnTo>
                  <a:lnTo>
                    <a:pt x="130446" y="4080"/>
                  </a:lnTo>
                  <a:lnTo>
                    <a:pt x="125306" y="5323"/>
                  </a:lnTo>
                  <a:lnTo>
                    <a:pt x="120209" y="6728"/>
                  </a:lnTo>
                  <a:lnTo>
                    <a:pt x="115158" y="8293"/>
                  </a:lnTo>
                  <a:lnTo>
                    <a:pt x="110160" y="10016"/>
                  </a:lnTo>
                  <a:lnTo>
                    <a:pt x="105219" y="11898"/>
                  </a:lnTo>
                  <a:lnTo>
                    <a:pt x="100339" y="13934"/>
                  </a:lnTo>
                  <a:lnTo>
                    <a:pt x="95527" y="16124"/>
                  </a:lnTo>
                  <a:lnTo>
                    <a:pt x="90786" y="18465"/>
                  </a:lnTo>
                  <a:lnTo>
                    <a:pt x="86121" y="20955"/>
                  </a:lnTo>
                  <a:lnTo>
                    <a:pt x="81538" y="23590"/>
                  </a:lnTo>
                  <a:lnTo>
                    <a:pt x="77040" y="26370"/>
                  </a:lnTo>
                  <a:lnTo>
                    <a:pt x="72632" y="29290"/>
                  </a:lnTo>
                  <a:lnTo>
                    <a:pt x="68319" y="32349"/>
                  </a:lnTo>
                  <a:lnTo>
                    <a:pt x="64105" y="35542"/>
                  </a:lnTo>
                  <a:lnTo>
                    <a:pt x="59994" y="38867"/>
                  </a:lnTo>
                  <a:lnTo>
                    <a:pt x="55990" y="42320"/>
                  </a:lnTo>
                  <a:lnTo>
                    <a:pt x="52097" y="45898"/>
                  </a:lnTo>
                  <a:lnTo>
                    <a:pt x="48319" y="49598"/>
                  </a:lnTo>
                  <a:lnTo>
                    <a:pt x="44661" y="53415"/>
                  </a:lnTo>
                  <a:lnTo>
                    <a:pt x="41124" y="57346"/>
                  </a:lnTo>
                  <a:lnTo>
                    <a:pt x="37714" y="61387"/>
                  </a:lnTo>
                  <a:lnTo>
                    <a:pt x="34434" y="65533"/>
                  </a:lnTo>
                  <a:lnTo>
                    <a:pt x="31286" y="69782"/>
                  </a:lnTo>
                  <a:lnTo>
                    <a:pt x="28274" y="74127"/>
                  </a:lnTo>
                  <a:lnTo>
                    <a:pt x="25401" y="78566"/>
                  </a:lnTo>
                  <a:lnTo>
                    <a:pt x="22670" y="83093"/>
                  </a:lnTo>
                  <a:lnTo>
                    <a:pt x="20083" y="87705"/>
                  </a:lnTo>
                  <a:lnTo>
                    <a:pt x="17644" y="92396"/>
                  </a:lnTo>
                  <a:lnTo>
                    <a:pt x="15354" y="97162"/>
                  </a:lnTo>
                  <a:lnTo>
                    <a:pt x="13216" y="101998"/>
                  </a:lnTo>
                  <a:lnTo>
                    <a:pt x="11232" y="106899"/>
                  </a:lnTo>
                  <a:lnTo>
                    <a:pt x="9404" y="111860"/>
                  </a:lnTo>
                  <a:lnTo>
                    <a:pt x="7734" y="116877"/>
                  </a:lnTo>
                  <a:lnTo>
                    <a:pt x="6223" y="121944"/>
                  </a:lnTo>
                  <a:lnTo>
                    <a:pt x="4873" y="127056"/>
                  </a:lnTo>
                  <a:lnTo>
                    <a:pt x="3686" y="132208"/>
                  </a:lnTo>
                  <a:lnTo>
                    <a:pt x="2662" y="137396"/>
                  </a:lnTo>
                  <a:lnTo>
                    <a:pt x="1803" y="142613"/>
                  </a:lnTo>
                  <a:lnTo>
                    <a:pt x="1109" y="147854"/>
                  </a:lnTo>
                  <a:lnTo>
                    <a:pt x="581" y="153115"/>
                  </a:lnTo>
                  <a:lnTo>
                    <a:pt x="220" y="158390"/>
                  </a:lnTo>
                  <a:lnTo>
                    <a:pt x="26" y="163674"/>
                  </a:lnTo>
                  <a:lnTo>
                    <a:pt x="0" y="168962"/>
                  </a:lnTo>
                  <a:lnTo>
                    <a:pt x="140" y="174247"/>
                  </a:lnTo>
                  <a:lnTo>
                    <a:pt x="447" y="179526"/>
                  </a:lnTo>
                  <a:lnTo>
                    <a:pt x="922" y="184792"/>
                  </a:lnTo>
                  <a:lnTo>
                    <a:pt x="1562" y="190040"/>
                  </a:lnTo>
                  <a:lnTo>
                    <a:pt x="2368" y="195266"/>
                  </a:lnTo>
                  <a:lnTo>
                    <a:pt x="3339" y="200463"/>
                  </a:lnTo>
                  <a:lnTo>
                    <a:pt x="4474" y="205627"/>
                  </a:lnTo>
                  <a:lnTo>
                    <a:pt x="5772" y="210753"/>
                  </a:lnTo>
                  <a:lnTo>
                    <a:pt x="7231" y="215835"/>
                  </a:lnTo>
                  <a:lnTo>
                    <a:pt x="8850" y="220868"/>
                  </a:lnTo>
                  <a:lnTo>
                    <a:pt x="10628" y="225848"/>
                  </a:lnTo>
                  <a:lnTo>
                    <a:pt x="12562" y="230769"/>
                  </a:lnTo>
                  <a:lnTo>
                    <a:pt x="14651" y="235626"/>
                  </a:lnTo>
                  <a:lnTo>
                    <a:pt x="16892" y="240415"/>
                  </a:lnTo>
                  <a:lnTo>
                    <a:pt x="19284" y="245131"/>
                  </a:lnTo>
                  <a:lnTo>
                    <a:pt x="21823" y="249768"/>
                  </a:lnTo>
                  <a:lnTo>
                    <a:pt x="24508" y="254323"/>
                  </a:lnTo>
                  <a:lnTo>
                    <a:pt x="27336" y="258791"/>
                  </a:lnTo>
                  <a:lnTo>
                    <a:pt x="30304" y="263167"/>
                  </a:lnTo>
                  <a:lnTo>
                    <a:pt x="33408" y="267447"/>
                  </a:lnTo>
                  <a:lnTo>
                    <a:pt x="36646" y="271627"/>
                  </a:lnTo>
                  <a:lnTo>
                    <a:pt x="40015" y="275702"/>
                  </a:lnTo>
                  <a:lnTo>
                    <a:pt x="43511" y="279669"/>
                  </a:lnTo>
                  <a:lnTo>
                    <a:pt x="47131" y="283523"/>
                  </a:lnTo>
                  <a:lnTo>
                    <a:pt x="50871" y="287260"/>
                  </a:lnTo>
                  <a:lnTo>
                    <a:pt x="54727" y="290878"/>
                  </a:lnTo>
                  <a:lnTo>
                    <a:pt x="58696" y="294372"/>
                  </a:lnTo>
                  <a:lnTo>
                    <a:pt x="62773" y="297738"/>
                  </a:lnTo>
                  <a:lnTo>
                    <a:pt x="66954" y="300974"/>
                  </a:lnTo>
                  <a:lnTo>
                    <a:pt x="71236" y="304076"/>
                  </a:lnTo>
                  <a:lnTo>
                    <a:pt x="75614" y="307041"/>
                  </a:lnTo>
                  <a:lnTo>
                    <a:pt x="80083" y="309866"/>
                  </a:lnTo>
                  <a:lnTo>
                    <a:pt x="84640" y="312549"/>
                  </a:lnTo>
                  <a:lnTo>
                    <a:pt x="89279" y="315085"/>
                  </a:lnTo>
                  <a:lnTo>
                    <a:pt x="93996" y="317474"/>
                  </a:lnTo>
                  <a:lnTo>
                    <a:pt x="98786" y="319713"/>
                  </a:lnTo>
                  <a:lnTo>
                    <a:pt x="103644" y="321799"/>
                  </a:lnTo>
                  <a:lnTo>
                    <a:pt x="108566" y="323730"/>
                  </a:lnTo>
                  <a:lnTo>
                    <a:pt x="113547" y="325505"/>
                  </a:lnTo>
                  <a:lnTo>
                    <a:pt x="118581" y="327121"/>
                  </a:lnTo>
                  <a:lnTo>
                    <a:pt x="123664" y="328577"/>
                  </a:lnTo>
                  <a:lnTo>
                    <a:pt x="128791" y="329872"/>
                  </a:lnTo>
                  <a:lnTo>
                    <a:pt x="133956" y="331004"/>
                  </a:lnTo>
                  <a:lnTo>
                    <a:pt x="139154" y="331972"/>
                  </a:lnTo>
                  <a:lnTo>
                    <a:pt x="144380" y="332775"/>
                  </a:lnTo>
                  <a:lnTo>
                    <a:pt x="149628" y="333413"/>
                  </a:lnTo>
                  <a:lnTo>
                    <a:pt x="154895" y="333884"/>
                  </a:lnTo>
                  <a:lnTo>
                    <a:pt x="160173" y="334188"/>
                  </a:lnTo>
                  <a:lnTo>
                    <a:pt x="165459" y="334326"/>
                  </a:lnTo>
                  <a:lnTo>
                    <a:pt x="170746" y="334296"/>
                  </a:lnTo>
                  <a:lnTo>
                    <a:pt x="176030" y="334099"/>
                  </a:lnTo>
                  <a:lnTo>
                    <a:pt x="181305" y="333735"/>
                  </a:lnTo>
                  <a:lnTo>
                    <a:pt x="186566" y="333204"/>
                  </a:lnTo>
                  <a:lnTo>
                    <a:pt x="191807" y="332507"/>
                  </a:lnTo>
                  <a:lnTo>
                    <a:pt x="197023" y="331645"/>
                  </a:lnTo>
                  <a:lnTo>
                    <a:pt x="202210" y="330618"/>
                  </a:lnTo>
                  <a:lnTo>
                    <a:pt x="207362" y="329428"/>
                  </a:lnTo>
                  <a:lnTo>
                    <a:pt x="212473" y="328075"/>
                  </a:lnTo>
                  <a:lnTo>
                    <a:pt x="217539" y="326561"/>
                  </a:lnTo>
                  <a:lnTo>
                    <a:pt x="222555" y="324888"/>
                  </a:lnTo>
                  <a:lnTo>
                    <a:pt x="227515" y="323057"/>
                  </a:lnTo>
                  <a:lnTo>
                    <a:pt x="232415" y="321071"/>
                  </a:lnTo>
                  <a:lnTo>
                    <a:pt x="237250" y="318930"/>
                  </a:lnTo>
                  <a:lnTo>
                    <a:pt x="242014" y="316637"/>
                  </a:lnTo>
                  <a:lnTo>
                    <a:pt x="246704" y="314195"/>
                  </a:lnTo>
                  <a:lnTo>
                    <a:pt x="251314" y="311606"/>
                  </a:lnTo>
                  <a:lnTo>
                    <a:pt x="255840" y="308872"/>
                  </a:lnTo>
                  <a:lnTo>
                    <a:pt x="260277" y="305997"/>
                  </a:lnTo>
                  <a:lnTo>
                    <a:pt x="264621" y="302982"/>
                  </a:lnTo>
                  <a:lnTo>
                    <a:pt x="268867" y="299832"/>
                  </a:lnTo>
                  <a:lnTo>
                    <a:pt x="273012" y="296549"/>
                  </a:lnTo>
                  <a:lnTo>
                    <a:pt x="277051" y="293137"/>
                  </a:lnTo>
                  <a:lnTo>
                    <a:pt x="280980" y="289598"/>
                  </a:lnTo>
                  <a:lnTo>
                    <a:pt x="284795" y="285937"/>
                  </a:lnTo>
                  <a:lnTo>
                    <a:pt x="288492" y="282157"/>
                  </a:lnTo>
                  <a:lnTo>
                    <a:pt x="292068" y="278263"/>
                  </a:lnTo>
                  <a:lnTo>
                    <a:pt x="295519" y="274257"/>
                  </a:lnTo>
                  <a:lnTo>
                    <a:pt x="298842" y="270144"/>
                  </a:lnTo>
                  <a:lnTo>
                    <a:pt x="302032" y="265928"/>
                  </a:lnTo>
                  <a:lnTo>
                    <a:pt x="305088" y="261613"/>
                  </a:lnTo>
                  <a:lnTo>
                    <a:pt x="308006" y="257203"/>
                  </a:lnTo>
                  <a:lnTo>
                    <a:pt x="310783" y="252704"/>
                  </a:lnTo>
                  <a:lnTo>
                    <a:pt x="313416" y="248119"/>
                  </a:lnTo>
                  <a:lnTo>
                    <a:pt x="315903" y="243453"/>
                  </a:lnTo>
                  <a:lnTo>
                    <a:pt x="318242" y="238711"/>
                  </a:lnTo>
                  <a:lnTo>
                    <a:pt x="320429" y="233897"/>
                  </a:lnTo>
                  <a:lnTo>
                    <a:pt x="322462" y="229016"/>
                  </a:lnTo>
                  <a:lnTo>
                    <a:pt x="324341" y="224074"/>
                  </a:lnTo>
                  <a:lnTo>
                    <a:pt x="326062" y="219074"/>
                  </a:lnTo>
                  <a:lnTo>
                    <a:pt x="327624" y="214023"/>
                  </a:lnTo>
                  <a:lnTo>
                    <a:pt x="329025" y="208925"/>
                  </a:lnTo>
                  <a:lnTo>
                    <a:pt x="330265" y="203785"/>
                  </a:lnTo>
                  <a:lnTo>
                    <a:pt x="331341" y="198608"/>
                  </a:lnTo>
                  <a:lnTo>
                    <a:pt x="332254" y="193400"/>
                  </a:lnTo>
                  <a:lnTo>
                    <a:pt x="333001" y="188165"/>
                  </a:lnTo>
                  <a:lnTo>
                    <a:pt x="333582" y="182910"/>
                  </a:lnTo>
                  <a:lnTo>
                    <a:pt x="333996" y="177639"/>
                  </a:lnTo>
                  <a:lnTo>
                    <a:pt x="334244" y="172357"/>
                  </a:lnTo>
                  <a:lnTo>
                    <a:pt x="334325" y="167071"/>
                  </a:lnTo>
                  <a:lnTo>
                    <a:pt x="334238" y="161784"/>
                  </a:lnTo>
                  <a:lnTo>
                    <a:pt x="333984" y="156503"/>
                  </a:lnTo>
                  <a:lnTo>
                    <a:pt x="333564" y="151232"/>
                  </a:lnTo>
                  <a:lnTo>
                    <a:pt x="332976" y="145977"/>
                  </a:lnTo>
                  <a:lnTo>
                    <a:pt x="332223" y="140744"/>
                  </a:lnTo>
                  <a:lnTo>
                    <a:pt x="331305" y="135537"/>
                  </a:lnTo>
                  <a:lnTo>
                    <a:pt x="330223" y="130361"/>
                  </a:lnTo>
                  <a:lnTo>
                    <a:pt x="328977" y="125223"/>
                  </a:lnTo>
                  <a:lnTo>
                    <a:pt x="327570" y="120126"/>
                  </a:lnTo>
                  <a:lnTo>
                    <a:pt x="326002" y="115077"/>
                  </a:lnTo>
                  <a:lnTo>
                    <a:pt x="324275" y="110079"/>
                  </a:lnTo>
                  <a:lnTo>
                    <a:pt x="322391" y="105139"/>
                  </a:lnTo>
                  <a:lnTo>
                    <a:pt x="320352" y="100261"/>
                  </a:lnTo>
                  <a:lnTo>
                    <a:pt x="318159" y="95449"/>
                  </a:lnTo>
                  <a:lnTo>
                    <a:pt x="315815" y="90710"/>
                  </a:lnTo>
                  <a:lnTo>
                    <a:pt x="313323" y="86046"/>
                  </a:lnTo>
                  <a:lnTo>
                    <a:pt x="310684" y="81464"/>
                  </a:lnTo>
                  <a:lnTo>
                    <a:pt x="307902" y="76968"/>
                  </a:lnTo>
                  <a:lnTo>
                    <a:pt x="304979" y="72562"/>
                  </a:lnTo>
                  <a:lnTo>
                    <a:pt x="301918" y="68251"/>
                  </a:lnTo>
                  <a:lnTo>
                    <a:pt x="298723" y="64038"/>
                  </a:lnTo>
                  <a:lnTo>
                    <a:pt x="295396" y="59929"/>
                  </a:lnTo>
                  <a:lnTo>
                    <a:pt x="291940" y="55927"/>
                  </a:lnTo>
                  <a:lnTo>
                    <a:pt x="288360" y="52037"/>
                  </a:lnTo>
                  <a:lnTo>
                    <a:pt x="284658" y="48261"/>
                  </a:lnTo>
                  <a:lnTo>
                    <a:pt x="280839" y="4460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0913"/>
              <a:ext cx="113681" cy="126646"/>
            </a:xfrm>
            <a:custGeom>
              <a:avLst/>
              <a:pathLst>
                <a:path w="113681" h="126646">
                  <a:moveTo>
                    <a:pt x="113681" y="4084"/>
                  </a:moveTo>
                  <a:lnTo>
                    <a:pt x="109113" y="0"/>
                  </a:lnTo>
                  <a:lnTo>
                    <a:pt x="0" y="1266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70392"/>
              <a:ext cx="109113" cy="167167"/>
            </a:xfrm>
            <a:custGeom>
              <a:avLst/>
              <a:pathLst>
                <a:path w="109113" h="167167">
                  <a:moveTo>
                    <a:pt x="109113" y="40521"/>
                  </a:moveTo>
                  <a:lnTo>
                    <a:pt x="104762" y="36899"/>
                  </a:lnTo>
                  <a:lnTo>
                    <a:pt x="100291" y="33426"/>
                  </a:lnTo>
                  <a:lnTo>
                    <a:pt x="95705" y="30107"/>
                  </a:lnTo>
                  <a:lnTo>
                    <a:pt x="91010" y="26945"/>
                  </a:lnTo>
                  <a:lnTo>
                    <a:pt x="86210" y="23944"/>
                  </a:lnTo>
                  <a:lnTo>
                    <a:pt x="81311" y="21108"/>
                  </a:lnTo>
                  <a:lnTo>
                    <a:pt x="76319" y="18438"/>
                  </a:lnTo>
                  <a:lnTo>
                    <a:pt x="71240" y="15939"/>
                  </a:lnTo>
                  <a:lnTo>
                    <a:pt x="66079" y="13614"/>
                  </a:lnTo>
                  <a:lnTo>
                    <a:pt x="60842" y="11465"/>
                  </a:lnTo>
                  <a:lnTo>
                    <a:pt x="55535" y="9494"/>
                  </a:lnTo>
                  <a:lnTo>
                    <a:pt x="50165" y="7704"/>
                  </a:lnTo>
                  <a:lnTo>
                    <a:pt x="44737" y="6097"/>
                  </a:lnTo>
                  <a:lnTo>
                    <a:pt x="39257" y="4675"/>
                  </a:lnTo>
                  <a:lnTo>
                    <a:pt x="33733" y="3439"/>
                  </a:lnTo>
                  <a:lnTo>
                    <a:pt x="28170" y="2390"/>
                  </a:lnTo>
                  <a:lnTo>
                    <a:pt x="22575" y="1531"/>
                  </a:lnTo>
                  <a:lnTo>
                    <a:pt x="16954" y="861"/>
                  </a:lnTo>
                  <a:lnTo>
                    <a:pt x="11313" y="383"/>
                  </a:lnTo>
                  <a:lnTo>
                    <a:pt x="5660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423589" y="3707720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4"/>
                  </a:lnTo>
                  <a:lnTo>
                    <a:pt x="151329" y="751"/>
                  </a:lnTo>
                  <a:lnTo>
                    <a:pt x="146077" y="1334"/>
                  </a:lnTo>
                  <a:lnTo>
                    <a:pt x="140846" y="2083"/>
                  </a:lnTo>
                  <a:lnTo>
                    <a:pt x="135641" y="2998"/>
                  </a:lnTo>
                  <a:lnTo>
                    <a:pt x="130468" y="4076"/>
                  </a:lnTo>
                  <a:lnTo>
                    <a:pt x="125331" y="5317"/>
                  </a:lnTo>
                  <a:lnTo>
                    <a:pt x="120237" y="6720"/>
                  </a:lnTo>
                  <a:lnTo>
                    <a:pt x="115189" y="8283"/>
                  </a:lnTo>
                  <a:lnTo>
                    <a:pt x="110193" y="10005"/>
                  </a:lnTo>
                  <a:lnTo>
                    <a:pt x="105254" y="11884"/>
                  </a:lnTo>
                  <a:lnTo>
                    <a:pt x="100377" y="13919"/>
                  </a:lnTo>
                  <a:lnTo>
                    <a:pt x="95566" y="16106"/>
                  </a:lnTo>
                  <a:lnTo>
                    <a:pt x="90827" y="18444"/>
                  </a:lnTo>
                  <a:lnTo>
                    <a:pt x="86165" y="20931"/>
                  </a:lnTo>
                  <a:lnTo>
                    <a:pt x="81583" y="23564"/>
                  </a:lnTo>
                  <a:lnTo>
                    <a:pt x="77087" y="26341"/>
                  </a:lnTo>
                  <a:lnTo>
                    <a:pt x="72681" y="29258"/>
                  </a:lnTo>
                  <a:lnTo>
                    <a:pt x="68369" y="32313"/>
                  </a:lnTo>
                  <a:lnTo>
                    <a:pt x="64156" y="35503"/>
                  </a:lnTo>
                  <a:lnTo>
                    <a:pt x="60046" y="38825"/>
                  </a:lnTo>
                  <a:lnTo>
                    <a:pt x="56043" y="42274"/>
                  </a:lnTo>
                  <a:lnTo>
                    <a:pt x="52151" y="45849"/>
                  </a:lnTo>
                  <a:lnTo>
                    <a:pt x="48374" y="49544"/>
                  </a:lnTo>
                  <a:lnTo>
                    <a:pt x="44715" y="53358"/>
                  </a:lnTo>
                  <a:lnTo>
                    <a:pt x="41179" y="57285"/>
                  </a:lnTo>
                  <a:lnTo>
                    <a:pt x="37769" y="61321"/>
                  </a:lnTo>
                  <a:lnTo>
                    <a:pt x="34488" y="65464"/>
                  </a:lnTo>
                  <a:lnTo>
                    <a:pt x="31340" y="69708"/>
                  </a:lnTo>
                  <a:lnTo>
                    <a:pt x="28328" y="74050"/>
                  </a:lnTo>
                  <a:lnTo>
                    <a:pt x="25454" y="78484"/>
                  </a:lnTo>
                  <a:lnTo>
                    <a:pt x="22722" y="83008"/>
                  </a:lnTo>
                  <a:lnTo>
                    <a:pt x="20134" y="87615"/>
                  </a:lnTo>
                  <a:lnTo>
                    <a:pt x="17693" y="92302"/>
                  </a:lnTo>
                  <a:lnTo>
                    <a:pt x="15401" y="97063"/>
                  </a:lnTo>
                  <a:lnTo>
                    <a:pt x="13261" y="101895"/>
                  </a:lnTo>
                  <a:lnTo>
                    <a:pt x="11275" y="106792"/>
                  </a:lnTo>
                  <a:lnTo>
                    <a:pt x="9444" y="111749"/>
                  </a:lnTo>
                  <a:lnTo>
                    <a:pt x="7772" y="116762"/>
                  </a:lnTo>
                  <a:lnTo>
                    <a:pt x="6258" y="121825"/>
                  </a:lnTo>
                  <a:lnTo>
                    <a:pt x="4905" y="126933"/>
                  </a:lnTo>
                  <a:lnTo>
                    <a:pt x="3715" y="132082"/>
                  </a:lnTo>
                  <a:lnTo>
                    <a:pt x="2687" y="137265"/>
                  </a:lnTo>
                  <a:lnTo>
                    <a:pt x="1825" y="142479"/>
                  </a:lnTo>
                  <a:lnTo>
                    <a:pt x="1127" y="147717"/>
                  </a:lnTo>
                  <a:lnTo>
                    <a:pt x="595" y="152974"/>
                  </a:lnTo>
                  <a:lnTo>
                    <a:pt x="230" y="158246"/>
                  </a:lnTo>
                  <a:lnTo>
                    <a:pt x="31" y="163527"/>
                  </a:lnTo>
                  <a:lnTo>
                    <a:pt x="0" y="168811"/>
                  </a:lnTo>
                  <a:lnTo>
                    <a:pt x="135" y="174094"/>
                  </a:lnTo>
                  <a:lnTo>
                    <a:pt x="437" y="179369"/>
                  </a:lnTo>
                  <a:lnTo>
                    <a:pt x="906" y="184633"/>
                  </a:lnTo>
                  <a:lnTo>
                    <a:pt x="1541" y="189879"/>
                  </a:lnTo>
                  <a:lnTo>
                    <a:pt x="2342" y="195102"/>
                  </a:lnTo>
                  <a:lnTo>
                    <a:pt x="3307" y="200298"/>
                  </a:lnTo>
                  <a:lnTo>
                    <a:pt x="4436" y="205460"/>
                  </a:lnTo>
                  <a:lnTo>
                    <a:pt x="5728" y="210584"/>
                  </a:lnTo>
                  <a:lnTo>
                    <a:pt x="7181" y="215665"/>
                  </a:lnTo>
                  <a:lnTo>
                    <a:pt x="8794" y="220697"/>
                  </a:lnTo>
                  <a:lnTo>
                    <a:pt x="10565" y="225676"/>
                  </a:lnTo>
                  <a:lnTo>
                    <a:pt x="12492" y="230596"/>
                  </a:lnTo>
                  <a:lnTo>
                    <a:pt x="14575" y="235453"/>
                  </a:lnTo>
                  <a:lnTo>
                    <a:pt x="16809" y="240242"/>
                  </a:lnTo>
                  <a:lnTo>
                    <a:pt x="19194" y="244957"/>
                  </a:lnTo>
                  <a:lnTo>
                    <a:pt x="21727" y="249595"/>
                  </a:lnTo>
                  <a:lnTo>
                    <a:pt x="24405" y="254151"/>
                  </a:lnTo>
                  <a:lnTo>
                    <a:pt x="27225" y="258619"/>
                  </a:lnTo>
                  <a:lnTo>
                    <a:pt x="30186" y="262997"/>
                  </a:lnTo>
                  <a:lnTo>
                    <a:pt x="33283" y="267278"/>
                  </a:lnTo>
                  <a:lnTo>
                    <a:pt x="36514" y="271460"/>
                  </a:lnTo>
                  <a:lnTo>
                    <a:pt x="39876" y="275537"/>
                  </a:lnTo>
                  <a:lnTo>
                    <a:pt x="43365" y="279506"/>
                  </a:lnTo>
                  <a:lnTo>
                    <a:pt x="46977" y="283362"/>
                  </a:lnTo>
                  <a:lnTo>
                    <a:pt x="50710" y="287103"/>
                  </a:lnTo>
                  <a:lnTo>
                    <a:pt x="54559" y="290724"/>
                  </a:lnTo>
                  <a:lnTo>
                    <a:pt x="58521" y="294221"/>
                  </a:lnTo>
                  <a:lnTo>
                    <a:pt x="62591" y="297591"/>
                  </a:lnTo>
                  <a:lnTo>
                    <a:pt x="66766" y="300831"/>
                  </a:lnTo>
                  <a:lnTo>
                    <a:pt x="71040" y="303938"/>
                  </a:lnTo>
                  <a:lnTo>
                    <a:pt x="75411" y="306907"/>
                  </a:lnTo>
                  <a:lnTo>
                    <a:pt x="79874" y="309737"/>
                  </a:lnTo>
                  <a:lnTo>
                    <a:pt x="84424" y="312425"/>
                  </a:lnTo>
                  <a:lnTo>
                    <a:pt x="89057" y="314967"/>
                  </a:lnTo>
                  <a:lnTo>
                    <a:pt x="93767" y="317362"/>
                  </a:lnTo>
                  <a:lnTo>
                    <a:pt x="98551" y="319607"/>
                  </a:lnTo>
                  <a:lnTo>
                    <a:pt x="103404" y="321699"/>
                  </a:lnTo>
                  <a:lnTo>
                    <a:pt x="108320" y="323637"/>
                  </a:lnTo>
                  <a:lnTo>
                    <a:pt x="113295" y="325419"/>
                  </a:lnTo>
                  <a:lnTo>
                    <a:pt x="118324" y="327042"/>
                  </a:lnTo>
                  <a:lnTo>
                    <a:pt x="123401" y="328506"/>
                  </a:lnTo>
                  <a:lnTo>
                    <a:pt x="128523" y="329808"/>
                  </a:lnTo>
                  <a:lnTo>
                    <a:pt x="133683" y="330948"/>
                  </a:lnTo>
                  <a:lnTo>
                    <a:pt x="138876" y="331924"/>
                  </a:lnTo>
                  <a:lnTo>
                    <a:pt x="144098" y="332736"/>
                  </a:lnTo>
                  <a:lnTo>
                    <a:pt x="149342" y="333382"/>
                  </a:lnTo>
                  <a:lnTo>
                    <a:pt x="154605" y="333862"/>
                  </a:lnTo>
                  <a:lnTo>
                    <a:pt x="159880" y="334176"/>
                  </a:lnTo>
                  <a:lnTo>
                    <a:pt x="165162" y="334322"/>
                  </a:lnTo>
                  <a:lnTo>
                    <a:pt x="170447" y="334302"/>
                  </a:lnTo>
                  <a:lnTo>
                    <a:pt x="175728" y="334115"/>
                  </a:lnTo>
                  <a:lnTo>
                    <a:pt x="181000" y="333760"/>
                  </a:lnTo>
                  <a:lnTo>
                    <a:pt x="186259" y="333240"/>
                  </a:lnTo>
                  <a:lnTo>
                    <a:pt x="191498" y="332553"/>
                  </a:lnTo>
                  <a:lnTo>
                    <a:pt x="196714" y="331701"/>
                  </a:lnTo>
                  <a:lnTo>
                    <a:pt x="201899" y="330685"/>
                  </a:lnTo>
                  <a:lnTo>
                    <a:pt x="207050" y="329505"/>
                  </a:lnTo>
                  <a:lnTo>
                    <a:pt x="212162" y="328163"/>
                  </a:lnTo>
                  <a:lnTo>
                    <a:pt x="217228" y="326660"/>
                  </a:lnTo>
                  <a:lnTo>
                    <a:pt x="222244" y="324998"/>
                  </a:lnTo>
                  <a:lnTo>
                    <a:pt x="227205" y="323178"/>
                  </a:lnTo>
                  <a:lnTo>
                    <a:pt x="232106" y="321202"/>
                  </a:lnTo>
                  <a:lnTo>
                    <a:pt x="236942" y="319072"/>
                  </a:lnTo>
                  <a:lnTo>
                    <a:pt x="241709" y="316791"/>
                  </a:lnTo>
                  <a:lnTo>
                    <a:pt x="246401" y="314360"/>
                  </a:lnTo>
                  <a:lnTo>
                    <a:pt x="251013" y="311781"/>
                  </a:lnTo>
                  <a:lnTo>
                    <a:pt x="255542" y="309059"/>
                  </a:lnTo>
                  <a:lnTo>
                    <a:pt x="259983" y="306194"/>
                  </a:lnTo>
                  <a:lnTo>
                    <a:pt x="264331" y="303191"/>
                  </a:lnTo>
                  <a:lnTo>
                    <a:pt x="268582" y="300052"/>
                  </a:lnTo>
                  <a:lnTo>
                    <a:pt x="272731" y="296779"/>
                  </a:lnTo>
                  <a:lnTo>
                    <a:pt x="276775" y="293378"/>
                  </a:lnTo>
                  <a:lnTo>
                    <a:pt x="280710" y="289850"/>
                  </a:lnTo>
                  <a:lnTo>
                    <a:pt x="284531" y="286200"/>
                  </a:lnTo>
                  <a:lnTo>
                    <a:pt x="288234" y="282430"/>
                  </a:lnTo>
                  <a:lnTo>
                    <a:pt x="291817" y="278546"/>
                  </a:lnTo>
                  <a:lnTo>
                    <a:pt x="295275" y="274550"/>
                  </a:lnTo>
                  <a:lnTo>
                    <a:pt x="298605" y="270447"/>
                  </a:lnTo>
                  <a:lnTo>
                    <a:pt x="301804" y="266241"/>
                  </a:lnTo>
                  <a:lnTo>
                    <a:pt x="304868" y="261936"/>
                  </a:lnTo>
                  <a:lnTo>
                    <a:pt x="307795" y="257536"/>
                  </a:lnTo>
                  <a:lnTo>
                    <a:pt x="310581" y="253045"/>
                  </a:lnTo>
                  <a:lnTo>
                    <a:pt x="313224" y="248469"/>
                  </a:lnTo>
                  <a:lnTo>
                    <a:pt x="315720" y="243812"/>
                  </a:lnTo>
                  <a:lnTo>
                    <a:pt x="318069" y="239078"/>
                  </a:lnTo>
                  <a:lnTo>
                    <a:pt x="320266" y="234272"/>
                  </a:lnTo>
                  <a:lnTo>
                    <a:pt x="322311" y="229399"/>
                  </a:lnTo>
                  <a:lnTo>
                    <a:pt x="324200" y="224464"/>
                  </a:lnTo>
                  <a:lnTo>
                    <a:pt x="325933" y="219472"/>
                  </a:lnTo>
                  <a:lnTo>
                    <a:pt x="327507" y="214428"/>
                  </a:lnTo>
                  <a:lnTo>
                    <a:pt x="328920" y="209336"/>
                  </a:lnTo>
                  <a:lnTo>
                    <a:pt x="330172" y="204202"/>
                  </a:lnTo>
                  <a:lnTo>
                    <a:pt x="331261" y="199031"/>
                  </a:lnTo>
                  <a:lnTo>
                    <a:pt x="332187" y="193828"/>
                  </a:lnTo>
                  <a:lnTo>
                    <a:pt x="332947" y="188599"/>
                  </a:lnTo>
                  <a:lnTo>
                    <a:pt x="333541" y="183348"/>
                  </a:lnTo>
                  <a:lnTo>
                    <a:pt x="333970" y="178081"/>
                  </a:lnTo>
                  <a:lnTo>
                    <a:pt x="334231" y="172803"/>
                  </a:lnTo>
                  <a:lnTo>
                    <a:pt x="334326" y="167519"/>
                  </a:lnTo>
                  <a:lnTo>
                    <a:pt x="334254" y="162236"/>
                  </a:lnTo>
                  <a:lnTo>
                    <a:pt x="334014" y="156957"/>
                  </a:lnTo>
                  <a:lnTo>
                    <a:pt x="333608" y="151688"/>
                  </a:lnTo>
                  <a:lnTo>
                    <a:pt x="333036" y="146435"/>
                  </a:lnTo>
                  <a:lnTo>
                    <a:pt x="332298" y="141202"/>
                  </a:lnTo>
                  <a:lnTo>
                    <a:pt x="331394" y="135995"/>
                  </a:lnTo>
                  <a:lnTo>
                    <a:pt x="330327" y="130820"/>
                  </a:lnTo>
                  <a:lnTo>
                    <a:pt x="329097" y="125681"/>
                  </a:lnTo>
                  <a:lnTo>
                    <a:pt x="327704" y="120583"/>
                  </a:lnTo>
                  <a:lnTo>
                    <a:pt x="326152" y="115532"/>
                  </a:lnTo>
                  <a:lnTo>
                    <a:pt x="324440" y="110532"/>
                  </a:lnTo>
                  <a:lnTo>
                    <a:pt x="322572" y="105589"/>
                  </a:lnTo>
                  <a:lnTo>
                    <a:pt x="320548" y="100708"/>
                  </a:lnTo>
                  <a:lnTo>
                    <a:pt x="318371" y="95893"/>
                  </a:lnTo>
                  <a:lnTo>
                    <a:pt x="316042" y="91149"/>
                  </a:lnTo>
                  <a:lnTo>
                    <a:pt x="313565" y="86481"/>
                  </a:lnTo>
                  <a:lnTo>
                    <a:pt x="310942" y="81894"/>
                  </a:lnTo>
                  <a:lnTo>
                    <a:pt x="308175" y="77392"/>
                  </a:lnTo>
                  <a:lnTo>
                    <a:pt x="305267" y="72980"/>
                  </a:lnTo>
                  <a:lnTo>
                    <a:pt x="302221" y="68662"/>
                  </a:lnTo>
                  <a:lnTo>
                    <a:pt x="299040" y="64442"/>
                  </a:lnTo>
                  <a:lnTo>
                    <a:pt x="295727" y="60325"/>
                  </a:lnTo>
                  <a:lnTo>
                    <a:pt x="292286" y="56315"/>
                  </a:lnTo>
                  <a:lnTo>
                    <a:pt x="288719" y="52415"/>
                  </a:lnTo>
                  <a:lnTo>
                    <a:pt x="285032" y="48630"/>
                  </a:lnTo>
                  <a:lnTo>
                    <a:pt x="281226" y="44964"/>
                  </a:lnTo>
                  <a:lnTo>
                    <a:pt x="277307" y="41419"/>
                  </a:lnTo>
                  <a:lnTo>
                    <a:pt x="273277" y="38001"/>
                  </a:lnTo>
                  <a:lnTo>
                    <a:pt x="269141" y="34711"/>
                  </a:lnTo>
                  <a:lnTo>
                    <a:pt x="264904" y="31554"/>
                  </a:lnTo>
                  <a:lnTo>
                    <a:pt x="260569" y="28532"/>
                  </a:lnTo>
                  <a:lnTo>
                    <a:pt x="256140" y="25649"/>
                  </a:lnTo>
                  <a:lnTo>
                    <a:pt x="251623" y="22907"/>
                  </a:lnTo>
                  <a:lnTo>
                    <a:pt x="247021" y="20310"/>
                  </a:lnTo>
                  <a:lnTo>
                    <a:pt x="242339" y="17859"/>
                  </a:lnTo>
                  <a:lnTo>
                    <a:pt x="237582" y="15557"/>
                  </a:lnTo>
                  <a:lnTo>
                    <a:pt x="232755" y="13407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1128"/>
              <a:ext cx="65596" cy="153759"/>
            </a:xfrm>
            <a:custGeom>
              <a:avLst/>
              <a:pathLst>
                <a:path w="65596" h="153759">
                  <a:moveTo>
                    <a:pt x="65596" y="0"/>
                  </a:moveTo>
                  <a:lnTo>
                    <a:pt x="0" y="153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65596" cy="167167"/>
            </a:xfrm>
            <a:custGeom>
              <a:avLst/>
              <a:pathLst>
                <a:path w="65596" h="167167">
                  <a:moveTo>
                    <a:pt x="65596" y="13407"/>
                  </a:moveTo>
                  <a:lnTo>
                    <a:pt x="59916" y="11106"/>
                  </a:lnTo>
                  <a:lnTo>
                    <a:pt x="54157" y="9015"/>
                  </a:ln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614137" y="4213821"/>
              <a:ext cx="228779" cy="334334"/>
            </a:xfrm>
            <a:custGeom>
              <a:avLst/>
              <a:pathLst>
                <a:path w="228779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1" y="2095"/>
                  </a:lnTo>
                  <a:lnTo>
                    <a:pt x="135542" y="3015"/>
                  </a:lnTo>
                  <a:lnTo>
                    <a:pt x="130354" y="4099"/>
                  </a:lnTo>
                  <a:lnTo>
                    <a:pt x="125203" y="5348"/>
                  </a:lnTo>
                  <a:lnTo>
                    <a:pt x="120095" y="6759"/>
                  </a:lnTo>
                  <a:lnTo>
                    <a:pt x="115034" y="8331"/>
                  </a:lnTo>
                  <a:lnTo>
                    <a:pt x="110025" y="10063"/>
                  </a:lnTo>
                  <a:lnTo>
                    <a:pt x="105074" y="11952"/>
                  </a:lnTo>
                  <a:lnTo>
                    <a:pt x="100185" y="13998"/>
                  </a:lnTo>
                  <a:lnTo>
                    <a:pt x="95363" y="16198"/>
                  </a:lnTo>
                  <a:lnTo>
                    <a:pt x="90614" y="18549"/>
                  </a:lnTo>
                  <a:lnTo>
                    <a:pt x="85941" y="21050"/>
                  </a:lnTo>
                  <a:lnTo>
                    <a:pt x="81350" y="23698"/>
                  </a:lnTo>
                  <a:lnTo>
                    <a:pt x="76846" y="26490"/>
                  </a:lnTo>
                  <a:lnTo>
                    <a:pt x="72432" y="29423"/>
                  </a:lnTo>
                  <a:lnTo>
                    <a:pt x="68113" y="32494"/>
                  </a:lnTo>
                  <a:lnTo>
                    <a:pt x="63894" y="35702"/>
                  </a:lnTo>
                  <a:lnTo>
                    <a:pt x="59778" y="39041"/>
                  </a:lnTo>
                  <a:lnTo>
                    <a:pt x="55771" y="42509"/>
                  </a:lnTo>
                  <a:lnTo>
                    <a:pt x="51875" y="46102"/>
                  </a:lnTo>
                  <a:lnTo>
                    <a:pt x="48095" y="49817"/>
                  </a:lnTo>
                  <a:lnTo>
                    <a:pt x="44435" y="53650"/>
                  </a:lnTo>
                  <a:lnTo>
                    <a:pt x="40899" y="57597"/>
                  </a:lnTo>
                  <a:lnTo>
                    <a:pt x="37489" y="61654"/>
                  </a:lnTo>
                  <a:lnTo>
                    <a:pt x="34209" y="65817"/>
                  </a:lnTo>
                  <a:lnTo>
                    <a:pt x="31063" y="70082"/>
                  </a:lnTo>
                  <a:lnTo>
                    <a:pt x="28054" y="74444"/>
                  </a:lnTo>
                  <a:lnTo>
                    <a:pt x="25185" y="78900"/>
                  </a:lnTo>
                  <a:lnTo>
                    <a:pt x="22458" y="83445"/>
                  </a:lnTo>
                  <a:lnTo>
                    <a:pt x="19877" y="88073"/>
                  </a:lnTo>
                  <a:lnTo>
                    <a:pt x="17444" y="92781"/>
                  </a:lnTo>
                  <a:lnTo>
                    <a:pt x="15161" y="97564"/>
                  </a:lnTo>
                  <a:lnTo>
                    <a:pt x="13031" y="102417"/>
                  </a:lnTo>
                  <a:lnTo>
                    <a:pt x="11056" y="107335"/>
                  </a:lnTo>
                  <a:lnTo>
                    <a:pt x="9238" y="112313"/>
                  </a:lnTo>
                  <a:lnTo>
                    <a:pt x="7579" y="117346"/>
                  </a:lnTo>
                  <a:lnTo>
                    <a:pt x="6080" y="122430"/>
                  </a:lnTo>
                  <a:lnTo>
                    <a:pt x="4742" y="127558"/>
                  </a:lnTo>
                  <a:lnTo>
                    <a:pt x="3569" y="132726"/>
                  </a:lnTo>
                  <a:lnTo>
                    <a:pt x="2559" y="137928"/>
                  </a:lnTo>
                  <a:lnTo>
                    <a:pt x="1715" y="143160"/>
                  </a:lnTo>
                  <a:lnTo>
                    <a:pt x="1037" y="148417"/>
                  </a:lnTo>
                  <a:lnTo>
                    <a:pt x="526" y="153692"/>
                  </a:lnTo>
                  <a:lnTo>
                    <a:pt x="183" y="158980"/>
                  </a:lnTo>
                  <a:lnTo>
                    <a:pt x="7" y="164277"/>
                  </a:lnTo>
                  <a:lnTo>
                    <a:pt x="0" y="169577"/>
                  </a:lnTo>
                  <a:lnTo>
                    <a:pt x="160" y="174874"/>
                  </a:lnTo>
                  <a:lnTo>
                    <a:pt x="488" y="180163"/>
                  </a:lnTo>
                  <a:lnTo>
                    <a:pt x="984" y="185440"/>
                  </a:lnTo>
                  <a:lnTo>
                    <a:pt x="1647" y="190698"/>
                  </a:lnTo>
                  <a:lnTo>
                    <a:pt x="2476" y="195932"/>
                  </a:lnTo>
                  <a:lnTo>
                    <a:pt x="3470" y="201138"/>
                  </a:lnTo>
                  <a:lnTo>
                    <a:pt x="4629" y="206309"/>
                  </a:lnTo>
                  <a:lnTo>
                    <a:pt x="5952" y="211441"/>
                  </a:lnTo>
                  <a:lnTo>
                    <a:pt x="7436" y="216529"/>
                  </a:lnTo>
                  <a:lnTo>
                    <a:pt x="9081" y="221567"/>
                  </a:lnTo>
                  <a:lnTo>
                    <a:pt x="10885" y="226550"/>
                  </a:lnTo>
                  <a:lnTo>
                    <a:pt x="12846" y="231474"/>
                  </a:lnTo>
                  <a:lnTo>
                    <a:pt x="14962" y="236333"/>
                  </a:lnTo>
                  <a:lnTo>
                    <a:pt x="17231" y="241122"/>
                  </a:lnTo>
                  <a:lnTo>
                    <a:pt x="19651" y="245837"/>
                  </a:lnTo>
                  <a:lnTo>
                    <a:pt x="22218" y="250473"/>
                  </a:lnTo>
                  <a:lnTo>
                    <a:pt x="24932" y="255026"/>
                  </a:lnTo>
                  <a:lnTo>
                    <a:pt x="27789" y="259489"/>
                  </a:lnTo>
                  <a:lnTo>
                    <a:pt x="30785" y="263861"/>
                  </a:lnTo>
                  <a:lnTo>
                    <a:pt x="33919" y="268135"/>
                  </a:lnTo>
                  <a:lnTo>
                    <a:pt x="37186" y="272307"/>
                  </a:lnTo>
                  <a:lnTo>
                    <a:pt x="40584" y="276374"/>
                  </a:lnTo>
                  <a:lnTo>
                    <a:pt x="44110" y="280331"/>
                  </a:lnTo>
                  <a:lnTo>
                    <a:pt x="47759" y="284175"/>
                  </a:lnTo>
                  <a:lnTo>
                    <a:pt x="51528" y="287900"/>
                  </a:lnTo>
                  <a:lnTo>
                    <a:pt x="55413" y="291505"/>
                  </a:lnTo>
                  <a:lnTo>
                    <a:pt x="59411" y="294984"/>
                  </a:lnTo>
                  <a:lnTo>
                    <a:pt x="63516" y="298335"/>
                  </a:lnTo>
                  <a:lnTo>
                    <a:pt x="67726" y="301554"/>
                  </a:lnTo>
                  <a:lnTo>
                    <a:pt x="72036" y="304638"/>
                  </a:lnTo>
                  <a:lnTo>
                    <a:pt x="76442" y="307584"/>
                  </a:lnTo>
                  <a:lnTo>
                    <a:pt x="80938" y="310389"/>
                  </a:lnTo>
                  <a:lnTo>
                    <a:pt x="85522" y="313050"/>
                  </a:lnTo>
                  <a:lnTo>
                    <a:pt x="90187" y="315564"/>
                  </a:lnTo>
                  <a:lnTo>
                    <a:pt x="94930" y="317929"/>
                  </a:lnTo>
                  <a:lnTo>
                    <a:pt x="99745" y="320143"/>
                  </a:lnTo>
                  <a:lnTo>
                    <a:pt x="104628" y="322202"/>
                  </a:lnTo>
                  <a:lnTo>
                    <a:pt x="109574" y="324106"/>
                  </a:lnTo>
                  <a:lnTo>
                    <a:pt x="114578" y="325853"/>
                  </a:lnTo>
                  <a:lnTo>
                    <a:pt x="119634" y="327439"/>
                  </a:lnTo>
                  <a:lnTo>
                    <a:pt x="124739" y="328865"/>
                  </a:lnTo>
                  <a:lnTo>
                    <a:pt x="129886" y="330128"/>
                  </a:lnTo>
                  <a:lnTo>
                    <a:pt x="135070" y="331227"/>
                  </a:lnTo>
                  <a:lnTo>
                    <a:pt x="140287" y="332162"/>
                  </a:lnTo>
                  <a:lnTo>
                    <a:pt x="145530" y="332931"/>
                  </a:lnTo>
                  <a:lnTo>
                    <a:pt x="150796" y="333533"/>
                  </a:lnTo>
                  <a:lnTo>
                    <a:pt x="156078" y="333967"/>
                  </a:lnTo>
                  <a:lnTo>
                    <a:pt x="161371" y="334234"/>
                  </a:lnTo>
                  <a:lnTo>
                    <a:pt x="166669" y="334334"/>
                  </a:lnTo>
                  <a:lnTo>
                    <a:pt x="171969" y="334265"/>
                  </a:lnTo>
                  <a:lnTo>
                    <a:pt x="177263" y="334028"/>
                  </a:lnTo>
                  <a:lnTo>
                    <a:pt x="182547" y="333624"/>
                  </a:lnTo>
                  <a:lnTo>
                    <a:pt x="187816" y="333052"/>
                  </a:lnTo>
                  <a:lnTo>
                    <a:pt x="193064" y="332314"/>
                  </a:lnTo>
                  <a:lnTo>
                    <a:pt x="198286" y="331409"/>
                  </a:lnTo>
                  <a:lnTo>
                    <a:pt x="203477" y="330340"/>
                  </a:lnTo>
                  <a:lnTo>
                    <a:pt x="208631" y="329106"/>
                  </a:lnTo>
                  <a:lnTo>
                    <a:pt x="213743" y="327710"/>
                  </a:lnTo>
                  <a:lnTo>
                    <a:pt x="218809" y="326152"/>
                  </a:lnTo>
                  <a:lnTo>
                    <a:pt x="223822" y="324435"/>
                  </a:lnTo>
                  <a:lnTo>
                    <a:pt x="228779" y="32255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61629" cy="155392"/>
            </a:xfrm>
            <a:custGeom>
              <a:avLst/>
              <a:pathLst>
                <a:path w="61629" h="155392">
                  <a:moveTo>
                    <a:pt x="61629" y="15539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167166" cy="322559"/>
            </a:xfrm>
            <a:custGeom>
              <a:avLst/>
              <a:pathLst>
                <a:path w="167166" h="322559">
                  <a:moveTo>
                    <a:pt x="61629" y="322559"/>
                  </a:moveTo>
                  <a:lnTo>
                    <a:pt x="66591" y="320499"/>
                  </a:lnTo>
                  <a:lnTo>
                    <a:pt x="71483" y="318279"/>
                  </a:lnTo>
                  <a:lnTo>
                    <a:pt x="76302" y="315904"/>
                  </a:lnTo>
                  <a:lnTo>
                    <a:pt x="81043" y="313376"/>
                  </a:lnTo>
                  <a:lnTo>
                    <a:pt x="85699" y="310696"/>
                  </a:lnTo>
                  <a:lnTo>
                    <a:pt x="90267" y="307868"/>
                  </a:lnTo>
                  <a:lnTo>
                    <a:pt x="94742" y="304895"/>
                  </a:lnTo>
                  <a:lnTo>
                    <a:pt x="99118" y="301779"/>
                  </a:lnTo>
                  <a:lnTo>
                    <a:pt x="103393" y="298524"/>
                  </a:lnTo>
                  <a:lnTo>
                    <a:pt x="107561" y="295134"/>
                  </a:lnTo>
                  <a:lnTo>
                    <a:pt x="111617" y="291612"/>
                  </a:lnTo>
                  <a:lnTo>
                    <a:pt x="115558" y="287961"/>
                  </a:lnTo>
                  <a:lnTo>
                    <a:pt x="119380" y="284185"/>
                  </a:lnTo>
                  <a:lnTo>
                    <a:pt x="123079" y="280288"/>
                  </a:lnTo>
                  <a:lnTo>
                    <a:pt x="126650" y="276275"/>
                  </a:lnTo>
                  <a:lnTo>
                    <a:pt x="130091" y="272148"/>
                  </a:lnTo>
                  <a:lnTo>
                    <a:pt x="133397" y="267914"/>
                  </a:lnTo>
                  <a:lnTo>
                    <a:pt x="136566" y="263575"/>
                  </a:lnTo>
                  <a:lnTo>
                    <a:pt x="139593" y="259137"/>
                  </a:lnTo>
                  <a:lnTo>
                    <a:pt x="142477" y="254604"/>
                  </a:lnTo>
                  <a:lnTo>
                    <a:pt x="145213" y="249980"/>
                  </a:lnTo>
                  <a:lnTo>
                    <a:pt x="147799" y="245271"/>
                  </a:lnTo>
                  <a:lnTo>
                    <a:pt x="150232" y="240481"/>
                  </a:lnTo>
                  <a:lnTo>
                    <a:pt x="152511" y="235616"/>
                  </a:lnTo>
                  <a:lnTo>
                    <a:pt x="154632" y="230680"/>
                  </a:lnTo>
                  <a:lnTo>
                    <a:pt x="156593" y="225678"/>
                  </a:lnTo>
                  <a:lnTo>
                    <a:pt x="158392" y="220616"/>
                  </a:lnTo>
                  <a:lnTo>
                    <a:pt x="160028" y="215498"/>
                  </a:lnTo>
                  <a:lnTo>
                    <a:pt x="161498" y="210331"/>
                  </a:lnTo>
                  <a:lnTo>
                    <a:pt x="162802" y="205119"/>
                  </a:lnTo>
                  <a:lnTo>
                    <a:pt x="163937" y="199868"/>
                  </a:lnTo>
                  <a:lnTo>
                    <a:pt x="164903" y="194583"/>
                  </a:lnTo>
                  <a:lnTo>
                    <a:pt x="165699" y="189270"/>
                  </a:lnTo>
                  <a:lnTo>
                    <a:pt x="166324" y="183934"/>
                  </a:lnTo>
                  <a:lnTo>
                    <a:pt x="166777" y="178580"/>
                  </a:lnTo>
                  <a:lnTo>
                    <a:pt x="167057" y="173215"/>
                  </a:lnTo>
                  <a:lnTo>
                    <a:pt x="167166" y="167844"/>
                  </a:lnTo>
                  <a:lnTo>
                    <a:pt x="167101" y="162472"/>
                  </a:lnTo>
                  <a:lnTo>
                    <a:pt x="166864" y="157105"/>
                  </a:lnTo>
                  <a:lnTo>
                    <a:pt x="166454" y="151748"/>
                  </a:lnTo>
                  <a:lnTo>
                    <a:pt x="165873" y="146407"/>
                  </a:lnTo>
                  <a:lnTo>
                    <a:pt x="165120" y="141087"/>
                  </a:lnTo>
                  <a:lnTo>
                    <a:pt x="164197" y="135795"/>
                  </a:lnTo>
                  <a:lnTo>
                    <a:pt x="163104" y="130535"/>
                  </a:lnTo>
                  <a:lnTo>
                    <a:pt x="161842" y="125312"/>
                  </a:lnTo>
                  <a:lnTo>
                    <a:pt x="160414" y="120133"/>
                  </a:lnTo>
                  <a:lnTo>
                    <a:pt x="158820" y="115003"/>
                  </a:lnTo>
                  <a:lnTo>
                    <a:pt x="157061" y="109926"/>
                  </a:lnTo>
                  <a:lnTo>
                    <a:pt x="155141" y="104909"/>
                  </a:lnTo>
                  <a:lnTo>
                    <a:pt x="153060" y="99955"/>
                  </a:lnTo>
                  <a:lnTo>
                    <a:pt x="150821" y="95072"/>
                  </a:lnTo>
                  <a:lnTo>
                    <a:pt x="148427" y="90262"/>
                  </a:lnTo>
                  <a:lnTo>
                    <a:pt x="145879" y="85532"/>
                  </a:lnTo>
                  <a:lnTo>
                    <a:pt x="143180" y="80887"/>
                  </a:lnTo>
                  <a:lnTo>
                    <a:pt x="140334" y="76330"/>
                  </a:lnTo>
                  <a:lnTo>
                    <a:pt x="137342" y="71868"/>
                  </a:lnTo>
                  <a:lnTo>
                    <a:pt x="134209" y="67504"/>
                  </a:lnTo>
                  <a:lnTo>
                    <a:pt x="130937" y="63242"/>
                  </a:lnTo>
                  <a:lnTo>
                    <a:pt x="127530" y="59089"/>
                  </a:lnTo>
                  <a:lnTo>
                    <a:pt x="123991" y="55046"/>
                  </a:lnTo>
                  <a:lnTo>
                    <a:pt x="120324" y="51120"/>
                  </a:lnTo>
                  <a:lnTo>
                    <a:pt x="116533" y="47313"/>
                  </a:lnTo>
                  <a:lnTo>
                    <a:pt x="112621" y="43630"/>
                  </a:lnTo>
                  <a:lnTo>
                    <a:pt x="108593" y="40075"/>
                  </a:lnTo>
                  <a:lnTo>
                    <a:pt x="104453" y="36651"/>
                  </a:lnTo>
                  <a:lnTo>
                    <a:pt x="100205" y="33362"/>
                  </a:lnTo>
                  <a:lnTo>
                    <a:pt x="95854" y="30211"/>
                  </a:lnTo>
                  <a:lnTo>
                    <a:pt x="91403" y="27202"/>
                  </a:lnTo>
                  <a:lnTo>
                    <a:pt x="86859" y="24337"/>
                  </a:lnTo>
                  <a:lnTo>
                    <a:pt x="82224" y="21619"/>
                  </a:lnTo>
                  <a:lnTo>
                    <a:pt x="77505" y="19052"/>
                  </a:lnTo>
                  <a:lnTo>
                    <a:pt x="72705" y="16638"/>
                  </a:lnTo>
                  <a:lnTo>
                    <a:pt x="67830" y="14380"/>
                  </a:lnTo>
                  <a:lnTo>
                    <a:pt x="62886" y="12279"/>
                  </a:lnTo>
                  <a:lnTo>
                    <a:pt x="57876" y="10338"/>
                  </a:lnTo>
                  <a:lnTo>
                    <a:pt x="52806" y="8559"/>
                  </a:lnTo>
                  <a:lnTo>
                    <a:pt x="47682" y="6944"/>
                  </a:lnTo>
                  <a:lnTo>
                    <a:pt x="42509" y="5495"/>
                  </a:lnTo>
                  <a:lnTo>
                    <a:pt x="37292" y="4212"/>
                  </a:lnTo>
                  <a:lnTo>
                    <a:pt x="32036" y="3098"/>
                  </a:lnTo>
                  <a:lnTo>
                    <a:pt x="26748" y="2153"/>
                  </a:lnTo>
                  <a:lnTo>
                    <a:pt x="21431" y="1379"/>
                  </a:lnTo>
                  <a:lnTo>
                    <a:pt x="16093" y="776"/>
                  </a:lnTo>
                  <a:lnTo>
                    <a:pt x="10738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378" y="4659281"/>
              <a:ext cx="167146" cy="227941"/>
            </a:xfrm>
            <a:custGeom>
              <a:avLst/>
              <a:pathLst>
                <a:path w="167146" h="227941">
                  <a:moveTo>
                    <a:pt x="167146" y="0"/>
                  </a:moveTo>
                  <a:lnTo>
                    <a:pt x="161734" y="87"/>
                  </a:lnTo>
                  <a:lnTo>
                    <a:pt x="156327" y="350"/>
                  </a:lnTo>
                  <a:lnTo>
                    <a:pt x="150932" y="788"/>
                  </a:lnTo>
                  <a:lnTo>
                    <a:pt x="145554" y="1400"/>
                  </a:lnTo>
                  <a:lnTo>
                    <a:pt x="140198" y="2186"/>
                  </a:lnTo>
                  <a:lnTo>
                    <a:pt x="134871" y="3145"/>
                  </a:lnTo>
                  <a:lnTo>
                    <a:pt x="129578" y="4276"/>
                  </a:lnTo>
                  <a:lnTo>
                    <a:pt x="124324" y="5577"/>
                  </a:lnTo>
                  <a:lnTo>
                    <a:pt x="119115" y="7048"/>
                  </a:lnTo>
                  <a:lnTo>
                    <a:pt x="113956" y="8687"/>
                  </a:lnTo>
                  <a:lnTo>
                    <a:pt x="108853" y="10492"/>
                  </a:lnTo>
                  <a:lnTo>
                    <a:pt x="103811" y="12462"/>
                  </a:lnTo>
                  <a:lnTo>
                    <a:pt x="98836" y="14593"/>
                  </a:lnTo>
                  <a:lnTo>
                    <a:pt x="93932" y="16885"/>
                  </a:lnTo>
                  <a:lnTo>
                    <a:pt x="89105" y="19334"/>
                  </a:lnTo>
                  <a:lnTo>
                    <a:pt x="84359" y="21938"/>
                  </a:lnTo>
                  <a:lnTo>
                    <a:pt x="79701" y="24695"/>
                  </a:lnTo>
                  <a:lnTo>
                    <a:pt x="75134" y="27600"/>
                  </a:lnTo>
                  <a:lnTo>
                    <a:pt x="70664" y="30653"/>
                  </a:lnTo>
                  <a:lnTo>
                    <a:pt x="66295" y="33848"/>
                  </a:lnTo>
                  <a:lnTo>
                    <a:pt x="62031" y="37183"/>
                  </a:lnTo>
                  <a:lnTo>
                    <a:pt x="57878" y="40654"/>
                  </a:lnTo>
                  <a:lnTo>
                    <a:pt x="53839" y="44258"/>
                  </a:lnTo>
                  <a:lnTo>
                    <a:pt x="49920" y="47991"/>
                  </a:lnTo>
                  <a:lnTo>
                    <a:pt x="46123" y="51849"/>
                  </a:lnTo>
                  <a:lnTo>
                    <a:pt x="42453" y="55827"/>
                  </a:lnTo>
                  <a:lnTo>
                    <a:pt x="38913" y="59923"/>
                  </a:lnTo>
                  <a:lnTo>
                    <a:pt x="35508" y="64130"/>
                  </a:lnTo>
                  <a:lnTo>
                    <a:pt x="32242" y="68446"/>
                  </a:lnTo>
                  <a:lnTo>
                    <a:pt x="29116" y="72866"/>
                  </a:lnTo>
                  <a:lnTo>
                    <a:pt x="26135" y="77384"/>
                  </a:lnTo>
                  <a:lnTo>
                    <a:pt x="23303" y="81996"/>
                  </a:lnTo>
                  <a:lnTo>
                    <a:pt x="20620" y="86698"/>
                  </a:lnTo>
                  <a:lnTo>
                    <a:pt x="18092" y="91484"/>
                  </a:lnTo>
                  <a:lnTo>
                    <a:pt x="15720" y="96349"/>
                  </a:lnTo>
                  <a:lnTo>
                    <a:pt x="13507" y="101289"/>
                  </a:lnTo>
                  <a:lnTo>
                    <a:pt x="11454" y="106298"/>
                  </a:lnTo>
                  <a:lnTo>
                    <a:pt x="9565" y="111370"/>
                  </a:lnTo>
                  <a:lnTo>
                    <a:pt x="7841" y="116501"/>
                  </a:lnTo>
                  <a:lnTo>
                    <a:pt x="6285" y="121685"/>
                  </a:lnTo>
                  <a:lnTo>
                    <a:pt x="4896" y="126917"/>
                  </a:lnTo>
                  <a:lnTo>
                    <a:pt x="3678" y="132191"/>
                  </a:lnTo>
                  <a:lnTo>
                    <a:pt x="2632" y="137502"/>
                  </a:lnTo>
                  <a:lnTo>
                    <a:pt x="1757" y="142844"/>
                  </a:lnTo>
                  <a:lnTo>
                    <a:pt x="1057" y="148211"/>
                  </a:lnTo>
                  <a:lnTo>
                    <a:pt x="530" y="153598"/>
                  </a:lnTo>
                  <a:lnTo>
                    <a:pt x="178" y="158999"/>
                  </a:lnTo>
                  <a:lnTo>
                    <a:pt x="1" y="164409"/>
                  </a:lnTo>
                  <a:lnTo>
                    <a:pt x="0" y="169822"/>
                  </a:lnTo>
                  <a:lnTo>
                    <a:pt x="173" y="175232"/>
                  </a:lnTo>
                  <a:lnTo>
                    <a:pt x="522" y="180634"/>
                  </a:lnTo>
                  <a:lnTo>
                    <a:pt x="1045" y="186021"/>
                  </a:lnTo>
                  <a:lnTo>
                    <a:pt x="1743" y="191389"/>
                  </a:lnTo>
                  <a:lnTo>
                    <a:pt x="2614" y="196732"/>
                  </a:lnTo>
                  <a:lnTo>
                    <a:pt x="3657" y="202043"/>
                  </a:lnTo>
                  <a:lnTo>
                    <a:pt x="4872" y="207318"/>
                  </a:lnTo>
                  <a:lnTo>
                    <a:pt x="6257" y="212550"/>
                  </a:lnTo>
                  <a:lnTo>
                    <a:pt x="7810" y="217735"/>
                  </a:lnTo>
                  <a:lnTo>
                    <a:pt x="9531" y="222867"/>
                  </a:lnTo>
                  <a:lnTo>
                    <a:pt x="11417" y="227941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30796" y="4826449"/>
              <a:ext cx="155728" cy="60774"/>
            </a:xfrm>
            <a:custGeom>
              <a:avLst/>
              <a:pathLst>
                <a:path w="155728" h="60774">
                  <a:moveTo>
                    <a:pt x="0" y="60774"/>
                  </a:moveTo>
                  <a:lnTo>
                    <a:pt x="1557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30796" y="4826449"/>
              <a:ext cx="155728" cy="60774"/>
            </a:xfrm>
            <a:custGeom>
              <a:avLst/>
              <a:pathLst>
                <a:path w="155728" h="60774">
                  <a:moveTo>
                    <a:pt x="0" y="60774"/>
                  </a:moveTo>
                  <a:lnTo>
                    <a:pt x="1557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30796" y="4826449"/>
              <a:ext cx="155728" cy="60774"/>
            </a:xfrm>
            <a:custGeom>
              <a:avLst/>
              <a:pathLst>
                <a:path w="155728" h="60774">
                  <a:moveTo>
                    <a:pt x="0" y="60774"/>
                  </a:moveTo>
                  <a:lnTo>
                    <a:pt x="15572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30796" y="4826449"/>
              <a:ext cx="155728" cy="60774"/>
            </a:xfrm>
            <a:custGeom>
              <a:avLst/>
              <a:pathLst>
                <a:path w="155728" h="60774">
                  <a:moveTo>
                    <a:pt x="0" y="60774"/>
                  </a:moveTo>
                  <a:lnTo>
                    <a:pt x="1557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30796" y="4826449"/>
              <a:ext cx="155728" cy="60774"/>
            </a:xfrm>
            <a:custGeom>
              <a:avLst/>
              <a:pathLst>
                <a:path w="155728" h="60774">
                  <a:moveTo>
                    <a:pt x="0" y="60774"/>
                  </a:moveTo>
                  <a:lnTo>
                    <a:pt x="1557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30796" y="4826449"/>
              <a:ext cx="155728" cy="60774"/>
            </a:xfrm>
            <a:custGeom>
              <a:avLst/>
              <a:pathLst>
                <a:path w="155728" h="60774">
                  <a:moveTo>
                    <a:pt x="0" y="60774"/>
                  </a:moveTo>
                  <a:lnTo>
                    <a:pt x="1557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30796" y="4826449"/>
              <a:ext cx="155728" cy="60774"/>
            </a:xfrm>
            <a:custGeom>
              <a:avLst/>
              <a:pathLst>
                <a:path w="155728" h="60774">
                  <a:moveTo>
                    <a:pt x="0" y="60774"/>
                  </a:moveTo>
                  <a:lnTo>
                    <a:pt x="1557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30796" y="4826449"/>
              <a:ext cx="155728" cy="60774"/>
            </a:xfrm>
            <a:custGeom>
              <a:avLst/>
              <a:pathLst>
                <a:path w="155728" h="60774">
                  <a:moveTo>
                    <a:pt x="0" y="60774"/>
                  </a:moveTo>
                  <a:lnTo>
                    <a:pt x="15572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30796" y="4826449"/>
              <a:ext cx="155728" cy="60774"/>
            </a:xfrm>
            <a:custGeom>
              <a:avLst/>
              <a:pathLst>
                <a:path w="155728" h="60774">
                  <a:moveTo>
                    <a:pt x="0" y="60774"/>
                  </a:moveTo>
                  <a:lnTo>
                    <a:pt x="15572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30796" y="4826449"/>
              <a:ext cx="155728" cy="69798"/>
            </a:xfrm>
            <a:custGeom>
              <a:avLst/>
              <a:pathLst>
                <a:path w="155728" h="69798">
                  <a:moveTo>
                    <a:pt x="0" y="60774"/>
                  </a:moveTo>
                  <a:lnTo>
                    <a:pt x="3830" y="69798"/>
                  </a:lnTo>
                  <a:lnTo>
                    <a:pt x="15572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34626" y="4659281"/>
              <a:ext cx="319047" cy="334334"/>
            </a:xfrm>
            <a:custGeom>
              <a:avLst/>
              <a:pathLst>
                <a:path w="319047" h="334334">
                  <a:moveTo>
                    <a:pt x="0" y="236965"/>
                  </a:moveTo>
                  <a:lnTo>
                    <a:pt x="2289" y="241747"/>
                  </a:lnTo>
                  <a:lnTo>
                    <a:pt x="4729" y="246454"/>
                  </a:lnTo>
                  <a:lnTo>
                    <a:pt x="7318" y="251081"/>
                  </a:lnTo>
                  <a:lnTo>
                    <a:pt x="10051" y="255623"/>
                  </a:lnTo>
                  <a:lnTo>
                    <a:pt x="12928" y="260077"/>
                  </a:lnTo>
                  <a:lnTo>
                    <a:pt x="15944" y="264437"/>
                  </a:lnTo>
                  <a:lnTo>
                    <a:pt x="19097" y="268699"/>
                  </a:lnTo>
                  <a:lnTo>
                    <a:pt x="22383" y="272859"/>
                  </a:lnTo>
                  <a:lnTo>
                    <a:pt x="25800" y="276913"/>
                  </a:lnTo>
                  <a:lnTo>
                    <a:pt x="29343" y="280857"/>
                  </a:lnTo>
                  <a:lnTo>
                    <a:pt x="33010" y="284686"/>
                  </a:lnTo>
                  <a:lnTo>
                    <a:pt x="36797" y="288397"/>
                  </a:lnTo>
                  <a:lnTo>
                    <a:pt x="40699" y="291986"/>
                  </a:lnTo>
                  <a:lnTo>
                    <a:pt x="44713" y="295449"/>
                  </a:lnTo>
                  <a:lnTo>
                    <a:pt x="48835" y="298783"/>
                  </a:lnTo>
                  <a:lnTo>
                    <a:pt x="53060" y="301985"/>
                  </a:lnTo>
                  <a:lnTo>
                    <a:pt x="57385" y="305052"/>
                  </a:lnTo>
                  <a:lnTo>
                    <a:pt x="61805" y="307980"/>
                  </a:lnTo>
                  <a:lnTo>
                    <a:pt x="66315" y="310766"/>
                  </a:lnTo>
                  <a:lnTo>
                    <a:pt x="70912" y="313407"/>
                  </a:lnTo>
                  <a:lnTo>
                    <a:pt x="75590" y="315902"/>
                  </a:lnTo>
                  <a:lnTo>
                    <a:pt x="80345" y="318247"/>
                  </a:lnTo>
                  <a:lnTo>
                    <a:pt x="85172" y="320440"/>
                  </a:lnTo>
                  <a:lnTo>
                    <a:pt x="90066" y="322479"/>
                  </a:lnTo>
                  <a:lnTo>
                    <a:pt x="95022" y="324361"/>
                  </a:lnTo>
                  <a:lnTo>
                    <a:pt x="100035" y="326086"/>
                  </a:lnTo>
                  <a:lnTo>
                    <a:pt x="105101" y="327651"/>
                  </a:lnTo>
                  <a:lnTo>
                    <a:pt x="110213" y="329054"/>
                  </a:lnTo>
                  <a:lnTo>
                    <a:pt x="115368" y="330294"/>
                  </a:lnTo>
                  <a:lnTo>
                    <a:pt x="120559" y="331371"/>
                  </a:lnTo>
                  <a:lnTo>
                    <a:pt x="125782" y="332282"/>
                  </a:lnTo>
                  <a:lnTo>
                    <a:pt x="131031" y="333027"/>
                  </a:lnTo>
                  <a:lnTo>
                    <a:pt x="136301" y="333605"/>
                  </a:lnTo>
                  <a:lnTo>
                    <a:pt x="141587" y="334016"/>
                  </a:lnTo>
                  <a:lnTo>
                    <a:pt x="146883" y="334259"/>
                  </a:lnTo>
                  <a:lnTo>
                    <a:pt x="152184" y="334334"/>
                  </a:lnTo>
                  <a:lnTo>
                    <a:pt x="157485" y="334241"/>
                  </a:lnTo>
                  <a:lnTo>
                    <a:pt x="162780" y="333980"/>
                  </a:lnTo>
                  <a:lnTo>
                    <a:pt x="168064" y="333551"/>
                  </a:lnTo>
                  <a:lnTo>
                    <a:pt x="173332" y="332955"/>
                  </a:lnTo>
                  <a:lnTo>
                    <a:pt x="178579" y="332191"/>
                  </a:lnTo>
                  <a:lnTo>
                    <a:pt x="183798" y="331262"/>
                  </a:lnTo>
                  <a:lnTo>
                    <a:pt x="188986" y="330168"/>
                  </a:lnTo>
                  <a:lnTo>
                    <a:pt x="194136" y="328910"/>
                  </a:lnTo>
                  <a:lnTo>
                    <a:pt x="199244" y="327489"/>
                  </a:lnTo>
                  <a:lnTo>
                    <a:pt x="204304" y="325907"/>
                  </a:lnTo>
                  <a:lnTo>
                    <a:pt x="209311" y="324166"/>
                  </a:lnTo>
                  <a:lnTo>
                    <a:pt x="214261" y="322266"/>
                  </a:lnTo>
                  <a:lnTo>
                    <a:pt x="219148" y="320211"/>
                  </a:lnTo>
                  <a:lnTo>
                    <a:pt x="223967" y="318001"/>
                  </a:lnTo>
                  <a:lnTo>
                    <a:pt x="228714" y="315640"/>
                  </a:lnTo>
                  <a:lnTo>
                    <a:pt x="233384" y="313129"/>
                  </a:lnTo>
                  <a:lnTo>
                    <a:pt x="237971" y="310472"/>
                  </a:lnTo>
                  <a:lnTo>
                    <a:pt x="242472" y="307671"/>
                  </a:lnTo>
                  <a:lnTo>
                    <a:pt x="246882" y="304728"/>
                  </a:lnTo>
                  <a:lnTo>
                    <a:pt x="251197" y="301646"/>
                  </a:lnTo>
                  <a:lnTo>
                    <a:pt x="255411" y="298430"/>
                  </a:lnTo>
                  <a:lnTo>
                    <a:pt x="259521" y="295082"/>
                  </a:lnTo>
                  <a:lnTo>
                    <a:pt x="263524" y="291604"/>
                  </a:lnTo>
                  <a:lnTo>
                    <a:pt x="267413" y="288002"/>
                  </a:lnTo>
                  <a:lnTo>
                    <a:pt x="271187" y="284278"/>
                  </a:lnTo>
                  <a:lnTo>
                    <a:pt x="274841" y="280437"/>
                  </a:lnTo>
                  <a:lnTo>
                    <a:pt x="278371" y="276481"/>
                  </a:lnTo>
                  <a:lnTo>
                    <a:pt x="281774" y="272416"/>
                  </a:lnTo>
                  <a:lnTo>
                    <a:pt x="285046" y="268244"/>
                  </a:lnTo>
                  <a:lnTo>
                    <a:pt x="288184" y="263971"/>
                  </a:lnTo>
                  <a:lnTo>
                    <a:pt x="291185" y="259601"/>
                  </a:lnTo>
                  <a:lnTo>
                    <a:pt x="294046" y="255137"/>
                  </a:lnTo>
                  <a:lnTo>
                    <a:pt x="296764" y="250586"/>
                  </a:lnTo>
                  <a:lnTo>
                    <a:pt x="299337" y="245950"/>
                  </a:lnTo>
                  <a:lnTo>
                    <a:pt x="301761" y="241235"/>
                  </a:lnTo>
                  <a:lnTo>
                    <a:pt x="304034" y="236445"/>
                  </a:lnTo>
                  <a:lnTo>
                    <a:pt x="306155" y="231586"/>
                  </a:lnTo>
                  <a:lnTo>
                    <a:pt x="308120" y="226662"/>
                  </a:lnTo>
                  <a:lnTo>
                    <a:pt x="309928" y="221678"/>
                  </a:lnTo>
                  <a:lnTo>
                    <a:pt x="311577" y="216640"/>
                  </a:lnTo>
                  <a:lnTo>
                    <a:pt x="313066" y="211551"/>
                  </a:lnTo>
                  <a:lnTo>
                    <a:pt x="314392" y="206418"/>
                  </a:lnTo>
                  <a:lnTo>
                    <a:pt x="315555" y="201246"/>
                  </a:lnTo>
                  <a:lnTo>
                    <a:pt x="316553" y="196039"/>
                  </a:lnTo>
                  <a:lnTo>
                    <a:pt x="317386" y="190803"/>
                  </a:lnTo>
                  <a:lnTo>
                    <a:pt x="318052" y="185543"/>
                  </a:lnTo>
                  <a:lnTo>
                    <a:pt x="318551" y="180265"/>
                  </a:lnTo>
                  <a:lnTo>
                    <a:pt x="318883" y="174974"/>
                  </a:lnTo>
                  <a:lnTo>
                    <a:pt x="319047" y="169675"/>
                  </a:lnTo>
                  <a:lnTo>
                    <a:pt x="319042" y="164373"/>
                  </a:lnTo>
                  <a:lnTo>
                    <a:pt x="318869" y="159074"/>
                  </a:lnTo>
                  <a:lnTo>
                    <a:pt x="318529" y="153784"/>
                  </a:lnTo>
                  <a:lnTo>
                    <a:pt x="318021" y="148506"/>
                  </a:lnTo>
                  <a:lnTo>
                    <a:pt x="317345" y="143248"/>
                  </a:lnTo>
                  <a:lnTo>
                    <a:pt x="316504" y="138013"/>
                  </a:lnTo>
                  <a:lnTo>
                    <a:pt x="315496" y="132808"/>
                  </a:lnTo>
                  <a:lnTo>
                    <a:pt x="314325" y="127638"/>
                  </a:lnTo>
                  <a:lnTo>
                    <a:pt x="312989" y="122507"/>
                  </a:lnTo>
                  <a:lnTo>
                    <a:pt x="311492" y="117421"/>
                  </a:lnTo>
                  <a:lnTo>
                    <a:pt x="309834" y="112385"/>
                  </a:lnTo>
                  <a:lnTo>
                    <a:pt x="308018" y="107405"/>
                  </a:lnTo>
                  <a:lnTo>
                    <a:pt x="306044" y="102484"/>
                  </a:lnTo>
                  <a:lnTo>
                    <a:pt x="303916" y="97628"/>
                  </a:lnTo>
                  <a:lnTo>
                    <a:pt x="301634" y="92843"/>
                  </a:lnTo>
                  <a:lnTo>
                    <a:pt x="299202" y="88132"/>
                  </a:lnTo>
                  <a:lnTo>
                    <a:pt x="296622" y="83501"/>
                  </a:lnTo>
                  <a:lnTo>
                    <a:pt x="293896" y="78953"/>
                  </a:lnTo>
                  <a:lnTo>
                    <a:pt x="291027" y="74495"/>
                  </a:lnTo>
                  <a:lnTo>
                    <a:pt x="288018" y="70130"/>
                  </a:lnTo>
                  <a:lnTo>
                    <a:pt x="284873" y="65862"/>
                  </a:lnTo>
                  <a:lnTo>
                    <a:pt x="281593" y="61696"/>
                  </a:lnTo>
                  <a:lnTo>
                    <a:pt x="278184" y="57637"/>
                  </a:lnTo>
                  <a:lnTo>
                    <a:pt x="274647" y="53687"/>
                  </a:lnTo>
                  <a:lnTo>
                    <a:pt x="270987" y="49852"/>
                  </a:lnTo>
                  <a:lnTo>
                    <a:pt x="267207" y="46134"/>
                  </a:lnTo>
                  <a:lnTo>
                    <a:pt x="263310" y="42539"/>
                  </a:lnTo>
                  <a:lnTo>
                    <a:pt x="259302" y="39068"/>
                  </a:lnTo>
                  <a:lnTo>
                    <a:pt x="255186" y="35727"/>
                  </a:lnTo>
                  <a:lnTo>
                    <a:pt x="250966" y="32518"/>
                  </a:lnTo>
                  <a:lnTo>
                    <a:pt x="246647" y="29444"/>
                  </a:lnTo>
                  <a:lnTo>
                    <a:pt x="242232" y="26509"/>
                  </a:lnTo>
                  <a:lnTo>
                    <a:pt x="237726" y="23715"/>
                  </a:lnTo>
                  <a:lnTo>
                    <a:pt x="233134" y="21065"/>
                  </a:lnTo>
                  <a:lnTo>
                    <a:pt x="228460" y="18563"/>
                  </a:lnTo>
                  <a:lnTo>
                    <a:pt x="223709" y="16210"/>
                  </a:lnTo>
                  <a:lnTo>
                    <a:pt x="218886" y="14008"/>
                  </a:lnTo>
                  <a:lnTo>
                    <a:pt x="213996" y="11961"/>
                  </a:lnTo>
                  <a:lnTo>
                    <a:pt x="209043" y="10070"/>
                  </a:lnTo>
                  <a:lnTo>
                    <a:pt x="204032" y="8337"/>
                  </a:lnTo>
                  <a:lnTo>
                    <a:pt x="198970" y="6764"/>
                  </a:lnTo>
                  <a:lnTo>
                    <a:pt x="193859" y="5352"/>
                  </a:lnTo>
                  <a:lnTo>
                    <a:pt x="188707" y="4102"/>
                  </a:lnTo>
                  <a:lnTo>
                    <a:pt x="183518" y="3017"/>
                  </a:lnTo>
                  <a:lnTo>
                    <a:pt x="178296" y="2097"/>
                  </a:lnTo>
                  <a:lnTo>
                    <a:pt x="173049" y="1343"/>
                  </a:lnTo>
                  <a:lnTo>
                    <a:pt x="167780" y="756"/>
                  </a:lnTo>
                  <a:lnTo>
                    <a:pt x="162495" y="336"/>
                  </a:lnTo>
                  <a:lnTo>
                    <a:pt x="157199" y="84"/>
                  </a:lnTo>
                  <a:lnTo>
                    <a:pt x="151898" y="0"/>
                  </a:lnTo>
                  <a:lnTo>
                    <a:pt x="151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7495" y="5018213"/>
              <a:ext cx="1225" cy="167167"/>
            </a:xfrm>
            <a:custGeom>
              <a:avLst/>
              <a:pathLst>
                <a:path w="1225" h="167167">
                  <a:moveTo>
                    <a:pt x="1225" y="0"/>
                  </a:moveTo>
                  <a:lnTo>
                    <a:pt x="0" y="4"/>
                  </a:lnTo>
                  <a:lnTo>
                    <a:pt x="122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321562" y="5018213"/>
              <a:ext cx="334309" cy="334333"/>
            </a:xfrm>
            <a:custGeom>
              <a:avLst/>
              <a:pathLst>
                <a:path w="334309" h="334333">
                  <a:moveTo>
                    <a:pt x="165932" y="4"/>
                  </a:moveTo>
                  <a:lnTo>
                    <a:pt x="160635" y="127"/>
                  </a:lnTo>
                  <a:lnTo>
                    <a:pt x="155345" y="417"/>
                  </a:lnTo>
                  <a:lnTo>
                    <a:pt x="150067" y="876"/>
                  </a:lnTo>
                  <a:lnTo>
                    <a:pt x="144805" y="1501"/>
                  </a:lnTo>
                  <a:lnTo>
                    <a:pt x="139566" y="2292"/>
                  </a:lnTo>
                  <a:lnTo>
                    <a:pt x="134355" y="3249"/>
                  </a:lnTo>
                  <a:lnTo>
                    <a:pt x="129177" y="4371"/>
                  </a:lnTo>
                  <a:lnTo>
                    <a:pt x="124037" y="5657"/>
                  </a:lnTo>
                  <a:lnTo>
                    <a:pt x="118940" y="7104"/>
                  </a:lnTo>
                  <a:lnTo>
                    <a:pt x="113892" y="8713"/>
                  </a:lnTo>
                  <a:lnTo>
                    <a:pt x="108897" y="10481"/>
                  </a:lnTo>
                  <a:lnTo>
                    <a:pt x="103961" y="12406"/>
                  </a:lnTo>
                  <a:lnTo>
                    <a:pt x="99088" y="14486"/>
                  </a:lnTo>
                  <a:lnTo>
                    <a:pt x="94284" y="16720"/>
                  </a:lnTo>
                  <a:lnTo>
                    <a:pt x="89552" y="19105"/>
                  </a:lnTo>
                  <a:lnTo>
                    <a:pt x="84899" y="21639"/>
                  </a:lnTo>
                  <a:lnTo>
                    <a:pt x="80329" y="24319"/>
                  </a:lnTo>
                  <a:lnTo>
                    <a:pt x="75845" y="27142"/>
                  </a:lnTo>
                  <a:lnTo>
                    <a:pt x="71454" y="30106"/>
                  </a:lnTo>
                  <a:lnTo>
                    <a:pt x="67158" y="33208"/>
                  </a:lnTo>
                  <a:lnTo>
                    <a:pt x="62963" y="36445"/>
                  </a:lnTo>
                  <a:lnTo>
                    <a:pt x="58873" y="39812"/>
                  </a:lnTo>
                  <a:lnTo>
                    <a:pt x="54891" y="43308"/>
                  </a:lnTo>
                  <a:lnTo>
                    <a:pt x="51022" y="46928"/>
                  </a:lnTo>
                  <a:lnTo>
                    <a:pt x="47270" y="50669"/>
                  </a:lnTo>
                  <a:lnTo>
                    <a:pt x="43638" y="54527"/>
                  </a:lnTo>
                  <a:lnTo>
                    <a:pt x="40131" y="58498"/>
                  </a:lnTo>
                  <a:lnTo>
                    <a:pt x="36751" y="62578"/>
                  </a:lnTo>
                  <a:lnTo>
                    <a:pt x="33502" y="66763"/>
                  </a:lnTo>
                  <a:lnTo>
                    <a:pt x="30387" y="71049"/>
                  </a:lnTo>
                  <a:lnTo>
                    <a:pt x="27409" y="75432"/>
                  </a:lnTo>
                  <a:lnTo>
                    <a:pt x="24573" y="79907"/>
                  </a:lnTo>
                  <a:lnTo>
                    <a:pt x="21879" y="84469"/>
                  </a:lnTo>
                  <a:lnTo>
                    <a:pt x="19331" y="89115"/>
                  </a:lnTo>
                  <a:lnTo>
                    <a:pt x="16932" y="93839"/>
                  </a:lnTo>
                  <a:lnTo>
                    <a:pt x="14683" y="98636"/>
                  </a:lnTo>
                  <a:lnTo>
                    <a:pt x="12588" y="103503"/>
                  </a:lnTo>
                  <a:lnTo>
                    <a:pt x="10648" y="108433"/>
                  </a:lnTo>
                  <a:lnTo>
                    <a:pt x="8865" y="113423"/>
                  </a:lnTo>
                  <a:lnTo>
                    <a:pt x="7242" y="118466"/>
                  </a:lnTo>
                  <a:lnTo>
                    <a:pt x="5779" y="123559"/>
                  </a:lnTo>
                  <a:lnTo>
                    <a:pt x="4478" y="128695"/>
                  </a:lnTo>
                  <a:lnTo>
                    <a:pt x="3340" y="133870"/>
                  </a:lnTo>
                  <a:lnTo>
                    <a:pt x="2367" y="139078"/>
                  </a:lnTo>
                  <a:lnTo>
                    <a:pt x="1560" y="144314"/>
                  </a:lnTo>
                  <a:lnTo>
                    <a:pt x="919" y="149574"/>
                  </a:lnTo>
                  <a:lnTo>
                    <a:pt x="445" y="154851"/>
                  </a:lnTo>
                  <a:lnTo>
                    <a:pt x="138" y="160140"/>
                  </a:lnTo>
                  <a:lnTo>
                    <a:pt x="0" y="165437"/>
                  </a:lnTo>
                  <a:lnTo>
                    <a:pt x="29" y="170735"/>
                  </a:lnTo>
                  <a:lnTo>
                    <a:pt x="226" y="176030"/>
                  </a:lnTo>
                  <a:lnTo>
                    <a:pt x="590" y="181316"/>
                  </a:lnTo>
                  <a:lnTo>
                    <a:pt x="1122" y="186587"/>
                  </a:lnTo>
                  <a:lnTo>
                    <a:pt x="1821" y="191839"/>
                  </a:lnTo>
                  <a:lnTo>
                    <a:pt x="2686" y="197067"/>
                  </a:lnTo>
                  <a:lnTo>
                    <a:pt x="3716" y="202264"/>
                  </a:lnTo>
                  <a:lnTo>
                    <a:pt x="4911" y="207426"/>
                  </a:lnTo>
                  <a:lnTo>
                    <a:pt x="6268" y="212547"/>
                  </a:lnTo>
                  <a:lnTo>
                    <a:pt x="7787" y="217623"/>
                  </a:lnTo>
                  <a:lnTo>
                    <a:pt x="9466" y="222649"/>
                  </a:lnTo>
                  <a:lnTo>
                    <a:pt x="11304" y="227618"/>
                  </a:lnTo>
                  <a:lnTo>
                    <a:pt x="13298" y="232527"/>
                  </a:lnTo>
                  <a:lnTo>
                    <a:pt x="15446" y="237370"/>
                  </a:lnTo>
                  <a:lnTo>
                    <a:pt x="17747" y="242143"/>
                  </a:lnTo>
                  <a:lnTo>
                    <a:pt x="20198" y="246840"/>
                  </a:lnTo>
                  <a:lnTo>
                    <a:pt x="22797" y="251457"/>
                  </a:lnTo>
                  <a:lnTo>
                    <a:pt x="25541" y="255990"/>
                  </a:lnTo>
                  <a:lnTo>
                    <a:pt x="28427" y="260433"/>
                  </a:lnTo>
                  <a:lnTo>
                    <a:pt x="31452" y="264783"/>
                  </a:lnTo>
                  <a:lnTo>
                    <a:pt x="34614" y="269035"/>
                  </a:lnTo>
                  <a:lnTo>
                    <a:pt x="37909" y="273184"/>
                  </a:lnTo>
                  <a:lnTo>
                    <a:pt x="41333" y="277227"/>
                  </a:lnTo>
                  <a:lnTo>
                    <a:pt x="44884" y="281159"/>
                  </a:lnTo>
                  <a:lnTo>
                    <a:pt x="48558" y="284976"/>
                  </a:lnTo>
                  <a:lnTo>
                    <a:pt x="52351" y="288676"/>
                  </a:lnTo>
                  <a:lnTo>
                    <a:pt x="56260" y="292253"/>
                  </a:lnTo>
                  <a:lnTo>
                    <a:pt x="60280" y="295705"/>
                  </a:lnTo>
                  <a:lnTo>
                    <a:pt x="64407" y="299027"/>
                  </a:lnTo>
                  <a:lnTo>
                    <a:pt x="68637" y="302217"/>
                  </a:lnTo>
                  <a:lnTo>
                    <a:pt x="72967" y="305272"/>
                  </a:lnTo>
                  <a:lnTo>
                    <a:pt x="77391" y="308187"/>
                  </a:lnTo>
                  <a:lnTo>
                    <a:pt x="81905" y="310961"/>
                  </a:lnTo>
                  <a:lnTo>
                    <a:pt x="86505" y="313591"/>
                  </a:lnTo>
                  <a:lnTo>
                    <a:pt x="91185" y="316073"/>
                  </a:lnTo>
                  <a:lnTo>
                    <a:pt x="95942" y="318406"/>
                  </a:lnTo>
                  <a:lnTo>
                    <a:pt x="100771" y="320587"/>
                  </a:lnTo>
                  <a:lnTo>
                    <a:pt x="105667" y="322614"/>
                  </a:lnTo>
                  <a:lnTo>
                    <a:pt x="110624" y="324485"/>
                  </a:lnTo>
                  <a:lnTo>
                    <a:pt x="115638" y="326197"/>
                  </a:lnTo>
                  <a:lnTo>
                    <a:pt x="120703" y="327750"/>
                  </a:lnTo>
                  <a:lnTo>
                    <a:pt x="125816" y="329142"/>
                  </a:lnTo>
                  <a:lnTo>
                    <a:pt x="130970" y="330370"/>
                  </a:lnTo>
                  <a:lnTo>
                    <a:pt x="136160" y="331435"/>
                  </a:lnTo>
                  <a:lnTo>
                    <a:pt x="141381" y="332335"/>
                  </a:lnTo>
                  <a:lnTo>
                    <a:pt x="146628" y="333069"/>
                  </a:lnTo>
                  <a:lnTo>
                    <a:pt x="151896" y="333636"/>
                  </a:lnTo>
                  <a:lnTo>
                    <a:pt x="157180" y="334036"/>
                  </a:lnTo>
                  <a:lnTo>
                    <a:pt x="162473" y="334269"/>
                  </a:lnTo>
                  <a:lnTo>
                    <a:pt x="167771" y="334333"/>
                  </a:lnTo>
                  <a:lnTo>
                    <a:pt x="173068" y="334230"/>
                  </a:lnTo>
                  <a:lnTo>
                    <a:pt x="178360" y="333959"/>
                  </a:lnTo>
                  <a:lnTo>
                    <a:pt x="183640" y="333520"/>
                  </a:lnTo>
                  <a:lnTo>
                    <a:pt x="188903" y="332914"/>
                  </a:lnTo>
                  <a:lnTo>
                    <a:pt x="194145" y="332142"/>
                  </a:lnTo>
                  <a:lnTo>
                    <a:pt x="199360" y="331204"/>
                  </a:lnTo>
                  <a:lnTo>
                    <a:pt x="204542" y="330101"/>
                  </a:lnTo>
                  <a:lnTo>
                    <a:pt x="209687" y="328834"/>
                  </a:lnTo>
                  <a:lnTo>
                    <a:pt x="214789" y="327405"/>
                  </a:lnTo>
                  <a:lnTo>
                    <a:pt x="219843" y="325815"/>
                  </a:lnTo>
                  <a:lnTo>
                    <a:pt x="224844" y="324066"/>
                  </a:lnTo>
                  <a:lnTo>
                    <a:pt x="229787" y="322159"/>
                  </a:lnTo>
                  <a:lnTo>
                    <a:pt x="234668" y="320096"/>
                  </a:lnTo>
                  <a:lnTo>
                    <a:pt x="239480" y="317880"/>
                  </a:lnTo>
                  <a:lnTo>
                    <a:pt x="244220" y="315512"/>
                  </a:lnTo>
                  <a:lnTo>
                    <a:pt x="248883" y="312996"/>
                  </a:lnTo>
                  <a:lnTo>
                    <a:pt x="253463" y="310332"/>
                  </a:lnTo>
                  <a:lnTo>
                    <a:pt x="257957" y="307525"/>
                  </a:lnTo>
                  <a:lnTo>
                    <a:pt x="262359" y="304577"/>
                  </a:lnTo>
                  <a:lnTo>
                    <a:pt x="266666" y="301491"/>
                  </a:lnTo>
                  <a:lnTo>
                    <a:pt x="270873" y="298270"/>
                  </a:lnTo>
                  <a:lnTo>
                    <a:pt x="274976" y="294918"/>
                  </a:lnTo>
                  <a:lnTo>
                    <a:pt x="278970" y="291437"/>
                  </a:lnTo>
                  <a:lnTo>
                    <a:pt x="282852" y="287831"/>
                  </a:lnTo>
                  <a:lnTo>
                    <a:pt x="286618" y="284104"/>
                  </a:lnTo>
                  <a:lnTo>
                    <a:pt x="290264" y="280259"/>
                  </a:lnTo>
                  <a:lnTo>
                    <a:pt x="293786" y="276301"/>
                  </a:lnTo>
                  <a:lnTo>
                    <a:pt x="297181" y="272233"/>
                  </a:lnTo>
                  <a:lnTo>
                    <a:pt x="300445" y="268060"/>
                  </a:lnTo>
                  <a:lnTo>
                    <a:pt x="303576" y="263785"/>
                  </a:lnTo>
                  <a:lnTo>
                    <a:pt x="306569" y="259414"/>
                  </a:lnTo>
                  <a:lnTo>
                    <a:pt x="309423" y="254949"/>
                  </a:lnTo>
                  <a:lnTo>
                    <a:pt x="312133" y="250397"/>
                  </a:lnTo>
                  <a:lnTo>
                    <a:pt x="314698" y="245760"/>
                  </a:lnTo>
                  <a:lnTo>
                    <a:pt x="317114" y="241045"/>
                  </a:lnTo>
                  <a:lnTo>
                    <a:pt x="319380" y="236256"/>
                  </a:lnTo>
                  <a:lnTo>
                    <a:pt x="321493" y="231397"/>
                  </a:lnTo>
                  <a:lnTo>
                    <a:pt x="323451" y="226474"/>
                  </a:lnTo>
                  <a:lnTo>
                    <a:pt x="325252" y="221491"/>
                  </a:lnTo>
                  <a:lnTo>
                    <a:pt x="326895" y="216454"/>
                  </a:lnTo>
                  <a:lnTo>
                    <a:pt x="328376" y="211367"/>
                  </a:lnTo>
                  <a:lnTo>
                    <a:pt x="329696" y="206235"/>
                  </a:lnTo>
                  <a:lnTo>
                    <a:pt x="330853" y="201065"/>
                  </a:lnTo>
                  <a:lnTo>
                    <a:pt x="331845" y="195860"/>
                  </a:lnTo>
                  <a:lnTo>
                    <a:pt x="332671" y="190626"/>
                  </a:lnTo>
                  <a:lnTo>
                    <a:pt x="333331" y="185369"/>
                  </a:lnTo>
                  <a:lnTo>
                    <a:pt x="333825" y="180094"/>
                  </a:lnTo>
                  <a:lnTo>
                    <a:pt x="334151" y="174806"/>
                  </a:lnTo>
                  <a:lnTo>
                    <a:pt x="334309" y="169510"/>
                  </a:lnTo>
                  <a:lnTo>
                    <a:pt x="334299" y="164211"/>
                  </a:lnTo>
                  <a:lnTo>
                    <a:pt x="334122" y="158916"/>
                  </a:lnTo>
                  <a:lnTo>
                    <a:pt x="333776" y="153629"/>
                  </a:lnTo>
                  <a:lnTo>
                    <a:pt x="333264" y="148355"/>
                  </a:lnTo>
                  <a:lnTo>
                    <a:pt x="332584" y="143101"/>
                  </a:lnTo>
                  <a:lnTo>
                    <a:pt x="331738" y="137870"/>
                  </a:lnTo>
                  <a:lnTo>
                    <a:pt x="330727" y="132669"/>
                  </a:lnTo>
                  <a:lnTo>
                    <a:pt x="329552" y="127503"/>
                  </a:lnTo>
                  <a:lnTo>
                    <a:pt x="328213" y="122377"/>
                  </a:lnTo>
                  <a:lnTo>
                    <a:pt x="326713" y="117295"/>
                  </a:lnTo>
                  <a:lnTo>
                    <a:pt x="325052" y="112264"/>
                  </a:lnTo>
                  <a:lnTo>
                    <a:pt x="323233" y="107288"/>
                  </a:lnTo>
                  <a:lnTo>
                    <a:pt x="321257" y="102371"/>
                  </a:lnTo>
                  <a:lnTo>
                    <a:pt x="319126" y="97520"/>
                  </a:lnTo>
                  <a:lnTo>
                    <a:pt x="316843" y="92739"/>
                  </a:lnTo>
                  <a:lnTo>
                    <a:pt x="314409" y="88033"/>
                  </a:lnTo>
                  <a:lnTo>
                    <a:pt x="311827" y="83406"/>
                  </a:lnTo>
                  <a:lnTo>
                    <a:pt x="309100" y="78864"/>
                  </a:lnTo>
                  <a:lnTo>
                    <a:pt x="306230" y="74410"/>
                  </a:lnTo>
                  <a:lnTo>
                    <a:pt x="303221" y="70049"/>
                  </a:lnTo>
                  <a:lnTo>
                    <a:pt x="300075" y="65786"/>
                  </a:lnTo>
                  <a:lnTo>
                    <a:pt x="296795" y="61625"/>
                  </a:lnTo>
                  <a:lnTo>
                    <a:pt x="293385" y="57569"/>
                  </a:lnTo>
                  <a:lnTo>
                    <a:pt x="289849" y="53624"/>
                  </a:lnTo>
                  <a:lnTo>
                    <a:pt x="286189" y="49793"/>
                  </a:lnTo>
                  <a:lnTo>
                    <a:pt x="282409" y="46080"/>
                  </a:lnTo>
                  <a:lnTo>
                    <a:pt x="278514" y="42488"/>
                  </a:lnTo>
                  <a:lnTo>
                    <a:pt x="274507" y="39022"/>
                  </a:lnTo>
                  <a:lnTo>
                    <a:pt x="270392" y="35684"/>
                  </a:lnTo>
                  <a:lnTo>
                    <a:pt x="266173" y="32479"/>
                  </a:lnTo>
                  <a:lnTo>
                    <a:pt x="261855" y="29408"/>
                  </a:lnTo>
                  <a:lnTo>
                    <a:pt x="257442" y="26477"/>
                  </a:lnTo>
                  <a:lnTo>
                    <a:pt x="252938" y="23686"/>
                  </a:lnTo>
                  <a:lnTo>
                    <a:pt x="248348" y="21040"/>
                  </a:lnTo>
                  <a:lnTo>
                    <a:pt x="243676" y="18540"/>
                  </a:lnTo>
                  <a:lnTo>
                    <a:pt x="238927" y="16190"/>
                  </a:lnTo>
                  <a:lnTo>
                    <a:pt x="234107" y="13991"/>
                  </a:lnTo>
                  <a:lnTo>
                    <a:pt x="229219" y="11946"/>
                  </a:lnTo>
                  <a:lnTo>
                    <a:pt x="224269" y="10058"/>
                  </a:lnTo>
                  <a:lnTo>
                    <a:pt x="219261" y="8327"/>
                  </a:lnTo>
                  <a:lnTo>
                    <a:pt x="214201" y="6755"/>
                  </a:lnTo>
                  <a:lnTo>
                    <a:pt x="209094" y="5345"/>
                  </a:lnTo>
                  <a:lnTo>
                    <a:pt x="203944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797344" y="5269756"/>
              <a:ext cx="167156" cy="181550"/>
            </a:xfrm>
            <a:custGeom>
              <a:avLst/>
              <a:pathLst>
                <a:path w="167156" h="181550">
                  <a:moveTo>
                    <a:pt x="167156" y="0"/>
                  </a:moveTo>
                  <a:lnTo>
                    <a:pt x="161726" y="88"/>
                  </a:lnTo>
                  <a:lnTo>
                    <a:pt x="156302" y="352"/>
                  </a:lnTo>
                  <a:lnTo>
                    <a:pt x="150889" y="793"/>
                  </a:lnTo>
                  <a:lnTo>
                    <a:pt x="145493" y="1409"/>
                  </a:lnTo>
                  <a:lnTo>
                    <a:pt x="140120" y="2200"/>
                  </a:lnTo>
                  <a:lnTo>
                    <a:pt x="134776" y="3166"/>
                  </a:lnTo>
                  <a:lnTo>
                    <a:pt x="129465" y="4304"/>
                  </a:lnTo>
                  <a:lnTo>
                    <a:pt x="124195" y="5614"/>
                  </a:lnTo>
                  <a:lnTo>
                    <a:pt x="118970" y="7095"/>
                  </a:lnTo>
                  <a:lnTo>
                    <a:pt x="113796" y="8745"/>
                  </a:lnTo>
                  <a:lnTo>
                    <a:pt x="108678" y="10562"/>
                  </a:lnTo>
                  <a:lnTo>
                    <a:pt x="103621" y="12544"/>
                  </a:lnTo>
                  <a:lnTo>
                    <a:pt x="98632" y="14689"/>
                  </a:lnTo>
                  <a:lnTo>
                    <a:pt x="93715" y="16996"/>
                  </a:lnTo>
                  <a:lnTo>
                    <a:pt x="88876" y="19461"/>
                  </a:lnTo>
                  <a:lnTo>
                    <a:pt x="84119" y="22081"/>
                  </a:lnTo>
                  <a:lnTo>
                    <a:pt x="79450" y="24855"/>
                  </a:lnTo>
                  <a:lnTo>
                    <a:pt x="74874" y="27779"/>
                  </a:lnTo>
                  <a:lnTo>
                    <a:pt x="70395" y="30850"/>
                  </a:lnTo>
                  <a:lnTo>
                    <a:pt x="66018" y="34066"/>
                  </a:lnTo>
                  <a:lnTo>
                    <a:pt x="61748" y="37421"/>
                  </a:lnTo>
                  <a:lnTo>
                    <a:pt x="57589" y="40914"/>
                  </a:lnTo>
                  <a:lnTo>
                    <a:pt x="53545" y="44539"/>
                  </a:lnTo>
                  <a:lnTo>
                    <a:pt x="49622" y="48295"/>
                  </a:lnTo>
                  <a:lnTo>
                    <a:pt x="45823" y="52175"/>
                  </a:lnTo>
                  <a:lnTo>
                    <a:pt x="42151" y="56177"/>
                  </a:lnTo>
                  <a:lnTo>
                    <a:pt x="38612" y="60296"/>
                  </a:lnTo>
                  <a:lnTo>
                    <a:pt x="35208" y="64528"/>
                  </a:lnTo>
                  <a:lnTo>
                    <a:pt x="31944" y="68869"/>
                  </a:lnTo>
                  <a:lnTo>
                    <a:pt x="28822" y="73313"/>
                  </a:lnTo>
                  <a:lnTo>
                    <a:pt x="25846" y="77856"/>
                  </a:lnTo>
                  <a:lnTo>
                    <a:pt x="23020" y="82493"/>
                  </a:lnTo>
                  <a:lnTo>
                    <a:pt x="20345" y="87220"/>
                  </a:lnTo>
                  <a:lnTo>
                    <a:pt x="17826" y="92031"/>
                  </a:lnTo>
                  <a:lnTo>
                    <a:pt x="15464" y="96921"/>
                  </a:lnTo>
                  <a:lnTo>
                    <a:pt x="13262" y="101886"/>
                  </a:lnTo>
                  <a:lnTo>
                    <a:pt x="11223" y="106919"/>
                  </a:lnTo>
                  <a:lnTo>
                    <a:pt x="9348" y="112016"/>
                  </a:lnTo>
                  <a:lnTo>
                    <a:pt x="7640" y="117171"/>
                  </a:lnTo>
                  <a:lnTo>
                    <a:pt x="6100" y="122379"/>
                  </a:lnTo>
                  <a:lnTo>
                    <a:pt x="4730" y="127635"/>
                  </a:lnTo>
                  <a:lnTo>
                    <a:pt x="3532" y="132932"/>
                  </a:lnTo>
                  <a:lnTo>
                    <a:pt x="2506" y="138265"/>
                  </a:lnTo>
                  <a:lnTo>
                    <a:pt x="1654" y="143628"/>
                  </a:lnTo>
                  <a:lnTo>
                    <a:pt x="977" y="149017"/>
                  </a:lnTo>
                  <a:lnTo>
                    <a:pt x="475" y="154425"/>
                  </a:lnTo>
                  <a:lnTo>
                    <a:pt x="149" y="159846"/>
                  </a:lnTo>
                  <a:lnTo>
                    <a:pt x="0" y="165275"/>
                  </a:lnTo>
                  <a:lnTo>
                    <a:pt x="26" y="170705"/>
                  </a:lnTo>
                  <a:lnTo>
                    <a:pt x="229" y="176132"/>
                  </a:lnTo>
                  <a:lnTo>
                    <a:pt x="609" y="18155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797953" y="5269756"/>
              <a:ext cx="333699" cy="334333"/>
            </a:xfrm>
            <a:custGeom>
              <a:avLst/>
              <a:pathLst>
                <a:path w="333699" h="334333">
                  <a:moveTo>
                    <a:pt x="0" y="181550"/>
                  </a:moveTo>
                  <a:lnTo>
                    <a:pt x="539" y="186819"/>
                  </a:lnTo>
                  <a:lnTo>
                    <a:pt x="1245" y="192069"/>
                  </a:lnTo>
                  <a:lnTo>
                    <a:pt x="2117" y="197293"/>
                  </a:lnTo>
                  <a:lnTo>
                    <a:pt x="3154" y="202487"/>
                  </a:lnTo>
                  <a:lnTo>
                    <a:pt x="4355" y="207646"/>
                  </a:lnTo>
                  <a:lnTo>
                    <a:pt x="5718" y="212764"/>
                  </a:lnTo>
                  <a:lnTo>
                    <a:pt x="7244" y="217837"/>
                  </a:lnTo>
                  <a:lnTo>
                    <a:pt x="8929" y="222858"/>
                  </a:lnTo>
                  <a:lnTo>
                    <a:pt x="10773" y="227824"/>
                  </a:lnTo>
                  <a:lnTo>
                    <a:pt x="12772" y="232729"/>
                  </a:lnTo>
                  <a:lnTo>
                    <a:pt x="14927" y="237567"/>
                  </a:lnTo>
                  <a:lnTo>
                    <a:pt x="17233" y="242336"/>
                  </a:lnTo>
                  <a:lnTo>
                    <a:pt x="19690" y="247028"/>
                  </a:lnTo>
                  <a:lnTo>
                    <a:pt x="22293" y="251641"/>
                  </a:lnTo>
                  <a:lnTo>
                    <a:pt x="25042" y="256169"/>
                  </a:lnTo>
                  <a:lnTo>
                    <a:pt x="27933" y="260607"/>
                  </a:lnTo>
                  <a:lnTo>
                    <a:pt x="30963" y="264952"/>
                  </a:lnTo>
                  <a:lnTo>
                    <a:pt x="34129" y="269198"/>
                  </a:lnTo>
                  <a:lnTo>
                    <a:pt x="37428" y="273342"/>
                  </a:lnTo>
                  <a:lnTo>
                    <a:pt x="40856" y="277379"/>
                  </a:lnTo>
                  <a:lnTo>
                    <a:pt x="44411" y="281306"/>
                  </a:lnTo>
                  <a:lnTo>
                    <a:pt x="48088" y="285118"/>
                  </a:lnTo>
                  <a:lnTo>
                    <a:pt x="51885" y="288812"/>
                  </a:lnTo>
                  <a:lnTo>
                    <a:pt x="55796" y="292383"/>
                  </a:lnTo>
                  <a:lnTo>
                    <a:pt x="59819" y="295829"/>
                  </a:lnTo>
                  <a:lnTo>
                    <a:pt x="63948" y="299146"/>
                  </a:lnTo>
                  <a:lnTo>
                    <a:pt x="68181" y="302330"/>
                  </a:lnTo>
                  <a:lnTo>
                    <a:pt x="72513" y="305379"/>
                  </a:lnTo>
                  <a:lnTo>
                    <a:pt x="76939" y="308288"/>
                  </a:lnTo>
                  <a:lnTo>
                    <a:pt x="81455" y="311057"/>
                  </a:lnTo>
                  <a:lnTo>
                    <a:pt x="86056" y="313680"/>
                  </a:lnTo>
                  <a:lnTo>
                    <a:pt x="90738" y="316157"/>
                  </a:lnTo>
                  <a:lnTo>
                    <a:pt x="95496" y="318484"/>
                  </a:lnTo>
                  <a:lnTo>
                    <a:pt x="100326" y="320659"/>
                  </a:lnTo>
                  <a:lnTo>
                    <a:pt x="105222" y="322680"/>
                  </a:lnTo>
                  <a:lnTo>
                    <a:pt x="110180" y="324544"/>
                  </a:lnTo>
                  <a:lnTo>
                    <a:pt x="115194" y="326251"/>
                  </a:lnTo>
                  <a:lnTo>
                    <a:pt x="120259" y="327798"/>
                  </a:lnTo>
                  <a:lnTo>
                    <a:pt x="125372" y="329184"/>
                  </a:lnTo>
                  <a:lnTo>
                    <a:pt x="130525" y="330407"/>
                  </a:lnTo>
                  <a:lnTo>
                    <a:pt x="135715" y="331466"/>
                  </a:lnTo>
                  <a:lnTo>
                    <a:pt x="140936" y="332361"/>
                  </a:lnTo>
                  <a:lnTo>
                    <a:pt x="146182" y="333089"/>
                  </a:lnTo>
                  <a:lnTo>
                    <a:pt x="151449" y="333651"/>
                  </a:lnTo>
                  <a:lnTo>
                    <a:pt x="156731" y="334046"/>
                  </a:lnTo>
                  <a:lnTo>
                    <a:pt x="162023" y="334273"/>
                  </a:lnTo>
                  <a:lnTo>
                    <a:pt x="167319" y="334333"/>
                  </a:lnTo>
                  <a:lnTo>
                    <a:pt x="172615" y="334224"/>
                  </a:lnTo>
                  <a:lnTo>
                    <a:pt x="177905" y="333948"/>
                  </a:lnTo>
                  <a:lnTo>
                    <a:pt x="183183" y="333505"/>
                  </a:lnTo>
                  <a:lnTo>
                    <a:pt x="188444" y="332894"/>
                  </a:lnTo>
                  <a:lnTo>
                    <a:pt x="193684" y="332117"/>
                  </a:lnTo>
                  <a:lnTo>
                    <a:pt x="198896" y="331175"/>
                  </a:lnTo>
                  <a:lnTo>
                    <a:pt x="204075" y="330067"/>
                  </a:lnTo>
                  <a:lnTo>
                    <a:pt x="209218" y="328797"/>
                  </a:lnTo>
                  <a:lnTo>
                    <a:pt x="214317" y="327364"/>
                  </a:lnTo>
                  <a:lnTo>
                    <a:pt x="219368" y="325770"/>
                  </a:lnTo>
                  <a:lnTo>
                    <a:pt x="224366" y="324017"/>
                  </a:lnTo>
                  <a:lnTo>
                    <a:pt x="229306" y="322106"/>
                  </a:lnTo>
                  <a:lnTo>
                    <a:pt x="234184" y="320040"/>
                  </a:lnTo>
                  <a:lnTo>
                    <a:pt x="238993" y="317821"/>
                  </a:lnTo>
                  <a:lnTo>
                    <a:pt x="243729" y="315450"/>
                  </a:lnTo>
                  <a:lnTo>
                    <a:pt x="248388" y="312930"/>
                  </a:lnTo>
                  <a:lnTo>
                    <a:pt x="252965" y="310264"/>
                  </a:lnTo>
                  <a:lnTo>
                    <a:pt x="257456" y="307455"/>
                  </a:lnTo>
                  <a:lnTo>
                    <a:pt x="261854" y="304504"/>
                  </a:lnTo>
                  <a:lnTo>
                    <a:pt x="266158" y="301416"/>
                  </a:lnTo>
                  <a:lnTo>
                    <a:pt x="270361" y="298192"/>
                  </a:lnTo>
                  <a:lnTo>
                    <a:pt x="274460" y="294838"/>
                  </a:lnTo>
                  <a:lnTo>
                    <a:pt x="278450" y="291355"/>
                  </a:lnTo>
                  <a:lnTo>
                    <a:pt x="282329" y="287747"/>
                  </a:lnTo>
                  <a:lnTo>
                    <a:pt x="286091" y="284019"/>
                  </a:lnTo>
                  <a:lnTo>
                    <a:pt x="289733" y="280173"/>
                  </a:lnTo>
                  <a:lnTo>
                    <a:pt x="293251" y="276213"/>
                  </a:lnTo>
                  <a:lnTo>
                    <a:pt x="296642" y="272144"/>
                  </a:lnTo>
                  <a:lnTo>
                    <a:pt x="299903" y="267970"/>
                  </a:lnTo>
                  <a:lnTo>
                    <a:pt x="303029" y="263695"/>
                  </a:lnTo>
                  <a:lnTo>
                    <a:pt x="306019" y="259322"/>
                  </a:lnTo>
                  <a:lnTo>
                    <a:pt x="308868" y="254857"/>
                  </a:lnTo>
                  <a:lnTo>
                    <a:pt x="311575" y="250304"/>
                  </a:lnTo>
                  <a:lnTo>
                    <a:pt x="314136" y="245668"/>
                  </a:lnTo>
                  <a:lnTo>
                    <a:pt x="316549" y="240953"/>
                  </a:lnTo>
                  <a:lnTo>
                    <a:pt x="318811" y="236163"/>
                  </a:lnTo>
                  <a:lnTo>
                    <a:pt x="320921" y="231305"/>
                  </a:lnTo>
                  <a:lnTo>
                    <a:pt x="322875" y="226382"/>
                  </a:lnTo>
                  <a:lnTo>
                    <a:pt x="324673" y="221400"/>
                  </a:lnTo>
                  <a:lnTo>
                    <a:pt x="326312" y="216363"/>
                  </a:lnTo>
                  <a:lnTo>
                    <a:pt x="327790" y="211276"/>
                  </a:lnTo>
                  <a:lnTo>
                    <a:pt x="329107" y="206146"/>
                  </a:lnTo>
                  <a:lnTo>
                    <a:pt x="330260" y="200976"/>
                  </a:lnTo>
                  <a:lnTo>
                    <a:pt x="331249" y="195773"/>
                  </a:lnTo>
                  <a:lnTo>
                    <a:pt x="332072" y="190540"/>
                  </a:lnTo>
                  <a:lnTo>
                    <a:pt x="332730" y="185285"/>
                  </a:lnTo>
                  <a:lnTo>
                    <a:pt x="333220" y="180011"/>
                  </a:lnTo>
                  <a:lnTo>
                    <a:pt x="333544" y="174724"/>
                  </a:lnTo>
                  <a:lnTo>
                    <a:pt x="333699" y="169429"/>
                  </a:lnTo>
                  <a:lnTo>
                    <a:pt x="333687" y="164132"/>
                  </a:lnTo>
                  <a:lnTo>
                    <a:pt x="333507" y="158839"/>
                  </a:lnTo>
                  <a:lnTo>
                    <a:pt x="333159" y="153553"/>
                  </a:lnTo>
                  <a:lnTo>
                    <a:pt x="332644" y="148282"/>
                  </a:lnTo>
                  <a:lnTo>
                    <a:pt x="331963" y="143029"/>
                  </a:lnTo>
                  <a:lnTo>
                    <a:pt x="331115" y="137801"/>
                  </a:lnTo>
                  <a:lnTo>
                    <a:pt x="330102" y="132602"/>
                  </a:lnTo>
                  <a:lnTo>
                    <a:pt x="328925" y="127437"/>
                  </a:lnTo>
                  <a:lnTo>
                    <a:pt x="327585" y="122313"/>
                  </a:lnTo>
                  <a:lnTo>
                    <a:pt x="326083" y="117234"/>
                  </a:lnTo>
                  <a:lnTo>
                    <a:pt x="324421" y="112204"/>
                  </a:lnTo>
                  <a:lnTo>
                    <a:pt x="322600" y="107230"/>
                  </a:lnTo>
                  <a:lnTo>
                    <a:pt x="320623" y="102316"/>
                  </a:lnTo>
                  <a:lnTo>
                    <a:pt x="318491" y="97468"/>
                  </a:lnTo>
                  <a:lnTo>
                    <a:pt x="316207" y="92689"/>
                  </a:lnTo>
                  <a:lnTo>
                    <a:pt x="313772" y="87985"/>
                  </a:lnTo>
                  <a:lnTo>
                    <a:pt x="311189" y="83360"/>
                  </a:lnTo>
                  <a:lnTo>
                    <a:pt x="308462" y="78820"/>
                  </a:lnTo>
                  <a:lnTo>
                    <a:pt x="305592" y="74368"/>
                  </a:lnTo>
                  <a:lnTo>
                    <a:pt x="302582" y="70010"/>
                  </a:lnTo>
                  <a:lnTo>
                    <a:pt x="299435" y="65749"/>
                  </a:lnTo>
                  <a:lnTo>
                    <a:pt x="296156" y="61590"/>
                  </a:lnTo>
                  <a:lnTo>
                    <a:pt x="292746" y="57536"/>
                  </a:lnTo>
                  <a:lnTo>
                    <a:pt x="289209" y="53593"/>
                  </a:lnTo>
                  <a:lnTo>
                    <a:pt x="285549" y="49764"/>
                  </a:lnTo>
                  <a:lnTo>
                    <a:pt x="281770" y="46053"/>
                  </a:lnTo>
                  <a:lnTo>
                    <a:pt x="277875" y="42463"/>
                  </a:lnTo>
                  <a:lnTo>
                    <a:pt x="273869" y="38999"/>
                  </a:lnTo>
                  <a:lnTo>
                    <a:pt x="269754" y="35663"/>
                  </a:lnTo>
                  <a:lnTo>
                    <a:pt x="265536" y="32460"/>
                  </a:lnTo>
                  <a:lnTo>
                    <a:pt x="261219" y="29391"/>
                  </a:lnTo>
                  <a:lnTo>
                    <a:pt x="256806" y="26461"/>
                  </a:lnTo>
                  <a:lnTo>
                    <a:pt x="252303" y="23672"/>
                  </a:lnTo>
                  <a:lnTo>
                    <a:pt x="247714" y="21027"/>
                  </a:lnTo>
                  <a:lnTo>
                    <a:pt x="243044" y="18529"/>
                  </a:lnTo>
                  <a:lnTo>
                    <a:pt x="238296" y="16180"/>
                  </a:lnTo>
                  <a:lnTo>
                    <a:pt x="233477" y="13983"/>
                  </a:lnTo>
                  <a:lnTo>
                    <a:pt x="228590" y="11939"/>
                  </a:lnTo>
                  <a:lnTo>
                    <a:pt x="223641" y="10052"/>
                  </a:lnTo>
                  <a:lnTo>
                    <a:pt x="218635" y="8322"/>
                  </a:lnTo>
                  <a:lnTo>
                    <a:pt x="213576" y="6751"/>
                  </a:lnTo>
                  <a:lnTo>
                    <a:pt x="208470" y="5342"/>
                  </a:lnTo>
                  <a:lnTo>
                    <a:pt x="203323" y="4095"/>
                  </a:lnTo>
                  <a:lnTo>
                    <a:pt x="198138" y="3012"/>
                  </a:lnTo>
                  <a:lnTo>
                    <a:pt x="192921" y="2093"/>
                  </a:lnTo>
                  <a:lnTo>
                    <a:pt x="187678" y="1340"/>
                  </a:lnTo>
                  <a:lnTo>
                    <a:pt x="182414" y="754"/>
                  </a:lnTo>
                  <a:lnTo>
                    <a:pt x="177134" y="335"/>
                  </a:lnTo>
                  <a:lnTo>
                    <a:pt x="171843" y="83"/>
                  </a:lnTo>
                  <a:lnTo>
                    <a:pt x="166547" y="0"/>
                  </a:lnTo>
                  <a:lnTo>
                    <a:pt x="1665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4542" y="5399291"/>
              <a:ext cx="31673" cy="167167"/>
            </a:xfrm>
            <a:custGeom>
              <a:avLst/>
              <a:pathLst>
                <a:path w="31673" h="167167">
                  <a:moveTo>
                    <a:pt x="31673" y="0"/>
                  </a:moveTo>
                  <a:lnTo>
                    <a:pt x="25301" y="121"/>
                  </a:lnTo>
                  <a:lnTo>
                    <a:pt x="18939" y="485"/>
                  </a:lnTo>
                  <a:lnTo>
                    <a:pt x="12595" y="1092"/>
                  </a:lnTo>
                  <a:lnTo>
                    <a:pt x="6279" y="1940"/>
                  </a:lnTo>
                  <a:lnTo>
                    <a:pt x="0" y="3027"/>
                  </a:lnTo>
                  <a:lnTo>
                    <a:pt x="3167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4542" y="5402319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4542" y="5402319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54542" y="5402319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54542" y="5402319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54542" y="5402319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4542" y="5402319"/>
              <a:ext cx="31673" cy="164139"/>
            </a:xfrm>
            <a:custGeom>
              <a:avLst/>
              <a:pathLst>
                <a:path w="31673" h="164139">
                  <a:moveTo>
                    <a:pt x="0" y="0"/>
                  </a:moveTo>
                  <a:lnTo>
                    <a:pt x="31673" y="1641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319056" y="5401269"/>
              <a:ext cx="334325" cy="332342"/>
            </a:xfrm>
            <a:custGeom>
              <a:avLst/>
              <a:pathLst>
                <a:path w="334325" h="332342">
                  <a:moveTo>
                    <a:pt x="135486" y="1050"/>
                  </a:moveTo>
                  <a:lnTo>
                    <a:pt x="130318" y="2132"/>
                  </a:lnTo>
                  <a:lnTo>
                    <a:pt x="125186" y="3377"/>
                  </a:lnTo>
                  <a:lnTo>
                    <a:pt x="120097" y="4784"/>
                  </a:lnTo>
                  <a:lnTo>
                    <a:pt x="115054" y="6350"/>
                  </a:lnTo>
                  <a:lnTo>
                    <a:pt x="110063" y="8075"/>
                  </a:lnTo>
                  <a:lnTo>
                    <a:pt x="105130" y="9956"/>
                  </a:lnTo>
                  <a:lnTo>
                    <a:pt x="100258" y="11993"/>
                  </a:lnTo>
                  <a:lnTo>
                    <a:pt x="95453" y="14182"/>
                  </a:lnTo>
                  <a:lnTo>
                    <a:pt x="90719" y="16522"/>
                  </a:lnTo>
                  <a:lnTo>
                    <a:pt x="86062" y="19011"/>
                  </a:lnTo>
                  <a:lnTo>
                    <a:pt x="81486" y="21645"/>
                  </a:lnTo>
                  <a:lnTo>
                    <a:pt x="76995" y="24422"/>
                  </a:lnTo>
                  <a:lnTo>
                    <a:pt x="72594" y="27340"/>
                  </a:lnTo>
                  <a:lnTo>
                    <a:pt x="68288" y="30396"/>
                  </a:lnTo>
                  <a:lnTo>
                    <a:pt x="64080" y="33586"/>
                  </a:lnTo>
                  <a:lnTo>
                    <a:pt x="59975" y="36907"/>
                  </a:lnTo>
                  <a:lnTo>
                    <a:pt x="55977" y="40356"/>
                  </a:lnTo>
                  <a:lnTo>
                    <a:pt x="52089" y="43930"/>
                  </a:lnTo>
                  <a:lnTo>
                    <a:pt x="48317" y="47624"/>
                  </a:lnTo>
                  <a:lnTo>
                    <a:pt x="44663" y="51436"/>
                  </a:lnTo>
                  <a:lnTo>
                    <a:pt x="41132" y="55362"/>
                  </a:lnTo>
                  <a:lnTo>
                    <a:pt x="37726" y="59397"/>
                  </a:lnTo>
                  <a:lnTo>
                    <a:pt x="34449" y="63538"/>
                  </a:lnTo>
                  <a:lnTo>
                    <a:pt x="31305" y="67780"/>
                  </a:lnTo>
                  <a:lnTo>
                    <a:pt x="28296" y="72119"/>
                  </a:lnTo>
                  <a:lnTo>
                    <a:pt x="25426" y="76551"/>
                  </a:lnTo>
                  <a:lnTo>
                    <a:pt x="22697" y="81072"/>
                  </a:lnTo>
                  <a:lnTo>
                    <a:pt x="20113" y="85676"/>
                  </a:lnTo>
                  <a:lnTo>
                    <a:pt x="17675" y="90360"/>
                  </a:lnTo>
                  <a:lnTo>
                    <a:pt x="15386" y="95119"/>
                  </a:lnTo>
                  <a:lnTo>
                    <a:pt x="13249" y="99947"/>
                  </a:lnTo>
                  <a:lnTo>
                    <a:pt x="11265" y="104841"/>
                  </a:lnTo>
                  <a:lnTo>
                    <a:pt x="9437" y="109794"/>
                  </a:lnTo>
                  <a:lnTo>
                    <a:pt x="7766" y="114803"/>
                  </a:lnTo>
                  <a:lnTo>
                    <a:pt x="6254" y="119863"/>
                  </a:lnTo>
                  <a:lnTo>
                    <a:pt x="4903" y="124967"/>
                  </a:lnTo>
                  <a:lnTo>
                    <a:pt x="3713" y="130112"/>
                  </a:lnTo>
                  <a:lnTo>
                    <a:pt x="2687" y="135291"/>
                  </a:lnTo>
                  <a:lnTo>
                    <a:pt x="1825" y="140501"/>
                  </a:lnTo>
                  <a:lnTo>
                    <a:pt x="1128" y="145735"/>
                  </a:lnTo>
                  <a:lnTo>
                    <a:pt x="596" y="150988"/>
                  </a:lnTo>
                  <a:lnTo>
                    <a:pt x="230" y="156256"/>
                  </a:lnTo>
                  <a:lnTo>
                    <a:pt x="32" y="161533"/>
                  </a:lnTo>
                  <a:lnTo>
                    <a:pt x="0" y="166813"/>
                  </a:lnTo>
                  <a:lnTo>
                    <a:pt x="134" y="172091"/>
                  </a:lnTo>
                  <a:lnTo>
                    <a:pt x="435" y="177363"/>
                  </a:lnTo>
                  <a:lnTo>
                    <a:pt x="903" y="182623"/>
                  </a:lnTo>
                  <a:lnTo>
                    <a:pt x="1537" y="187865"/>
                  </a:lnTo>
                  <a:lnTo>
                    <a:pt x="2335" y="193084"/>
                  </a:lnTo>
                  <a:lnTo>
                    <a:pt x="3299" y="198276"/>
                  </a:lnTo>
                  <a:lnTo>
                    <a:pt x="4425" y="203435"/>
                  </a:lnTo>
                  <a:lnTo>
                    <a:pt x="5714" y="208555"/>
                  </a:lnTo>
                  <a:lnTo>
                    <a:pt x="7165" y="213633"/>
                  </a:lnTo>
                  <a:lnTo>
                    <a:pt x="8774" y="218662"/>
                  </a:lnTo>
                  <a:lnTo>
                    <a:pt x="10542" y="223637"/>
                  </a:lnTo>
                  <a:lnTo>
                    <a:pt x="12466" y="228554"/>
                  </a:lnTo>
                  <a:lnTo>
                    <a:pt x="14545" y="233408"/>
                  </a:lnTo>
                  <a:lnTo>
                    <a:pt x="16775" y="238194"/>
                  </a:lnTo>
                  <a:lnTo>
                    <a:pt x="19156" y="242908"/>
                  </a:lnTo>
                  <a:lnTo>
                    <a:pt x="21685" y="247543"/>
                  </a:lnTo>
                  <a:lnTo>
                    <a:pt x="24358" y="252097"/>
                  </a:lnTo>
                  <a:lnTo>
                    <a:pt x="27174" y="256563"/>
                  </a:lnTo>
                  <a:lnTo>
                    <a:pt x="30130" y="260939"/>
                  </a:lnTo>
                  <a:lnTo>
                    <a:pt x="33222" y="265219"/>
                  </a:lnTo>
                  <a:lnTo>
                    <a:pt x="36448" y="269399"/>
                  </a:lnTo>
                  <a:lnTo>
                    <a:pt x="39805" y="273475"/>
                  </a:lnTo>
                  <a:lnTo>
                    <a:pt x="43288" y="277444"/>
                  </a:lnTo>
                  <a:lnTo>
                    <a:pt x="46895" y="281300"/>
                  </a:lnTo>
                  <a:lnTo>
                    <a:pt x="50623" y="285040"/>
                  </a:lnTo>
                  <a:lnTo>
                    <a:pt x="54466" y="288661"/>
                  </a:lnTo>
                  <a:lnTo>
                    <a:pt x="58422" y="292159"/>
                  </a:lnTo>
                  <a:lnTo>
                    <a:pt x="62486" y="295530"/>
                  </a:lnTo>
                  <a:lnTo>
                    <a:pt x="66655" y="298770"/>
                  </a:lnTo>
                  <a:lnTo>
                    <a:pt x="70924" y="301878"/>
                  </a:lnTo>
                  <a:lnTo>
                    <a:pt x="75289" y="304849"/>
                  </a:lnTo>
                  <a:lnTo>
                    <a:pt x="79746" y="307681"/>
                  </a:lnTo>
                  <a:lnTo>
                    <a:pt x="84290" y="310371"/>
                  </a:lnTo>
                  <a:lnTo>
                    <a:pt x="88916" y="312916"/>
                  </a:lnTo>
                  <a:lnTo>
                    <a:pt x="93621" y="315313"/>
                  </a:lnTo>
                  <a:lnTo>
                    <a:pt x="98399" y="317561"/>
                  </a:lnTo>
                  <a:lnTo>
                    <a:pt x="103246" y="319656"/>
                  </a:lnTo>
                  <a:lnTo>
                    <a:pt x="108156" y="321598"/>
                  </a:lnTo>
                  <a:lnTo>
                    <a:pt x="113125" y="323383"/>
                  </a:lnTo>
                  <a:lnTo>
                    <a:pt x="118148" y="325011"/>
                  </a:lnTo>
                  <a:lnTo>
                    <a:pt x="123221" y="326479"/>
                  </a:lnTo>
                  <a:lnTo>
                    <a:pt x="128337" y="327786"/>
                  </a:lnTo>
                  <a:lnTo>
                    <a:pt x="133491" y="328931"/>
                  </a:lnTo>
                  <a:lnTo>
                    <a:pt x="138679" y="329913"/>
                  </a:lnTo>
                  <a:lnTo>
                    <a:pt x="143896" y="330730"/>
                  </a:lnTo>
                  <a:lnTo>
                    <a:pt x="149136" y="331383"/>
                  </a:lnTo>
                  <a:lnTo>
                    <a:pt x="154394" y="331869"/>
                  </a:lnTo>
                  <a:lnTo>
                    <a:pt x="159665" y="332189"/>
                  </a:lnTo>
                  <a:lnTo>
                    <a:pt x="164943" y="332342"/>
                  </a:lnTo>
                  <a:lnTo>
                    <a:pt x="170223" y="332329"/>
                  </a:lnTo>
                  <a:lnTo>
                    <a:pt x="175500" y="332149"/>
                  </a:lnTo>
                  <a:lnTo>
                    <a:pt x="180769" y="331802"/>
                  </a:lnTo>
                  <a:lnTo>
                    <a:pt x="186024" y="331289"/>
                  </a:lnTo>
                  <a:lnTo>
                    <a:pt x="191261" y="330610"/>
                  </a:lnTo>
                  <a:lnTo>
                    <a:pt x="196473" y="329767"/>
                  </a:lnTo>
                  <a:lnTo>
                    <a:pt x="201657" y="328759"/>
                  </a:lnTo>
                  <a:lnTo>
                    <a:pt x="206805" y="327588"/>
                  </a:lnTo>
                  <a:lnTo>
                    <a:pt x="211915" y="326254"/>
                  </a:lnTo>
                  <a:lnTo>
                    <a:pt x="216979" y="324761"/>
                  </a:lnTo>
                  <a:lnTo>
                    <a:pt x="221994" y="323107"/>
                  </a:lnTo>
                  <a:lnTo>
                    <a:pt x="226954" y="321297"/>
                  </a:lnTo>
                  <a:lnTo>
                    <a:pt x="231855" y="319330"/>
                  </a:lnTo>
                  <a:lnTo>
                    <a:pt x="236691" y="317210"/>
                  </a:lnTo>
                  <a:lnTo>
                    <a:pt x="241457" y="314938"/>
                  </a:lnTo>
                  <a:lnTo>
                    <a:pt x="246150" y="312517"/>
                  </a:lnTo>
                  <a:lnTo>
                    <a:pt x="250763" y="309949"/>
                  </a:lnTo>
                  <a:lnTo>
                    <a:pt x="255294" y="307236"/>
                  </a:lnTo>
                  <a:lnTo>
                    <a:pt x="259736" y="304382"/>
                  </a:lnTo>
                  <a:lnTo>
                    <a:pt x="264086" y="301388"/>
                  </a:lnTo>
                  <a:lnTo>
                    <a:pt x="268339" y="298259"/>
                  </a:lnTo>
                  <a:lnTo>
                    <a:pt x="272491" y="294997"/>
                  </a:lnTo>
                  <a:lnTo>
                    <a:pt x="276539" y="291606"/>
                  </a:lnTo>
                  <a:lnTo>
                    <a:pt x="280477" y="288088"/>
                  </a:lnTo>
                  <a:lnTo>
                    <a:pt x="284302" y="284448"/>
                  </a:lnTo>
                  <a:lnTo>
                    <a:pt x="288010" y="280689"/>
                  </a:lnTo>
                  <a:lnTo>
                    <a:pt x="291597" y="276814"/>
                  </a:lnTo>
                  <a:lnTo>
                    <a:pt x="295061" y="272828"/>
                  </a:lnTo>
                  <a:lnTo>
                    <a:pt x="298396" y="268735"/>
                  </a:lnTo>
                  <a:lnTo>
                    <a:pt x="301601" y="264539"/>
                  </a:lnTo>
                  <a:lnTo>
                    <a:pt x="304672" y="260243"/>
                  </a:lnTo>
                  <a:lnTo>
                    <a:pt x="307605" y="255853"/>
                  </a:lnTo>
                  <a:lnTo>
                    <a:pt x="310399" y="251372"/>
                  </a:lnTo>
                  <a:lnTo>
                    <a:pt x="313049" y="246805"/>
                  </a:lnTo>
                  <a:lnTo>
                    <a:pt x="315554" y="242156"/>
                  </a:lnTo>
                  <a:lnTo>
                    <a:pt x="317911" y="237431"/>
                  </a:lnTo>
                  <a:lnTo>
                    <a:pt x="320117" y="232634"/>
                  </a:lnTo>
                  <a:lnTo>
                    <a:pt x="322171" y="227769"/>
                  </a:lnTo>
                  <a:lnTo>
                    <a:pt x="324070" y="222842"/>
                  </a:lnTo>
                  <a:lnTo>
                    <a:pt x="325813" y="217858"/>
                  </a:lnTo>
                  <a:lnTo>
                    <a:pt x="327397" y="212821"/>
                  </a:lnTo>
                  <a:lnTo>
                    <a:pt x="328821" y="207736"/>
                  </a:lnTo>
                  <a:lnTo>
                    <a:pt x="330085" y="202609"/>
                  </a:lnTo>
                  <a:lnTo>
                    <a:pt x="331185" y="197445"/>
                  </a:lnTo>
                  <a:lnTo>
                    <a:pt x="332122" y="192248"/>
                  </a:lnTo>
                  <a:lnTo>
                    <a:pt x="332894" y="187025"/>
                  </a:lnTo>
                  <a:lnTo>
                    <a:pt x="333501" y="181780"/>
                  </a:lnTo>
                  <a:lnTo>
                    <a:pt x="333942" y="176518"/>
                  </a:lnTo>
                  <a:lnTo>
                    <a:pt x="334217" y="171245"/>
                  </a:lnTo>
                  <a:lnTo>
                    <a:pt x="334325" y="165965"/>
                  </a:lnTo>
                  <a:lnTo>
                    <a:pt x="334266" y="160685"/>
                  </a:lnTo>
                  <a:lnTo>
                    <a:pt x="334040" y="155410"/>
                  </a:lnTo>
                  <a:lnTo>
                    <a:pt x="333648" y="150144"/>
                  </a:lnTo>
                  <a:lnTo>
                    <a:pt x="333090" y="144893"/>
                  </a:lnTo>
                  <a:lnTo>
                    <a:pt x="332366" y="139663"/>
                  </a:lnTo>
                  <a:lnTo>
                    <a:pt x="331477" y="134458"/>
                  </a:lnTo>
                  <a:lnTo>
                    <a:pt x="330425" y="129284"/>
                  </a:lnTo>
                  <a:lnTo>
                    <a:pt x="329209" y="124145"/>
                  </a:lnTo>
                  <a:lnTo>
                    <a:pt x="327832" y="119047"/>
                  </a:lnTo>
                  <a:lnTo>
                    <a:pt x="326295" y="113996"/>
                  </a:lnTo>
                  <a:lnTo>
                    <a:pt x="324599" y="108995"/>
                  </a:lnTo>
                  <a:lnTo>
                    <a:pt x="322745" y="104051"/>
                  </a:lnTo>
                  <a:lnTo>
                    <a:pt x="320737" y="99168"/>
                  </a:lnTo>
                  <a:lnTo>
                    <a:pt x="318575" y="94350"/>
                  </a:lnTo>
                  <a:lnTo>
                    <a:pt x="316262" y="89603"/>
                  </a:lnTo>
                  <a:lnTo>
                    <a:pt x="313800" y="84932"/>
                  </a:lnTo>
                  <a:lnTo>
                    <a:pt x="311192" y="80341"/>
                  </a:lnTo>
                  <a:lnTo>
                    <a:pt x="308441" y="75834"/>
                  </a:lnTo>
                  <a:lnTo>
                    <a:pt x="305548" y="71416"/>
                  </a:lnTo>
                  <a:lnTo>
                    <a:pt x="302518" y="67092"/>
                  </a:lnTo>
                  <a:lnTo>
                    <a:pt x="299352" y="62866"/>
                  </a:lnTo>
                  <a:lnTo>
                    <a:pt x="296054" y="58742"/>
                  </a:lnTo>
                  <a:lnTo>
                    <a:pt x="292628" y="54725"/>
                  </a:lnTo>
                  <a:lnTo>
                    <a:pt x="289077" y="50817"/>
                  </a:lnTo>
                  <a:lnTo>
                    <a:pt x="285403" y="47023"/>
                  </a:lnTo>
                  <a:lnTo>
                    <a:pt x="281612" y="43348"/>
                  </a:lnTo>
                  <a:lnTo>
                    <a:pt x="277707" y="39794"/>
                  </a:lnTo>
                  <a:lnTo>
                    <a:pt x="273692" y="36365"/>
                  </a:lnTo>
                  <a:lnTo>
                    <a:pt x="269570" y="33065"/>
                  </a:lnTo>
                  <a:lnTo>
                    <a:pt x="265346" y="29896"/>
                  </a:lnTo>
                  <a:lnTo>
                    <a:pt x="261024" y="26863"/>
                  </a:lnTo>
                  <a:lnTo>
                    <a:pt x="256608" y="23967"/>
                  </a:lnTo>
                  <a:lnTo>
                    <a:pt x="252103" y="21212"/>
                  </a:lnTo>
                  <a:lnTo>
                    <a:pt x="247514" y="18601"/>
                  </a:lnTo>
                  <a:lnTo>
                    <a:pt x="242844" y="16137"/>
                  </a:lnTo>
                  <a:lnTo>
                    <a:pt x="238099" y="13821"/>
                  </a:lnTo>
                  <a:lnTo>
                    <a:pt x="233283" y="11656"/>
                  </a:lnTo>
                  <a:lnTo>
                    <a:pt x="228401" y="9644"/>
                  </a:lnTo>
                  <a:lnTo>
                    <a:pt x="223457" y="7787"/>
                  </a:lnTo>
                  <a:lnTo>
                    <a:pt x="218458" y="6088"/>
                  </a:lnTo>
                  <a:lnTo>
                    <a:pt x="213408" y="4547"/>
                  </a:lnTo>
                  <a:lnTo>
                    <a:pt x="208311" y="3166"/>
                  </a:lnTo>
                  <a:lnTo>
                    <a:pt x="203173" y="1948"/>
                  </a:lnTo>
                  <a:lnTo>
                    <a:pt x="198000" y="892"/>
                  </a:lnTo>
                  <a:lnTo>
                    <a:pt x="192795" y="0"/>
                  </a:lnTo>
                  <a:lnTo>
                    <a:pt x="167159" y="1651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25636" cy="167167"/>
            </a:xfrm>
            <a:custGeom>
              <a:avLst/>
              <a:pathLst>
                <a:path w="25636" h="167167">
                  <a:moveTo>
                    <a:pt x="25636" y="1977"/>
                  </a:moveTo>
                  <a:lnTo>
                    <a:pt x="17128" y="879"/>
                  </a:lnTo>
                  <a:lnTo>
                    <a:pt x="857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56380" y="5399291"/>
              <a:ext cx="167163" cy="261468"/>
            </a:xfrm>
            <a:custGeom>
              <a:avLst/>
              <a:pathLst>
                <a:path w="167163" h="261468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2" y="765"/>
                  </a:lnTo>
                  <a:lnTo>
                    <a:pt x="145881" y="1360"/>
                  </a:lnTo>
                  <a:lnTo>
                    <a:pt x="140601" y="2123"/>
                  </a:lnTo>
                  <a:lnTo>
                    <a:pt x="135348" y="3055"/>
                  </a:lnTo>
                  <a:lnTo>
                    <a:pt x="130128" y="4154"/>
                  </a:lnTo>
                  <a:lnTo>
                    <a:pt x="124945" y="5418"/>
                  </a:lnTo>
                  <a:lnTo>
                    <a:pt x="119805" y="6848"/>
                  </a:lnTo>
                  <a:lnTo>
                    <a:pt x="114714" y="8441"/>
                  </a:lnTo>
                  <a:lnTo>
                    <a:pt x="109676" y="10195"/>
                  </a:lnTo>
                  <a:lnTo>
                    <a:pt x="104696" y="12109"/>
                  </a:lnTo>
                  <a:lnTo>
                    <a:pt x="99781" y="14181"/>
                  </a:lnTo>
                  <a:lnTo>
                    <a:pt x="94933" y="16409"/>
                  </a:lnTo>
                  <a:lnTo>
                    <a:pt x="90160" y="18791"/>
                  </a:lnTo>
                  <a:lnTo>
                    <a:pt x="85464" y="21323"/>
                  </a:lnTo>
                  <a:lnTo>
                    <a:pt x="80852" y="24005"/>
                  </a:lnTo>
                  <a:lnTo>
                    <a:pt x="76328" y="26832"/>
                  </a:lnTo>
                  <a:lnTo>
                    <a:pt x="71896" y="29801"/>
                  </a:lnTo>
                  <a:lnTo>
                    <a:pt x="67562" y="32911"/>
                  </a:lnTo>
                  <a:lnTo>
                    <a:pt x="63329" y="36158"/>
                  </a:lnTo>
                  <a:lnTo>
                    <a:pt x="59201" y="39538"/>
                  </a:lnTo>
                  <a:lnTo>
                    <a:pt x="55184" y="43048"/>
                  </a:lnTo>
                  <a:lnTo>
                    <a:pt x="51280" y="46684"/>
                  </a:lnTo>
                  <a:lnTo>
                    <a:pt x="47495" y="50443"/>
                  </a:lnTo>
                  <a:lnTo>
                    <a:pt x="43831" y="54321"/>
                  </a:lnTo>
                  <a:lnTo>
                    <a:pt x="40293" y="58314"/>
                  </a:lnTo>
                  <a:lnTo>
                    <a:pt x="36885" y="62417"/>
                  </a:lnTo>
                  <a:lnTo>
                    <a:pt x="33608" y="66628"/>
                  </a:lnTo>
                  <a:lnTo>
                    <a:pt x="30468" y="70940"/>
                  </a:lnTo>
                  <a:lnTo>
                    <a:pt x="27468" y="75351"/>
                  </a:lnTo>
                  <a:lnTo>
                    <a:pt x="24609" y="79855"/>
                  </a:lnTo>
                  <a:lnTo>
                    <a:pt x="21896" y="84448"/>
                  </a:lnTo>
                  <a:lnTo>
                    <a:pt x="19330" y="89126"/>
                  </a:lnTo>
                  <a:lnTo>
                    <a:pt x="16915" y="93883"/>
                  </a:lnTo>
                  <a:lnTo>
                    <a:pt x="14653" y="98714"/>
                  </a:lnTo>
                  <a:lnTo>
                    <a:pt x="12547" y="103615"/>
                  </a:lnTo>
                  <a:lnTo>
                    <a:pt x="10598" y="108581"/>
                  </a:lnTo>
                  <a:lnTo>
                    <a:pt x="8808" y="113607"/>
                  </a:lnTo>
                  <a:lnTo>
                    <a:pt x="7180" y="118687"/>
                  </a:lnTo>
                  <a:lnTo>
                    <a:pt x="5714" y="123817"/>
                  </a:lnTo>
                  <a:lnTo>
                    <a:pt x="4413" y="128990"/>
                  </a:lnTo>
                  <a:lnTo>
                    <a:pt x="3278" y="134203"/>
                  </a:lnTo>
                  <a:lnTo>
                    <a:pt x="2309" y="139449"/>
                  </a:lnTo>
                  <a:lnTo>
                    <a:pt x="1509" y="144723"/>
                  </a:lnTo>
                  <a:lnTo>
                    <a:pt x="877" y="150021"/>
                  </a:lnTo>
                  <a:lnTo>
                    <a:pt x="415" y="155335"/>
                  </a:lnTo>
                  <a:lnTo>
                    <a:pt x="122" y="160662"/>
                  </a:lnTo>
                  <a:lnTo>
                    <a:pt x="0" y="165995"/>
                  </a:lnTo>
                  <a:lnTo>
                    <a:pt x="47" y="171330"/>
                  </a:lnTo>
                  <a:lnTo>
                    <a:pt x="265" y="176660"/>
                  </a:lnTo>
                  <a:lnTo>
                    <a:pt x="653" y="181981"/>
                  </a:lnTo>
                  <a:lnTo>
                    <a:pt x="1211" y="187286"/>
                  </a:lnTo>
                  <a:lnTo>
                    <a:pt x="1937" y="192572"/>
                  </a:lnTo>
                  <a:lnTo>
                    <a:pt x="2832" y="197831"/>
                  </a:lnTo>
                  <a:lnTo>
                    <a:pt x="3894" y="203059"/>
                  </a:lnTo>
                  <a:lnTo>
                    <a:pt x="5122" y="208250"/>
                  </a:lnTo>
                  <a:lnTo>
                    <a:pt x="6516" y="213400"/>
                  </a:lnTo>
                  <a:lnTo>
                    <a:pt x="8073" y="218502"/>
                  </a:lnTo>
                  <a:lnTo>
                    <a:pt x="9792" y="223552"/>
                  </a:lnTo>
                  <a:lnTo>
                    <a:pt x="11671" y="228545"/>
                  </a:lnTo>
                  <a:lnTo>
                    <a:pt x="13709" y="233475"/>
                  </a:lnTo>
                  <a:lnTo>
                    <a:pt x="15903" y="238338"/>
                  </a:lnTo>
                  <a:lnTo>
                    <a:pt x="18251" y="243128"/>
                  </a:lnTo>
                  <a:lnTo>
                    <a:pt x="20750" y="247841"/>
                  </a:lnTo>
                  <a:lnTo>
                    <a:pt x="23399" y="252472"/>
                  </a:lnTo>
                  <a:lnTo>
                    <a:pt x="26194" y="257016"/>
                  </a:lnTo>
                  <a:lnTo>
                    <a:pt x="29133" y="261468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85514" y="5566459"/>
              <a:ext cx="138029" cy="162444"/>
            </a:xfrm>
            <a:custGeom>
              <a:avLst/>
              <a:pathLst>
                <a:path w="138029" h="162444">
                  <a:moveTo>
                    <a:pt x="0" y="94301"/>
                  </a:moveTo>
                  <a:lnTo>
                    <a:pt x="3218" y="98848"/>
                  </a:lnTo>
                  <a:lnTo>
                    <a:pt x="6587" y="103284"/>
                  </a:lnTo>
                  <a:lnTo>
                    <a:pt x="10101" y="107607"/>
                  </a:lnTo>
                  <a:lnTo>
                    <a:pt x="13757" y="111809"/>
                  </a:lnTo>
                  <a:lnTo>
                    <a:pt x="17552" y="115888"/>
                  </a:lnTo>
                  <a:lnTo>
                    <a:pt x="21480" y="119838"/>
                  </a:lnTo>
                  <a:lnTo>
                    <a:pt x="25538" y="123655"/>
                  </a:lnTo>
                  <a:lnTo>
                    <a:pt x="29720" y="127334"/>
                  </a:lnTo>
                  <a:lnTo>
                    <a:pt x="34023" y="130872"/>
                  </a:lnTo>
                  <a:lnTo>
                    <a:pt x="38441" y="134265"/>
                  </a:lnTo>
                  <a:lnTo>
                    <a:pt x="42970" y="137509"/>
                  </a:lnTo>
                  <a:lnTo>
                    <a:pt x="47605" y="140600"/>
                  </a:lnTo>
                  <a:lnTo>
                    <a:pt x="52340" y="143534"/>
                  </a:lnTo>
                  <a:lnTo>
                    <a:pt x="57170" y="146310"/>
                  </a:lnTo>
                  <a:lnTo>
                    <a:pt x="62090" y="148923"/>
                  </a:lnTo>
                  <a:lnTo>
                    <a:pt x="67094" y="151370"/>
                  </a:lnTo>
                  <a:lnTo>
                    <a:pt x="72177" y="153650"/>
                  </a:lnTo>
                  <a:lnTo>
                    <a:pt x="77333" y="155759"/>
                  </a:lnTo>
                  <a:lnTo>
                    <a:pt x="82556" y="157695"/>
                  </a:lnTo>
                  <a:lnTo>
                    <a:pt x="87841" y="159455"/>
                  </a:lnTo>
                  <a:lnTo>
                    <a:pt x="93182" y="161039"/>
                  </a:lnTo>
                  <a:lnTo>
                    <a:pt x="98573" y="162444"/>
                  </a:lnTo>
                  <a:lnTo>
                    <a:pt x="1380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84087" y="5399291"/>
              <a:ext cx="206617" cy="334315"/>
            </a:xfrm>
            <a:custGeom>
              <a:avLst/>
              <a:pathLst>
                <a:path w="206617" h="334315">
                  <a:moveTo>
                    <a:pt x="0" y="329611"/>
                  </a:moveTo>
                  <a:lnTo>
                    <a:pt x="5198" y="330787"/>
                  </a:lnTo>
                  <a:lnTo>
                    <a:pt x="10432" y="331796"/>
                  </a:lnTo>
                  <a:lnTo>
                    <a:pt x="15695" y="332637"/>
                  </a:lnTo>
                  <a:lnTo>
                    <a:pt x="20982" y="333311"/>
                  </a:lnTo>
                  <a:lnTo>
                    <a:pt x="26288" y="333815"/>
                  </a:lnTo>
                  <a:lnTo>
                    <a:pt x="31608" y="334150"/>
                  </a:lnTo>
                  <a:lnTo>
                    <a:pt x="36935" y="334315"/>
                  </a:lnTo>
                  <a:lnTo>
                    <a:pt x="42265" y="334311"/>
                  </a:lnTo>
                  <a:lnTo>
                    <a:pt x="47592" y="334136"/>
                  </a:lnTo>
                  <a:lnTo>
                    <a:pt x="52911" y="333792"/>
                  </a:lnTo>
                  <a:lnTo>
                    <a:pt x="58217" y="333278"/>
                  </a:lnTo>
                  <a:lnTo>
                    <a:pt x="63503" y="332596"/>
                  </a:lnTo>
                  <a:lnTo>
                    <a:pt x="68764" y="331745"/>
                  </a:lnTo>
                  <a:lnTo>
                    <a:pt x="73996" y="330727"/>
                  </a:lnTo>
                  <a:lnTo>
                    <a:pt x="79193" y="329543"/>
                  </a:lnTo>
                  <a:lnTo>
                    <a:pt x="84349" y="328193"/>
                  </a:lnTo>
                  <a:lnTo>
                    <a:pt x="89460" y="326680"/>
                  </a:lnTo>
                  <a:lnTo>
                    <a:pt x="94520" y="325005"/>
                  </a:lnTo>
                  <a:lnTo>
                    <a:pt x="99524" y="323169"/>
                  </a:lnTo>
                  <a:lnTo>
                    <a:pt x="104467" y="321175"/>
                  </a:lnTo>
                  <a:lnTo>
                    <a:pt x="109344" y="319024"/>
                  </a:lnTo>
                  <a:lnTo>
                    <a:pt x="114149" y="316719"/>
                  </a:lnTo>
                  <a:lnTo>
                    <a:pt x="118879" y="314262"/>
                  </a:lnTo>
                  <a:lnTo>
                    <a:pt x="123528" y="311655"/>
                  </a:lnTo>
                  <a:lnTo>
                    <a:pt x="128092" y="308901"/>
                  </a:lnTo>
                  <a:lnTo>
                    <a:pt x="132565" y="306004"/>
                  </a:lnTo>
                  <a:lnTo>
                    <a:pt x="136944" y="302965"/>
                  </a:lnTo>
                  <a:lnTo>
                    <a:pt x="141224" y="299788"/>
                  </a:lnTo>
                  <a:lnTo>
                    <a:pt x="145400" y="296476"/>
                  </a:lnTo>
                  <a:lnTo>
                    <a:pt x="149468" y="293033"/>
                  </a:lnTo>
                  <a:lnTo>
                    <a:pt x="153425" y="289462"/>
                  </a:lnTo>
                  <a:lnTo>
                    <a:pt x="157266" y="285766"/>
                  </a:lnTo>
                  <a:lnTo>
                    <a:pt x="160987" y="281950"/>
                  </a:lnTo>
                  <a:lnTo>
                    <a:pt x="164585" y="278017"/>
                  </a:lnTo>
                  <a:lnTo>
                    <a:pt x="168055" y="273972"/>
                  </a:lnTo>
                  <a:lnTo>
                    <a:pt x="171394" y="269818"/>
                  </a:lnTo>
                  <a:lnTo>
                    <a:pt x="174600" y="265559"/>
                  </a:lnTo>
                  <a:lnTo>
                    <a:pt x="177668" y="261201"/>
                  </a:lnTo>
                  <a:lnTo>
                    <a:pt x="180596" y="256747"/>
                  </a:lnTo>
                  <a:lnTo>
                    <a:pt x="183380" y="252202"/>
                  </a:lnTo>
                  <a:lnTo>
                    <a:pt x="186017" y="247570"/>
                  </a:lnTo>
                  <a:lnTo>
                    <a:pt x="188506" y="242857"/>
                  </a:lnTo>
                  <a:lnTo>
                    <a:pt x="190843" y="238067"/>
                  </a:lnTo>
                  <a:lnTo>
                    <a:pt x="193027" y="233204"/>
                  </a:lnTo>
                  <a:lnTo>
                    <a:pt x="195054" y="228275"/>
                  </a:lnTo>
                  <a:lnTo>
                    <a:pt x="196923" y="223283"/>
                  </a:lnTo>
                  <a:lnTo>
                    <a:pt x="198632" y="218235"/>
                  </a:lnTo>
                  <a:lnTo>
                    <a:pt x="200179" y="213134"/>
                  </a:lnTo>
                  <a:lnTo>
                    <a:pt x="201563" y="207987"/>
                  </a:lnTo>
                  <a:lnTo>
                    <a:pt x="202782" y="202798"/>
                  </a:lnTo>
                  <a:lnTo>
                    <a:pt x="203835" y="197573"/>
                  </a:lnTo>
                  <a:lnTo>
                    <a:pt x="204720" y="192317"/>
                  </a:lnTo>
                  <a:lnTo>
                    <a:pt x="205438" y="187036"/>
                  </a:lnTo>
                  <a:lnTo>
                    <a:pt x="205987" y="181734"/>
                  </a:lnTo>
                  <a:lnTo>
                    <a:pt x="206367" y="176418"/>
                  </a:lnTo>
                  <a:lnTo>
                    <a:pt x="206577" y="171092"/>
                  </a:lnTo>
                  <a:lnTo>
                    <a:pt x="206617" y="165762"/>
                  </a:lnTo>
                  <a:lnTo>
                    <a:pt x="206488" y="160434"/>
                  </a:lnTo>
                  <a:lnTo>
                    <a:pt x="206188" y="155112"/>
                  </a:lnTo>
                  <a:lnTo>
                    <a:pt x="205719" y="149803"/>
                  </a:lnTo>
                  <a:lnTo>
                    <a:pt x="205081" y="144511"/>
                  </a:lnTo>
                  <a:lnTo>
                    <a:pt x="204274" y="139243"/>
                  </a:lnTo>
                  <a:lnTo>
                    <a:pt x="203300" y="134002"/>
                  </a:lnTo>
                  <a:lnTo>
                    <a:pt x="202160" y="128796"/>
                  </a:lnTo>
                  <a:lnTo>
                    <a:pt x="200854" y="123628"/>
                  </a:lnTo>
                  <a:lnTo>
                    <a:pt x="199384" y="118505"/>
                  </a:lnTo>
                  <a:lnTo>
                    <a:pt x="197751" y="113431"/>
                  </a:lnTo>
                  <a:lnTo>
                    <a:pt x="195958" y="108412"/>
                  </a:lnTo>
                  <a:lnTo>
                    <a:pt x="194005" y="103453"/>
                  </a:lnTo>
                  <a:lnTo>
                    <a:pt x="191895" y="98558"/>
                  </a:lnTo>
                  <a:lnTo>
                    <a:pt x="189630" y="93733"/>
                  </a:lnTo>
                  <a:lnTo>
                    <a:pt x="187213" y="88983"/>
                  </a:lnTo>
                  <a:lnTo>
                    <a:pt x="184645" y="84312"/>
                  </a:lnTo>
                  <a:lnTo>
                    <a:pt x="181930" y="79725"/>
                  </a:lnTo>
                  <a:lnTo>
                    <a:pt x="179070" y="75228"/>
                  </a:lnTo>
                  <a:lnTo>
                    <a:pt x="176068" y="70824"/>
                  </a:lnTo>
                  <a:lnTo>
                    <a:pt x="172927" y="66517"/>
                  </a:lnTo>
                  <a:lnTo>
                    <a:pt x="169651" y="62313"/>
                  </a:lnTo>
                  <a:lnTo>
                    <a:pt x="166242" y="58216"/>
                  </a:lnTo>
                  <a:lnTo>
                    <a:pt x="162704" y="54229"/>
                  </a:lnTo>
                  <a:lnTo>
                    <a:pt x="159041" y="50358"/>
                  </a:lnTo>
                  <a:lnTo>
                    <a:pt x="155256" y="46605"/>
                  </a:lnTo>
                  <a:lnTo>
                    <a:pt x="151354" y="42974"/>
                  </a:lnTo>
                  <a:lnTo>
                    <a:pt x="147337" y="39470"/>
                  </a:lnTo>
                  <a:lnTo>
                    <a:pt x="143212" y="36096"/>
                  </a:lnTo>
                  <a:lnTo>
                    <a:pt x="138980" y="32855"/>
                  </a:lnTo>
                  <a:lnTo>
                    <a:pt x="134648" y="29750"/>
                  </a:lnTo>
                  <a:lnTo>
                    <a:pt x="130219" y="26785"/>
                  </a:lnTo>
                  <a:lnTo>
                    <a:pt x="125697" y="23963"/>
                  </a:lnTo>
                  <a:lnTo>
                    <a:pt x="121088" y="21286"/>
                  </a:lnTo>
                  <a:lnTo>
                    <a:pt x="116396" y="18758"/>
                  </a:lnTo>
                  <a:lnTo>
                    <a:pt x="111625" y="16381"/>
                  </a:lnTo>
                  <a:lnTo>
                    <a:pt x="106781" y="14156"/>
                  </a:lnTo>
                  <a:lnTo>
                    <a:pt x="101869" y="12088"/>
                  </a:lnTo>
                  <a:lnTo>
                    <a:pt x="96894" y="10177"/>
                  </a:lnTo>
                  <a:lnTo>
                    <a:pt x="91859" y="8426"/>
                  </a:lnTo>
                  <a:lnTo>
                    <a:pt x="86772" y="6836"/>
                  </a:lnTo>
                  <a:lnTo>
                    <a:pt x="81637" y="5409"/>
                  </a:lnTo>
                  <a:lnTo>
                    <a:pt x="76458" y="4146"/>
                  </a:lnTo>
                  <a:lnTo>
                    <a:pt x="71242" y="3049"/>
                  </a:lnTo>
                  <a:lnTo>
                    <a:pt x="65994" y="2119"/>
                  </a:lnTo>
                  <a:lnTo>
                    <a:pt x="60719" y="1357"/>
                  </a:lnTo>
                  <a:lnTo>
                    <a:pt x="55422" y="764"/>
                  </a:lnTo>
                  <a:lnTo>
                    <a:pt x="50109" y="339"/>
                  </a:lnTo>
                  <a:lnTo>
                    <a:pt x="44785" y="84"/>
                  </a:lnTo>
                  <a:lnTo>
                    <a:pt x="39456" y="0"/>
                  </a:lnTo>
                  <a:lnTo>
                    <a:pt x="394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37076" y="5269756"/>
              <a:ext cx="108181" cy="167167"/>
            </a:xfrm>
            <a:custGeom>
              <a:avLst/>
              <a:pathLst>
                <a:path w="108181" h="167167">
                  <a:moveTo>
                    <a:pt x="108181" y="0"/>
                  </a:moveTo>
                  <a:lnTo>
                    <a:pt x="102579" y="93"/>
                  </a:lnTo>
                  <a:lnTo>
                    <a:pt x="96984" y="375"/>
                  </a:lnTo>
                  <a:lnTo>
                    <a:pt x="91401" y="844"/>
                  </a:lnTo>
                  <a:lnTo>
                    <a:pt x="85837" y="1500"/>
                  </a:lnTo>
                  <a:lnTo>
                    <a:pt x="80298" y="2341"/>
                  </a:lnTo>
                  <a:lnTo>
                    <a:pt x="74791" y="3368"/>
                  </a:lnTo>
                  <a:lnTo>
                    <a:pt x="69321" y="4579"/>
                  </a:lnTo>
                  <a:lnTo>
                    <a:pt x="63894" y="5973"/>
                  </a:lnTo>
                  <a:lnTo>
                    <a:pt x="58517" y="7547"/>
                  </a:lnTo>
                  <a:lnTo>
                    <a:pt x="53197" y="9301"/>
                  </a:lnTo>
                  <a:lnTo>
                    <a:pt x="47937" y="11232"/>
                  </a:lnTo>
                  <a:lnTo>
                    <a:pt x="42746" y="13339"/>
                  </a:lnTo>
                  <a:lnTo>
                    <a:pt x="37628" y="15618"/>
                  </a:lnTo>
                  <a:lnTo>
                    <a:pt x="32589" y="18067"/>
                  </a:lnTo>
                  <a:lnTo>
                    <a:pt x="27635" y="20684"/>
                  </a:lnTo>
                  <a:lnTo>
                    <a:pt x="22772" y="23465"/>
                  </a:lnTo>
                  <a:lnTo>
                    <a:pt x="18005" y="26408"/>
                  </a:lnTo>
                  <a:lnTo>
                    <a:pt x="13338" y="29509"/>
                  </a:lnTo>
                  <a:lnTo>
                    <a:pt x="8779" y="32764"/>
                  </a:lnTo>
                  <a:lnTo>
                    <a:pt x="4331" y="36171"/>
                  </a:lnTo>
                  <a:lnTo>
                    <a:pt x="0" y="39724"/>
                  </a:lnTo>
                  <a:lnTo>
                    <a:pt x="1081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437076" y="5309480"/>
              <a:ext cx="108181" cy="127442"/>
            </a:xfrm>
            <a:custGeom>
              <a:avLst/>
              <a:pathLst>
                <a:path w="108181" h="127442">
                  <a:moveTo>
                    <a:pt x="0" y="0"/>
                  </a:moveTo>
                  <a:lnTo>
                    <a:pt x="108181" y="127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37076" y="5309480"/>
              <a:ext cx="108181" cy="127442"/>
            </a:xfrm>
            <a:custGeom>
              <a:avLst/>
              <a:pathLst>
                <a:path w="108181" h="127442">
                  <a:moveTo>
                    <a:pt x="0" y="0"/>
                  </a:moveTo>
                  <a:lnTo>
                    <a:pt x="108181" y="127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37076" y="5309480"/>
              <a:ext cx="108181" cy="127442"/>
            </a:xfrm>
            <a:custGeom>
              <a:avLst/>
              <a:pathLst>
                <a:path w="108181" h="127442">
                  <a:moveTo>
                    <a:pt x="0" y="0"/>
                  </a:moveTo>
                  <a:lnTo>
                    <a:pt x="108181" y="1274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37076" y="5309480"/>
              <a:ext cx="108181" cy="127442"/>
            </a:xfrm>
            <a:custGeom>
              <a:avLst/>
              <a:pathLst>
                <a:path w="108181" h="127442">
                  <a:moveTo>
                    <a:pt x="0" y="0"/>
                  </a:moveTo>
                  <a:lnTo>
                    <a:pt x="108181" y="1274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06200" y="5309480"/>
              <a:ext cx="139058" cy="127442"/>
            </a:xfrm>
            <a:custGeom>
              <a:avLst/>
              <a:pathLst>
                <a:path w="139058" h="127442">
                  <a:moveTo>
                    <a:pt x="30876" y="0"/>
                  </a:moveTo>
                  <a:lnTo>
                    <a:pt x="25891" y="4405"/>
                  </a:lnTo>
                  <a:lnTo>
                    <a:pt x="21085" y="9005"/>
                  </a:lnTo>
                  <a:lnTo>
                    <a:pt x="16466" y="13793"/>
                  </a:lnTo>
                  <a:lnTo>
                    <a:pt x="12041" y="18761"/>
                  </a:lnTo>
                  <a:lnTo>
                    <a:pt x="7817" y="23901"/>
                  </a:lnTo>
                  <a:lnTo>
                    <a:pt x="3801" y="29205"/>
                  </a:lnTo>
                  <a:lnTo>
                    <a:pt x="0" y="34665"/>
                  </a:lnTo>
                  <a:lnTo>
                    <a:pt x="139058" y="127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78109" y="5269756"/>
              <a:ext cx="334296" cy="334334"/>
            </a:xfrm>
            <a:custGeom>
              <a:avLst/>
              <a:pathLst>
                <a:path w="334296" h="334334">
                  <a:moveTo>
                    <a:pt x="28090" y="74389"/>
                  </a:moveTo>
                  <a:lnTo>
                    <a:pt x="25216" y="78849"/>
                  </a:lnTo>
                  <a:lnTo>
                    <a:pt x="22485" y="83398"/>
                  </a:lnTo>
                  <a:lnTo>
                    <a:pt x="19899" y="88031"/>
                  </a:lnTo>
                  <a:lnTo>
                    <a:pt x="17462" y="92744"/>
                  </a:lnTo>
                  <a:lnTo>
                    <a:pt x="15175" y="97532"/>
                  </a:lnTo>
                  <a:lnTo>
                    <a:pt x="13042" y="102390"/>
                  </a:lnTo>
                  <a:lnTo>
                    <a:pt x="11064" y="107313"/>
                  </a:lnTo>
                  <a:lnTo>
                    <a:pt x="9243" y="112297"/>
                  </a:lnTo>
                  <a:lnTo>
                    <a:pt x="7581" y="117336"/>
                  </a:lnTo>
                  <a:lnTo>
                    <a:pt x="6080" y="122425"/>
                  </a:lnTo>
                  <a:lnTo>
                    <a:pt x="4741" y="127559"/>
                  </a:lnTo>
                  <a:lnTo>
                    <a:pt x="3566" y="132733"/>
                  </a:lnTo>
                  <a:lnTo>
                    <a:pt x="2556" y="137942"/>
                  </a:lnTo>
                  <a:lnTo>
                    <a:pt x="1711" y="143180"/>
                  </a:lnTo>
                  <a:lnTo>
                    <a:pt x="1033" y="148442"/>
                  </a:lnTo>
                  <a:lnTo>
                    <a:pt x="523" y="153724"/>
                  </a:lnTo>
                  <a:lnTo>
                    <a:pt x="180" y="159018"/>
                  </a:lnTo>
                  <a:lnTo>
                    <a:pt x="6" y="164321"/>
                  </a:lnTo>
                  <a:lnTo>
                    <a:pt x="0" y="169627"/>
                  </a:lnTo>
                  <a:lnTo>
                    <a:pt x="162" y="174931"/>
                  </a:lnTo>
                  <a:lnTo>
                    <a:pt x="492" y="180226"/>
                  </a:lnTo>
                  <a:lnTo>
                    <a:pt x="991" y="185509"/>
                  </a:lnTo>
                  <a:lnTo>
                    <a:pt x="1656" y="190772"/>
                  </a:lnTo>
                  <a:lnTo>
                    <a:pt x="2489" y="196013"/>
                  </a:lnTo>
                  <a:lnTo>
                    <a:pt x="3487" y="201224"/>
                  </a:lnTo>
                  <a:lnTo>
                    <a:pt x="4651" y="206400"/>
                  </a:lnTo>
                  <a:lnTo>
                    <a:pt x="5978" y="211538"/>
                  </a:lnTo>
                  <a:lnTo>
                    <a:pt x="7467" y="216630"/>
                  </a:lnTo>
                  <a:lnTo>
                    <a:pt x="9117" y="221673"/>
                  </a:lnTo>
                  <a:lnTo>
                    <a:pt x="10926" y="226661"/>
                  </a:lnTo>
                  <a:lnTo>
                    <a:pt x="12893" y="231588"/>
                  </a:lnTo>
                  <a:lnTo>
                    <a:pt x="15015" y="236451"/>
                  </a:lnTo>
                  <a:lnTo>
                    <a:pt x="17291" y="241245"/>
                  </a:lnTo>
                  <a:lnTo>
                    <a:pt x="19717" y="245963"/>
                  </a:lnTo>
                  <a:lnTo>
                    <a:pt x="22292" y="250602"/>
                  </a:lnTo>
                  <a:lnTo>
                    <a:pt x="25013" y="255157"/>
                  </a:lnTo>
                  <a:lnTo>
                    <a:pt x="27877" y="259624"/>
                  </a:lnTo>
                  <a:lnTo>
                    <a:pt x="30881" y="263997"/>
                  </a:lnTo>
                  <a:lnTo>
                    <a:pt x="34023" y="268273"/>
                  </a:lnTo>
                  <a:lnTo>
                    <a:pt x="37299" y="272447"/>
                  </a:lnTo>
                  <a:lnTo>
                    <a:pt x="40705" y="276515"/>
                  </a:lnTo>
                  <a:lnTo>
                    <a:pt x="44239" y="280472"/>
                  </a:lnTo>
                  <a:lnTo>
                    <a:pt x="47897" y="284316"/>
                  </a:lnTo>
                  <a:lnTo>
                    <a:pt x="51675" y="288042"/>
                  </a:lnTo>
                  <a:lnTo>
                    <a:pt x="55569" y="291645"/>
                  </a:lnTo>
                  <a:lnTo>
                    <a:pt x="59575" y="295124"/>
                  </a:lnTo>
                  <a:lnTo>
                    <a:pt x="63690" y="298473"/>
                  </a:lnTo>
                  <a:lnTo>
                    <a:pt x="67910" y="301690"/>
                  </a:lnTo>
                  <a:lnTo>
                    <a:pt x="72229" y="304772"/>
                  </a:lnTo>
                  <a:lnTo>
                    <a:pt x="76644" y="307715"/>
                  </a:lnTo>
                  <a:lnTo>
                    <a:pt x="81150" y="310516"/>
                  </a:lnTo>
                  <a:lnTo>
                    <a:pt x="85742" y="313174"/>
                  </a:lnTo>
                  <a:lnTo>
                    <a:pt x="90417" y="315683"/>
                  </a:lnTo>
                  <a:lnTo>
                    <a:pt x="95169" y="318044"/>
                  </a:lnTo>
                  <a:lnTo>
                    <a:pt x="99993" y="320252"/>
                  </a:lnTo>
                  <a:lnTo>
                    <a:pt x="104885" y="322306"/>
                  </a:lnTo>
                  <a:lnTo>
                    <a:pt x="109840" y="324204"/>
                  </a:lnTo>
                  <a:lnTo>
                    <a:pt x="114853" y="325944"/>
                  </a:lnTo>
                  <a:lnTo>
                    <a:pt x="119918" y="327523"/>
                  </a:lnTo>
                  <a:lnTo>
                    <a:pt x="125031" y="328942"/>
                  </a:lnTo>
                  <a:lnTo>
                    <a:pt x="130186" y="330197"/>
                  </a:lnTo>
                  <a:lnTo>
                    <a:pt x="135378" y="331288"/>
                  </a:lnTo>
                  <a:lnTo>
                    <a:pt x="140603" y="332213"/>
                  </a:lnTo>
                  <a:lnTo>
                    <a:pt x="145854" y="332973"/>
                  </a:lnTo>
                  <a:lnTo>
                    <a:pt x="151127" y="333565"/>
                  </a:lnTo>
                  <a:lnTo>
                    <a:pt x="156416" y="333989"/>
                  </a:lnTo>
                  <a:lnTo>
                    <a:pt x="161715" y="334246"/>
                  </a:lnTo>
                  <a:lnTo>
                    <a:pt x="167020" y="334334"/>
                  </a:lnTo>
                  <a:lnTo>
                    <a:pt x="172326" y="334254"/>
                  </a:lnTo>
                  <a:lnTo>
                    <a:pt x="177626" y="334006"/>
                  </a:lnTo>
                  <a:lnTo>
                    <a:pt x="182915" y="333589"/>
                  </a:lnTo>
                  <a:lnTo>
                    <a:pt x="188189" y="333005"/>
                  </a:lnTo>
                  <a:lnTo>
                    <a:pt x="193441" y="332254"/>
                  </a:lnTo>
                  <a:lnTo>
                    <a:pt x="198667" y="331336"/>
                  </a:lnTo>
                  <a:lnTo>
                    <a:pt x="203861" y="330253"/>
                  </a:lnTo>
                  <a:lnTo>
                    <a:pt x="209018" y="329006"/>
                  </a:lnTo>
                  <a:lnTo>
                    <a:pt x="214133" y="327596"/>
                  </a:lnTo>
                  <a:lnTo>
                    <a:pt x="219201" y="326024"/>
                  </a:lnTo>
                  <a:lnTo>
                    <a:pt x="224216" y="324292"/>
                  </a:lnTo>
                  <a:lnTo>
                    <a:pt x="229174" y="322402"/>
                  </a:lnTo>
                  <a:lnTo>
                    <a:pt x="234069" y="320355"/>
                  </a:lnTo>
                  <a:lnTo>
                    <a:pt x="238897" y="318154"/>
                  </a:lnTo>
                  <a:lnTo>
                    <a:pt x="243653" y="315801"/>
                  </a:lnTo>
                  <a:lnTo>
                    <a:pt x="248331" y="313298"/>
                  </a:lnTo>
                  <a:lnTo>
                    <a:pt x="252928" y="310648"/>
                  </a:lnTo>
                  <a:lnTo>
                    <a:pt x="257438" y="307854"/>
                  </a:lnTo>
                  <a:lnTo>
                    <a:pt x="261857" y="304918"/>
                  </a:lnTo>
                  <a:lnTo>
                    <a:pt x="266181" y="301843"/>
                  </a:lnTo>
                  <a:lnTo>
                    <a:pt x="270405" y="298632"/>
                  </a:lnTo>
                  <a:lnTo>
                    <a:pt x="274525" y="295289"/>
                  </a:lnTo>
                  <a:lnTo>
                    <a:pt x="278537" y="291817"/>
                  </a:lnTo>
                  <a:lnTo>
                    <a:pt x="282437" y="288219"/>
                  </a:lnTo>
                  <a:lnTo>
                    <a:pt x="286221" y="284499"/>
                  </a:lnTo>
                  <a:lnTo>
                    <a:pt x="289884" y="280661"/>
                  </a:lnTo>
                  <a:lnTo>
                    <a:pt x="293424" y="276709"/>
                  </a:lnTo>
                  <a:lnTo>
                    <a:pt x="296837" y="272646"/>
                  </a:lnTo>
                  <a:lnTo>
                    <a:pt x="300119" y="268477"/>
                  </a:lnTo>
                  <a:lnTo>
                    <a:pt x="303267" y="264206"/>
                  </a:lnTo>
                  <a:lnTo>
                    <a:pt x="306279" y="259838"/>
                  </a:lnTo>
                  <a:lnTo>
                    <a:pt x="309149" y="255376"/>
                  </a:lnTo>
                  <a:lnTo>
                    <a:pt x="311877" y="250825"/>
                  </a:lnTo>
                  <a:lnTo>
                    <a:pt x="314459" y="246190"/>
                  </a:lnTo>
                  <a:lnTo>
                    <a:pt x="316893" y="241475"/>
                  </a:lnTo>
                  <a:lnTo>
                    <a:pt x="319176" y="236685"/>
                  </a:lnTo>
                  <a:lnTo>
                    <a:pt x="321305" y="231825"/>
                  </a:lnTo>
                  <a:lnTo>
                    <a:pt x="323280" y="226901"/>
                  </a:lnTo>
                  <a:lnTo>
                    <a:pt x="325097" y="221916"/>
                  </a:lnTo>
                  <a:lnTo>
                    <a:pt x="326755" y="216875"/>
                  </a:lnTo>
                  <a:lnTo>
                    <a:pt x="328252" y="211785"/>
                  </a:lnTo>
                  <a:lnTo>
                    <a:pt x="329587" y="206650"/>
                  </a:lnTo>
                  <a:lnTo>
                    <a:pt x="330758" y="201475"/>
                  </a:lnTo>
                  <a:lnTo>
                    <a:pt x="331764" y="196266"/>
                  </a:lnTo>
                  <a:lnTo>
                    <a:pt x="332605" y="191027"/>
                  </a:lnTo>
                  <a:lnTo>
                    <a:pt x="333279" y="185764"/>
                  </a:lnTo>
                  <a:lnTo>
                    <a:pt x="333785" y="180482"/>
                  </a:lnTo>
                  <a:lnTo>
                    <a:pt x="334124" y="175187"/>
                  </a:lnTo>
                  <a:lnTo>
                    <a:pt x="334294" y="169884"/>
                  </a:lnTo>
                  <a:lnTo>
                    <a:pt x="334296" y="164578"/>
                  </a:lnTo>
                  <a:lnTo>
                    <a:pt x="334130" y="159275"/>
                  </a:lnTo>
                  <a:lnTo>
                    <a:pt x="333795" y="153980"/>
                  </a:lnTo>
                  <a:lnTo>
                    <a:pt x="333293" y="148698"/>
                  </a:lnTo>
                  <a:lnTo>
                    <a:pt x="332623" y="143434"/>
                  </a:lnTo>
                  <a:lnTo>
                    <a:pt x="331787" y="138195"/>
                  </a:lnTo>
                  <a:lnTo>
                    <a:pt x="330784" y="132985"/>
                  </a:lnTo>
                  <a:lnTo>
                    <a:pt x="329617" y="127809"/>
                  </a:lnTo>
                  <a:lnTo>
                    <a:pt x="328286" y="122672"/>
                  </a:lnTo>
                  <a:lnTo>
                    <a:pt x="326793" y="117581"/>
                  </a:lnTo>
                  <a:lnTo>
                    <a:pt x="325139" y="112540"/>
                  </a:lnTo>
                  <a:lnTo>
                    <a:pt x="323326" y="107553"/>
                  </a:lnTo>
                  <a:lnTo>
                    <a:pt x="321355" y="102627"/>
                  </a:lnTo>
                  <a:lnTo>
                    <a:pt x="319229" y="97766"/>
                  </a:lnTo>
                  <a:lnTo>
                    <a:pt x="316950" y="92974"/>
                  </a:lnTo>
                  <a:lnTo>
                    <a:pt x="314520" y="88257"/>
                  </a:lnTo>
                  <a:lnTo>
                    <a:pt x="311941" y="83620"/>
                  </a:lnTo>
                  <a:lnTo>
                    <a:pt x="309217" y="79067"/>
                  </a:lnTo>
                  <a:lnTo>
                    <a:pt x="306350" y="74603"/>
                  </a:lnTo>
                  <a:lnTo>
                    <a:pt x="303342" y="70232"/>
                  </a:lnTo>
                  <a:lnTo>
                    <a:pt x="300197" y="65959"/>
                  </a:lnTo>
                  <a:lnTo>
                    <a:pt x="296918" y="61787"/>
                  </a:lnTo>
                  <a:lnTo>
                    <a:pt x="293508" y="57722"/>
                  </a:lnTo>
                  <a:lnTo>
                    <a:pt x="289972" y="53767"/>
                  </a:lnTo>
                  <a:lnTo>
                    <a:pt x="286311" y="49926"/>
                  </a:lnTo>
                  <a:lnTo>
                    <a:pt x="282530" y="46204"/>
                  </a:lnTo>
                  <a:lnTo>
                    <a:pt x="278633" y="42603"/>
                  </a:lnTo>
                  <a:lnTo>
                    <a:pt x="274624" y="39128"/>
                  </a:lnTo>
                  <a:lnTo>
                    <a:pt x="270506" y="35781"/>
                  </a:lnTo>
                  <a:lnTo>
                    <a:pt x="266285" y="32567"/>
                  </a:lnTo>
                  <a:lnTo>
                    <a:pt x="261963" y="29489"/>
                  </a:lnTo>
                  <a:lnTo>
                    <a:pt x="257546" y="26549"/>
                  </a:lnTo>
                  <a:lnTo>
                    <a:pt x="253038" y="23751"/>
                  </a:lnTo>
                  <a:lnTo>
                    <a:pt x="248443" y="21098"/>
                  </a:lnTo>
                  <a:lnTo>
                    <a:pt x="243767" y="18592"/>
                  </a:lnTo>
                  <a:lnTo>
                    <a:pt x="239013" y="16235"/>
                  </a:lnTo>
                  <a:lnTo>
                    <a:pt x="234187" y="14030"/>
                  </a:lnTo>
                  <a:lnTo>
                    <a:pt x="229293" y="11980"/>
                  </a:lnTo>
                  <a:lnTo>
                    <a:pt x="224337" y="10086"/>
                  </a:lnTo>
                  <a:lnTo>
                    <a:pt x="219323" y="8350"/>
                  </a:lnTo>
                  <a:lnTo>
                    <a:pt x="214257" y="6774"/>
                  </a:lnTo>
                  <a:lnTo>
                    <a:pt x="209143" y="5360"/>
                  </a:lnTo>
                  <a:lnTo>
                    <a:pt x="203986" y="4109"/>
                  </a:lnTo>
                  <a:lnTo>
                    <a:pt x="198793" y="3022"/>
                  </a:lnTo>
                  <a:lnTo>
                    <a:pt x="193568" y="2100"/>
                  </a:lnTo>
                  <a:lnTo>
                    <a:pt x="188316" y="1345"/>
                  </a:lnTo>
                  <a:lnTo>
                    <a:pt x="183043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65988" y="5018213"/>
              <a:ext cx="155051" cy="167167"/>
            </a:xfrm>
            <a:custGeom>
              <a:avLst/>
              <a:pathLst>
                <a:path w="155051" h="167167">
                  <a:moveTo>
                    <a:pt x="155051" y="0"/>
                  </a:moveTo>
                  <a:lnTo>
                    <a:pt x="149536" y="90"/>
                  </a:lnTo>
                  <a:lnTo>
                    <a:pt x="144028" y="363"/>
                  </a:lnTo>
                  <a:lnTo>
                    <a:pt x="138532" y="818"/>
                  </a:lnTo>
                  <a:lnTo>
                    <a:pt x="133054" y="1453"/>
                  </a:lnTo>
                  <a:lnTo>
                    <a:pt x="127599" y="2269"/>
                  </a:lnTo>
                  <a:lnTo>
                    <a:pt x="122175" y="3264"/>
                  </a:lnTo>
                  <a:lnTo>
                    <a:pt x="116786" y="4438"/>
                  </a:lnTo>
                  <a:lnTo>
                    <a:pt x="111439" y="5788"/>
                  </a:lnTo>
                  <a:lnTo>
                    <a:pt x="106140" y="7315"/>
                  </a:lnTo>
                  <a:lnTo>
                    <a:pt x="100893" y="9015"/>
                  </a:lnTo>
                  <a:lnTo>
                    <a:pt x="95706" y="10888"/>
                  </a:lnTo>
                  <a:lnTo>
                    <a:pt x="90583" y="12930"/>
                  </a:lnTo>
                  <a:lnTo>
                    <a:pt x="85531" y="15141"/>
                  </a:lnTo>
                  <a:lnTo>
                    <a:pt x="80554" y="17517"/>
                  </a:lnTo>
                  <a:lnTo>
                    <a:pt x="75658" y="20056"/>
                  </a:lnTo>
                  <a:lnTo>
                    <a:pt x="70848" y="22754"/>
                  </a:lnTo>
                  <a:lnTo>
                    <a:pt x="66131" y="25611"/>
                  </a:lnTo>
                  <a:lnTo>
                    <a:pt x="61510" y="28621"/>
                  </a:lnTo>
                  <a:lnTo>
                    <a:pt x="56990" y="31782"/>
                  </a:lnTo>
                  <a:lnTo>
                    <a:pt x="52578" y="35090"/>
                  </a:lnTo>
                  <a:lnTo>
                    <a:pt x="48277" y="38542"/>
                  </a:lnTo>
                  <a:lnTo>
                    <a:pt x="44092" y="42134"/>
                  </a:lnTo>
                  <a:lnTo>
                    <a:pt x="40028" y="45862"/>
                  </a:lnTo>
                  <a:lnTo>
                    <a:pt x="36089" y="49722"/>
                  </a:lnTo>
                  <a:lnTo>
                    <a:pt x="32280" y="53710"/>
                  </a:lnTo>
                  <a:lnTo>
                    <a:pt x="28604" y="57822"/>
                  </a:lnTo>
                  <a:lnTo>
                    <a:pt x="25066" y="62052"/>
                  </a:lnTo>
                  <a:lnTo>
                    <a:pt x="21670" y="66397"/>
                  </a:lnTo>
                  <a:lnTo>
                    <a:pt x="18418" y="70852"/>
                  </a:lnTo>
                  <a:lnTo>
                    <a:pt x="15316" y="75411"/>
                  </a:lnTo>
                  <a:lnTo>
                    <a:pt x="12365" y="80071"/>
                  </a:lnTo>
                  <a:lnTo>
                    <a:pt x="9570" y="84825"/>
                  </a:lnTo>
                  <a:lnTo>
                    <a:pt x="6933" y="89668"/>
                  </a:lnTo>
                  <a:lnTo>
                    <a:pt x="4457" y="94596"/>
                  </a:lnTo>
                  <a:lnTo>
                    <a:pt x="2145" y="99603"/>
                  </a:lnTo>
                  <a:lnTo>
                    <a:pt x="0" y="104684"/>
                  </a:lnTo>
                  <a:lnTo>
                    <a:pt x="1550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65988" y="5122897"/>
              <a:ext cx="155051" cy="62483"/>
            </a:xfrm>
            <a:custGeom>
              <a:avLst/>
              <a:pathLst>
                <a:path w="155051" h="62483">
                  <a:moveTo>
                    <a:pt x="0" y="0"/>
                  </a:moveTo>
                  <a:lnTo>
                    <a:pt x="155051" y="62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65988" y="5122897"/>
              <a:ext cx="155051" cy="62483"/>
            </a:xfrm>
            <a:custGeom>
              <a:avLst/>
              <a:pathLst>
                <a:path w="155051" h="62483">
                  <a:moveTo>
                    <a:pt x="0" y="0"/>
                  </a:moveTo>
                  <a:lnTo>
                    <a:pt x="155051" y="624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65988" y="5122897"/>
              <a:ext cx="155051" cy="62483"/>
            </a:xfrm>
            <a:custGeom>
              <a:avLst/>
              <a:pathLst>
                <a:path w="155051" h="62483">
                  <a:moveTo>
                    <a:pt x="0" y="0"/>
                  </a:moveTo>
                  <a:lnTo>
                    <a:pt x="155051" y="624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4047" y="5122897"/>
              <a:ext cx="166991" cy="62483"/>
            </a:xfrm>
            <a:custGeom>
              <a:avLst/>
              <a:pathLst>
                <a:path w="166991" h="62483">
                  <a:moveTo>
                    <a:pt x="11940" y="0"/>
                  </a:moveTo>
                  <a:lnTo>
                    <a:pt x="9708" y="5852"/>
                  </a:lnTo>
                  <a:lnTo>
                    <a:pt x="7697" y="11784"/>
                  </a:lnTo>
                  <a:lnTo>
                    <a:pt x="5910" y="17788"/>
                  </a:lnTo>
                  <a:lnTo>
                    <a:pt x="4348" y="23854"/>
                  </a:lnTo>
                  <a:lnTo>
                    <a:pt x="3015" y="29974"/>
                  </a:lnTo>
                  <a:lnTo>
                    <a:pt x="1913" y="36140"/>
                  </a:lnTo>
                  <a:lnTo>
                    <a:pt x="1042" y="42343"/>
                  </a:lnTo>
                  <a:lnTo>
                    <a:pt x="404" y="48574"/>
                  </a:lnTo>
                  <a:lnTo>
                    <a:pt x="0" y="54825"/>
                  </a:lnTo>
                  <a:lnTo>
                    <a:pt x="166991" y="624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158" y="159510"/>
                  </a:moveTo>
                  <a:lnTo>
                    <a:pt x="0" y="164810"/>
                  </a:lnTo>
                  <a:lnTo>
                    <a:pt x="9" y="170112"/>
                  </a:lnTo>
                  <a:lnTo>
                    <a:pt x="186" y="175412"/>
                  </a:lnTo>
                  <a:lnTo>
                    <a:pt x="532" y="180703"/>
                  </a:lnTo>
                  <a:lnTo>
                    <a:pt x="1045" y="185981"/>
                  </a:lnTo>
                  <a:lnTo>
                    <a:pt x="1725" y="191240"/>
                  </a:lnTo>
                  <a:lnTo>
                    <a:pt x="2572" y="196474"/>
                  </a:lnTo>
                  <a:lnTo>
                    <a:pt x="3584" y="201679"/>
                  </a:lnTo>
                  <a:lnTo>
                    <a:pt x="4761" y="206850"/>
                  </a:lnTo>
                  <a:lnTo>
                    <a:pt x="6101" y="211980"/>
                  </a:lnTo>
                  <a:lnTo>
                    <a:pt x="7604" y="217065"/>
                  </a:lnTo>
                  <a:lnTo>
                    <a:pt x="9267" y="222100"/>
                  </a:lnTo>
                  <a:lnTo>
                    <a:pt x="11088" y="227080"/>
                  </a:lnTo>
                  <a:lnTo>
                    <a:pt x="13067" y="232000"/>
                  </a:lnTo>
                  <a:lnTo>
                    <a:pt x="15201" y="236854"/>
                  </a:lnTo>
                  <a:lnTo>
                    <a:pt x="17487" y="241638"/>
                  </a:lnTo>
                  <a:lnTo>
                    <a:pt x="19925" y="246347"/>
                  </a:lnTo>
                  <a:lnTo>
                    <a:pt x="22510" y="250977"/>
                  </a:lnTo>
                  <a:lnTo>
                    <a:pt x="25241" y="255522"/>
                  </a:lnTo>
                  <a:lnTo>
                    <a:pt x="28115" y="259979"/>
                  </a:lnTo>
                  <a:lnTo>
                    <a:pt x="31128" y="264342"/>
                  </a:lnTo>
                  <a:lnTo>
                    <a:pt x="34279" y="268607"/>
                  </a:lnTo>
                  <a:lnTo>
                    <a:pt x="37563" y="272770"/>
                  </a:lnTo>
                  <a:lnTo>
                    <a:pt x="40977" y="276827"/>
                  </a:lnTo>
                  <a:lnTo>
                    <a:pt x="44519" y="280773"/>
                  </a:lnTo>
                  <a:lnTo>
                    <a:pt x="48183" y="284606"/>
                  </a:lnTo>
                  <a:lnTo>
                    <a:pt x="51968" y="288320"/>
                  </a:lnTo>
                  <a:lnTo>
                    <a:pt x="55868" y="291912"/>
                  </a:lnTo>
                  <a:lnTo>
                    <a:pt x="59881" y="295379"/>
                  </a:lnTo>
                  <a:lnTo>
                    <a:pt x="64001" y="298716"/>
                  </a:lnTo>
                  <a:lnTo>
                    <a:pt x="68225" y="301922"/>
                  </a:lnTo>
                  <a:lnTo>
                    <a:pt x="72549" y="304991"/>
                  </a:lnTo>
                  <a:lnTo>
                    <a:pt x="76968" y="307922"/>
                  </a:lnTo>
                  <a:lnTo>
                    <a:pt x="81477" y="310712"/>
                  </a:lnTo>
                  <a:lnTo>
                    <a:pt x="86073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1" y="320399"/>
                  </a:lnTo>
                  <a:lnTo>
                    <a:pt x="105225" y="322441"/>
                  </a:lnTo>
                  <a:lnTo>
                    <a:pt x="110180" y="324327"/>
                  </a:lnTo>
                  <a:lnTo>
                    <a:pt x="115194" y="326055"/>
                  </a:lnTo>
                  <a:lnTo>
                    <a:pt x="120259" y="327623"/>
                  </a:lnTo>
                  <a:lnTo>
                    <a:pt x="125372" y="329030"/>
                  </a:lnTo>
                  <a:lnTo>
                    <a:pt x="130526" y="330273"/>
                  </a:lnTo>
                  <a:lnTo>
                    <a:pt x="135718" y="331353"/>
                  </a:lnTo>
                  <a:lnTo>
                    <a:pt x="140941" y="332267"/>
                  </a:lnTo>
                  <a:lnTo>
                    <a:pt x="146191" y="333015"/>
                  </a:lnTo>
                  <a:lnTo>
                    <a:pt x="151461" y="333597"/>
                  </a:lnTo>
                  <a:lnTo>
                    <a:pt x="156748" y="334010"/>
                  </a:lnTo>
                  <a:lnTo>
                    <a:pt x="162044" y="334256"/>
                  </a:lnTo>
                  <a:lnTo>
                    <a:pt x="167346" y="334334"/>
                  </a:lnTo>
                  <a:lnTo>
                    <a:pt x="172648" y="334244"/>
                  </a:lnTo>
                  <a:lnTo>
                    <a:pt x="177944" y="333986"/>
                  </a:lnTo>
                  <a:lnTo>
                    <a:pt x="183230" y="333559"/>
                  </a:lnTo>
                  <a:lnTo>
                    <a:pt x="188499" y="332966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3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0" y="322296"/>
                  </a:lnTo>
                  <a:lnTo>
                    <a:pt x="234329" y="320242"/>
                  </a:lnTo>
                  <a:lnTo>
                    <a:pt x="239150" y="318034"/>
                  </a:lnTo>
                  <a:lnTo>
                    <a:pt x="243899" y="315675"/>
                  </a:lnTo>
                  <a:lnTo>
                    <a:pt x="248570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1" y="301689"/>
                  </a:lnTo>
                  <a:lnTo>
                    <a:pt x="270608" y="298474"/>
                  </a:lnTo>
                  <a:lnTo>
                    <a:pt x="274720" y="295127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2" y="284326"/>
                  </a:lnTo>
                  <a:lnTo>
                    <a:pt x="290048" y="280485"/>
                  </a:lnTo>
                  <a:lnTo>
                    <a:pt x="293580" y="276531"/>
                  </a:lnTo>
                  <a:lnTo>
                    <a:pt x="296985" y="272466"/>
                  </a:lnTo>
                  <a:lnTo>
                    <a:pt x="300260" y="268295"/>
                  </a:lnTo>
                  <a:lnTo>
                    <a:pt x="303400" y="264022"/>
                  </a:lnTo>
                  <a:lnTo>
                    <a:pt x="306403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1" y="246002"/>
                  </a:lnTo>
                  <a:lnTo>
                    <a:pt x="316988" y="241287"/>
                  </a:lnTo>
                  <a:lnTo>
                    <a:pt x="319263" y="236497"/>
                  </a:lnTo>
                  <a:lnTo>
                    <a:pt x="321385" y="231638"/>
                  </a:lnTo>
                  <a:lnTo>
                    <a:pt x="323353" y="226714"/>
                  </a:lnTo>
                  <a:lnTo>
                    <a:pt x="325163" y="221730"/>
                  </a:lnTo>
                  <a:lnTo>
                    <a:pt x="326814" y="216691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8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7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3" y="107437"/>
                  </a:lnTo>
                  <a:lnTo>
                    <a:pt x="321310" y="102515"/>
                  </a:lnTo>
                  <a:lnTo>
                    <a:pt x="319182" y="97658"/>
                  </a:lnTo>
                  <a:lnTo>
                    <a:pt x="316901" y="92871"/>
                  </a:lnTo>
                  <a:lnTo>
                    <a:pt x="314469" y="88159"/>
                  </a:lnTo>
                  <a:lnTo>
                    <a:pt x="311889" y="83527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2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256084" y="4659281"/>
              <a:ext cx="183669" cy="334333"/>
            </a:xfrm>
            <a:custGeom>
              <a:avLst/>
              <a:pathLst>
                <a:path w="18366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826449"/>
              <a:ext cx="16518" cy="166349"/>
            </a:xfrm>
            <a:custGeom>
              <a:avLst/>
              <a:pathLst>
                <a:path w="16518" h="166349">
                  <a:moveTo>
                    <a:pt x="16518" y="1663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826449"/>
              <a:ext cx="16518" cy="166349"/>
            </a:xfrm>
            <a:custGeom>
              <a:avLst/>
              <a:pathLst>
                <a:path w="16518" h="166349">
                  <a:moveTo>
                    <a:pt x="16518" y="1663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826449"/>
              <a:ext cx="123598" cy="166349"/>
            </a:xfrm>
            <a:custGeom>
              <a:avLst/>
              <a:pathLst>
                <a:path w="123598" h="166349">
                  <a:moveTo>
                    <a:pt x="16518" y="166349"/>
                  </a:moveTo>
                  <a:lnTo>
                    <a:pt x="22052" y="165706"/>
                  </a:lnTo>
                  <a:lnTo>
                    <a:pt x="27561" y="164879"/>
                  </a:lnTo>
                  <a:lnTo>
                    <a:pt x="33039" y="163869"/>
                  </a:lnTo>
                  <a:lnTo>
                    <a:pt x="38481" y="162678"/>
                  </a:lnTo>
                  <a:lnTo>
                    <a:pt x="43880" y="161305"/>
                  </a:lnTo>
                  <a:lnTo>
                    <a:pt x="49230" y="159753"/>
                  </a:lnTo>
                  <a:lnTo>
                    <a:pt x="54525" y="158024"/>
                  </a:lnTo>
                  <a:lnTo>
                    <a:pt x="59760" y="156120"/>
                  </a:lnTo>
                  <a:lnTo>
                    <a:pt x="64929" y="154042"/>
                  </a:lnTo>
                  <a:lnTo>
                    <a:pt x="70026" y="151793"/>
                  </a:lnTo>
                  <a:lnTo>
                    <a:pt x="75044" y="149376"/>
                  </a:lnTo>
                  <a:lnTo>
                    <a:pt x="79980" y="146792"/>
                  </a:lnTo>
                  <a:lnTo>
                    <a:pt x="84826" y="144046"/>
                  </a:lnTo>
                  <a:lnTo>
                    <a:pt x="89579" y="141139"/>
                  </a:lnTo>
                  <a:lnTo>
                    <a:pt x="94232" y="138076"/>
                  </a:lnTo>
                  <a:lnTo>
                    <a:pt x="98780" y="134860"/>
                  </a:lnTo>
                  <a:lnTo>
                    <a:pt x="103219" y="131494"/>
                  </a:lnTo>
                  <a:lnTo>
                    <a:pt x="107543" y="127982"/>
                  </a:lnTo>
                  <a:lnTo>
                    <a:pt x="111747" y="124327"/>
                  </a:lnTo>
                  <a:lnTo>
                    <a:pt x="115828" y="120535"/>
                  </a:lnTo>
                  <a:lnTo>
                    <a:pt x="119780" y="116609"/>
                  </a:lnTo>
                  <a:lnTo>
                    <a:pt x="123598" y="112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167167" cy="279720"/>
            </a:xfrm>
            <a:custGeom>
              <a:avLst/>
              <a:pathLst>
                <a:path w="167167" h="279720">
                  <a:moveTo>
                    <a:pt x="123598" y="279720"/>
                  </a:moveTo>
                  <a:lnTo>
                    <a:pt x="127144" y="275699"/>
                  </a:lnTo>
                  <a:lnTo>
                    <a:pt x="130560" y="271565"/>
                  </a:lnTo>
                  <a:lnTo>
                    <a:pt x="133841" y="267324"/>
                  </a:lnTo>
                  <a:lnTo>
                    <a:pt x="136984" y="262981"/>
                  </a:lnTo>
                  <a:lnTo>
                    <a:pt x="139986" y="258538"/>
                  </a:lnTo>
                  <a:lnTo>
                    <a:pt x="142844" y="254002"/>
                  </a:lnTo>
                  <a:lnTo>
                    <a:pt x="145556" y="249376"/>
                  </a:lnTo>
                  <a:lnTo>
                    <a:pt x="148117" y="244666"/>
                  </a:lnTo>
                  <a:lnTo>
                    <a:pt x="150527" y="239876"/>
                  </a:lnTo>
                  <a:lnTo>
                    <a:pt x="152781" y="235011"/>
                  </a:lnTo>
                  <a:lnTo>
                    <a:pt x="154878" y="230076"/>
                  </a:lnTo>
                  <a:lnTo>
                    <a:pt x="156816" y="225077"/>
                  </a:lnTo>
                  <a:lnTo>
                    <a:pt x="158592" y="220018"/>
                  </a:lnTo>
                  <a:lnTo>
                    <a:pt x="160206" y="214905"/>
                  </a:lnTo>
                  <a:lnTo>
                    <a:pt x="161654" y="209742"/>
                  </a:lnTo>
                  <a:lnTo>
                    <a:pt x="162937" y="204536"/>
                  </a:lnTo>
                  <a:lnTo>
                    <a:pt x="164051" y="199291"/>
                  </a:lnTo>
                  <a:lnTo>
                    <a:pt x="164997" y="194014"/>
                  </a:lnTo>
                  <a:lnTo>
                    <a:pt x="165773" y="188708"/>
                  </a:lnTo>
                  <a:lnTo>
                    <a:pt x="166379" y="183381"/>
                  </a:lnTo>
                  <a:lnTo>
                    <a:pt x="166813" y="178037"/>
                  </a:lnTo>
                  <a:lnTo>
                    <a:pt x="167076" y="172681"/>
                  </a:lnTo>
                  <a:lnTo>
                    <a:pt x="167167" y="167320"/>
                  </a:lnTo>
                  <a:lnTo>
                    <a:pt x="167086" y="161959"/>
                  </a:lnTo>
                  <a:lnTo>
                    <a:pt x="166833" y="156603"/>
                  </a:lnTo>
                  <a:lnTo>
                    <a:pt x="166408" y="151258"/>
                  </a:lnTo>
                  <a:lnTo>
                    <a:pt x="165812" y="145930"/>
                  </a:lnTo>
                  <a:lnTo>
                    <a:pt x="165046" y="140623"/>
                  </a:lnTo>
                  <a:lnTo>
                    <a:pt x="164110" y="135343"/>
                  </a:lnTo>
                  <a:lnTo>
                    <a:pt x="163005" y="130097"/>
                  </a:lnTo>
                  <a:lnTo>
                    <a:pt x="161732" y="124888"/>
                  </a:lnTo>
                  <a:lnTo>
                    <a:pt x="160293" y="119723"/>
                  </a:lnTo>
                  <a:lnTo>
                    <a:pt x="158689" y="114607"/>
                  </a:lnTo>
                  <a:lnTo>
                    <a:pt x="156922" y="109545"/>
                  </a:lnTo>
                  <a:lnTo>
                    <a:pt x="154993" y="104542"/>
                  </a:lnTo>
                  <a:lnTo>
                    <a:pt x="152905" y="99603"/>
                  </a:lnTo>
                  <a:lnTo>
                    <a:pt x="150660" y="94734"/>
                  </a:lnTo>
                  <a:lnTo>
                    <a:pt x="148259" y="89940"/>
                  </a:lnTo>
                  <a:lnTo>
                    <a:pt x="145706" y="85225"/>
                  </a:lnTo>
                  <a:lnTo>
                    <a:pt x="143003" y="80594"/>
                  </a:lnTo>
                  <a:lnTo>
                    <a:pt x="140153" y="76053"/>
                  </a:lnTo>
                  <a:lnTo>
                    <a:pt x="137159" y="71605"/>
                  </a:lnTo>
                  <a:lnTo>
                    <a:pt x="134024" y="67255"/>
                  </a:lnTo>
                  <a:lnTo>
                    <a:pt x="130751" y="63008"/>
                  </a:lnTo>
                  <a:lnTo>
                    <a:pt x="127343" y="58869"/>
                  </a:lnTo>
                  <a:lnTo>
                    <a:pt x="123805" y="54840"/>
                  </a:lnTo>
                  <a:lnTo>
                    <a:pt x="120138" y="50928"/>
                  </a:lnTo>
                  <a:lnTo>
                    <a:pt x="116349" y="47135"/>
                  </a:lnTo>
                  <a:lnTo>
                    <a:pt x="112440" y="43465"/>
                  </a:lnTo>
                  <a:lnTo>
                    <a:pt x="108415" y="39923"/>
                  </a:lnTo>
                  <a:lnTo>
                    <a:pt x="104278" y="36511"/>
                  </a:lnTo>
                  <a:lnTo>
                    <a:pt x="100034" y="33234"/>
                  </a:lnTo>
                  <a:lnTo>
                    <a:pt x="95687" y="30095"/>
                  </a:lnTo>
                  <a:lnTo>
                    <a:pt x="91242" y="27097"/>
                  </a:lnTo>
                  <a:lnTo>
                    <a:pt x="86703" y="24242"/>
                  </a:lnTo>
                  <a:lnTo>
                    <a:pt x="82075" y="21535"/>
                  </a:lnTo>
                  <a:lnTo>
                    <a:pt x="77362" y="18978"/>
                  </a:lnTo>
                  <a:lnTo>
                    <a:pt x="72570" y="16573"/>
                  </a:lnTo>
                  <a:lnTo>
                    <a:pt x="67703" y="14323"/>
                  </a:lnTo>
                  <a:lnTo>
                    <a:pt x="62767" y="12231"/>
                  </a:lnTo>
                  <a:lnTo>
                    <a:pt x="57766" y="10297"/>
                  </a:lnTo>
                  <a:lnTo>
                    <a:pt x="52705" y="8526"/>
                  </a:lnTo>
                  <a:lnTo>
                    <a:pt x="47590" y="6917"/>
                  </a:lnTo>
                  <a:lnTo>
                    <a:pt x="42426" y="5473"/>
                  </a:lnTo>
                  <a:lnTo>
                    <a:pt x="37219" y="4196"/>
                  </a:lnTo>
                  <a:lnTo>
                    <a:pt x="31973" y="3086"/>
                  </a:lnTo>
                  <a:lnTo>
                    <a:pt x="26695" y="2145"/>
                  </a:lnTo>
                  <a:lnTo>
                    <a:pt x="21389" y="1374"/>
                  </a:lnTo>
                  <a:lnTo>
                    <a:pt x="16061" y="773"/>
                  </a:lnTo>
                  <a:lnTo>
                    <a:pt x="10716" y="343"/>
                  </a:lnTo>
                  <a:lnTo>
                    <a:pt x="536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561319" y="4213821"/>
              <a:ext cx="300902" cy="334332"/>
            </a:xfrm>
            <a:custGeom>
              <a:avLst/>
              <a:pathLst>
                <a:path w="300902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4" y="759"/>
                  </a:lnTo>
                  <a:lnTo>
                    <a:pt x="145953" y="1349"/>
                  </a:lnTo>
                  <a:lnTo>
                    <a:pt x="140694" y="2107"/>
                  </a:lnTo>
                  <a:lnTo>
                    <a:pt x="135461" y="3031"/>
                  </a:lnTo>
                  <a:lnTo>
                    <a:pt x="130260" y="4121"/>
                  </a:lnTo>
                  <a:lnTo>
                    <a:pt x="125096" y="5376"/>
                  </a:lnTo>
                  <a:lnTo>
                    <a:pt x="119975" y="6795"/>
                  </a:lnTo>
                  <a:lnTo>
                    <a:pt x="114902" y="8375"/>
                  </a:lnTo>
                  <a:lnTo>
                    <a:pt x="109881" y="10116"/>
                  </a:lnTo>
                  <a:lnTo>
                    <a:pt x="104918" y="12016"/>
                  </a:lnTo>
                  <a:lnTo>
                    <a:pt x="100018" y="14072"/>
                  </a:lnTo>
                  <a:lnTo>
                    <a:pt x="95186" y="16284"/>
                  </a:lnTo>
                  <a:lnTo>
                    <a:pt x="90427" y="18647"/>
                  </a:lnTo>
                  <a:lnTo>
                    <a:pt x="85745" y="21161"/>
                  </a:lnTo>
                  <a:lnTo>
                    <a:pt x="81146" y="23822"/>
                  </a:lnTo>
                  <a:lnTo>
                    <a:pt x="76633" y="26628"/>
                  </a:lnTo>
                  <a:lnTo>
                    <a:pt x="72212" y="29576"/>
                  </a:lnTo>
                  <a:lnTo>
                    <a:pt x="67887" y="32663"/>
                  </a:lnTo>
                  <a:lnTo>
                    <a:pt x="63662" y="35886"/>
                  </a:lnTo>
                  <a:lnTo>
                    <a:pt x="59541" y="39242"/>
                  </a:lnTo>
                  <a:lnTo>
                    <a:pt x="55530" y="42727"/>
                  </a:lnTo>
                  <a:lnTo>
                    <a:pt x="51631" y="46338"/>
                  </a:lnTo>
                  <a:lnTo>
                    <a:pt x="47849" y="50070"/>
                  </a:lnTo>
                  <a:lnTo>
                    <a:pt x="44187" y="53922"/>
                  </a:lnTo>
                  <a:lnTo>
                    <a:pt x="40650" y="57887"/>
                  </a:lnTo>
                  <a:lnTo>
                    <a:pt x="37241" y="61963"/>
                  </a:lnTo>
                  <a:lnTo>
                    <a:pt x="33963" y="66145"/>
                  </a:lnTo>
                  <a:lnTo>
                    <a:pt x="30819" y="70430"/>
                  </a:lnTo>
                  <a:lnTo>
                    <a:pt x="27813" y="74812"/>
                  </a:lnTo>
                  <a:lnTo>
                    <a:pt x="24948" y="79287"/>
                  </a:lnTo>
                  <a:lnTo>
                    <a:pt x="22227" y="83851"/>
                  </a:lnTo>
                  <a:lnTo>
                    <a:pt x="19652" y="88500"/>
                  </a:lnTo>
                  <a:lnTo>
                    <a:pt x="17226" y="93228"/>
                  </a:lnTo>
                  <a:lnTo>
                    <a:pt x="14952" y="98030"/>
                  </a:lnTo>
                  <a:lnTo>
                    <a:pt x="12831" y="102903"/>
                  </a:lnTo>
                  <a:lnTo>
                    <a:pt x="10867" y="107840"/>
                  </a:lnTo>
                  <a:lnTo>
                    <a:pt x="9060" y="112838"/>
                  </a:lnTo>
                  <a:lnTo>
                    <a:pt x="7413" y="117890"/>
                  </a:lnTo>
                  <a:lnTo>
                    <a:pt x="5927" y="122992"/>
                  </a:lnTo>
                  <a:lnTo>
                    <a:pt x="4605" y="128139"/>
                  </a:lnTo>
                  <a:lnTo>
                    <a:pt x="3447" y="133325"/>
                  </a:lnTo>
                  <a:lnTo>
                    <a:pt x="2454" y="138545"/>
                  </a:lnTo>
                  <a:lnTo>
                    <a:pt x="1627" y="143794"/>
                  </a:lnTo>
                  <a:lnTo>
                    <a:pt x="968" y="149067"/>
                  </a:lnTo>
                  <a:lnTo>
                    <a:pt x="477" y="154359"/>
                  </a:lnTo>
                  <a:lnTo>
                    <a:pt x="154" y="159663"/>
                  </a:lnTo>
                  <a:lnTo>
                    <a:pt x="0" y="164974"/>
                  </a:lnTo>
                  <a:lnTo>
                    <a:pt x="14" y="170288"/>
                  </a:lnTo>
                  <a:lnTo>
                    <a:pt x="198" y="175599"/>
                  </a:lnTo>
                  <a:lnTo>
                    <a:pt x="550" y="180901"/>
                  </a:lnTo>
                  <a:lnTo>
                    <a:pt x="1071" y="186190"/>
                  </a:lnTo>
                  <a:lnTo>
                    <a:pt x="1760" y="191459"/>
                  </a:lnTo>
                  <a:lnTo>
                    <a:pt x="2615" y="196703"/>
                  </a:lnTo>
                  <a:lnTo>
                    <a:pt x="3637" y="201918"/>
                  </a:lnTo>
                  <a:lnTo>
                    <a:pt x="4824" y="207098"/>
                  </a:lnTo>
                  <a:lnTo>
                    <a:pt x="6175" y="212237"/>
                  </a:lnTo>
                  <a:lnTo>
                    <a:pt x="7689" y="217331"/>
                  </a:lnTo>
                  <a:lnTo>
                    <a:pt x="9364" y="222374"/>
                  </a:lnTo>
                  <a:lnTo>
                    <a:pt x="11199" y="227361"/>
                  </a:lnTo>
                  <a:lnTo>
                    <a:pt x="13191" y="232287"/>
                  </a:lnTo>
                  <a:lnTo>
                    <a:pt x="15338" y="237148"/>
                  </a:lnTo>
                  <a:lnTo>
                    <a:pt x="17639" y="241938"/>
                  </a:lnTo>
                  <a:lnTo>
                    <a:pt x="20091" y="246652"/>
                  </a:lnTo>
                  <a:lnTo>
                    <a:pt x="22692" y="251286"/>
                  </a:lnTo>
                  <a:lnTo>
                    <a:pt x="25439" y="255835"/>
                  </a:lnTo>
                  <a:lnTo>
                    <a:pt x="28328" y="260295"/>
                  </a:lnTo>
                  <a:lnTo>
                    <a:pt x="31358" y="264660"/>
                  </a:lnTo>
                  <a:lnTo>
                    <a:pt x="34526" y="268927"/>
                  </a:lnTo>
                  <a:lnTo>
                    <a:pt x="37827" y="273091"/>
                  </a:lnTo>
                  <a:lnTo>
                    <a:pt x="41259" y="277148"/>
                  </a:lnTo>
                  <a:lnTo>
                    <a:pt x="44818" y="281094"/>
                  </a:lnTo>
                  <a:lnTo>
                    <a:pt x="48501" y="284924"/>
                  </a:lnTo>
                  <a:lnTo>
                    <a:pt x="52304" y="288636"/>
                  </a:lnTo>
                  <a:lnTo>
                    <a:pt x="56223" y="292225"/>
                  </a:lnTo>
                  <a:lnTo>
                    <a:pt x="60254" y="295688"/>
                  </a:lnTo>
                  <a:lnTo>
                    <a:pt x="64393" y="299021"/>
                  </a:lnTo>
                  <a:lnTo>
                    <a:pt x="68635" y="302220"/>
                  </a:lnTo>
                  <a:lnTo>
                    <a:pt x="72978" y="305283"/>
                  </a:lnTo>
                  <a:lnTo>
                    <a:pt x="77415" y="308207"/>
                  </a:lnTo>
                  <a:lnTo>
                    <a:pt x="81943" y="310987"/>
                  </a:lnTo>
                  <a:lnTo>
                    <a:pt x="86558" y="313623"/>
                  </a:lnTo>
                  <a:lnTo>
                    <a:pt x="91253" y="316111"/>
                  </a:lnTo>
                  <a:lnTo>
                    <a:pt x="96026" y="318448"/>
                  </a:lnTo>
                  <a:lnTo>
                    <a:pt x="100870" y="320632"/>
                  </a:lnTo>
                  <a:lnTo>
                    <a:pt x="105781" y="322661"/>
                  </a:lnTo>
                  <a:lnTo>
                    <a:pt x="110754" y="324533"/>
                  </a:lnTo>
                  <a:lnTo>
                    <a:pt x="115785" y="326246"/>
                  </a:lnTo>
                  <a:lnTo>
                    <a:pt x="120867" y="327799"/>
                  </a:lnTo>
                  <a:lnTo>
                    <a:pt x="125996" y="329189"/>
                  </a:lnTo>
                  <a:lnTo>
                    <a:pt x="131166" y="330415"/>
                  </a:lnTo>
                  <a:lnTo>
                    <a:pt x="136373" y="331476"/>
                  </a:lnTo>
                  <a:lnTo>
                    <a:pt x="141611" y="332372"/>
                  </a:lnTo>
                  <a:lnTo>
                    <a:pt x="146875" y="333100"/>
                  </a:lnTo>
                  <a:lnTo>
                    <a:pt x="152159" y="333661"/>
                  </a:lnTo>
                  <a:lnTo>
                    <a:pt x="157458" y="334053"/>
                  </a:lnTo>
                  <a:lnTo>
                    <a:pt x="162768" y="334277"/>
                  </a:lnTo>
                  <a:lnTo>
                    <a:pt x="168081" y="334332"/>
                  </a:lnTo>
                  <a:lnTo>
                    <a:pt x="173394" y="334218"/>
                  </a:lnTo>
                  <a:lnTo>
                    <a:pt x="178700" y="333935"/>
                  </a:lnTo>
                  <a:lnTo>
                    <a:pt x="183995" y="333484"/>
                  </a:lnTo>
                  <a:lnTo>
                    <a:pt x="189273" y="332864"/>
                  </a:lnTo>
                  <a:lnTo>
                    <a:pt x="194528" y="332078"/>
                  </a:lnTo>
                  <a:lnTo>
                    <a:pt x="199756" y="331124"/>
                  </a:lnTo>
                  <a:lnTo>
                    <a:pt x="204951" y="330005"/>
                  </a:lnTo>
                  <a:lnTo>
                    <a:pt x="210107" y="328721"/>
                  </a:lnTo>
                  <a:lnTo>
                    <a:pt x="215220" y="327275"/>
                  </a:lnTo>
                  <a:lnTo>
                    <a:pt x="220285" y="325666"/>
                  </a:lnTo>
                  <a:lnTo>
                    <a:pt x="225296" y="323897"/>
                  </a:lnTo>
                  <a:lnTo>
                    <a:pt x="230248" y="321970"/>
                  </a:lnTo>
                  <a:lnTo>
                    <a:pt x="235136" y="319886"/>
                  </a:lnTo>
                  <a:lnTo>
                    <a:pt x="239956" y="317648"/>
                  </a:lnTo>
                  <a:lnTo>
                    <a:pt x="244702" y="315258"/>
                  </a:lnTo>
                  <a:lnTo>
                    <a:pt x="249370" y="312719"/>
                  </a:lnTo>
                  <a:lnTo>
                    <a:pt x="253955" y="310032"/>
                  </a:lnTo>
                  <a:lnTo>
                    <a:pt x="258452" y="307201"/>
                  </a:lnTo>
                  <a:lnTo>
                    <a:pt x="262856" y="304228"/>
                  </a:lnTo>
                  <a:lnTo>
                    <a:pt x="267164" y="301117"/>
                  </a:lnTo>
                  <a:lnTo>
                    <a:pt x="271371" y="297871"/>
                  </a:lnTo>
                  <a:lnTo>
                    <a:pt x="275473" y="294492"/>
                  </a:lnTo>
                  <a:lnTo>
                    <a:pt x="279465" y="290985"/>
                  </a:lnTo>
                  <a:lnTo>
                    <a:pt x="283344" y="287353"/>
                  </a:lnTo>
                  <a:lnTo>
                    <a:pt x="287105" y="283599"/>
                  </a:lnTo>
                  <a:lnTo>
                    <a:pt x="290745" y="279727"/>
                  </a:lnTo>
                  <a:lnTo>
                    <a:pt x="294260" y="275742"/>
                  </a:lnTo>
                  <a:lnTo>
                    <a:pt x="297647" y="271647"/>
                  </a:lnTo>
                  <a:lnTo>
                    <a:pt x="300902" y="26744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380988"/>
              <a:ext cx="133749" cy="100280"/>
            </a:xfrm>
            <a:custGeom>
              <a:avLst/>
              <a:pathLst>
                <a:path w="133749" h="100280">
                  <a:moveTo>
                    <a:pt x="133749" y="100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332371"/>
              <a:ext cx="167163" cy="148897"/>
            </a:xfrm>
            <a:custGeom>
              <a:avLst/>
              <a:pathLst>
                <a:path w="167163" h="148897">
                  <a:moveTo>
                    <a:pt x="133749" y="148897"/>
                  </a:moveTo>
                  <a:lnTo>
                    <a:pt x="137034" y="144359"/>
                  </a:lnTo>
                  <a:lnTo>
                    <a:pt x="140165" y="139713"/>
                  </a:lnTo>
                  <a:lnTo>
                    <a:pt x="143139" y="134965"/>
                  </a:lnTo>
                  <a:lnTo>
                    <a:pt x="145952" y="130120"/>
                  </a:lnTo>
                  <a:lnTo>
                    <a:pt x="148601" y="125184"/>
                  </a:lnTo>
                  <a:lnTo>
                    <a:pt x="151084" y="120161"/>
                  </a:lnTo>
                  <a:lnTo>
                    <a:pt x="153396" y="115058"/>
                  </a:lnTo>
                  <a:lnTo>
                    <a:pt x="155537" y="109880"/>
                  </a:lnTo>
                  <a:lnTo>
                    <a:pt x="157502" y="104634"/>
                  </a:lnTo>
                  <a:lnTo>
                    <a:pt x="159291" y="99325"/>
                  </a:lnTo>
                  <a:lnTo>
                    <a:pt x="160900" y="93959"/>
                  </a:lnTo>
                  <a:lnTo>
                    <a:pt x="162329" y="88541"/>
                  </a:lnTo>
                  <a:lnTo>
                    <a:pt x="163576" y="83079"/>
                  </a:lnTo>
                  <a:lnTo>
                    <a:pt x="164639" y="77579"/>
                  </a:lnTo>
                  <a:lnTo>
                    <a:pt x="165517" y="72045"/>
                  </a:lnTo>
                  <a:lnTo>
                    <a:pt x="166209" y="66486"/>
                  </a:lnTo>
                  <a:lnTo>
                    <a:pt x="166715" y="60906"/>
                  </a:lnTo>
                  <a:lnTo>
                    <a:pt x="167033" y="55313"/>
                  </a:lnTo>
                  <a:lnTo>
                    <a:pt x="167163" y="49712"/>
                  </a:lnTo>
                  <a:lnTo>
                    <a:pt x="167106" y="44109"/>
                  </a:lnTo>
                  <a:lnTo>
                    <a:pt x="166861" y="38512"/>
                  </a:lnTo>
                  <a:lnTo>
                    <a:pt x="166429" y="32926"/>
                  </a:lnTo>
                  <a:lnTo>
                    <a:pt x="165810" y="27358"/>
                  </a:lnTo>
                  <a:lnTo>
                    <a:pt x="165004" y="21814"/>
                  </a:lnTo>
                  <a:lnTo>
                    <a:pt x="164013" y="16300"/>
                  </a:lnTo>
                  <a:lnTo>
                    <a:pt x="162838" y="10822"/>
                  </a:lnTo>
                  <a:lnTo>
                    <a:pt x="161480" y="5386"/>
                  </a:lnTo>
                  <a:lnTo>
                    <a:pt x="159941" y="0"/>
                  </a:lnTo>
                  <a:lnTo>
                    <a:pt x="0" y="486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159941" cy="167167"/>
            </a:xfrm>
            <a:custGeom>
              <a:avLst/>
              <a:pathLst>
                <a:path w="159941" h="167167">
                  <a:moveTo>
                    <a:pt x="159941" y="118549"/>
                  </a:moveTo>
                  <a:lnTo>
                    <a:pt x="158265" y="113344"/>
                  </a:lnTo>
                  <a:lnTo>
                    <a:pt x="156420" y="108197"/>
                  </a:lnTo>
                  <a:lnTo>
                    <a:pt x="154408" y="103113"/>
                  </a:lnTo>
                  <a:lnTo>
                    <a:pt x="152231" y="98098"/>
                  </a:lnTo>
                  <a:lnTo>
                    <a:pt x="149890" y="93156"/>
                  </a:lnTo>
                  <a:lnTo>
                    <a:pt x="147390" y="88293"/>
                  </a:lnTo>
                  <a:lnTo>
                    <a:pt x="144731" y="83515"/>
                  </a:lnTo>
                  <a:lnTo>
                    <a:pt x="141918" y="78827"/>
                  </a:lnTo>
                  <a:lnTo>
                    <a:pt x="138953" y="74232"/>
                  </a:lnTo>
                  <a:lnTo>
                    <a:pt x="135840" y="69738"/>
                  </a:lnTo>
                  <a:lnTo>
                    <a:pt x="132580" y="65347"/>
                  </a:lnTo>
                  <a:lnTo>
                    <a:pt x="129180" y="61066"/>
                  </a:lnTo>
                  <a:lnTo>
                    <a:pt x="125641" y="56898"/>
                  </a:lnTo>
                  <a:lnTo>
                    <a:pt x="121967" y="52848"/>
                  </a:lnTo>
                  <a:lnTo>
                    <a:pt x="118163" y="48920"/>
                  </a:lnTo>
                  <a:lnTo>
                    <a:pt x="114233" y="45119"/>
                  </a:lnTo>
                  <a:lnTo>
                    <a:pt x="110180" y="41448"/>
                  </a:lnTo>
                  <a:lnTo>
                    <a:pt x="106010" y="37912"/>
                  </a:lnTo>
                  <a:lnTo>
                    <a:pt x="101726" y="34514"/>
                  </a:lnTo>
                  <a:lnTo>
                    <a:pt x="97333" y="31258"/>
                  </a:lnTo>
                  <a:lnTo>
                    <a:pt x="92836" y="28148"/>
                  </a:lnTo>
                  <a:lnTo>
                    <a:pt x="88240" y="25186"/>
                  </a:lnTo>
                  <a:lnTo>
                    <a:pt x="83549" y="22376"/>
                  </a:lnTo>
                  <a:lnTo>
                    <a:pt x="78769" y="19721"/>
                  </a:lnTo>
                  <a:lnTo>
                    <a:pt x="73905" y="17224"/>
                  </a:lnTo>
                  <a:lnTo>
                    <a:pt x="68962" y="14887"/>
                  </a:lnTo>
                  <a:lnTo>
                    <a:pt x="63944" y="12713"/>
                  </a:lnTo>
                  <a:lnTo>
                    <a:pt x="58859" y="10704"/>
                  </a:lnTo>
                  <a:lnTo>
                    <a:pt x="53710" y="8863"/>
                  </a:lnTo>
                  <a:lnTo>
                    <a:pt x="48505" y="7191"/>
                  </a:lnTo>
                  <a:lnTo>
                    <a:pt x="43247" y="5691"/>
                  </a:lnTo>
                  <a:lnTo>
                    <a:pt x="37943" y="4363"/>
                  </a:lnTo>
                  <a:lnTo>
                    <a:pt x="32598" y="3209"/>
                  </a:lnTo>
                  <a:lnTo>
                    <a:pt x="27218" y="2230"/>
                  </a:lnTo>
                  <a:lnTo>
                    <a:pt x="21809" y="1428"/>
                  </a:lnTo>
                  <a:lnTo>
                    <a:pt x="16377" y="804"/>
                  </a:lnTo>
                  <a:lnTo>
                    <a:pt x="10928" y="357"/>
                  </a:lnTo>
                  <a:lnTo>
                    <a:pt x="546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751860" y="3707720"/>
              <a:ext cx="244378" cy="334333"/>
            </a:xfrm>
            <a:custGeom>
              <a:avLst/>
              <a:pathLst>
                <a:path w="244378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940"/>
              <a:ext cx="167161" cy="315207"/>
            </a:xfrm>
            <a:custGeom>
              <a:avLst/>
              <a:pathLst>
                <a:path w="167161" h="315207">
                  <a:moveTo>
                    <a:pt x="77227" y="315207"/>
                  </a:moveTo>
                  <a:lnTo>
                    <a:pt x="81906" y="312674"/>
                  </a:lnTo>
                  <a:lnTo>
                    <a:pt x="86502" y="309993"/>
                  </a:lnTo>
                  <a:lnTo>
                    <a:pt x="91011" y="307168"/>
                  </a:lnTo>
                  <a:lnTo>
                    <a:pt x="95427" y="304201"/>
                  </a:lnTo>
                  <a:lnTo>
                    <a:pt x="99747" y="301094"/>
                  </a:lnTo>
                  <a:lnTo>
                    <a:pt x="103965" y="297852"/>
                  </a:lnTo>
                  <a:lnTo>
                    <a:pt x="108079" y="294477"/>
                  </a:lnTo>
                  <a:lnTo>
                    <a:pt x="112082" y="290973"/>
                  </a:lnTo>
                  <a:lnTo>
                    <a:pt x="115973" y="287343"/>
                  </a:lnTo>
                  <a:lnTo>
                    <a:pt x="119745" y="283591"/>
                  </a:lnTo>
                  <a:lnTo>
                    <a:pt x="123397" y="279721"/>
                  </a:lnTo>
                  <a:lnTo>
                    <a:pt x="126923" y="275737"/>
                  </a:lnTo>
                  <a:lnTo>
                    <a:pt x="130321" y="271642"/>
                  </a:lnTo>
                  <a:lnTo>
                    <a:pt x="133587" y="267442"/>
                  </a:lnTo>
                  <a:lnTo>
                    <a:pt x="136718" y="263140"/>
                  </a:lnTo>
                  <a:lnTo>
                    <a:pt x="139710" y="258740"/>
                  </a:lnTo>
                  <a:lnTo>
                    <a:pt x="142560" y="254247"/>
                  </a:lnTo>
                  <a:lnTo>
                    <a:pt x="145266" y="249666"/>
                  </a:lnTo>
                  <a:lnTo>
                    <a:pt x="147825" y="245001"/>
                  </a:lnTo>
                  <a:lnTo>
                    <a:pt x="150234" y="240257"/>
                  </a:lnTo>
                  <a:lnTo>
                    <a:pt x="152491" y="235439"/>
                  </a:lnTo>
                  <a:lnTo>
                    <a:pt x="154594" y="230551"/>
                  </a:lnTo>
                  <a:lnTo>
                    <a:pt x="156540" y="225599"/>
                  </a:lnTo>
                  <a:lnTo>
                    <a:pt x="158327" y="220588"/>
                  </a:lnTo>
                  <a:lnTo>
                    <a:pt x="159954" y="215522"/>
                  </a:lnTo>
                  <a:lnTo>
                    <a:pt x="161419" y="210407"/>
                  </a:lnTo>
                  <a:lnTo>
                    <a:pt x="162720" y="205248"/>
                  </a:lnTo>
                  <a:lnTo>
                    <a:pt x="163857" y="200050"/>
                  </a:lnTo>
                  <a:lnTo>
                    <a:pt x="164827" y="194818"/>
                  </a:lnTo>
                  <a:lnTo>
                    <a:pt x="165631" y="189558"/>
                  </a:lnTo>
                  <a:lnTo>
                    <a:pt x="166266" y="184276"/>
                  </a:lnTo>
                  <a:lnTo>
                    <a:pt x="166734" y="178976"/>
                  </a:lnTo>
                  <a:lnTo>
                    <a:pt x="167032" y="173663"/>
                  </a:lnTo>
                  <a:lnTo>
                    <a:pt x="167161" y="168344"/>
                  </a:lnTo>
                  <a:lnTo>
                    <a:pt x="167121" y="163024"/>
                  </a:lnTo>
                  <a:lnTo>
                    <a:pt x="166911" y="157707"/>
                  </a:lnTo>
                  <a:lnTo>
                    <a:pt x="166533" y="152400"/>
                  </a:lnTo>
                  <a:lnTo>
                    <a:pt x="165986" y="147108"/>
                  </a:lnTo>
                  <a:lnTo>
                    <a:pt x="165270" y="141835"/>
                  </a:lnTo>
                  <a:lnTo>
                    <a:pt x="164387" y="136588"/>
                  </a:lnTo>
                  <a:lnTo>
                    <a:pt x="163338" y="131372"/>
                  </a:lnTo>
                  <a:lnTo>
                    <a:pt x="162123" y="126192"/>
                  </a:lnTo>
                  <a:lnTo>
                    <a:pt x="160744" y="121053"/>
                  </a:lnTo>
                  <a:lnTo>
                    <a:pt x="159202" y="115961"/>
                  </a:lnTo>
                  <a:lnTo>
                    <a:pt x="157499" y="110920"/>
                  </a:lnTo>
                  <a:lnTo>
                    <a:pt x="155636" y="105936"/>
                  </a:lnTo>
                  <a:lnTo>
                    <a:pt x="153615" y="101014"/>
                  </a:lnTo>
                  <a:lnTo>
                    <a:pt x="151439" y="96159"/>
                  </a:lnTo>
                  <a:lnTo>
                    <a:pt x="149110" y="91375"/>
                  </a:lnTo>
                  <a:lnTo>
                    <a:pt x="146629" y="86668"/>
                  </a:lnTo>
                  <a:lnTo>
                    <a:pt x="144000" y="82042"/>
                  </a:lnTo>
                  <a:lnTo>
                    <a:pt x="141225" y="77502"/>
                  </a:lnTo>
                  <a:lnTo>
                    <a:pt x="138307" y="73053"/>
                  </a:lnTo>
                  <a:lnTo>
                    <a:pt x="135249" y="68699"/>
                  </a:lnTo>
                  <a:lnTo>
                    <a:pt x="132054" y="64445"/>
                  </a:lnTo>
                  <a:lnTo>
                    <a:pt x="128725" y="60294"/>
                  </a:lnTo>
                  <a:lnTo>
                    <a:pt x="125265" y="56251"/>
                  </a:lnTo>
                  <a:lnTo>
                    <a:pt x="121679" y="52321"/>
                  </a:lnTo>
                  <a:lnTo>
                    <a:pt x="117969" y="48507"/>
                  </a:lnTo>
                  <a:lnTo>
                    <a:pt x="114140" y="44812"/>
                  </a:lnTo>
                  <a:lnTo>
                    <a:pt x="110196" y="41242"/>
                  </a:lnTo>
                  <a:lnTo>
                    <a:pt x="106139" y="37798"/>
                  </a:lnTo>
                  <a:lnTo>
                    <a:pt x="101975" y="34486"/>
                  </a:lnTo>
                  <a:lnTo>
                    <a:pt x="97708" y="31308"/>
                  </a:lnTo>
                  <a:lnTo>
                    <a:pt x="93342" y="28267"/>
                  </a:lnTo>
                  <a:lnTo>
                    <a:pt x="88881" y="25367"/>
                  </a:lnTo>
                  <a:lnTo>
                    <a:pt x="84331" y="22610"/>
                  </a:lnTo>
                  <a:lnTo>
                    <a:pt x="79695" y="19999"/>
                  </a:lnTo>
                  <a:lnTo>
                    <a:pt x="74978" y="17537"/>
                  </a:lnTo>
                  <a:lnTo>
                    <a:pt x="70185" y="15227"/>
                  </a:lnTo>
                  <a:lnTo>
                    <a:pt x="65321" y="13070"/>
                  </a:lnTo>
                  <a:lnTo>
                    <a:pt x="60391" y="11069"/>
                  </a:lnTo>
                  <a:lnTo>
                    <a:pt x="55399" y="9226"/>
                  </a:lnTo>
                  <a:lnTo>
                    <a:pt x="50352" y="7543"/>
                  </a:lnTo>
                  <a:lnTo>
                    <a:pt x="45253" y="6021"/>
                  </a:lnTo>
                  <a:lnTo>
                    <a:pt x="40109" y="4663"/>
                  </a:lnTo>
                  <a:lnTo>
                    <a:pt x="34924" y="3468"/>
                  </a:lnTo>
                  <a:lnTo>
                    <a:pt x="29704" y="2440"/>
                  </a:lnTo>
                  <a:lnTo>
                    <a:pt x="24453" y="1578"/>
                  </a:lnTo>
                  <a:lnTo>
                    <a:pt x="19178" y="883"/>
                  </a:lnTo>
                  <a:lnTo>
                    <a:pt x="13884" y="357"/>
                  </a:lnTo>
                  <a:lnTo>
                    <a:pt x="8575" y="0"/>
                  </a:lnTo>
                  <a:lnTo>
                    <a:pt x="0" y="1669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8575" cy="167167"/>
            </a:xfrm>
            <a:custGeom>
              <a:avLst/>
              <a:pathLst>
                <a:path w="8575" h="167167">
                  <a:moveTo>
                    <a:pt x="8575" y="2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tx80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2025-06-06T01:01:41Z</dcterms:modified>
  <cp:category/>
</cp:coreProperties>
</file>