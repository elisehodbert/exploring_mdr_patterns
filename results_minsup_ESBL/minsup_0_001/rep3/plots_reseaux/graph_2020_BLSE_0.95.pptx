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62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5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8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9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0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6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8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62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8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51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1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54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8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91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0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8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99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3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1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7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5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3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15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3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38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3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1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41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3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315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27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165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21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227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21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165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62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190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44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187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48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18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6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1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0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2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4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22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2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4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3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1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6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4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262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113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36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27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36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15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9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1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38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90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50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87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64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218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6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1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67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6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2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7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636719" y="1274694"/>
              <a:ext cx="479517" cy="4095589"/>
            </a:xfrm>
            <a:custGeom>
              <a:avLst/>
              <a:pathLst>
                <a:path w="479517" h="4095589">
                  <a:moveTo>
                    <a:pt x="0" y="0"/>
                  </a:moveTo>
                  <a:lnTo>
                    <a:pt x="479517" y="4095589"/>
                  </a:lnTo>
                </a:path>
              </a:pathLst>
            </a:custGeom>
            <a:ln w="6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27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7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269826" y="1265715"/>
              <a:ext cx="1290193" cy="3538779"/>
            </a:xfrm>
            <a:custGeom>
              <a:avLst/>
              <a:pathLst>
                <a:path w="1290193" h="3538779">
                  <a:moveTo>
                    <a:pt x="1290193" y="0"/>
                  </a:moveTo>
                  <a:lnTo>
                    <a:pt x="0" y="3538779"/>
                  </a:lnTo>
                </a:path>
              </a:pathLst>
            </a:custGeom>
            <a:ln w="289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24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674540" y="1265715"/>
              <a:ext cx="1351039" cy="3705671"/>
            </a:xfrm>
            <a:custGeom>
              <a:avLst/>
              <a:pathLst>
                <a:path w="1351039" h="3705671">
                  <a:moveTo>
                    <a:pt x="0" y="0"/>
                  </a:moveTo>
                  <a:lnTo>
                    <a:pt x="1351039" y="3705671"/>
                  </a:lnTo>
                </a:path>
              </a:pathLst>
            </a:custGeom>
            <a:ln w="157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62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47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81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0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39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69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07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187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06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2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27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06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305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3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330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3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30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57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54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5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5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91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0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3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289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63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144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29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5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1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0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260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20126" y="1841537"/>
              <a:ext cx="2655153" cy="3158935"/>
            </a:xfrm>
            <a:custGeom>
              <a:avLst/>
              <a:pathLst>
                <a:path w="2655153" h="3158935">
                  <a:moveTo>
                    <a:pt x="0" y="0"/>
                  </a:moveTo>
                  <a:lnTo>
                    <a:pt x="2655153" y="3158935"/>
                  </a:lnTo>
                </a:path>
              </a:pathLst>
            </a:custGeom>
            <a:ln w="187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1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32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9007" y="3170392"/>
              <a:ext cx="44771" cy="167167"/>
            </a:xfrm>
            <a:custGeom>
              <a:avLst/>
              <a:pathLst>
                <a:path w="44771" h="167167">
                  <a:moveTo>
                    <a:pt x="44771" y="0"/>
                  </a:moveTo>
                  <a:lnTo>
                    <a:pt x="38298" y="125"/>
                  </a:lnTo>
                  <a:lnTo>
                    <a:pt x="31834" y="501"/>
                  </a:lnTo>
                  <a:lnTo>
                    <a:pt x="25390" y="1127"/>
                  </a:lnTo>
                  <a:lnTo>
                    <a:pt x="18975" y="2002"/>
                  </a:lnTo>
                  <a:lnTo>
                    <a:pt x="12598" y="3125"/>
                  </a:lnTo>
                  <a:lnTo>
                    <a:pt x="6270" y="4494"/>
                  </a:lnTo>
                  <a:lnTo>
                    <a:pt x="0" y="6107"/>
                  </a:lnTo>
                  <a:lnTo>
                    <a:pt x="447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816612" y="3170496"/>
              <a:ext cx="334317" cy="334226"/>
            </a:xfrm>
            <a:custGeom>
              <a:avLst/>
              <a:pathLst>
                <a:path w="334317" h="334226">
                  <a:moveTo>
                    <a:pt x="122394" y="6003"/>
                  </a:moveTo>
                  <a:lnTo>
                    <a:pt x="117324" y="7499"/>
                  </a:lnTo>
                  <a:lnTo>
                    <a:pt x="112304" y="9154"/>
                  </a:lnTo>
                  <a:lnTo>
                    <a:pt x="107339" y="10968"/>
                  </a:lnTo>
                  <a:lnTo>
                    <a:pt x="102433" y="12938"/>
                  </a:lnTo>
                  <a:lnTo>
                    <a:pt x="97593" y="15061"/>
                  </a:lnTo>
                  <a:lnTo>
                    <a:pt x="92821" y="17337"/>
                  </a:lnTo>
                  <a:lnTo>
                    <a:pt x="88125" y="19763"/>
                  </a:lnTo>
                  <a:lnTo>
                    <a:pt x="83507" y="22335"/>
                  </a:lnTo>
                  <a:lnTo>
                    <a:pt x="78973" y="25053"/>
                  </a:lnTo>
                  <a:lnTo>
                    <a:pt x="74527" y="27912"/>
                  </a:lnTo>
                  <a:lnTo>
                    <a:pt x="70173" y="30911"/>
                  </a:lnTo>
                  <a:lnTo>
                    <a:pt x="65917" y="34046"/>
                  </a:lnTo>
                  <a:lnTo>
                    <a:pt x="61762" y="37313"/>
                  </a:lnTo>
                  <a:lnTo>
                    <a:pt x="57712" y="40711"/>
                  </a:lnTo>
                  <a:lnTo>
                    <a:pt x="53772" y="44235"/>
                  </a:lnTo>
                  <a:lnTo>
                    <a:pt x="49945" y="47882"/>
                  </a:lnTo>
                  <a:lnTo>
                    <a:pt x="46235" y="51647"/>
                  </a:lnTo>
                  <a:lnTo>
                    <a:pt x="42647" y="55529"/>
                  </a:lnTo>
                  <a:lnTo>
                    <a:pt x="39183" y="59521"/>
                  </a:lnTo>
                  <a:lnTo>
                    <a:pt x="35846" y="63622"/>
                  </a:lnTo>
                  <a:lnTo>
                    <a:pt x="32641" y="67826"/>
                  </a:lnTo>
                  <a:lnTo>
                    <a:pt x="29571" y="72129"/>
                  </a:lnTo>
                  <a:lnTo>
                    <a:pt x="26638" y="76526"/>
                  </a:lnTo>
                  <a:lnTo>
                    <a:pt x="23846" y="81015"/>
                  </a:lnTo>
                  <a:lnTo>
                    <a:pt x="21197" y="85589"/>
                  </a:lnTo>
                  <a:lnTo>
                    <a:pt x="18694" y="90245"/>
                  </a:lnTo>
                  <a:lnTo>
                    <a:pt x="16339" y="94978"/>
                  </a:lnTo>
                  <a:lnTo>
                    <a:pt x="14136" y="99783"/>
                  </a:lnTo>
                  <a:lnTo>
                    <a:pt x="12085" y="104655"/>
                  </a:lnTo>
                  <a:lnTo>
                    <a:pt x="10189" y="109590"/>
                  </a:lnTo>
                  <a:lnTo>
                    <a:pt x="8450" y="114582"/>
                  </a:lnTo>
                  <a:lnTo>
                    <a:pt x="6870" y="119626"/>
                  </a:lnTo>
                  <a:lnTo>
                    <a:pt x="5451" y="124718"/>
                  </a:lnTo>
                  <a:lnTo>
                    <a:pt x="4193" y="129852"/>
                  </a:lnTo>
                  <a:lnTo>
                    <a:pt x="3098" y="135024"/>
                  </a:lnTo>
                  <a:lnTo>
                    <a:pt x="2167" y="140227"/>
                  </a:lnTo>
                  <a:lnTo>
                    <a:pt x="1401" y="145458"/>
                  </a:lnTo>
                  <a:lnTo>
                    <a:pt x="800" y="150710"/>
                  </a:lnTo>
                  <a:lnTo>
                    <a:pt x="367" y="155978"/>
                  </a:lnTo>
                  <a:lnTo>
                    <a:pt x="100" y="161257"/>
                  </a:lnTo>
                  <a:lnTo>
                    <a:pt x="0" y="166542"/>
                  </a:lnTo>
                  <a:lnTo>
                    <a:pt x="67" y="171828"/>
                  </a:lnTo>
                  <a:lnTo>
                    <a:pt x="301" y="177109"/>
                  </a:lnTo>
                  <a:lnTo>
                    <a:pt x="702" y="182380"/>
                  </a:lnTo>
                  <a:lnTo>
                    <a:pt x="1269" y="187636"/>
                  </a:lnTo>
                  <a:lnTo>
                    <a:pt x="2003" y="192871"/>
                  </a:lnTo>
                  <a:lnTo>
                    <a:pt x="2901" y="198080"/>
                  </a:lnTo>
                  <a:lnTo>
                    <a:pt x="3964" y="203258"/>
                  </a:lnTo>
                  <a:lnTo>
                    <a:pt x="5190" y="208400"/>
                  </a:lnTo>
                  <a:lnTo>
                    <a:pt x="6578" y="213501"/>
                  </a:lnTo>
                  <a:lnTo>
                    <a:pt x="8127" y="218555"/>
                  </a:lnTo>
                  <a:lnTo>
                    <a:pt x="9834" y="223558"/>
                  </a:lnTo>
                  <a:lnTo>
                    <a:pt x="11699" y="228504"/>
                  </a:lnTo>
                  <a:lnTo>
                    <a:pt x="13720" y="233389"/>
                  </a:lnTo>
                  <a:lnTo>
                    <a:pt x="15893" y="238207"/>
                  </a:lnTo>
                  <a:lnTo>
                    <a:pt x="18218" y="242954"/>
                  </a:lnTo>
                  <a:lnTo>
                    <a:pt x="20692" y="247626"/>
                  </a:lnTo>
                  <a:lnTo>
                    <a:pt x="23313" y="252217"/>
                  </a:lnTo>
                  <a:lnTo>
                    <a:pt x="26077" y="256723"/>
                  </a:lnTo>
                  <a:lnTo>
                    <a:pt x="28983" y="261139"/>
                  </a:lnTo>
                  <a:lnTo>
                    <a:pt x="32026" y="265461"/>
                  </a:lnTo>
                  <a:lnTo>
                    <a:pt x="35205" y="269684"/>
                  </a:lnTo>
                  <a:lnTo>
                    <a:pt x="38515" y="273805"/>
                  </a:lnTo>
                  <a:lnTo>
                    <a:pt x="41955" y="277820"/>
                  </a:lnTo>
                  <a:lnTo>
                    <a:pt x="45519" y="281723"/>
                  </a:lnTo>
                  <a:lnTo>
                    <a:pt x="49205" y="285512"/>
                  </a:lnTo>
                  <a:lnTo>
                    <a:pt x="53009" y="289183"/>
                  </a:lnTo>
                  <a:lnTo>
                    <a:pt x="56928" y="292731"/>
                  </a:lnTo>
                  <a:lnTo>
                    <a:pt x="60956" y="296154"/>
                  </a:lnTo>
                  <a:lnTo>
                    <a:pt x="65091" y="299447"/>
                  </a:lnTo>
                  <a:lnTo>
                    <a:pt x="69328" y="302608"/>
                  </a:lnTo>
                  <a:lnTo>
                    <a:pt x="73662" y="305634"/>
                  </a:lnTo>
                  <a:lnTo>
                    <a:pt x="78090" y="308521"/>
                  </a:lnTo>
                  <a:lnTo>
                    <a:pt x="82607" y="311267"/>
                  </a:lnTo>
                  <a:lnTo>
                    <a:pt x="87209" y="313868"/>
                  </a:lnTo>
                  <a:lnTo>
                    <a:pt x="91891" y="316323"/>
                  </a:lnTo>
                  <a:lnTo>
                    <a:pt x="96648" y="318628"/>
                  </a:lnTo>
                  <a:lnTo>
                    <a:pt x="101475" y="320782"/>
                  </a:lnTo>
                  <a:lnTo>
                    <a:pt x="106368" y="322782"/>
                  </a:lnTo>
                  <a:lnTo>
                    <a:pt x="111322" y="324627"/>
                  </a:lnTo>
                  <a:lnTo>
                    <a:pt x="116332" y="326314"/>
                  </a:lnTo>
                  <a:lnTo>
                    <a:pt x="121392" y="327841"/>
                  </a:lnTo>
                  <a:lnTo>
                    <a:pt x="126499" y="329208"/>
                  </a:lnTo>
                  <a:lnTo>
                    <a:pt x="131646" y="330413"/>
                  </a:lnTo>
                  <a:lnTo>
                    <a:pt x="136828" y="331454"/>
                  </a:lnTo>
                  <a:lnTo>
                    <a:pt x="142041" y="332331"/>
                  </a:lnTo>
                  <a:lnTo>
                    <a:pt x="147279" y="333043"/>
                  </a:lnTo>
                  <a:lnTo>
                    <a:pt x="152537" y="333589"/>
                  </a:lnTo>
                  <a:lnTo>
                    <a:pt x="157809" y="333968"/>
                  </a:lnTo>
                  <a:lnTo>
                    <a:pt x="163091" y="334181"/>
                  </a:lnTo>
                  <a:lnTo>
                    <a:pt x="168377" y="334226"/>
                  </a:lnTo>
                  <a:lnTo>
                    <a:pt x="173662" y="334104"/>
                  </a:lnTo>
                  <a:lnTo>
                    <a:pt x="178940" y="333815"/>
                  </a:lnTo>
                  <a:lnTo>
                    <a:pt x="184207" y="333360"/>
                  </a:lnTo>
                  <a:lnTo>
                    <a:pt x="189456" y="332738"/>
                  </a:lnTo>
                  <a:lnTo>
                    <a:pt x="194683" y="331950"/>
                  </a:lnTo>
                  <a:lnTo>
                    <a:pt x="199883" y="330998"/>
                  </a:lnTo>
                  <a:lnTo>
                    <a:pt x="205050" y="329881"/>
                  </a:lnTo>
                  <a:lnTo>
                    <a:pt x="210179" y="328602"/>
                  </a:lnTo>
                  <a:lnTo>
                    <a:pt x="215265" y="327161"/>
                  </a:lnTo>
                  <a:lnTo>
                    <a:pt x="220303" y="325560"/>
                  </a:lnTo>
                  <a:lnTo>
                    <a:pt x="225287" y="323801"/>
                  </a:lnTo>
                  <a:lnTo>
                    <a:pt x="230214" y="321885"/>
                  </a:lnTo>
                  <a:lnTo>
                    <a:pt x="235078" y="319814"/>
                  </a:lnTo>
                  <a:lnTo>
                    <a:pt x="239873" y="317591"/>
                  </a:lnTo>
                  <a:lnTo>
                    <a:pt x="244596" y="315217"/>
                  </a:lnTo>
                  <a:lnTo>
                    <a:pt x="249242" y="312694"/>
                  </a:lnTo>
                  <a:lnTo>
                    <a:pt x="253806" y="310026"/>
                  </a:lnTo>
                  <a:lnTo>
                    <a:pt x="258282" y="307216"/>
                  </a:lnTo>
                  <a:lnTo>
                    <a:pt x="262668" y="304265"/>
                  </a:lnTo>
                  <a:lnTo>
                    <a:pt x="266958" y="301176"/>
                  </a:lnTo>
                  <a:lnTo>
                    <a:pt x="271149" y="297954"/>
                  </a:lnTo>
                  <a:lnTo>
                    <a:pt x="275235" y="294601"/>
                  </a:lnTo>
                  <a:lnTo>
                    <a:pt x="279214" y="291120"/>
                  </a:lnTo>
                  <a:lnTo>
                    <a:pt x="283080" y="287516"/>
                  </a:lnTo>
                  <a:lnTo>
                    <a:pt x="286831" y="283790"/>
                  </a:lnTo>
                  <a:lnTo>
                    <a:pt x="290462" y="279949"/>
                  </a:lnTo>
                  <a:lnTo>
                    <a:pt x="293969" y="275994"/>
                  </a:lnTo>
                  <a:lnTo>
                    <a:pt x="297350" y="271930"/>
                  </a:lnTo>
                  <a:lnTo>
                    <a:pt x="300601" y="267762"/>
                  </a:lnTo>
                  <a:lnTo>
                    <a:pt x="303718" y="263492"/>
                  </a:lnTo>
                  <a:lnTo>
                    <a:pt x="306698" y="259127"/>
                  </a:lnTo>
                  <a:lnTo>
                    <a:pt x="309539" y="254669"/>
                  </a:lnTo>
                  <a:lnTo>
                    <a:pt x="312238" y="250124"/>
                  </a:lnTo>
                  <a:lnTo>
                    <a:pt x="314792" y="245495"/>
                  </a:lnTo>
                  <a:lnTo>
                    <a:pt x="317198" y="240788"/>
                  </a:lnTo>
                  <a:lnTo>
                    <a:pt x="319454" y="236008"/>
                  </a:lnTo>
                  <a:lnTo>
                    <a:pt x="321558" y="231158"/>
                  </a:lnTo>
                  <a:lnTo>
                    <a:pt x="323507" y="226245"/>
                  </a:lnTo>
                  <a:lnTo>
                    <a:pt x="325300" y="221272"/>
                  </a:lnTo>
                  <a:lnTo>
                    <a:pt x="326935" y="216245"/>
                  </a:lnTo>
                  <a:lnTo>
                    <a:pt x="328410" y="211169"/>
                  </a:lnTo>
                  <a:lnTo>
                    <a:pt x="329724" y="206049"/>
                  </a:lnTo>
                  <a:lnTo>
                    <a:pt x="330875" y="200889"/>
                  </a:lnTo>
                  <a:lnTo>
                    <a:pt x="331863" y="195696"/>
                  </a:lnTo>
                  <a:lnTo>
                    <a:pt x="332686" y="190475"/>
                  </a:lnTo>
                  <a:lnTo>
                    <a:pt x="333344" y="185230"/>
                  </a:lnTo>
                  <a:lnTo>
                    <a:pt x="333835" y="179966"/>
                  </a:lnTo>
                  <a:lnTo>
                    <a:pt x="334159" y="174690"/>
                  </a:lnTo>
                  <a:lnTo>
                    <a:pt x="334317" y="169406"/>
                  </a:lnTo>
                  <a:lnTo>
                    <a:pt x="334308" y="164120"/>
                  </a:lnTo>
                  <a:lnTo>
                    <a:pt x="334131" y="158837"/>
                  </a:lnTo>
                  <a:lnTo>
                    <a:pt x="333788" y="153562"/>
                  </a:lnTo>
                  <a:lnTo>
                    <a:pt x="333277" y="148301"/>
                  </a:lnTo>
                  <a:lnTo>
                    <a:pt x="332601" y="143058"/>
                  </a:lnTo>
                  <a:lnTo>
                    <a:pt x="331759" y="137839"/>
                  </a:lnTo>
                  <a:lnTo>
                    <a:pt x="330753" y="132650"/>
                  </a:lnTo>
                  <a:lnTo>
                    <a:pt x="329583" y="127495"/>
                  </a:lnTo>
                  <a:lnTo>
                    <a:pt x="328251" y="122379"/>
                  </a:lnTo>
                  <a:lnTo>
                    <a:pt x="326758" y="117309"/>
                  </a:lnTo>
                  <a:lnTo>
                    <a:pt x="325105" y="112288"/>
                  </a:lnTo>
                  <a:lnTo>
                    <a:pt x="323294" y="107321"/>
                  </a:lnTo>
                  <a:lnTo>
                    <a:pt x="321327" y="102415"/>
                  </a:lnTo>
                  <a:lnTo>
                    <a:pt x="319206" y="97573"/>
                  </a:lnTo>
                  <a:lnTo>
                    <a:pt x="316933" y="92800"/>
                  </a:lnTo>
                  <a:lnTo>
                    <a:pt x="314510" y="88102"/>
                  </a:lnTo>
                  <a:lnTo>
                    <a:pt x="311940" y="83483"/>
                  </a:lnTo>
                  <a:lnTo>
                    <a:pt x="309225" y="78947"/>
                  </a:lnTo>
                  <a:lnTo>
                    <a:pt x="306368" y="74500"/>
                  </a:lnTo>
                  <a:lnTo>
                    <a:pt x="303371" y="70145"/>
                  </a:lnTo>
                  <a:lnTo>
                    <a:pt x="300239" y="65887"/>
                  </a:lnTo>
                  <a:lnTo>
                    <a:pt x="296973" y="61730"/>
                  </a:lnTo>
                  <a:lnTo>
                    <a:pt x="293578" y="57678"/>
                  </a:lnTo>
                  <a:lnTo>
                    <a:pt x="290056" y="53736"/>
                  </a:lnTo>
                  <a:lnTo>
                    <a:pt x="286412" y="49907"/>
                  </a:lnTo>
                  <a:lnTo>
                    <a:pt x="282648" y="46196"/>
                  </a:lnTo>
                  <a:lnTo>
                    <a:pt x="278769" y="42605"/>
                  </a:lnTo>
                  <a:lnTo>
                    <a:pt x="274778" y="39138"/>
                  </a:lnTo>
                  <a:lnTo>
                    <a:pt x="270679" y="35800"/>
                  </a:lnTo>
                  <a:lnTo>
                    <a:pt x="266477" y="32593"/>
                  </a:lnTo>
                  <a:lnTo>
                    <a:pt x="262176" y="29520"/>
                  </a:lnTo>
                  <a:lnTo>
                    <a:pt x="257780" y="26585"/>
                  </a:lnTo>
                  <a:lnTo>
                    <a:pt x="253293" y="23790"/>
                  </a:lnTo>
                  <a:lnTo>
                    <a:pt x="248720" y="21138"/>
                  </a:lnTo>
                  <a:lnTo>
                    <a:pt x="244065" y="18633"/>
                  </a:lnTo>
                  <a:lnTo>
                    <a:pt x="239334" y="16276"/>
                  </a:lnTo>
                  <a:lnTo>
                    <a:pt x="234530" y="14069"/>
                  </a:lnTo>
                  <a:lnTo>
                    <a:pt x="229659" y="12016"/>
                  </a:lnTo>
                  <a:lnTo>
                    <a:pt x="224725" y="10117"/>
                  </a:lnTo>
                  <a:lnTo>
                    <a:pt x="219734" y="8376"/>
                  </a:lnTo>
                  <a:lnTo>
                    <a:pt x="214691" y="6793"/>
                  </a:lnTo>
                  <a:lnTo>
                    <a:pt x="209600" y="5371"/>
                  </a:lnTo>
                  <a:lnTo>
                    <a:pt x="204466" y="4110"/>
                  </a:lnTo>
                  <a:lnTo>
                    <a:pt x="199295" y="3012"/>
                  </a:lnTo>
                  <a:lnTo>
                    <a:pt x="194092" y="2078"/>
                  </a:lnTo>
                  <a:lnTo>
                    <a:pt x="188862" y="1309"/>
                  </a:lnTo>
                  <a:lnTo>
                    <a:pt x="183611" y="706"/>
                  </a:lnTo>
                  <a:lnTo>
                    <a:pt x="178343" y="269"/>
                  </a:lnTo>
                  <a:lnTo>
                    <a:pt x="173063" y="0"/>
                  </a:lnTo>
                  <a:lnTo>
                    <a:pt x="167166" y="167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5897" cy="167167"/>
            </a:xfrm>
            <a:custGeom>
              <a:avLst/>
              <a:pathLst>
                <a:path w="5897" h="167167">
                  <a:moveTo>
                    <a:pt x="5897" y="1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592" y="2655501"/>
              <a:ext cx="161902" cy="167167"/>
            </a:xfrm>
            <a:custGeom>
              <a:avLst/>
              <a:pathLst>
                <a:path w="161902" h="167167">
                  <a:moveTo>
                    <a:pt x="161902" y="0"/>
                  </a:moveTo>
                  <a:lnTo>
                    <a:pt x="156390" y="90"/>
                  </a:lnTo>
                  <a:lnTo>
                    <a:pt x="150884" y="363"/>
                  </a:lnTo>
                  <a:lnTo>
                    <a:pt x="145390" y="817"/>
                  </a:lnTo>
                  <a:lnTo>
                    <a:pt x="139914" y="1452"/>
                  </a:lnTo>
                  <a:lnTo>
                    <a:pt x="134462" y="2267"/>
                  </a:lnTo>
                  <a:lnTo>
                    <a:pt x="129040" y="3261"/>
                  </a:lnTo>
                  <a:lnTo>
                    <a:pt x="123653" y="4434"/>
                  </a:lnTo>
                  <a:lnTo>
                    <a:pt x="118308" y="5784"/>
                  </a:lnTo>
                  <a:lnTo>
                    <a:pt x="113010" y="7309"/>
                  </a:lnTo>
                  <a:lnTo>
                    <a:pt x="107766" y="9008"/>
                  </a:lnTo>
                  <a:lnTo>
                    <a:pt x="102580" y="10879"/>
                  </a:lnTo>
                  <a:lnTo>
                    <a:pt x="97459" y="12920"/>
                  </a:lnTo>
                  <a:lnTo>
                    <a:pt x="92408" y="15129"/>
                  </a:lnTo>
                  <a:lnTo>
                    <a:pt x="87433" y="17503"/>
                  </a:lnTo>
                  <a:lnTo>
                    <a:pt x="82539" y="20040"/>
                  </a:lnTo>
                  <a:lnTo>
                    <a:pt x="77731" y="22737"/>
                  </a:lnTo>
                  <a:lnTo>
                    <a:pt x="73014" y="25591"/>
                  </a:lnTo>
                  <a:lnTo>
                    <a:pt x="68394" y="28598"/>
                  </a:lnTo>
                  <a:lnTo>
                    <a:pt x="63876" y="31757"/>
                  </a:lnTo>
                  <a:lnTo>
                    <a:pt x="59465" y="35063"/>
                  </a:lnTo>
                  <a:lnTo>
                    <a:pt x="55164" y="38512"/>
                  </a:lnTo>
                  <a:lnTo>
                    <a:pt x="50980" y="42102"/>
                  </a:lnTo>
                  <a:lnTo>
                    <a:pt x="46917" y="45827"/>
                  </a:lnTo>
                  <a:lnTo>
                    <a:pt x="42978" y="49685"/>
                  </a:lnTo>
                  <a:lnTo>
                    <a:pt x="39169" y="53670"/>
                  </a:lnTo>
                  <a:lnTo>
                    <a:pt x="35494" y="57778"/>
                  </a:lnTo>
                  <a:lnTo>
                    <a:pt x="31956" y="62006"/>
                  </a:lnTo>
                  <a:lnTo>
                    <a:pt x="28559" y="66348"/>
                  </a:lnTo>
                  <a:lnTo>
                    <a:pt x="25307" y="70799"/>
                  </a:lnTo>
                  <a:lnTo>
                    <a:pt x="22204" y="75356"/>
                  </a:lnTo>
                  <a:lnTo>
                    <a:pt x="19252" y="80012"/>
                  </a:lnTo>
                  <a:lnTo>
                    <a:pt x="16456" y="84763"/>
                  </a:lnTo>
                  <a:lnTo>
                    <a:pt x="13818" y="89604"/>
                  </a:lnTo>
                  <a:lnTo>
                    <a:pt x="11341" y="94529"/>
                  </a:lnTo>
                  <a:lnTo>
                    <a:pt x="9028" y="99532"/>
                  </a:lnTo>
                  <a:lnTo>
                    <a:pt x="6881" y="104610"/>
                  </a:lnTo>
                  <a:lnTo>
                    <a:pt x="4903" y="109755"/>
                  </a:lnTo>
                  <a:lnTo>
                    <a:pt x="3095" y="114963"/>
                  </a:lnTo>
                  <a:lnTo>
                    <a:pt x="1460" y="120228"/>
                  </a:lnTo>
                  <a:lnTo>
                    <a:pt x="0" y="125544"/>
                  </a:lnTo>
                  <a:lnTo>
                    <a:pt x="1619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61592" y="2781046"/>
              <a:ext cx="161902" cy="41622"/>
            </a:xfrm>
            <a:custGeom>
              <a:avLst/>
              <a:pathLst>
                <a:path w="161902" h="41622">
                  <a:moveTo>
                    <a:pt x="0" y="0"/>
                  </a:moveTo>
                  <a:lnTo>
                    <a:pt x="161902" y="416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6328" y="2712566"/>
              <a:ext cx="334317" cy="277267"/>
            </a:xfrm>
            <a:custGeom>
              <a:avLst/>
              <a:pathLst>
                <a:path w="334317" h="277267">
                  <a:moveTo>
                    <a:pt x="5263" y="68479"/>
                  </a:moveTo>
                  <a:lnTo>
                    <a:pt x="4019" y="73661"/>
                  </a:lnTo>
                  <a:lnTo>
                    <a:pt x="2940" y="78879"/>
                  </a:lnTo>
                  <a:lnTo>
                    <a:pt x="2029" y="84129"/>
                  </a:lnTo>
                  <a:lnTo>
                    <a:pt x="1285" y="89406"/>
                  </a:lnTo>
                  <a:lnTo>
                    <a:pt x="709" y="94703"/>
                  </a:lnTo>
                  <a:lnTo>
                    <a:pt x="303" y="100016"/>
                  </a:lnTo>
                  <a:lnTo>
                    <a:pt x="66" y="105340"/>
                  </a:lnTo>
                  <a:lnTo>
                    <a:pt x="0" y="110668"/>
                  </a:lnTo>
                  <a:lnTo>
                    <a:pt x="102" y="115996"/>
                  </a:lnTo>
                  <a:lnTo>
                    <a:pt x="375" y="121318"/>
                  </a:lnTo>
                  <a:lnTo>
                    <a:pt x="817" y="126628"/>
                  </a:lnTo>
                  <a:lnTo>
                    <a:pt x="1429" y="131922"/>
                  </a:lnTo>
                  <a:lnTo>
                    <a:pt x="2208" y="137193"/>
                  </a:lnTo>
                  <a:lnTo>
                    <a:pt x="3156" y="142437"/>
                  </a:lnTo>
                  <a:lnTo>
                    <a:pt x="4269" y="147648"/>
                  </a:lnTo>
                  <a:lnTo>
                    <a:pt x="5549" y="152821"/>
                  </a:lnTo>
                  <a:lnTo>
                    <a:pt x="6992" y="157950"/>
                  </a:lnTo>
                  <a:lnTo>
                    <a:pt x="8599" y="163031"/>
                  </a:lnTo>
                  <a:lnTo>
                    <a:pt x="10366" y="168058"/>
                  </a:lnTo>
                  <a:lnTo>
                    <a:pt x="12293" y="173026"/>
                  </a:lnTo>
                  <a:lnTo>
                    <a:pt x="14377" y="177930"/>
                  </a:lnTo>
                  <a:lnTo>
                    <a:pt x="16617" y="182765"/>
                  </a:lnTo>
                  <a:lnTo>
                    <a:pt x="19009" y="187527"/>
                  </a:lnTo>
                  <a:lnTo>
                    <a:pt x="21552" y="192210"/>
                  </a:lnTo>
                  <a:lnTo>
                    <a:pt x="24243" y="196809"/>
                  </a:lnTo>
                  <a:lnTo>
                    <a:pt x="27079" y="201320"/>
                  </a:lnTo>
                  <a:lnTo>
                    <a:pt x="30058" y="205739"/>
                  </a:lnTo>
                  <a:lnTo>
                    <a:pt x="33176" y="210060"/>
                  </a:lnTo>
                  <a:lnTo>
                    <a:pt x="36430" y="214280"/>
                  </a:lnTo>
                  <a:lnTo>
                    <a:pt x="39817" y="218394"/>
                  </a:lnTo>
                  <a:lnTo>
                    <a:pt x="43333" y="222398"/>
                  </a:lnTo>
                  <a:lnTo>
                    <a:pt x="46975" y="226288"/>
                  </a:lnTo>
                  <a:lnTo>
                    <a:pt x="50739" y="230059"/>
                  </a:lnTo>
                  <a:lnTo>
                    <a:pt x="54621" y="233709"/>
                  </a:lnTo>
                  <a:lnTo>
                    <a:pt x="58618" y="237233"/>
                  </a:lnTo>
                  <a:lnTo>
                    <a:pt x="62725" y="240629"/>
                  </a:lnTo>
                  <a:lnTo>
                    <a:pt x="66939" y="243891"/>
                  </a:lnTo>
                  <a:lnTo>
                    <a:pt x="71254" y="247018"/>
                  </a:lnTo>
                  <a:lnTo>
                    <a:pt x="75666" y="250005"/>
                  </a:lnTo>
                  <a:lnTo>
                    <a:pt x="80172" y="252850"/>
                  </a:lnTo>
                  <a:lnTo>
                    <a:pt x="84766" y="255550"/>
                  </a:lnTo>
                  <a:lnTo>
                    <a:pt x="89443" y="258103"/>
                  </a:lnTo>
                  <a:lnTo>
                    <a:pt x="94200" y="260505"/>
                  </a:lnTo>
                  <a:lnTo>
                    <a:pt x="99031" y="262754"/>
                  </a:lnTo>
                  <a:lnTo>
                    <a:pt x="103931" y="264848"/>
                  </a:lnTo>
                  <a:lnTo>
                    <a:pt x="108895" y="266785"/>
                  </a:lnTo>
                  <a:lnTo>
                    <a:pt x="113918" y="268563"/>
                  </a:lnTo>
                  <a:lnTo>
                    <a:pt x="118996" y="270179"/>
                  </a:lnTo>
                  <a:lnTo>
                    <a:pt x="124122" y="271633"/>
                  </a:lnTo>
                  <a:lnTo>
                    <a:pt x="129293" y="272923"/>
                  </a:lnTo>
                  <a:lnTo>
                    <a:pt x="134501" y="274047"/>
                  </a:lnTo>
                  <a:lnTo>
                    <a:pt x="139743" y="275005"/>
                  </a:lnTo>
                  <a:lnTo>
                    <a:pt x="145013" y="275795"/>
                  </a:lnTo>
                  <a:lnTo>
                    <a:pt x="150305" y="276417"/>
                  </a:lnTo>
                  <a:lnTo>
                    <a:pt x="155615" y="276870"/>
                  </a:lnTo>
                  <a:lnTo>
                    <a:pt x="160936" y="277154"/>
                  </a:lnTo>
                  <a:lnTo>
                    <a:pt x="166264" y="277267"/>
                  </a:lnTo>
                  <a:lnTo>
                    <a:pt x="171592" y="277211"/>
                  </a:lnTo>
                  <a:lnTo>
                    <a:pt x="176916" y="276985"/>
                  </a:lnTo>
                  <a:lnTo>
                    <a:pt x="182230" y="276590"/>
                  </a:lnTo>
                  <a:lnTo>
                    <a:pt x="187529" y="276025"/>
                  </a:lnTo>
                  <a:lnTo>
                    <a:pt x="192807" y="275292"/>
                  </a:lnTo>
                  <a:lnTo>
                    <a:pt x="198059" y="274390"/>
                  </a:lnTo>
                  <a:lnTo>
                    <a:pt x="203279" y="273322"/>
                  </a:lnTo>
                  <a:lnTo>
                    <a:pt x="208463" y="272088"/>
                  </a:lnTo>
                  <a:lnTo>
                    <a:pt x="213605" y="270690"/>
                  </a:lnTo>
                  <a:lnTo>
                    <a:pt x="218700" y="269128"/>
                  </a:lnTo>
                  <a:lnTo>
                    <a:pt x="223742" y="267405"/>
                  </a:lnTo>
                  <a:lnTo>
                    <a:pt x="228727" y="265522"/>
                  </a:lnTo>
                  <a:lnTo>
                    <a:pt x="233649" y="263481"/>
                  </a:lnTo>
                  <a:lnTo>
                    <a:pt x="238504" y="261284"/>
                  </a:lnTo>
                  <a:lnTo>
                    <a:pt x="243286" y="258933"/>
                  </a:lnTo>
                  <a:lnTo>
                    <a:pt x="247991" y="256432"/>
                  </a:lnTo>
                  <a:lnTo>
                    <a:pt x="252614" y="253781"/>
                  </a:lnTo>
                  <a:lnTo>
                    <a:pt x="257150" y="250985"/>
                  </a:lnTo>
                  <a:lnTo>
                    <a:pt x="261594" y="248045"/>
                  </a:lnTo>
                  <a:lnTo>
                    <a:pt x="265943" y="244965"/>
                  </a:lnTo>
                  <a:lnTo>
                    <a:pt x="270191" y="241749"/>
                  </a:lnTo>
                  <a:lnTo>
                    <a:pt x="274335" y="238398"/>
                  </a:lnTo>
                  <a:lnTo>
                    <a:pt x="278369" y="234917"/>
                  </a:lnTo>
                  <a:lnTo>
                    <a:pt x="282291" y="231309"/>
                  </a:lnTo>
                  <a:lnTo>
                    <a:pt x="286096" y="227579"/>
                  </a:lnTo>
                  <a:lnTo>
                    <a:pt x="289780" y="223728"/>
                  </a:lnTo>
                  <a:lnTo>
                    <a:pt x="293339" y="219763"/>
                  </a:lnTo>
                  <a:lnTo>
                    <a:pt x="296770" y="215685"/>
                  </a:lnTo>
                  <a:lnTo>
                    <a:pt x="300069" y="211501"/>
                  </a:lnTo>
                  <a:lnTo>
                    <a:pt x="303233" y="207214"/>
                  </a:lnTo>
                  <a:lnTo>
                    <a:pt x="306260" y="202827"/>
                  </a:lnTo>
                  <a:lnTo>
                    <a:pt x="309144" y="198347"/>
                  </a:lnTo>
                  <a:lnTo>
                    <a:pt x="311885" y="193777"/>
                  </a:lnTo>
                  <a:lnTo>
                    <a:pt x="314478" y="189122"/>
                  </a:lnTo>
                  <a:lnTo>
                    <a:pt x="316922" y="184387"/>
                  </a:lnTo>
                  <a:lnTo>
                    <a:pt x="319213" y="179576"/>
                  </a:lnTo>
                  <a:lnTo>
                    <a:pt x="321350" y="174694"/>
                  </a:lnTo>
                  <a:lnTo>
                    <a:pt x="323331" y="169747"/>
                  </a:lnTo>
                  <a:lnTo>
                    <a:pt x="325152" y="164740"/>
                  </a:lnTo>
                  <a:lnTo>
                    <a:pt x="326814" y="159677"/>
                  </a:lnTo>
                  <a:lnTo>
                    <a:pt x="328312" y="154563"/>
                  </a:lnTo>
                  <a:lnTo>
                    <a:pt x="329648" y="149404"/>
                  </a:lnTo>
                  <a:lnTo>
                    <a:pt x="330818" y="144206"/>
                  </a:lnTo>
                  <a:lnTo>
                    <a:pt x="331822" y="138972"/>
                  </a:lnTo>
                  <a:lnTo>
                    <a:pt x="332658" y="133710"/>
                  </a:lnTo>
                  <a:lnTo>
                    <a:pt x="333326" y="128423"/>
                  </a:lnTo>
                  <a:lnTo>
                    <a:pt x="333826" y="123118"/>
                  </a:lnTo>
                  <a:lnTo>
                    <a:pt x="334156" y="117799"/>
                  </a:lnTo>
                  <a:lnTo>
                    <a:pt x="334317" y="112473"/>
                  </a:lnTo>
                  <a:lnTo>
                    <a:pt x="334307" y="107144"/>
                  </a:lnTo>
                  <a:lnTo>
                    <a:pt x="334128" y="101819"/>
                  </a:lnTo>
                  <a:lnTo>
                    <a:pt x="333779" y="96501"/>
                  </a:lnTo>
                  <a:lnTo>
                    <a:pt x="333261" y="91198"/>
                  </a:lnTo>
                  <a:lnTo>
                    <a:pt x="332574" y="85914"/>
                  </a:lnTo>
                  <a:lnTo>
                    <a:pt x="331719" y="80654"/>
                  </a:lnTo>
                  <a:lnTo>
                    <a:pt x="330697" y="75424"/>
                  </a:lnTo>
                  <a:lnTo>
                    <a:pt x="329509" y="70230"/>
                  </a:lnTo>
                  <a:lnTo>
                    <a:pt x="328155" y="65076"/>
                  </a:lnTo>
                  <a:lnTo>
                    <a:pt x="326638" y="59968"/>
                  </a:lnTo>
                  <a:lnTo>
                    <a:pt x="324959" y="54910"/>
                  </a:lnTo>
                  <a:lnTo>
                    <a:pt x="323120" y="49909"/>
                  </a:lnTo>
                  <a:lnTo>
                    <a:pt x="321122" y="44969"/>
                  </a:lnTo>
                  <a:lnTo>
                    <a:pt x="318968" y="40095"/>
                  </a:lnTo>
                  <a:lnTo>
                    <a:pt x="316660" y="35292"/>
                  </a:lnTo>
                  <a:lnTo>
                    <a:pt x="314200" y="30566"/>
                  </a:lnTo>
                  <a:lnTo>
                    <a:pt x="311590" y="25920"/>
                  </a:lnTo>
                  <a:lnTo>
                    <a:pt x="308833" y="21359"/>
                  </a:lnTo>
                  <a:lnTo>
                    <a:pt x="305933" y="16889"/>
                  </a:lnTo>
                  <a:lnTo>
                    <a:pt x="302892" y="12514"/>
                  </a:lnTo>
                  <a:lnTo>
                    <a:pt x="299712" y="8237"/>
                  </a:lnTo>
                  <a:lnTo>
                    <a:pt x="296398" y="4065"/>
                  </a:lnTo>
                  <a:lnTo>
                    <a:pt x="292953" y="0"/>
                  </a:lnTo>
                  <a:lnTo>
                    <a:pt x="167166" y="110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125786" cy="167167"/>
            </a:xfrm>
            <a:custGeom>
              <a:avLst/>
              <a:pathLst>
                <a:path w="125786" h="167167">
                  <a:moveTo>
                    <a:pt x="125786" y="57064"/>
                  </a:moveTo>
                  <a:lnTo>
                    <a:pt x="122112" y="53003"/>
                  </a:lnTo>
                  <a:lnTo>
                    <a:pt x="118307" y="49064"/>
                  </a:lnTo>
                  <a:lnTo>
                    <a:pt x="114375" y="45253"/>
                  </a:lnTo>
                  <a:lnTo>
                    <a:pt x="110321" y="41572"/>
                  </a:lnTo>
                  <a:lnTo>
                    <a:pt x="106148" y="38025"/>
                  </a:lnTo>
                  <a:lnTo>
                    <a:pt x="101861" y="34618"/>
                  </a:lnTo>
                  <a:lnTo>
                    <a:pt x="97464" y="31352"/>
                  </a:lnTo>
                  <a:lnTo>
                    <a:pt x="92963" y="28233"/>
                  </a:lnTo>
                  <a:lnTo>
                    <a:pt x="88363" y="25262"/>
                  </a:lnTo>
                  <a:lnTo>
                    <a:pt x="83667" y="22444"/>
                  </a:lnTo>
                  <a:lnTo>
                    <a:pt x="78882" y="19781"/>
                  </a:lnTo>
                  <a:lnTo>
                    <a:pt x="74012" y="17277"/>
                  </a:lnTo>
                  <a:lnTo>
                    <a:pt x="69062" y="14933"/>
                  </a:lnTo>
                  <a:lnTo>
                    <a:pt x="64039" y="12752"/>
                  </a:lnTo>
                  <a:lnTo>
                    <a:pt x="58947" y="10737"/>
                  </a:lnTo>
                  <a:lnTo>
                    <a:pt x="53791" y="8891"/>
                  </a:lnTo>
                  <a:lnTo>
                    <a:pt x="48578" y="7213"/>
                  </a:lnTo>
                  <a:lnTo>
                    <a:pt x="43312" y="5708"/>
                  </a:lnTo>
                  <a:lnTo>
                    <a:pt x="38001" y="4376"/>
                  </a:lnTo>
                  <a:lnTo>
                    <a:pt x="32648" y="3219"/>
                  </a:lnTo>
                  <a:lnTo>
                    <a:pt x="27260" y="2237"/>
                  </a:lnTo>
                  <a:lnTo>
                    <a:pt x="21843" y="1433"/>
                  </a:lnTo>
                  <a:lnTo>
                    <a:pt x="16403" y="806"/>
                  </a:lnTo>
                  <a:lnTo>
                    <a:pt x="10945" y="358"/>
                  </a:lnTo>
                  <a:lnTo>
                    <a:pt x="547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0906" y="2168369"/>
              <a:ext cx="64986" cy="167167"/>
            </a:xfrm>
            <a:custGeom>
              <a:avLst/>
              <a:pathLst>
                <a:path w="64986" h="167167">
                  <a:moveTo>
                    <a:pt x="64986" y="0"/>
                  </a:moveTo>
                  <a:lnTo>
                    <a:pt x="58920" y="110"/>
                  </a:lnTo>
                  <a:lnTo>
                    <a:pt x="52861" y="440"/>
                  </a:lnTo>
                  <a:lnTo>
                    <a:pt x="46819" y="990"/>
                  </a:lnTo>
                  <a:lnTo>
                    <a:pt x="40800" y="1758"/>
                  </a:lnTo>
                  <a:lnTo>
                    <a:pt x="34813" y="2745"/>
                  </a:lnTo>
                  <a:lnTo>
                    <a:pt x="28866" y="3948"/>
                  </a:lnTo>
                  <a:lnTo>
                    <a:pt x="22967" y="5367"/>
                  </a:lnTo>
                  <a:lnTo>
                    <a:pt x="17123" y="6998"/>
                  </a:lnTo>
                  <a:lnTo>
                    <a:pt x="11342" y="8841"/>
                  </a:lnTo>
                  <a:lnTo>
                    <a:pt x="5632" y="10892"/>
                  </a:lnTo>
                  <a:lnTo>
                    <a:pt x="0" y="13148"/>
                  </a:lnTo>
                  <a:lnTo>
                    <a:pt x="649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80906" y="2181518"/>
              <a:ext cx="64986" cy="154018"/>
            </a:xfrm>
            <a:custGeom>
              <a:avLst/>
              <a:pathLst>
                <a:path w="64986" h="154018">
                  <a:moveTo>
                    <a:pt x="0" y="0"/>
                  </a:moveTo>
                  <a:lnTo>
                    <a:pt x="64986" y="154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578728" y="2181518"/>
              <a:ext cx="238387" cy="321183"/>
            </a:xfrm>
            <a:custGeom>
              <a:avLst/>
              <a:pathLst>
                <a:path w="238387" h="321183">
                  <a:moveTo>
                    <a:pt x="102177" y="0"/>
                  </a:moveTo>
                  <a:lnTo>
                    <a:pt x="97309" y="2145"/>
                  </a:lnTo>
                  <a:lnTo>
                    <a:pt x="92512" y="4445"/>
                  </a:lnTo>
                  <a:lnTo>
                    <a:pt x="87791" y="6896"/>
                  </a:lnTo>
                  <a:lnTo>
                    <a:pt x="83150" y="9496"/>
                  </a:lnTo>
                  <a:lnTo>
                    <a:pt x="78594" y="12243"/>
                  </a:lnTo>
                  <a:lnTo>
                    <a:pt x="74127" y="15133"/>
                  </a:lnTo>
                  <a:lnTo>
                    <a:pt x="69755" y="18163"/>
                  </a:lnTo>
                  <a:lnTo>
                    <a:pt x="65482" y="21331"/>
                  </a:lnTo>
                  <a:lnTo>
                    <a:pt x="61311" y="24634"/>
                  </a:lnTo>
                  <a:lnTo>
                    <a:pt x="57248" y="28068"/>
                  </a:lnTo>
                  <a:lnTo>
                    <a:pt x="53296" y="31629"/>
                  </a:lnTo>
                  <a:lnTo>
                    <a:pt x="49460" y="35314"/>
                  </a:lnTo>
                  <a:lnTo>
                    <a:pt x="45742" y="39119"/>
                  </a:lnTo>
                  <a:lnTo>
                    <a:pt x="42148" y="43041"/>
                  </a:lnTo>
                  <a:lnTo>
                    <a:pt x="38680" y="47075"/>
                  </a:lnTo>
                  <a:lnTo>
                    <a:pt x="35342" y="51218"/>
                  </a:lnTo>
                  <a:lnTo>
                    <a:pt x="32138" y="55464"/>
                  </a:lnTo>
                  <a:lnTo>
                    <a:pt x="29070" y="59810"/>
                  </a:lnTo>
                  <a:lnTo>
                    <a:pt x="26142" y="64252"/>
                  </a:lnTo>
                  <a:lnTo>
                    <a:pt x="23358" y="68785"/>
                  </a:lnTo>
                  <a:lnTo>
                    <a:pt x="20718" y="73404"/>
                  </a:lnTo>
                  <a:lnTo>
                    <a:pt x="18227" y="78104"/>
                  </a:lnTo>
                  <a:lnTo>
                    <a:pt x="15887" y="82882"/>
                  </a:lnTo>
                  <a:lnTo>
                    <a:pt x="13700" y="87731"/>
                  </a:lnTo>
                  <a:lnTo>
                    <a:pt x="11669" y="92648"/>
                  </a:lnTo>
                  <a:lnTo>
                    <a:pt x="9795" y="97627"/>
                  </a:lnTo>
                  <a:lnTo>
                    <a:pt x="8080" y="102663"/>
                  </a:lnTo>
                  <a:lnTo>
                    <a:pt x="6527" y="107751"/>
                  </a:lnTo>
                  <a:lnTo>
                    <a:pt x="5136" y="112885"/>
                  </a:lnTo>
                  <a:lnTo>
                    <a:pt x="3909" y="118062"/>
                  </a:lnTo>
                  <a:lnTo>
                    <a:pt x="2848" y="123275"/>
                  </a:lnTo>
                  <a:lnTo>
                    <a:pt x="1953" y="128518"/>
                  </a:lnTo>
                  <a:lnTo>
                    <a:pt x="1225" y="133788"/>
                  </a:lnTo>
                  <a:lnTo>
                    <a:pt x="665" y="139079"/>
                  </a:lnTo>
                  <a:lnTo>
                    <a:pt x="274" y="144384"/>
                  </a:lnTo>
                  <a:lnTo>
                    <a:pt x="52" y="149699"/>
                  </a:lnTo>
                  <a:lnTo>
                    <a:pt x="0" y="155019"/>
                  </a:lnTo>
                  <a:lnTo>
                    <a:pt x="116" y="160337"/>
                  </a:lnTo>
                  <a:lnTo>
                    <a:pt x="402" y="165649"/>
                  </a:lnTo>
                  <a:lnTo>
                    <a:pt x="856" y="170950"/>
                  </a:lnTo>
                  <a:lnTo>
                    <a:pt x="1479" y="176233"/>
                  </a:lnTo>
                  <a:lnTo>
                    <a:pt x="2270" y="181494"/>
                  </a:lnTo>
                  <a:lnTo>
                    <a:pt x="3228" y="186726"/>
                  </a:lnTo>
                  <a:lnTo>
                    <a:pt x="4351" y="191926"/>
                  </a:lnTo>
                  <a:lnTo>
                    <a:pt x="5640" y="197087"/>
                  </a:lnTo>
                  <a:lnTo>
                    <a:pt x="7092" y="202205"/>
                  </a:lnTo>
                  <a:lnTo>
                    <a:pt x="8707" y="207274"/>
                  </a:lnTo>
                  <a:lnTo>
                    <a:pt x="10481" y="212289"/>
                  </a:lnTo>
                  <a:lnTo>
                    <a:pt x="12415" y="217245"/>
                  </a:lnTo>
                  <a:lnTo>
                    <a:pt x="14505" y="222137"/>
                  </a:lnTo>
                  <a:lnTo>
                    <a:pt x="16750" y="226960"/>
                  </a:lnTo>
                  <a:lnTo>
                    <a:pt x="19147" y="231709"/>
                  </a:lnTo>
                  <a:lnTo>
                    <a:pt x="21694" y="236380"/>
                  </a:lnTo>
                  <a:lnTo>
                    <a:pt x="24388" y="240967"/>
                  </a:lnTo>
                  <a:lnTo>
                    <a:pt x="27227" y="245466"/>
                  </a:lnTo>
                  <a:lnTo>
                    <a:pt x="30208" y="249872"/>
                  </a:lnTo>
                  <a:lnTo>
                    <a:pt x="33327" y="254181"/>
                  </a:lnTo>
                  <a:lnTo>
                    <a:pt x="36582" y="258389"/>
                  </a:lnTo>
                  <a:lnTo>
                    <a:pt x="39969" y="262491"/>
                  </a:lnTo>
                  <a:lnTo>
                    <a:pt x="43485" y="266484"/>
                  </a:lnTo>
                  <a:lnTo>
                    <a:pt x="47126" y="270362"/>
                  </a:lnTo>
                  <a:lnTo>
                    <a:pt x="50889" y="274123"/>
                  </a:lnTo>
                  <a:lnTo>
                    <a:pt x="54770" y="277762"/>
                  </a:lnTo>
                  <a:lnTo>
                    <a:pt x="58764" y="281275"/>
                  </a:lnTo>
                  <a:lnTo>
                    <a:pt x="62868" y="284660"/>
                  </a:lnTo>
                  <a:lnTo>
                    <a:pt x="67078" y="287912"/>
                  </a:lnTo>
                  <a:lnTo>
                    <a:pt x="71389" y="291029"/>
                  </a:lnTo>
                  <a:lnTo>
                    <a:pt x="75797" y="294007"/>
                  </a:lnTo>
                  <a:lnTo>
                    <a:pt x="80297" y="296844"/>
                  </a:lnTo>
                  <a:lnTo>
                    <a:pt x="84886" y="299535"/>
                  </a:lnTo>
                  <a:lnTo>
                    <a:pt x="89558" y="302080"/>
                  </a:lnTo>
                  <a:lnTo>
                    <a:pt x="94308" y="304474"/>
                  </a:lnTo>
                  <a:lnTo>
                    <a:pt x="99133" y="306716"/>
                  </a:lnTo>
                  <a:lnTo>
                    <a:pt x="104026" y="308803"/>
                  </a:lnTo>
                  <a:lnTo>
                    <a:pt x="108983" y="310734"/>
                  </a:lnTo>
                  <a:lnTo>
                    <a:pt x="113999" y="312506"/>
                  </a:lnTo>
                  <a:lnTo>
                    <a:pt x="119069" y="314117"/>
                  </a:lnTo>
                  <a:lnTo>
                    <a:pt x="124187" y="315567"/>
                  </a:lnTo>
                  <a:lnTo>
                    <a:pt x="129350" y="316852"/>
                  </a:lnTo>
                  <a:lnTo>
                    <a:pt x="134550" y="317973"/>
                  </a:lnTo>
                  <a:lnTo>
                    <a:pt x="139783" y="318928"/>
                  </a:lnTo>
                  <a:lnTo>
                    <a:pt x="145044" y="319716"/>
                  </a:lnTo>
                  <a:lnTo>
                    <a:pt x="150328" y="320335"/>
                  </a:lnTo>
                  <a:lnTo>
                    <a:pt x="155629" y="320787"/>
                  </a:lnTo>
                  <a:lnTo>
                    <a:pt x="160941" y="321070"/>
                  </a:lnTo>
                  <a:lnTo>
                    <a:pt x="166260" y="321183"/>
                  </a:lnTo>
                  <a:lnTo>
                    <a:pt x="171579" y="321127"/>
                  </a:lnTo>
                  <a:lnTo>
                    <a:pt x="176894" y="320902"/>
                  </a:lnTo>
                  <a:lnTo>
                    <a:pt x="182199" y="320508"/>
                  </a:lnTo>
                  <a:lnTo>
                    <a:pt x="187489" y="319945"/>
                  </a:lnTo>
                  <a:lnTo>
                    <a:pt x="192759" y="319214"/>
                  </a:lnTo>
                  <a:lnTo>
                    <a:pt x="198002" y="318316"/>
                  </a:lnTo>
                  <a:lnTo>
                    <a:pt x="203214" y="317252"/>
                  </a:lnTo>
                  <a:lnTo>
                    <a:pt x="208390" y="316022"/>
                  </a:lnTo>
                  <a:lnTo>
                    <a:pt x="213524" y="314628"/>
                  </a:lnTo>
                  <a:lnTo>
                    <a:pt x="218611" y="313072"/>
                  </a:lnTo>
                  <a:lnTo>
                    <a:pt x="223646" y="311354"/>
                  </a:lnTo>
                  <a:lnTo>
                    <a:pt x="228623" y="309478"/>
                  </a:lnTo>
                  <a:lnTo>
                    <a:pt x="233539" y="307443"/>
                  </a:lnTo>
                  <a:lnTo>
                    <a:pt x="238387" y="305254"/>
                  </a:lnTo>
                  <a:lnTo>
                    <a:pt x="167164" y="154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5" cy="318403"/>
            </a:xfrm>
            <a:custGeom>
              <a:avLst/>
              <a:pathLst>
                <a:path w="167165" h="318403">
                  <a:moveTo>
                    <a:pt x="71223" y="318403"/>
                  </a:moveTo>
                  <a:lnTo>
                    <a:pt x="76049" y="316034"/>
                  </a:lnTo>
                  <a:lnTo>
                    <a:pt x="80796" y="313512"/>
                  </a:lnTo>
                  <a:lnTo>
                    <a:pt x="85460" y="310838"/>
                  </a:lnTo>
                  <a:lnTo>
                    <a:pt x="90036" y="308016"/>
                  </a:lnTo>
                  <a:lnTo>
                    <a:pt x="94518" y="305048"/>
                  </a:lnTo>
                  <a:lnTo>
                    <a:pt x="98903" y="301937"/>
                  </a:lnTo>
                  <a:lnTo>
                    <a:pt x="103185" y="298688"/>
                  </a:lnTo>
                  <a:lnTo>
                    <a:pt x="107361" y="295302"/>
                  </a:lnTo>
                  <a:lnTo>
                    <a:pt x="111425" y="291783"/>
                  </a:lnTo>
                  <a:lnTo>
                    <a:pt x="115375" y="288136"/>
                  </a:lnTo>
                  <a:lnTo>
                    <a:pt x="119205" y="284364"/>
                  </a:lnTo>
                  <a:lnTo>
                    <a:pt x="122912" y="280470"/>
                  </a:lnTo>
                  <a:lnTo>
                    <a:pt x="126491" y="276459"/>
                  </a:lnTo>
                  <a:lnTo>
                    <a:pt x="129940" y="272335"/>
                  </a:lnTo>
                  <a:lnTo>
                    <a:pt x="133255" y="268103"/>
                  </a:lnTo>
                  <a:lnTo>
                    <a:pt x="136431" y="263766"/>
                  </a:lnTo>
                  <a:lnTo>
                    <a:pt x="139467" y="259329"/>
                  </a:lnTo>
                  <a:lnTo>
                    <a:pt x="142358" y="254797"/>
                  </a:lnTo>
                  <a:lnTo>
                    <a:pt x="145102" y="250174"/>
                  </a:lnTo>
                  <a:lnTo>
                    <a:pt x="147696" y="245465"/>
                  </a:lnTo>
                  <a:lnTo>
                    <a:pt x="150138" y="240676"/>
                  </a:lnTo>
                  <a:lnTo>
                    <a:pt x="152424" y="235810"/>
                  </a:lnTo>
                  <a:lnTo>
                    <a:pt x="154552" y="230873"/>
                  </a:lnTo>
                  <a:lnTo>
                    <a:pt x="156520" y="225871"/>
                  </a:lnTo>
                  <a:lnTo>
                    <a:pt x="158327" y="220808"/>
                  </a:lnTo>
                  <a:lnTo>
                    <a:pt x="159970" y="215689"/>
                  </a:lnTo>
                  <a:lnTo>
                    <a:pt x="161448" y="210520"/>
                  </a:lnTo>
                  <a:lnTo>
                    <a:pt x="162758" y="205306"/>
                  </a:lnTo>
                  <a:lnTo>
                    <a:pt x="163900" y="200053"/>
                  </a:lnTo>
                  <a:lnTo>
                    <a:pt x="164873" y="194766"/>
                  </a:lnTo>
                  <a:lnTo>
                    <a:pt x="165675" y="189450"/>
                  </a:lnTo>
                  <a:lnTo>
                    <a:pt x="166306" y="184111"/>
                  </a:lnTo>
                  <a:lnTo>
                    <a:pt x="166765" y="178755"/>
                  </a:lnTo>
                  <a:lnTo>
                    <a:pt x="167051" y="173387"/>
                  </a:lnTo>
                  <a:lnTo>
                    <a:pt x="167165" y="168012"/>
                  </a:lnTo>
                  <a:lnTo>
                    <a:pt x="167106" y="162636"/>
                  </a:lnTo>
                  <a:lnTo>
                    <a:pt x="166873" y="157266"/>
                  </a:lnTo>
                  <a:lnTo>
                    <a:pt x="166469" y="151905"/>
                  </a:lnTo>
                  <a:lnTo>
                    <a:pt x="165892" y="146560"/>
                  </a:lnTo>
                  <a:lnTo>
                    <a:pt x="165144" y="141236"/>
                  </a:lnTo>
                  <a:lnTo>
                    <a:pt x="164224" y="135940"/>
                  </a:lnTo>
                  <a:lnTo>
                    <a:pt x="163135" y="130675"/>
                  </a:lnTo>
                  <a:lnTo>
                    <a:pt x="161878" y="125449"/>
                  </a:lnTo>
                  <a:lnTo>
                    <a:pt x="160452" y="120265"/>
                  </a:lnTo>
                  <a:lnTo>
                    <a:pt x="158861" y="115130"/>
                  </a:lnTo>
                  <a:lnTo>
                    <a:pt x="157106" y="110049"/>
                  </a:lnTo>
                  <a:lnTo>
                    <a:pt x="155188" y="105026"/>
                  </a:lnTo>
                  <a:lnTo>
                    <a:pt x="153110" y="100069"/>
                  </a:lnTo>
                  <a:lnTo>
                    <a:pt x="150873" y="95180"/>
                  </a:lnTo>
                  <a:lnTo>
                    <a:pt x="148480" y="90366"/>
                  </a:lnTo>
                  <a:lnTo>
                    <a:pt x="145934" y="85631"/>
                  </a:lnTo>
                  <a:lnTo>
                    <a:pt x="143237" y="80981"/>
                  </a:lnTo>
                  <a:lnTo>
                    <a:pt x="140392" y="76420"/>
                  </a:lnTo>
                  <a:lnTo>
                    <a:pt x="137401" y="71952"/>
                  </a:lnTo>
                  <a:lnTo>
                    <a:pt x="134268" y="67584"/>
                  </a:lnTo>
                  <a:lnTo>
                    <a:pt x="130997" y="63318"/>
                  </a:lnTo>
                  <a:lnTo>
                    <a:pt x="127590" y="59159"/>
                  </a:lnTo>
                  <a:lnTo>
                    <a:pt x="124051" y="55112"/>
                  </a:lnTo>
                  <a:lnTo>
                    <a:pt x="120384" y="51182"/>
                  </a:lnTo>
                  <a:lnTo>
                    <a:pt x="116592" y="47371"/>
                  </a:lnTo>
                  <a:lnTo>
                    <a:pt x="112680" y="43684"/>
                  </a:lnTo>
                  <a:lnTo>
                    <a:pt x="108651" y="40124"/>
                  </a:lnTo>
                  <a:lnTo>
                    <a:pt x="104510" y="36696"/>
                  </a:lnTo>
                  <a:lnTo>
                    <a:pt x="100260" y="33403"/>
                  </a:lnTo>
                  <a:lnTo>
                    <a:pt x="95907" y="30249"/>
                  </a:lnTo>
                  <a:lnTo>
                    <a:pt x="91455" y="27235"/>
                  </a:lnTo>
                  <a:lnTo>
                    <a:pt x="86908" y="24367"/>
                  </a:lnTo>
                  <a:lnTo>
                    <a:pt x="82272" y="21646"/>
                  </a:lnTo>
                  <a:lnTo>
                    <a:pt x="77550" y="19076"/>
                  </a:lnTo>
                  <a:lnTo>
                    <a:pt x="72748" y="16659"/>
                  </a:lnTo>
                  <a:lnTo>
                    <a:pt x="67871" y="14398"/>
                  </a:lnTo>
                  <a:lnTo>
                    <a:pt x="62924" y="12294"/>
                  </a:lnTo>
                  <a:lnTo>
                    <a:pt x="57911" y="10351"/>
                  </a:lnTo>
                  <a:lnTo>
                    <a:pt x="52839" y="8570"/>
                  </a:lnTo>
                  <a:lnTo>
                    <a:pt x="47712" y="6953"/>
                  </a:lnTo>
                  <a:lnTo>
                    <a:pt x="42536" y="5502"/>
                  </a:lnTo>
                  <a:lnTo>
                    <a:pt x="37315" y="4218"/>
                  </a:lnTo>
                  <a:lnTo>
                    <a:pt x="32057" y="3102"/>
                  </a:lnTo>
                  <a:lnTo>
                    <a:pt x="26765" y="2156"/>
                  </a:lnTo>
                  <a:lnTo>
                    <a:pt x="21445" y="1381"/>
                  </a:lnTo>
                  <a:lnTo>
                    <a:pt x="16103" y="777"/>
                  </a:lnTo>
                  <a:lnTo>
                    <a:pt x="10744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9135" y="1735255"/>
              <a:ext cx="51411" cy="167167"/>
            </a:xfrm>
            <a:custGeom>
              <a:avLst/>
              <a:pathLst>
                <a:path w="51411" h="167167">
                  <a:moveTo>
                    <a:pt x="51411" y="0"/>
                  </a:moveTo>
                  <a:lnTo>
                    <a:pt x="44880" y="127"/>
                  </a:lnTo>
                  <a:lnTo>
                    <a:pt x="38360" y="510"/>
                  </a:lnTo>
                  <a:lnTo>
                    <a:pt x="31859" y="1147"/>
                  </a:lnTo>
                  <a:lnTo>
                    <a:pt x="25388" y="2037"/>
                  </a:lnTo>
                  <a:lnTo>
                    <a:pt x="18957" y="3180"/>
                  </a:lnTo>
                  <a:lnTo>
                    <a:pt x="12575" y="4573"/>
                  </a:lnTo>
                  <a:lnTo>
                    <a:pt x="6253" y="6214"/>
                  </a:lnTo>
                  <a:lnTo>
                    <a:pt x="0" y="8102"/>
                  </a:lnTo>
                  <a:lnTo>
                    <a:pt x="5141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09135" y="1743357"/>
              <a:ext cx="51411" cy="159065"/>
            </a:xfrm>
            <a:custGeom>
              <a:avLst/>
              <a:pathLst>
                <a:path w="51411" h="159065">
                  <a:moveTo>
                    <a:pt x="0" y="0"/>
                  </a:moveTo>
                  <a:lnTo>
                    <a:pt x="51411" y="159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93389" y="1743357"/>
              <a:ext cx="334314" cy="326231"/>
            </a:xfrm>
            <a:custGeom>
              <a:avLst/>
              <a:pathLst>
                <a:path w="334314" h="326231">
                  <a:moveTo>
                    <a:pt x="115745" y="0"/>
                  </a:moveTo>
                  <a:lnTo>
                    <a:pt x="110724" y="1711"/>
                  </a:lnTo>
                  <a:lnTo>
                    <a:pt x="105760" y="3580"/>
                  </a:lnTo>
                  <a:lnTo>
                    <a:pt x="100858" y="5607"/>
                  </a:lnTo>
                  <a:lnTo>
                    <a:pt x="96022" y="7788"/>
                  </a:lnTo>
                  <a:lnTo>
                    <a:pt x="91258" y="10121"/>
                  </a:lnTo>
                  <a:lnTo>
                    <a:pt x="86571" y="12604"/>
                  </a:lnTo>
                  <a:lnTo>
                    <a:pt x="81964" y="15234"/>
                  </a:lnTo>
                  <a:lnTo>
                    <a:pt x="77444" y="18010"/>
                  </a:lnTo>
                  <a:lnTo>
                    <a:pt x="73014" y="20927"/>
                  </a:lnTo>
                  <a:lnTo>
                    <a:pt x="68678" y="23984"/>
                  </a:lnTo>
                  <a:lnTo>
                    <a:pt x="64442" y="27176"/>
                  </a:lnTo>
                  <a:lnTo>
                    <a:pt x="60309" y="30502"/>
                  </a:lnTo>
                  <a:lnTo>
                    <a:pt x="56284" y="33956"/>
                  </a:lnTo>
                  <a:lnTo>
                    <a:pt x="52370" y="37537"/>
                  </a:lnTo>
                  <a:lnTo>
                    <a:pt x="48572" y="41240"/>
                  </a:lnTo>
                  <a:lnTo>
                    <a:pt x="44893" y="45062"/>
                  </a:lnTo>
                  <a:lnTo>
                    <a:pt x="41338" y="48999"/>
                  </a:lnTo>
                  <a:lnTo>
                    <a:pt x="37909" y="53046"/>
                  </a:lnTo>
                  <a:lnTo>
                    <a:pt x="34610" y="57200"/>
                  </a:lnTo>
                  <a:lnTo>
                    <a:pt x="31445" y="61457"/>
                  </a:lnTo>
                  <a:lnTo>
                    <a:pt x="28416" y="65812"/>
                  </a:lnTo>
                  <a:lnTo>
                    <a:pt x="25528" y="70261"/>
                  </a:lnTo>
                  <a:lnTo>
                    <a:pt x="22781" y="74799"/>
                  </a:lnTo>
                  <a:lnTo>
                    <a:pt x="20180" y="79422"/>
                  </a:lnTo>
                  <a:lnTo>
                    <a:pt x="17727" y="84126"/>
                  </a:lnTo>
                  <a:lnTo>
                    <a:pt x="15425" y="88905"/>
                  </a:lnTo>
                  <a:lnTo>
                    <a:pt x="13275" y="93754"/>
                  </a:lnTo>
                  <a:lnTo>
                    <a:pt x="11281" y="98669"/>
                  </a:lnTo>
                  <a:lnTo>
                    <a:pt x="9443" y="103645"/>
                  </a:lnTo>
                  <a:lnTo>
                    <a:pt x="7764" y="108677"/>
                  </a:lnTo>
                  <a:lnTo>
                    <a:pt x="6245" y="113760"/>
                  </a:lnTo>
                  <a:lnTo>
                    <a:pt x="4889" y="118888"/>
                  </a:lnTo>
                  <a:lnTo>
                    <a:pt x="3696" y="124057"/>
                  </a:lnTo>
                  <a:lnTo>
                    <a:pt x="2667" y="129261"/>
                  </a:lnTo>
                  <a:lnTo>
                    <a:pt x="1805" y="134494"/>
                  </a:lnTo>
                  <a:lnTo>
                    <a:pt x="1108" y="139753"/>
                  </a:lnTo>
                  <a:lnTo>
                    <a:pt x="579" y="145031"/>
                  </a:lnTo>
                  <a:lnTo>
                    <a:pt x="218" y="150324"/>
                  </a:lnTo>
                  <a:lnTo>
                    <a:pt x="25" y="155625"/>
                  </a:lnTo>
                  <a:lnTo>
                    <a:pt x="0" y="160929"/>
                  </a:lnTo>
                  <a:lnTo>
                    <a:pt x="143" y="166232"/>
                  </a:lnTo>
                  <a:lnTo>
                    <a:pt x="454" y="171527"/>
                  </a:lnTo>
                  <a:lnTo>
                    <a:pt x="934" y="176810"/>
                  </a:lnTo>
                  <a:lnTo>
                    <a:pt x="1580" y="182075"/>
                  </a:lnTo>
                  <a:lnTo>
                    <a:pt x="2394" y="187317"/>
                  </a:lnTo>
                  <a:lnTo>
                    <a:pt x="3373" y="192530"/>
                  </a:lnTo>
                  <a:lnTo>
                    <a:pt x="4517" y="197710"/>
                  </a:lnTo>
                  <a:lnTo>
                    <a:pt x="5825" y="202851"/>
                  </a:lnTo>
                  <a:lnTo>
                    <a:pt x="7296" y="207947"/>
                  </a:lnTo>
                  <a:lnTo>
                    <a:pt x="8927" y="212995"/>
                  </a:lnTo>
                  <a:lnTo>
                    <a:pt x="10718" y="217988"/>
                  </a:lnTo>
                  <a:lnTo>
                    <a:pt x="12666" y="222922"/>
                  </a:lnTo>
                  <a:lnTo>
                    <a:pt x="14770" y="227791"/>
                  </a:lnTo>
                  <a:lnTo>
                    <a:pt x="17027" y="232592"/>
                  </a:lnTo>
                  <a:lnTo>
                    <a:pt x="19436" y="237318"/>
                  </a:lnTo>
                  <a:lnTo>
                    <a:pt x="21993" y="241965"/>
                  </a:lnTo>
                  <a:lnTo>
                    <a:pt x="24696" y="246529"/>
                  </a:lnTo>
                  <a:lnTo>
                    <a:pt x="27543" y="251005"/>
                  </a:lnTo>
                  <a:lnTo>
                    <a:pt x="30531" y="255389"/>
                  </a:lnTo>
                  <a:lnTo>
                    <a:pt x="33655" y="259675"/>
                  </a:lnTo>
                  <a:lnTo>
                    <a:pt x="36915" y="263860"/>
                  </a:lnTo>
                  <a:lnTo>
                    <a:pt x="40305" y="267940"/>
                  </a:lnTo>
                  <a:lnTo>
                    <a:pt x="43824" y="271910"/>
                  </a:lnTo>
                  <a:lnTo>
                    <a:pt x="47466" y="275766"/>
                  </a:lnTo>
                  <a:lnTo>
                    <a:pt x="51229" y="279505"/>
                  </a:lnTo>
                  <a:lnTo>
                    <a:pt x="55109" y="283122"/>
                  </a:lnTo>
                  <a:lnTo>
                    <a:pt x="59101" y="286615"/>
                  </a:lnTo>
                  <a:lnTo>
                    <a:pt x="63203" y="289979"/>
                  </a:lnTo>
                  <a:lnTo>
                    <a:pt x="67409" y="293211"/>
                  </a:lnTo>
                  <a:lnTo>
                    <a:pt x="71715" y="296309"/>
                  </a:lnTo>
                  <a:lnTo>
                    <a:pt x="76118" y="299268"/>
                  </a:lnTo>
                  <a:lnTo>
                    <a:pt x="80612" y="302086"/>
                  </a:lnTo>
                  <a:lnTo>
                    <a:pt x="85193" y="304760"/>
                  </a:lnTo>
                  <a:lnTo>
                    <a:pt x="89857" y="307287"/>
                  </a:lnTo>
                  <a:lnTo>
                    <a:pt x="94599" y="309665"/>
                  </a:lnTo>
                  <a:lnTo>
                    <a:pt x="99413" y="311891"/>
                  </a:lnTo>
                  <a:lnTo>
                    <a:pt x="104296" y="313963"/>
                  </a:lnTo>
                  <a:lnTo>
                    <a:pt x="109243" y="315880"/>
                  </a:lnTo>
                  <a:lnTo>
                    <a:pt x="114247" y="317638"/>
                  </a:lnTo>
                  <a:lnTo>
                    <a:pt x="119305" y="319237"/>
                  </a:lnTo>
                  <a:lnTo>
                    <a:pt x="124411" y="320675"/>
                  </a:lnTo>
                  <a:lnTo>
                    <a:pt x="129560" y="321950"/>
                  </a:lnTo>
                  <a:lnTo>
                    <a:pt x="134747" y="323061"/>
                  </a:lnTo>
                  <a:lnTo>
                    <a:pt x="139967" y="324006"/>
                  </a:lnTo>
                  <a:lnTo>
                    <a:pt x="145214" y="324786"/>
                  </a:lnTo>
                  <a:lnTo>
                    <a:pt x="150483" y="325399"/>
                  </a:lnTo>
                  <a:lnTo>
                    <a:pt x="155769" y="325844"/>
                  </a:lnTo>
                  <a:lnTo>
                    <a:pt x="161066" y="326121"/>
                  </a:lnTo>
                  <a:lnTo>
                    <a:pt x="166369" y="326231"/>
                  </a:lnTo>
                  <a:lnTo>
                    <a:pt x="171674" y="326171"/>
                  </a:lnTo>
                  <a:lnTo>
                    <a:pt x="176973" y="325944"/>
                  </a:lnTo>
                  <a:lnTo>
                    <a:pt x="182263" y="325548"/>
                  </a:lnTo>
                  <a:lnTo>
                    <a:pt x="187538" y="324985"/>
                  </a:lnTo>
                  <a:lnTo>
                    <a:pt x="192792" y="324255"/>
                  </a:lnTo>
                  <a:lnTo>
                    <a:pt x="198020" y="323359"/>
                  </a:lnTo>
                  <a:lnTo>
                    <a:pt x="203217" y="322297"/>
                  </a:lnTo>
                  <a:lnTo>
                    <a:pt x="208378" y="321070"/>
                  </a:lnTo>
                  <a:lnTo>
                    <a:pt x="213498" y="319681"/>
                  </a:lnTo>
                  <a:lnTo>
                    <a:pt x="218570" y="318130"/>
                  </a:lnTo>
                  <a:lnTo>
                    <a:pt x="223591" y="316418"/>
                  </a:lnTo>
                  <a:lnTo>
                    <a:pt x="228555" y="314549"/>
                  </a:lnTo>
                  <a:lnTo>
                    <a:pt x="233458" y="312522"/>
                  </a:lnTo>
                  <a:lnTo>
                    <a:pt x="238293" y="310341"/>
                  </a:lnTo>
                  <a:lnTo>
                    <a:pt x="243057" y="308008"/>
                  </a:lnTo>
                  <a:lnTo>
                    <a:pt x="247744" y="305525"/>
                  </a:lnTo>
                  <a:lnTo>
                    <a:pt x="252351" y="302894"/>
                  </a:lnTo>
                  <a:lnTo>
                    <a:pt x="256871" y="300119"/>
                  </a:lnTo>
                  <a:lnTo>
                    <a:pt x="261302" y="297201"/>
                  </a:lnTo>
                  <a:lnTo>
                    <a:pt x="265637" y="294145"/>
                  </a:lnTo>
                  <a:lnTo>
                    <a:pt x="269873" y="290952"/>
                  </a:lnTo>
                  <a:lnTo>
                    <a:pt x="274006" y="287627"/>
                  </a:lnTo>
                  <a:lnTo>
                    <a:pt x="278031" y="284172"/>
                  </a:lnTo>
                  <a:lnTo>
                    <a:pt x="281945" y="280591"/>
                  </a:lnTo>
                  <a:lnTo>
                    <a:pt x="285743" y="276888"/>
                  </a:lnTo>
                  <a:lnTo>
                    <a:pt x="289421" y="273066"/>
                  </a:lnTo>
                  <a:lnTo>
                    <a:pt x="292977" y="269129"/>
                  </a:lnTo>
                  <a:lnTo>
                    <a:pt x="296406" y="265082"/>
                  </a:lnTo>
                  <a:lnTo>
                    <a:pt x="299704" y="260928"/>
                  </a:lnTo>
                  <a:lnTo>
                    <a:pt x="302869" y="256671"/>
                  </a:lnTo>
                  <a:lnTo>
                    <a:pt x="305898" y="252316"/>
                  </a:lnTo>
                  <a:lnTo>
                    <a:pt x="308787" y="247867"/>
                  </a:lnTo>
                  <a:lnTo>
                    <a:pt x="311533" y="243329"/>
                  </a:lnTo>
                  <a:lnTo>
                    <a:pt x="314134" y="238705"/>
                  </a:lnTo>
                  <a:lnTo>
                    <a:pt x="316587" y="234002"/>
                  </a:lnTo>
                  <a:lnTo>
                    <a:pt x="318889" y="229223"/>
                  </a:lnTo>
                  <a:lnTo>
                    <a:pt x="321039" y="224374"/>
                  </a:lnTo>
                  <a:lnTo>
                    <a:pt x="323033" y="219458"/>
                  </a:lnTo>
                  <a:lnTo>
                    <a:pt x="324871" y="214482"/>
                  </a:lnTo>
                  <a:lnTo>
                    <a:pt x="326550" y="209450"/>
                  </a:lnTo>
                  <a:lnTo>
                    <a:pt x="328068" y="204368"/>
                  </a:lnTo>
                  <a:lnTo>
                    <a:pt x="329425" y="199240"/>
                  </a:lnTo>
                  <a:lnTo>
                    <a:pt x="330618" y="194071"/>
                  </a:lnTo>
                  <a:lnTo>
                    <a:pt x="331646" y="188867"/>
                  </a:lnTo>
                  <a:lnTo>
                    <a:pt x="332509" y="183633"/>
                  </a:lnTo>
                  <a:lnTo>
                    <a:pt x="333205" y="178374"/>
                  </a:lnTo>
                  <a:lnTo>
                    <a:pt x="333734" y="173096"/>
                  </a:lnTo>
                  <a:lnTo>
                    <a:pt x="334095" y="167804"/>
                  </a:lnTo>
                  <a:lnTo>
                    <a:pt x="334289" y="162503"/>
                  </a:lnTo>
                  <a:lnTo>
                    <a:pt x="334314" y="157198"/>
                  </a:lnTo>
                  <a:lnTo>
                    <a:pt x="334170" y="151896"/>
                  </a:lnTo>
                  <a:lnTo>
                    <a:pt x="333859" y="146600"/>
                  </a:lnTo>
                  <a:lnTo>
                    <a:pt x="333379" y="141318"/>
                  </a:lnTo>
                  <a:lnTo>
                    <a:pt x="332732" y="136053"/>
                  </a:lnTo>
                  <a:lnTo>
                    <a:pt x="331919" y="130811"/>
                  </a:lnTo>
                  <a:lnTo>
                    <a:pt x="330940" y="125597"/>
                  </a:lnTo>
                  <a:lnTo>
                    <a:pt x="329795" y="120418"/>
                  </a:lnTo>
                  <a:lnTo>
                    <a:pt x="328487" y="115277"/>
                  </a:lnTo>
                  <a:lnTo>
                    <a:pt x="327017" y="110180"/>
                  </a:lnTo>
                  <a:lnTo>
                    <a:pt x="325385" y="105133"/>
                  </a:lnTo>
                  <a:lnTo>
                    <a:pt x="323594" y="100140"/>
                  </a:lnTo>
                  <a:lnTo>
                    <a:pt x="321646" y="95206"/>
                  </a:lnTo>
                  <a:lnTo>
                    <a:pt x="319542" y="90336"/>
                  </a:lnTo>
                  <a:lnTo>
                    <a:pt x="317285" y="85536"/>
                  </a:lnTo>
                  <a:lnTo>
                    <a:pt x="314876" y="80810"/>
                  </a:lnTo>
                  <a:lnTo>
                    <a:pt x="312319" y="76162"/>
                  </a:lnTo>
                  <a:lnTo>
                    <a:pt x="309616" y="71598"/>
                  </a:lnTo>
                  <a:lnTo>
                    <a:pt x="306769" y="67122"/>
                  </a:lnTo>
                  <a:lnTo>
                    <a:pt x="303781" y="62739"/>
                  </a:lnTo>
                  <a:lnTo>
                    <a:pt x="300656" y="58453"/>
                  </a:lnTo>
                  <a:lnTo>
                    <a:pt x="297397" y="54268"/>
                  </a:lnTo>
                  <a:lnTo>
                    <a:pt x="294006" y="50188"/>
                  </a:lnTo>
                  <a:lnTo>
                    <a:pt x="290488" y="46218"/>
                  </a:lnTo>
                  <a:lnTo>
                    <a:pt x="286845" y="42362"/>
                  </a:lnTo>
                  <a:lnTo>
                    <a:pt x="283082" y="38623"/>
                  </a:lnTo>
                  <a:lnTo>
                    <a:pt x="279203" y="35006"/>
                  </a:lnTo>
                  <a:lnTo>
                    <a:pt x="275210" y="31513"/>
                  </a:lnTo>
                  <a:lnTo>
                    <a:pt x="271109" y="28149"/>
                  </a:lnTo>
                  <a:lnTo>
                    <a:pt x="266903" y="24917"/>
                  </a:lnTo>
                  <a:lnTo>
                    <a:pt x="262596" y="21820"/>
                  </a:lnTo>
                  <a:lnTo>
                    <a:pt x="258194" y="18861"/>
                  </a:lnTo>
                  <a:lnTo>
                    <a:pt x="253699" y="16043"/>
                  </a:lnTo>
                  <a:lnTo>
                    <a:pt x="249118" y="13369"/>
                  </a:lnTo>
                  <a:lnTo>
                    <a:pt x="244454" y="10842"/>
                  </a:lnTo>
                  <a:lnTo>
                    <a:pt x="239712" y="8464"/>
                  </a:lnTo>
                  <a:lnTo>
                    <a:pt x="234897" y="6238"/>
                  </a:lnTo>
                  <a:lnTo>
                    <a:pt x="167157" y="159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7740" cy="167167"/>
            </a:xfrm>
            <a:custGeom>
              <a:avLst/>
              <a:pathLst>
                <a:path w="67740" h="167167">
                  <a:moveTo>
                    <a:pt x="67740" y="14340"/>
                  </a:moveTo>
                  <a:lnTo>
                    <a:pt x="62387" y="12077"/>
                  </a:lnTo>
                  <a:lnTo>
                    <a:pt x="56958" y="10002"/>
                  </a:lnTo>
                  <a:lnTo>
                    <a:pt x="51460" y="8117"/>
                  </a:lnTo>
                  <a:lnTo>
                    <a:pt x="45900" y="6425"/>
                  </a:lnTo>
                  <a:lnTo>
                    <a:pt x="40285" y="4926"/>
                  </a:lnTo>
                  <a:lnTo>
                    <a:pt x="34621" y="3624"/>
                  </a:lnTo>
                  <a:lnTo>
                    <a:pt x="28915" y="2519"/>
                  </a:lnTo>
                  <a:lnTo>
                    <a:pt x="23174" y="1614"/>
                  </a:lnTo>
                  <a:lnTo>
                    <a:pt x="17405" y="908"/>
                  </a:lnTo>
                  <a:lnTo>
                    <a:pt x="11615" y="404"/>
                  </a:lnTo>
                  <a:lnTo>
                    <a:pt x="5811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915686" y="1379510"/>
              <a:ext cx="308464" cy="334331"/>
            </a:xfrm>
            <a:custGeom>
              <a:avLst/>
              <a:pathLst>
                <a:path w="308464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5" y="753"/>
                  </a:lnTo>
                  <a:lnTo>
                    <a:pt x="146033" y="1339"/>
                  </a:lnTo>
                  <a:lnTo>
                    <a:pt x="140793" y="2091"/>
                  </a:lnTo>
                  <a:lnTo>
                    <a:pt x="135579" y="3008"/>
                  </a:lnTo>
                  <a:lnTo>
                    <a:pt x="130397" y="4091"/>
                  </a:lnTo>
                  <a:lnTo>
                    <a:pt x="125252" y="5336"/>
                  </a:lnTo>
                  <a:lnTo>
                    <a:pt x="120148" y="6744"/>
                  </a:lnTo>
                  <a:lnTo>
                    <a:pt x="115092" y="8313"/>
                  </a:lnTo>
                  <a:lnTo>
                    <a:pt x="110088" y="10041"/>
                  </a:lnTo>
                  <a:lnTo>
                    <a:pt x="105142" y="11927"/>
                  </a:lnTo>
                  <a:lnTo>
                    <a:pt x="100257" y="13968"/>
                  </a:lnTo>
                  <a:lnTo>
                    <a:pt x="95440" y="16163"/>
                  </a:lnTo>
                  <a:lnTo>
                    <a:pt x="90694" y="18510"/>
                  </a:lnTo>
                  <a:lnTo>
                    <a:pt x="86025" y="21005"/>
                  </a:lnTo>
                  <a:lnTo>
                    <a:pt x="81438" y="23648"/>
                  </a:lnTo>
                  <a:lnTo>
                    <a:pt x="76936" y="26434"/>
                  </a:lnTo>
                  <a:lnTo>
                    <a:pt x="72525" y="29361"/>
                  </a:lnTo>
                  <a:lnTo>
                    <a:pt x="68209" y="32427"/>
                  </a:lnTo>
                  <a:lnTo>
                    <a:pt x="63992" y="35627"/>
                  </a:lnTo>
                  <a:lnTo>
                    <a:pt x="59879" y="38960"/>
                  </a:lnTo>
                  <a:lnTo>
                    <a:pt x="55873" y="42421"/>
                  </a:lnTo>
                  <a:lnTo>
                    <a:pt x="51979" y="46007"/>
                  </a:lnTo>
                  <a:lnTo>
                    <a:pt x="48200" y="49715"/>
                  </a:lnTo>
                  <a:lnTo>
                    <a:pt x="44541" y="53540"/>
                  </a:lnTo>
                  <a:lnTo>
                    <a:pt x="41004" y="57480"/>
                  </a:lnTo>
                  <a:lnTo>
                    <a:pt x="37594" y="61529"/>
                  </a:lnTo>
                  <a:lnTo>
                    <a:pt x="34314" y="65685"/>
                  </a:lnTo>
                  <a:lnTo>
                    <a:pt x="31167" y="69942"/>
                  </a:lnTo>
                  <a:lnTo>
                    <a:pt x="28157" y="74296"/>
                  </a:lnTo>
                  <a:lnTo>
                    <a:pt x="25286" y="78744"/>
                  </a:lnTo>
                  <a:lnTo>
                    <a:pt x="22557" y="83281"/>
                  </a:lnTo>
                  <a:lnTo>
                    <a:pt x="19974" y="87901"/>
                  </a:lnTo>
                  <a:lnTo>
                    <a:pt x="17537" y="92602"/>
                  </a:lnTo>
                  <a:lnTo>
                    <a:pt x="15251" y="97377"/>
                  </a:lnTo>
                  <a:lnTo>
                    <a:pt x="13118" y="102221"/>
                  </a:lnTo>
                  <a:lnTo>
                    <a:pt x="11138" y="107131"/>
                  </a:lnTo>
                  <a:lnTo>
                    <a:pt x="9316" y="112102"/>
                  </a:lnTo>
                  <a:lnTo>
                    <a:pt x="7651" y="117127"/>
                  </a:lnTo>
                  <a:lnTo>
                    <a:pt x="6147" y="122203"/>
                  </a:lnTo>
                  <a:lnTo>
                    <a:pt x="4804" y="127324"/>
                  </a:lnTo>
                  <a:lnTo>
                    <a:pt x="3623" y="132484"/>
                  </a:lnTo>
                  <a:lnTo>
                    <a:pt x="2607" y="137680"/>
                  </a:lnTo>
                  <a:lnTo>
                    <a:pt x="1756" y="142905"/>
                  </a:lnTo>
                  <a:lnTo>
                    <a:pt x="1071" y="148154"/>
                  </a:lnTo>
                  <a:lnTo>
                    <a:pt x="552" y="153423"/>
                  </a:lnTo>
                  <a:lnTo>
                    <a:pt x="200" y="158705"/>
                  </a:lnTo>
                  <a:lnTo>
                    <a:pt x="16" y="163996"/>
                  </a:lnTo>
                  <a:lnTo>
                    <a:pt x="0" y="169290"/>
                  </a:lnTo>
                  <a:lnTo>
                    <a:pt x="151" y="174582"/>
                  </a:lnTo>
                  <a:lnTo>
                    <a:pt x="469" y="179866"/>
                  </a:lnTo>
                  <a:lnTo>
                    <a:pt x="955" y="185138"/>
                  </a:lnTo>
                  <a:lnTo>
                    <a:pt x="1607" y="190391"/>
                  </a:lnTo>
                  <a:lnTo>
                    <a:pt x="2426" y="195622"/>
                  </a:lnTo>
                  <a:lnTo>
                    <a:pt x="3409" y="200823"/>
                  </a:lnTo>
                  <a:lnTo>
                    <a:pt x="4557" y="205991"/>
                  </a:lnTo>
                  <a:lnTo>
                    <a:pt x="5868" y="211120"/>
                  </a:lnTo>
                  <a:lnTo>
                    <a:pt x="7341" y="216205"/>
                  </a:lnTo>
                  <a:lnTo>
                    <a:pt x="8973" y="221241"/>
                  </a:lnTo>
                  <a:lnTo>
                    <a:pt x="10765" y="226223"/>
                  </a:lnTo>
                  <a:lnTo>
                    <a:pt x="12713" y="231145"/>
                  </a:lnTo>
                  <a:lnTo>
                    <a:pt x="14817" y="236003"/>
                  </a:lnTo>
                  <a:lnTo>
                    <a:pt x="17073" y="240793"/>
                  </a:lnTo>
                  <a:lnTo>
                    <a:pt x="19479" y="245508"/>
                  </a:lnTo>
                  <a:lnTo>
                    <a:pt x="22034" y="250145"/>
                  </a:lnTo>
                  <a:lnTo>
                    <a:pt x="24734" y="254698"/>
                  </a:lnTo>
                  <a:lnTo>
                    <a:pt x="27577" y="259164"/>
                  </a:lnTo>
                  <a:lnTo>
                    <a:pt x="30560" y="263538"/>
                  </a:lnTo>
                  <a:lnTo>
                    <a:pt x="33680" y="267814"/>
                  </a:lnTo>
                  <a:lnTo>
                    <a:pt x="36934" y="271990"/>
                  </a:lnTo>
                  <a:lnTo>
                    <a:pt x="40319" y="276061"/>
                  </a:lnTo>
                  <a:lnTo>
                    <a:pt x="43831" y="280023"/>
                  </a:lnTo>
                  <a:lnTo>
                    <a:pt x="47466" y="283871"/>
                  </a:lnTo>
                  <a:lnTo>
                    <a:pt x="51221" y="287602"/>
                  </a:lnTo>
                  <a:lnTo>
                    <a:pt x="55093" y="291213"/>
                  </a:lnTo>
                  <a:lnTo>
                    <a:pt x="59077" y="294699"/>
                  </a:lnTo>
                  <a:lnTo>
                    <a:pt x="63169" y="298057"/>
                  </a:lnTo>
                  <a:lnTo>
                    <a:pt x="67366" y="301284"/>
                  </a:lnTo>
                  <a:lnTo>
                    <a:pt x="71663" y="304377"/>
                  </a:lnTo>
                  <a:lnTo>
                    <a:pt x="76056" y="307332"/>
                  </a:lnTo>
                  <a:lnTo>
                    <a:pt x="80540" y="310146"/>
                  </a:lnTo>
                  <a:lnTo>
                    <a:pt x="85110" y="312817"/>
                  </a:lnTo>
                  <a:lnTo>
                    <a:pt x="89763" y="315342"/>
                  </a:lnTo>
                  <a:lnTo>
                    <a:pt x="94494" y="317718"/>
                  </a:lnTo>
                  <a:lnTo>
                    <a:pt x="99298" y="319943"/>
                  </a:lnTo>
                  <a:lnTo>
                    <a:pt x="104169" y="322015"/>
                  </a:lnTo>
                  <a:lnTo>
                    <a:pt x="109104" y="323932"/>
                  </a:lnTo>
                  <a:lnTo>
                    <a:pt x="114097" y="325691"/>
                  </a:lnTo>
                  <a:lnTo>
                    <a:pt x="119143" y="327292"/>
                  </a:lnTo>
                  <a:lnTo>
                    <a:pt x="124238" y="328732"/>
                  </a:lnTo>
                  <a:lnTo>
                    <a:pt x="129375" y="330010"/>
                  </a:lnTo>
                  <a:lnTo>
                    <a:pt x="134550" y="331124"/>
                  </a:lnTo>
                  <a:lnTo>
                    <a:pt x="139758" y="332074"/>
                  </a:lnTo>
                  <a:lnTo>
                    <a:pt x="144994" y="332859"/>
                  </a:lnTo>
                  <a:lnTo>
                    <a:pt x="150252" y="333478"/>
                  </a:lnTo>
                  <a:lnTo>
                    <a:pt x="155526" y="333930"/>
                  </a:lnTo>
                  <a:lnTo>
                    <a:pt x="160813" y="334214"/>
                  </a:lnTo>
                  <a:lnTo>
                    <a:pt x="166105" y="334331"/>
                  </a:lnTo>
                  <a:lnTo>
                    <a:pt x="171399" y="334280"/>
                  </a:lnTo>
                  <a:lnTo>
                    <a:pt x="176688" y="334062"/>
                  </a:lnTo>
                  <a:lnTo>
                    <a:pt x="181968" y="333677"/>
                  </a:lnTo>
                  <a:lnTo>
                    <a:pt x="187233" y="333124"/>
                  </a:lnTo>
                  <a:lnTo>
                    <a:pt x="192478" y="332405"/>
                  </a:lnTo>
                  <a:lnTo>
                    <a:pt x="197698" y="331520"/>
                  </a:lnTo>
                  <a:lnTo>
                    <a:pt x="202887" y="330471"/>
                  </a:lnTo>
                  <a:lnTo>
                    <a:pt x="208040" y="329257"/>
                  </a:lnTo>
                  <a:lnTo>
                    <a:pt x="213152" y="327881"/>
                  </a:lnTo>
                  <a:lnTo>
                    <a:pt x="218218" y="326344"/>
                  </a:lnTo>
                  <a:lnTo>
                    <a:pt x="223232" y="324647"/>
                  </a:lnTo>
                  <a:lnTo>
                    <a:pt x="228191" y="322793"/>
                  </a:lnTo>
                  <a:lnTo>
                    <a:pt x="233088" y="320782"/>
                  </a:lnTo>
                  <a:lnTo>
                    <a:pt x="237919" y="318617"/>
                  </a:lnTo>
                  <a:lnTo>
                    <a:pt x="242679" y="316301"/>
                  </a:lnTo>
                  <a:lnTo>
                    <a:pt x="247364" y="313834"/>
                  </a:lnTo>
                  <a:lnTo>
                    <a:pt x="251967" y="311221"/>
                  </a:lnTo>
                  <a:lnTo>
                    <a:pt x="256486" y="308463"/>
                  </a:lnTo>
                  <a:lnTo>
                    <a:pt x="260916" y="305563"/>
                  </a:lnTo>
                  <a:lnTo>
                    <a:pt x="265251" y="302525"/>
                  </a:lnTo>
                  <a:lnTo>
                    <a:pt x="269488" y="299351"/>
                  </a:lnTo>
                  <a:lnTo>
                    <a:pt x="273622" y="296044"/>
                  </a:lnTo>
                  <a:lnTo>
                    <a:pt x="277649" y="292608"/>
                  </a:lnTo>
                  <a:lnTo>
                    <a:pt x="281566" y="289047"/>
                  </a:lnTo>
                  <a:lnTo>
                    <a:pt x="285368" y="285363"/>
                  </a:lnTo>
                  <a:lnTo>
                    <a:pt x="289051" y="281560"/>
                  </a:lnTo>
                  <a:lnTo>
                    <a:pt x="292612" y="277643"/>
                  </a:lnTo>
                  <a:lnTo>
                    <a:pt x="296048" y="273615"/>
                  </a:lnTo>
                  <a:lnTo>
                    <a:pt x="299354" y="269480"/>
                  </a:lnTo>
                  <a:lnTo>
                    <a:pt x="302527" y="265243"/>
                  </a:lnTo>
                  <a:lnTo>
                    <a:pt x="305565" y="260907"/>
                  </a:lnTo>
                  <a:lnTo>
                    <a:pt x="308464" y="25647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41310" cy="89310"/>
            </a:xfrm>
            <a:custGeom>
              <a:avLst/>
              <a:pathLst>
                <a:path w="141310" h="89310">
                  <a:moveTo>
                    <a:pt x="141310" y="89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41530" cy="89310"/>
            </a:xfrm>
            <a:custGeom>
              <a:avLst/>
              <a:pathLst>
                <a:path w="141530" h="89310">
                  <a:moveTo>
                    <a:pt x="141310" y="89310"/>
                  </a:moveTo>
                  <a:lnTo>
                    <a:pt x="141530" y="88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55" cy="256127"/>
            </a:xfrm>
            <a:custGeom>
              <a:avLst/>
              <a:pathLst>
                <a:path w="167155" h="256127">
                  <a:moveTo>
                    <a:pt x="141530" y="256127"/>
                  </a:moveTo>
                  <a:lnTo>
                    <a:pt x="144330" y="251510"/>
                  </a:lnTo>
                  <a:lnTo>
                    <a:pt x="146978" y="246805"/>
                  </a:lnTo>
                  <a:lnTo>
                    <a:pt x="149474" y="242016"/>
                  </a:lnTo>
                  <a:lnTo>
                    <a:pt x="151813" y="237149"/>
                  </a:lnTo>
                  <a:lnTo>
                    <a:pt x="153994" y="232210"/>
                  </a:lnTo>
                  <a:lnTo>
                    <a:pt x="156015" y="227202"/>
                  </a:lnTo>
                  <a:lnTo>
                    <a:pt x="157872" y="222132"/>
                  </a:lnTo>
                  <a:lnTo>
                    <a:pt x="159565" y="217005"/>
                  </a:lnTo>
                  <a:lnTo>
                    <a:pt x="161091" y="211826"/>
                  </a:lnTo>
                  <a:lnTo>
                    <a:pt x="162450" y="206599"/>
                  </a:lnTo>
                  <a:lnTo>
                    <a:pt x="163638" y="201332"/>
                  </a:lnTo>
                  <a:lnTo>
                    <a:pt x="164656" y="196030"/>
                  </a:lnTo>
                  <a:lnTo>
                    <a:pt x="165503" y="190697"/>
                  </a:lnTo>
                  <a:lnTo>
                    <a:pt x="166176" y="185339"/>
                  </a:lnTo>
                  <a:lnTo>
                    <a:pt x="166677" y="179963"/>
                  </a:lnTo>
                  <a:lnTo>
                    <a:pt x="167003" y="174573"/>
                  </a:lnTo>
                  <a:lnTo>
                    <a:pt x="167155" y="169175"/>
                  </a:lnTo>
                  <a:lnTo>
                    <a:pt x="167133" y="163776"/>
                  </a:lnTo>
                  <a:lnTo>
                    <a:pt x="166936" y="158380"/>
                  </a:lnTo>
                  <a:lnTo>
                    <a:pt x="166565" y="152993"/>
                  </a:lnTo>
                  <a:lnTo>
                    <a:pt x="166020" y="147621"/>
                  </a:lnTo>
                  <a:lnTo>
                    <a:pt x="165302" y="142269"/>
                  </a:lnTo>
                  <a:lnTo>
                    <a:pt x="164412" y="136943"/>
                  </a:lnTo>
                  <a:lnTo>
                    <a:pt x="163350" y="131649"/>
                  </a:lnTo>
                  <a:lnTo>
                    <a:pt x="162118" y="126392"/>
                  </a:lnTo>
                  <a:lnTo>
                    <a:pt x="160716" y="121177"/>
                  </a:lnTo>
                  <a:lnTo>
                    <a:pt x="159147" y="116011"/>
                  </a:lnTo>
                  <a:lnTo>
                    <a:pt x="157412" y="110897"/>
                  </a:lnTo>
                  <a:lnTo>
                    <a:pt x="155513" y="105843"/>
                  </a:lnTo>
                  <a:lnTo>
                    <a:pt x="153451" y="100852"/>
                  </a:lnTo>
                  <a:lnTo>
                    <a:pt x="151229" y="95931"/>
                  </a:lnTo>
                  <a:lnTo>
                    <a:pt x="148849" y="91084"/>
                  </a:lnTo>
                  <a:lnTo>
                    <a:pt x="146315" y="86316"/>
                  </a:lnTo>
                  <a:lnTo>
                    <a:pt x="143627" y="81633"/>
                  </a:lnTo>
                  <a:lnTo>
                    <a:pt x="140790" y="77039"/>
                  </a:lnTo>
                  <a:lnTo>
                    <a:pt x="137805" y="72539"/>
                  </a:lnTo>
                  <a:lnTo>
                    <a:pt x="134677" y="68137"/>
                  </a:lnTo>
                  <a:lnTo>
                    <a:pt x="131409" y="63840"/>
                  </a:lnTo>
                  <a:lnTo>
                    <a:pt x="128003" y="59649"/>
                  </a:lnTo>
                  <a:lnTo>
                    <a:pt x="124464" y="55571"/>
                  </a:lnTo>
                  <a:lnTo>
                    <a:pt x="120795" y="51610"/>
                  </a:lnTo>
                  <a:lnTo>
                    <a:pt x="117000" y="47769"/>
                  </a:lnTo>
                  <a:lnTo>
                    <a:pt x="113082" y="44052"/>
                  </a:lnTo>
                  <a:lnTo>
                    <a:pt x="109047" y="40464"/>
                  </a:lnTo>
                  <a:lnTo>
                    <a:pt x="104898" y="37009"/>
                  </a:lnTo>
                  <a:lnTo>
                    <a:pt x="100640" y="33689"/>
                  </a:lnTo>
                  <a:lnTo>
                    <a:pt x="96276" y="30508"/>
                  </a:lnTo>
                  <a:lnTo>
                    <a:pt x="91813" y="27470"/>
                  </a:lnTo>
                  <a:lnTo>
                    <a:pt x="87253" y="24577"/>
                  </a:lnTo>
                  <a:lnTo>
                    <a:pt x="82602" y="21834"/>
                  </a:lnTo>
                  <a:lnTo>
                    <a:pt x="77865" y="19242"/>
                  </a:lnTo>
                  <a:lnTo>
                    <a:pt x="73047" y="16804"/>
                  </a:lnTo>
                  <a:lnTo>
                    <a:pt x="68153" y="14523"/>
                  </a:lnTo>
                  <a:lnTo>
                    <a:pt x="63188" y="12402"/>
                  </a:lnTo>
                  <a:lnTo>
                    <a:pt x="58156" y="10442"/>
                  </a:lnTo>
                  <a:lnTo>
                    <a:pt x="53064" y="8645"/>
                  </a:lnTo>
                  <a:lnTo>
                    <a:pt x="47917" y="7014"/>
                  </a:lnTo>
                  <a:lnTo>
                    <a:pt x="42719" y="5550"/>
                  </a:lnTo>
                  <a:lnTo>
                    <a:pt x="37477" y="4255"/>
                  </a:lnTo>
                  <a:lnTo>
                    <a:pt x="32196" y="3129"/>
                  </a:lnTo>
                  <a:lnTo>
                    <a:pt x="26882" y="2175"/>
                  </a:lnTo>
                  <a:lnTo>
                    <a:pt x="21539" y="1393"/>
                  </a:lnTo>
                  <a:lnTo>
                    <a:pt x="16174" y="784"/>
                  </a:lnTo>
                  <a:lnTo>
                    <a:pt x="10792" y="348"/>
                  </a:lnTo>
                  <a:lnTo>
                    <a:pt x="539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465985" y="1120312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7" y="1347"/>
                  </a:lnTo>
                  <a:lnTo>
                    <a:pt x="140711" y="2103"/>
                  </a:lnTo>
                  <a:lnTo>
                    <a:pt x="135482" y="3026"/>
                  </a:lnTo>
                  <a:lnTo>
                    <a:pt x="130286" y="4115"/>
                  </a:lnTo>
                  <a:lnTo>
                    <a:pt x="125126" y="5368"/>
                  </a:lnTo>
                  <a:lnTo>
                    <a:pt x="120008" y="6784"/>
                  </a:lnTo>
                  <a:lnTo>
                    <a:pt x="114939" y="8362"/>
                  </a:lnTo>
                  <a:lnTo>
                    <a:pt x="109921" y="10100"/>
                  </a:lnTo>
                  <a:lnTo>
                    <a:pt x="104962" y="11997"/>
                  </a:lnTo>
                  <a:lnTo>
                    <a:pt x="100065" y="14051"/>
                  </a:lnTo>
                  <a:lnTo>
                    <a:pt x="95236" y="16258"/>
                  </a:lnTo>
                  <a:lnTo>
                    <a:pt x="90480" y="18618"/>
                  </a:lnTo>
                  <a:lnTo>
                    <a:pt x="85801" y="21128"/>
                  </a:lnTo>
                  <a:lnTo>
                    <a:pt x="81204" y="23785"/>
                  </a:lnTo>
                  <a:lnTo>
                    <a:pt x="76694" y="26587"/>
                  </a:lnTo>
                  <a:lnTo>
                    <a:pt x="72274" y="29531"/>
                  </a:lnTo>
                  <a:lnTo>
                    <a:pt x="67951" y="32614"/>
                  </a:lnTo>
                  <a:lnTo>
                    <a:pt x="63728" y="35832"/>
                  </a:lnTo>
                  <a:lnTo>
                    <a:pt x="59609" y="39183"/>
                  </a:lnTo>
                  <a:lnTo>
                    <a:pt x="55599" y="42663"/>
                  </a:lnTo>
                  <a:lnTo>
                    <a:pt x="51701" y="46268"/>
                  </a:lnTo>
                  <a:lnTo>
                    <a:pt x="47919" y="49996"/>
                  </a:lnTo>
                  <a:lnTo>
                    <a:pt x="44258" y="53842"/>
                  </a:lnTo>
                  <a:lnTo>
                    <a:pt x="40721" y="57802"/>
                  </a:lnTo>
                  <a:lnTo>
                    <a:pt x="37312" y="61872"/>
                  </a:lnTo>
                  <a:lnTo>
                    <a:pt x="34033" y="66049"/>
                  </a:lnTo>
                  <a:lnTo>
                    <a:pt x="30889" y="70327"/>
                  </a:lnTo>
                  <a:lnTo>
                    <a:pt x="27882" y="74704"/>
                  </a:lnTo>
                  <a:lnTo>
                    <a:pt x="25016" y="79173"/>
                  </a:lnTo>
                  <a:lnTo>
                    <a:pt x="22293" y="83732"/>
                  </a:lnTo>
                  <a:lnTo>
                    <a:pt x="19716" y="88374"/>
                  </a:lnTo>
                  <a:lnTo>
                    <a:pt x="17288" y="93096"/>
                  </a:lnTo>
                  <a:lnTo>
                    <a:pt x="15011" y="97893"/>
                  </a:lnTo>
                  <a:lnTo>
                    <a:pt x="12888" y="102760"/>
                  </a:lnTo>
                  <a:lnTo>
                    <a:pt x="10920" y="107692"/>
                  </a:lnTo>
                  <a:lnTo>
                    <a:pt x="9110" y="112683"/>
                  </a:lnTo>
                  <a:lnTo>
                    <a:pt x="7460" y="117730"/>
                  </a:lnTo>
                  <a:lnTo>
                    <a:pt x="5970" y="122827"/>
                  </a:lnTo>
                  <a:lnTo>
                    <a:pt x="4643" y="127968"/>
                  </a:lnTo>
                  <a:lnTo>
                    <a:pt x="3480" y="133149"/>
                  </a:lnTo>
                  <a:lnTo>
                    <a:pt x="2482" y="138364"/>
                  </a:lnTo>
                  <a:lnTo>
                    <a:pt x="1651" y="143608"/>
                  </a:lnTo>
                  <a:lnTo>
                    <a:pt x="986" y="148876"/>
                  </a:lnTo>
                  <a:lnTo>
                    <a:pt x="489" y="154162"/>
                  </a:lnTo>
                  <a:lnTo>
                    <a:pt x="160" y="159462"/>
                  </a:lnTo>
                  <a:lnTo>
                    <a:pt x="0" y="164769"/>
                  </a:lnTo>
                  <a:lnTo>
                    <a:pt x="8" y="170079"/>
                  </a:lnTo>
                  <a:lnTo>
                    <a:pt x="184" y="175386"/>
                  </a:lnTo>
                  <a:lnTo>
                    <a:pt x="530" y="180684"/>
                  </a:lnTo>
                  <a:lnTo>
                    <a:pt x="1043" y="185969"/>
                  </a:lnTo>
                  <a:lnTo>
                    <a:pt x="1724" y="191235"/>
                  </a:lnTo>
                  <a:lnTo>
                    <a:pt x="2572" y="196477"/>
                  </a:lnTo>
                  <a:lnTo>
                    <a:pt x="3586" y="201689"/>
                  </a:lnTo>
                  <a:lnTo>
                    <a:pt x="4765" y="206866"/>
                  </a:lnTo>
                  <a:lnTo>
                    <a:pt x="6107" y="212003"/>
                  </a:lnTo>
                  <a:lnTo>
                    <a:pt x="7612" y="217095"/>
                  </a:lnTo>
                  <a:lnTo>
                    <a:pt x="9279" y="222137"/>
                  </a:lnTo>
                  <a:lnTo>
                    <a:pt x="11104" y="227123"/>
                  </a:lnTo>
                  <a:lnTo>
                    <a:pt x="13087" y="232048"/>
                  </a:lnTo>
                  <a:lnTo>
                    <a:pt x="15225" y="236909"/>
                  </a:lnTo>
                  <a:lnTo>
                    <a:pt x="17517" y="241698"/>
                  </a:lnTo>
                  <a:lnTo>
                    <a:pt x="19959" y="246413"/>
                  </a:lnTo>
                  <a:lnTo>
                    <a:pt x="22550" y="251048"/>
                  </a:lnTo>
                  <a:lnTo>
                    <a:pt x="25287" y="255598"/>
                  </a:lnTo>
                  <a:lnTo>
                    <a:pt x="28167" y="260058"/>
                  </a:lnTo>
                  <a:lnTo>
                    <a:pt x="31187" y="264425"/>
                  </a:lnTo>
                  <a:lnTo>
                    <a:pt x="34345" y="268694"/>
                  </a:lnTo>
                  <a:lnTo>
                    <a:pt x="37636" y="272861"/>
                  </a:lnTo>
                  <a:lnTo>
                    <a:pt x="41058" y="276921"/>
                  </a:lnTo>
                  <a:lnTo>
                    <a:pt x="44608" y="280870"/>
                  </a:lnTo>
                  <a:lnTo>
                    <a:pt x="48281" y="284704"/>
                  </a:lnTo>
                  <a:lnTo>
                    <a:pt x="52073" y="288420"/>
                  </a:lnTo>
                  <a:lnTo>
                    <a:pt x="55982" y="292014"/>
                  </a:lnTo>
                  <a:lnTo>
                    <a:pt x="60003" y="295481"/>
                  </a:lnTo>
                  <a:lnTo>
                    <a:pt x="64133" y="298820"/>
                  </a:lnTo>
                  <a:lnTo>
                    <a:pt x="68366" y="302025"/>
                  </a:lnTo>
                  <a:lnTo>
                    <a:pt x="72699" y="305094"/>
                  </a:lnTo>
                  <a:lnTo>
                    <a:pt x="77127" y="308024"/>
                  </a:lnTo>
                  <a:lnTo>
                    <a:pt x="81646" y="310812"/>
                  </a:lnTo>
                  <a:lnTo>
                    <a:pt x="86251" y="313455"/>
                  </a:lnTo>
                  <a:lnTo>
                    <a:pt x="90937" y="315951"/>
                  </a:lnTo>
                  <a:lnTo>
                    <a:pt x="95701" y="318296"/>
                  </a:lnTo>
                  <a:lnTo>
                    <a:pt x="100537" y="320489"/>
                  </a:lnTo>
                  <a:lnTo>
                    <a:pt x="105440" y="322527"/>
                  </a:lnTo>
                  <a:lnTo>
                    <a:pt x="110405" y="324409"/>
                  </a:lnTo>
                  <a:lnTo>
                    <a:pt x="115428" y="326132"/>
                  </a:lnTo>
                  <a:lnTo>
                    <a:pt x="120502" y="327694"/>
                  </a:lnTo>
                  <a:lnTo>
                    <a:pt x="125624" y="329095"/>
                  </a:lnTo>
                  <a:lnTo>
                    <a:pt x="130788" y="330332"/>
                  </a:lnTo>
                  <a:lnTo>
                    <a:pt x="135988" y="331404"/>
                  </a:lnTo>
                  <a:lnTo>
                    <a:pt x="141220" y="332311"/>
                  </a:lnTo>
                  <a:lnTo>
                    <a:pt x="146477" y="333051"/>
                  </a:lnTo>
                  <a:lnTo>
                    <a:pt x="151756" y="333624"/>
                  </a:lnTo>
                  <a:lnTo>
                    <a:pt x="157050" y="334029"/>
                  </a:lnTo>
                  <a:lnTo>
                    <a:pt x="162355" y="334266"/>
                  </a:lnTo>
                  <a:lnTo>
                    <a:pt x="167664" y="334334"/>
                  </a:lnTo>
                  <a:lnTo>
                    <a:pt x="172973" y="334233"/>
                  </a:lnTo>
                  <a:lnTo>
                    <a:pt x="178276" y="333964"/>
                  </a:lnTo>
                  <a:lnTo>
                    <a:pt x="183568" y="333526"/>
                  </a:lnTo>
                  <a:lnTo>
                    <a:pt x="188843" y="332921"/>
                  </a:lnTo>
                  <a:lnTo>
                    <a:pt x="194096" y="332148"/>
                  </a:lnTo>
                  <a:lnTo>
                    <a:pt x="199322" y="331209"/>
                  </a:lnTo>
                  <a:lnTo>
                    <a:pt x="204516" y="330105"/>
                  </a:lnTo>
                  <a:lnTo>
                    <a:pt x="209672" y="328836"/>
                  </a:lnTo>
                  <a:lnTo>
                    <a:pt x="214785" y="327404"/>
                  </a:lnTo>
                  <a:lnTo>
                    <a:pt x="219849" y="325810"/>
                  </a:lnTo>
                  <a:lnTo>
                    <a:pt x="224861" y="324057"/>
                  </a:lnTo>
                  <a:lnTo>
                    <a:pt x="229815" y="322145"/>
                  </a:lnTo>
                  <a:lnTo>
                    <a:pt x="234705" y="320076"/>
                  </a:lnTo>
                  <a:lnTo>
                    <a:pt x="239527" y="317854"/>
                  </a:lnTo>
                  <a:lnTo>
                    <a:pt x="244276" y="315479"/>
                  </a:lnTo>
                  <a:lnTo>
                    <a:pt x="248948" y="312955"/>
                  </a:lnTo>
                  <a:lnTo>
                    <a:pt x="253537" y="310283"/>
                  </a:lnTo>
                  <a:lnTo>
                    <a:pt x="258038" y="307467"/>
                  </a:lnTo>
                  <a:lnTo>
                    <a:pt x="262448" y="304510"/>
                  </a:lnTo>
                  <a:lnTo>
                    <a:pt x="266762" y="301414"/>
                  </a:lnTo>
                  <a:lnTo>
                    <a:pt x="270975" y="298183"/>
                  </a:lnTo>
                  <a:lnTo>
                    <a:pt x="275084" y="294820"/>
                  </a:lnTo>
                  <a:lnTo>
                    <a:pt x="279084" y="291327"/>
                  </a:lnTo>
                  <a:lnTo>
                    <a:pt x="282970" y="287710"/>
                  </a:lnTo>
                  <a:lnTo>
                    <a:pt x="286740" y="283971"/>
                  </a:lnTo>
                  <a:lnTo>
                    <a:pt x="290389" y="280114"/>
                  </a:lnTo>
                  <a:lnTo>
                    <a:pt x="293914" y="276143"/>
                  </a:lnTo>
                  <a:lnTo>
                    <a:pt x="297311" y="272062"/>
                  </a:lnTo>
                  <a:lnTo>
                    <a:pt x="300577" y="267875"/>
                  </a:lnTo>
                  <a:lnTo>
                    <a:pt x="303708" y="263587"/>
                  </a:lnTo>
                  <a:lnTo>
                    <a:pt x="306701" y="259201"/>
                  </a:lnTo>
                  <a:lnTo>
                    <a:pt x="309554" y="254723"/>
                  </a:lnTo>
                  <a:lnTo>
                    <a:pt x="312263" y="250156"/>
                  </a:lnTo>
                  <a:lnTo>
                    <a:pt x="314825" y="245505"/>
                  </a:lnTo>
                  <a:lnTo>
                    <a:pt x="317239" y="240776"/>
                  </a:lnTo>
                  <a:lnTo>
                    <a:pt x="319501" y="235972"/>
                  </a:lnTo>
                  <a:lnTo>
                    <a:pt x="321609" y="231099"/>
                  </a:lnTo>
                  <a:lnTo>
                    <a:pt x="323562" y="226161"/>
                  </a:lnTo>
                  <a:lnTo>
                    <a:pt x="325356" y="221164"/>
                  </a:lnTo>
                  <a:lnTo>
                    <a:pt x="326991" y="216112"/>
                  </a:lnTo>
                  <a:lnTo>
                    <a:pt x="328465" y="211011"/>
                  </a:lnTo>
                  <a:lnTo>
                    <a:pt x="329776" y="205866"/>
                  </a:lnTo>
                  <a:lnTo>
                    <a:pt x="330923" y="200681"/>
                  </a:lnTo>
                  <a:lnTo>
                    <a:pt x="331905" y="195463"/>
                  </a:lnTo>
                  <a:lnTo>
                    <a:pt x="332721" y="190216"/>
                  </a:lnTo>
                  <a:lnTo>
                    <a:pt x="333369" y="184946"/>
                  </a:lnTo>
                  <a:lnTo>
                    <a:pt x="333850" y="179658"/>
                  </a:lnTo>
                  <a:lnTo>
                    <a:pt x="334162" y="174358"/>
                  </a:lnTo>
                  <a:lnTo>
                    <a:pt x="334307" y="169050"/>
                  </a:lnTo>
                  <a:lnTo>
                    <a:pt x="334282" y="163740"/>
                  </a:lnTo>
                  <a:lnTo>
                    <a:pt x="334089" y="158434"/>
                  </a:lnTo>
                  <a:lnTo>
                    <a:pt x="333727" y="153137"/>
                  </a:lnTo>
                  <a:lnTo>
                    <a:pt x="333198" y="147854"/>
                  </a:lnTo>
                  <a:lnTo>
                    <a:pt x="332501" y="142590"/>
                  </a:lnTo>
                  <a:lnTo>
                    <a:pt x="331637" y="137351"/>
                  </a:lnTo>
                  <a:lnTo>
                    <a:pt x="330607" y="132142"/>
                  </a:lnTo>
                  <a:lnTo>
                    <a:pt x="329412" y="126968"/>
                  </a:lnTo>
                  <a:lnTo>
                    <a:pt x="328053" y="121835"/>
                  </a:lnTo>
                  <a:lnTo>
                    <a:pt x="326533" y="116748"/>
                  </a:lnTo>
                  <a:lnTo>
                    <a:pt x="324851" y="111712"/>
                  </a:lnTo>
                  <a:lnTo>
                    <a:pt x="323010" y="106731"/>
                  </a:lnTo>
                  <a:lnTo>
                    <a:pt x="321012" y="101812"/>
                  </a:lnTo>
                  <a:lnTo>
                    <a:pt x="318859" y="96958"/>
                  </a:lnTo>
                  <a:lnTo>
                    <a:pt x="316553" y="92175"/>
                  </a:lnTo>
                  <a:lnTo>
                    <a:pt x="314096" y="87468"/>
                  </a:lnTo>
                  <a:lnTo>
                    <a:pt x="311490" y="82842"/>
                  </a:lnTo>
                  <a:lnTo>
                    <a:pt x="308739" y="78300"/>
                  </a:lnTo>
                  <a:lnTo>
                    <a:pt x="305846" y="73848"/>
                  </a:lnTo>
                  <a:lnTo>
                    <a:pt x="302812" y="69490"/>
                  </a:lnTo>
                  <a:lnTo>
                    <a:pt x="299641" y="65231"/>
                  </a:lnTo>
                  <a:lnTo>
                    <a:pt x="296337" y="61075"/>
                  </a:lnTo>
                  <a:lnTo>
                    <a:pt x="292903" y="57025"/>
                  </a:lnTo>
                  <a:lnTo>
                    <a:pt x="289341" y="53087"/>
                  </a:lnTo>
                  <a:lnTo>
                    <a:pt x="285657" y="49264"/>
                  </a:lnTo>
                  <a:lnTo>
                    <a:pt x="281852" y="45560"/>
                  </a:lnTo>
                  <a:lnTo>
                    <a:pt x="277932" y="41978"/>
                  </a:lnTo>
                  <a:lnTo>
                    <a:pt x="273901" y="38523"/>
                  </a:lnTo>
                  <a:lnTo>
                    <a:pt x="269761" y="35198"/>
                  </a:lnTo>
                  <a:lnTo>
                    <a:pt x="265518" y="32006"/>
                  </a:lnTo>
                  <a:lnTo>
                    <a:pt x="261176" y="2895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49263"/>
              <a:ext cx="94026" cy="138217"/>
            </a:xfrm>
            <a:custGeom>
              <a:avLst/>
              <a:pathLst>
                <a:path w="94026" h="138217">
                  <a:moveTo>
                    <a:pt x="94026" y="0"/>
                  </a:moveTo>
                  <a:lnTo>
                    <a:pt x="0" y="1382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47824"/>
              <a:ext cx="94026" cy="139655"/>
            </a:xfrm>
            <a:custGeom>
              <a:avLst/>
              <a:pathLst>
                <a:path w="94026" h="139655">
                  <a:moveTo>
                    <a:pt x="94026" y="1438"/>
                  </a:moveTo>
                  <a:lnTo>
                    <a:pt x="91876" y="0"/>
                  </a:lnTo>
                  <a:lnTo>
                    <a:pt x="0" y="139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91876" cy="167167"/>
            </a:xfrm>
            <a:custGeom>
              <a:avLst/>
              <a:pathLst>
                <a:path w="91876" h="167167">
                  <a:moveTo>
                    <a:pt x="91876" y="27511"/>
                  </a:moveTo>
                  <a:lnTo>
                    <a:pt x="87042" y="24449"/>
                  </a:lnTo>
                  <a:lnTo>
                    <a:pt x="82107" y="21554"/>
                  </a:lnTo>
                  <a:lnTo>
                    <a:pt x="77076" y="18829"/>
                  </a:lnTo>
                  <a:lnTo>
                    <a:pt x="71954" y="16278"/>
                  </a:lnTo>
                  <a:lnTo>
                    <a:pt x="66748" y="13904"/>
                  </a:lnTo>
                  <a:lnTo>
                    <a:pt x="61464" y="11709"/>
                  </a:lnTo>
                  <a:lnTo>
                    <a:pt x="56108" y="9697"/>
                  </a:lnTo>
                  <a:lnTo>
                    <a:pt x="50686" y="7869"/>
                  </a:lnTo>
                  <a:lnTo>
                    <a:pt x="45205" y="6228"/>
                  </a:lnTo>
                  <a:lnTo>
                    <a:pt x="39671" y="4775"/>
                  </a:lnTo>
                  <a:lnTo>
                    <a:pt x="34090" y="3513"/>
                  </a:lnTo>
                  <a:lnTo>
                    <a:pt x="28470" y="2442"/>
                  </a:lnTo>
                  <a:lnTo>
                    <a:pt x="22816" y="1564"/>
                  </a:lnTo>
                  <a:lnTo>
                    <a:pt x="17135" y="880"/>
                  </a:lnTo>
                  <a:lnTo>
                    <a:pt x="11434" y="391"/>
                  </a:lnTo>
                  <a:lnTo>
                    <a:pt x="572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68529" y="971635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9" y="2099"/>
                  </a:lnTo>
                  <a:lnTo>
                    <a:pt x="135516" y="3019"/>
                  </a:lnTo>
                  <a:lnTo>
                    <a:pt x="130325" y="4105"/>
                  </a:lnTo>
                  <a:lnTo>
                    <a:pt x="125170" y="5355"/>
                  </a:lnTo>
                  <a:lnTo>
                    <a:pt x="120059" y="6768"/>
                  </a:lnTo>
                  <a:lnTo>
                    <a:pt x="114994" y="8343"/>
                  </a:lnTo>
                  <a:lnTo>
                    <a:pt x="109982" y="10077"/>
                  </a:lnTo>
                  <a:lnTo>
                    <a:pt x="105028" y="11970"/>
                  </a:lnTo>
                  <a:lnTo>
                    <a:pt x="100136" y="14018"/>
                  </a:lnTo>
                  <a:lnTo>
                    <a:pt x="95311" y="16221"/>
                  </a:lnTo>
                  <a:lnTo>
                    <a:pt x="90559" y="18576"/>
                  </a:lnTo>
                  <a:lnTo>
                    <a:pt x="85884" y="21080"/>
                  </a:lnTo>
                  <a:lnTo>
                    <a:pt x="81291" y="23732"/>
                  </a:lnTo>
                  <a:lnTo>
                    <a:pt x="76784" y="26527"/>
                  </a:lnTo>
                  <a:lnTo>
                    <a:pt x="72368" y="29465"/>
                  </a:lnTo>
                  <a:lnTo>
                    <a:pt x="68047" y="32540"/>
                  </a:lnTo>
                  <a:lnTo>
                    <a:pt x="63827" y="35752"/>
                  </a:lnTo>
                  <a:lnTo>
                    <a:pt x="59710" y="39096"/>
                  </a:lnTo>
                  <a:lnTo>
                    <a:pt x="55701" y="42568"/>
                  </a:lnTo>
                  <a:lnTo>
                    <a:pt x="51805" y="46166"/>
                  </a:lnTo>
                  <a:lnTo>
                    <a:pt x="48024" y="49886"/>
                  </a:lnTo>
                  <a:lnTo>
                    <a:pt x="44364" y="53724"/>
                  </a:lnTo>
                  <a:lnTo>
                    <a:pt x="40827" y="57676"/>
                  </a:lnTo>
                  <a:lnTo>
                    <a:pt x="37417" y="61738"/>
                  </a:lnTo>
                  <a:lnTo>
                    <a:pt x="34138" y="65906"/>
                  </a:lnTo>
                  <a:lnTo>
                    <a:pt x="30993" y="70177"/>
                  </a:lnTo>
                  <a:lnTo>
                    <a:pt x="27985" y="74544"/>
                  </a:lnTo>
                  <a:lnTo>
                    <a:pt x="25117" y="79006"/>
                  </a:lnTo>
                  <a:lnTo>
                    <a:pt x="22391" y="83555"/>
                  </a:lnTo>
                  <a:lnTo>
                    <a:pt x="19812" y="88190"/>
                  </a:lnTo>
                  <a:lnTo>
                    <a:pt x="17381" y="92903"/>
                  </a:lnTo>
                  <a:lnTo>
                    <a:pt x="15100" y="97691"/>
                  </a:lnTo>
                  <a:lnTo>
                    <a:pt x="12973" y="102549"/>
                  </a:lnTo>
                  <a:lnTo>
                    <a:pt x="11001" y="107473"/>
                  </a:lnTo>
                  <a:lnTo>
                    <a:pt x="9186" y="112456"/>
                  </a:lnTo>
                  <a:lnTo>
                    <a:pt x="7530" y="117494"/>
                  </a:lnTo>
                  <a:lnTo>
                    <a:pt x="6034" y="122583"/>
                  </a:lnTo>
                  <a:lnTo>
                    <a:pt x="4701" y="127716"/>
                  </a:lnTo>
                  <a:lnTo>
                    <a:pt x="3531" y="132889"/>
                  </a:lnTo>
                  <a:lnTo>
                    <a:pt x="2526" y="138097"/>
                  </a:lnTo>
                  <a:lnTo>
                    <a:pt x="1687" y="143333"/>
                  </a:lnTo>
                  <a:lnTo>
                    <a:pt x="1014" y="148594"/>
                  </a:lnTo>
                  <a:lnTo>
                    <a:pt x="509" y="153873"/>
                  </a:lnTo>
                  <a:lnTo>
                    <a:pt x="171" y="159166"/>
                  </a:lnTo>
                  <a:lnTo>
                    <a:pt x="1" y="164467"/>
                  </a:lnTo>
                  <a:lnTo>
                    <a:pt x="0" y="169771"/>
                  </a:lnTo>
                  <a:lnTo>
                    <a:pt x="166" y="175072"/>
                  </a:lnTo>
                  <a:lnTo>
                    <a:pt x="501" y="180365"/>
                  </a:lnTo>
                  <a:lnTo>
                    <a:pt x="1004" y="185644"/>
                  </a:lnTo>
                  <a:lnTo>
                    <a:pt x="1673" y="190905"/>
                  </a:lnTo>
                  <a:lnTo>
                    <a:pt x="2510" y="196143"/>
                  </a:lnTo>
                  <a:lnTo>
                    <a:pt x="3512" y="201351"/>
                  </a:lnTo>
                  <a:lnTo>
                    <a:pt x="4678" y="206524"/>
                  </a:lnTo>
                  <a:lnTo>
                    <a:pt x="6009" y="211658"/>
                  </a:lnTo>
                  <a:lnTo>
                    <a:pt x="7501" y="216748"/>
                  </a:lnTo>
                  <a:lnTo>
                    <a:pt x="9154" y="221787"/>
                  </a:lnTo>
                  <a:lnTo>
                    <a:pt x="10966" y="226771"/>
                  </a:lnTo>
                  <a:lnTo>
                    <a:pt x="12936" y="231696"/>
                  </a:lnTo>
                  <a:lnTo>
                    <a:pt x="15060" y="236555"/>
                  </a:lnTo>
                  <a:lnTo>
                    <a:pt x="17338" y="241345"/>
                  </a:lnTo>
                  <a:lnTo>
                    <a:pt x="19767" y="246060"/>
                  </a:lnTo>
                  <a:lnTo>
                    <a:pt x="22343" y="250695"/>
                  </a:lnTo>
                  <a:lnTo>
                    <a:pt x="25066" y="255247"/>
                  </a:lnTo>
                  <a:lnTo>
                    <a:pt x="27932" y="259709"/>
                  </a:lnTo>
                  <a:lnTo>
                    <a:pt x="30937" y="264079"/>
                  </a:lnTo>
                  <a:lnTo>
                    <a:pt x="34080" y="268351"/>
                  </a:lnTo>
                  <a:lnTo>
                    <a:pt x="37357" y="272521"/>
                  </a:lnTo>
                  <a:lnTo>
                    <a:pt x="40764" y="276586"/>
                  </a:lnTo>
                  <a:lnTo>
                    <a:pt x="44299" y="280540"/>
                  </a:lnTo>
                  <a:lnTo>
                    <a:pt x="47957" y="284380"/>
                  </a:lnTo>
                  <a:lnTo>
                    <a:pt x="51735" y="288101"/>
                  </a:lnTo>
                  <a:lnTo>
                    <a:pt x="55630" y="291702"/>
                  </a:lnTo>
                  <a:lnTo>
                    <a:pt x="59636" y="295177"/>
                  </a:lnTo>
                  <a:lnTo>
                    <a:pt x="63751" y="298523"/>
                  </a:lnTo>
                  <a:lnTo>
                    <a:pt x="67970" y="301736"/>
                  </a:lnTo>
                  <a:lnTo>
                    <a:pt x="72289" y="304815"/>
                  </a:lnTo>
                  <a:lnTo>
                    <a:pt x="76703" y="307755"/>
                  </a:lnTo>
                  <a:lnTo>
                    <a:pt x="81208" y="310553"/>
                  </a:lnTo>
                  <a:lnTo>
                    <a:pt x="85800" y="313207"/>
                  </a:lnTo>
                  <a:lnTo>
                    <a:pt x="90474" y="315714"/>
                  </a:lnTo>
                  <a:lnTo>
                    <a:pt x="95224" y="318071"/>
                  </a:lnTo>
                  <a:lnTo>
                    <a:pt x="100048" y="320277"/>
                  </a:lnTo>
                  <a:lnTo>
                    <a:pt x="104938" y="322328"/>
                  </a:lnTo>
                  <a:lnTo>
                    <a:pt x="109892" y="324224"/>
                  </a:lnTo>
                  <a:lnTo>
                    <a:pt x="114903" y="325961"/>
                  </a:lnTo>
                  <a:lnTo>
                    <a:pt x="119966" y="327538"/>
                  </a:lnTo>
                  <a:lnTo>
                    <a:pt x="125077" y="328954"/>
                  </a:lnTo>
                  <a:lnTo>
                    <a:pt x="130231" y="330207"/>
                  </a:lnTo>
                  <a:lnTo>
                    <a:pt x="135421" y="331296"/>
                  </a:lnTo>
                  <a:lnTo>
                    <a:pt x="140644" y="332220"/>
                  </a:lnTo>
                  <a:lnTo>
                    <a:pt x="145893" y="332978"/>
                  </a:lnTo>
                  <a:lnTo>
                    <a:pt x="151164" y="333569"/>
                  </a:lnTo>
                  <a:lnTo>
                    <a:pt x="156450" y="333992"/>
                  </a:lnTo>
                  <a:lnTo>
                    <a:pt x="161748" y="334247"/>
                  </a:lnTo>
                  <a:lnTo>
                    <a:pt x="167051" y="334334"/>
                  </a:lnTo>
                  <a:lnTo>
                    <a:pt x="172354" y="334253"/>
                  </a:lnTo>
                  <a:lnTo>
                    <a:pt x="177651" y="334004"/>
                  </a:lnTo>
                  <a:lnTo>
                    <a:pt x="182938" y="333587"/>
                  </a:lnTo>
                  <a:lnTo>
                    <a:pt x="188210" y="333002"/>
                  </a:lnTo>
                  <a:lnTo>
                    <a:pt x="193460" y="332250"/>
                  </a:lnTo>
                  <a:lnTo>
                    <a:pt x="198683" y="331333"/>
                  </a:lnTo>
                  <a:lnTo>
                    <a:pt x="203875" y="330250"/>
                  </a:lnTo>
                  <a:lnTo>
                    <a:pt x="209030" y="329003"/>
                  </a:lnTo>
                  <a:lnTo>
                    <a:pt x="214143" y="327592"/>
                  </a:lnTo>
                  <a:lnTo>
                    <a:pt x="219208" y="326021"/>
                  </a:lnTo>
                  <a:lnTo>
                    <a:pt x="224221" y="324289"/>
                  </a:lnTo>
                  <a:lnTo>
                    <a:pt x="229176" y="322400"/>
                  </a:lnTo>
                  <a:lnTo>
                    <a:pt x="234070" y="320354"/>
                  </a:lnTo>
                  <a:lnTo>
                    <a:pt x="238895" y="318154"/>
                  </a:lnTo>
                  <a:lnTo>
                    <a:pt x="243649" y="315802"/>
                  </a:lnTo>
                  <a:lnTo>
                    <a:pt x="248325" y="313300"/>
                  </a:lnTo>
                  <a:lnTo>
                    <a:pt x="252920" y="310652"/>
                  </a:lnTo>
                  <a:lnTo>
                    <a:pt x="257429" y="307859"/>
                  </a:lnTo>
                  <a:lnTo>
                    <a:pt x="261846" y="304924"/>
                  </a:lnTo>
                  <a:lnTo>
                    <a:pt x="266169" y="301850"/>
                  </a:lnTo>
                  <a:lnTo>
                    <a:pt x="270391" y="298641"/>
                  </a:lnTo>
                  <a:lnTo>
                    <a:pt x="274510" y="295300"/>
                  </a:lnTo>
                  <a:lnTo>
                    <a:pt x="278520" y="291830"/>
                  </a:lnTo>
                  <a:lnTo>
                    <a:pt x="282419" y="288234"/>
                  </a:lnTo>
                  <a:lnTo>
                    <a:pt x="286201" y="284516"/>
                  </a:lnTo>
                  <a:lnTo>
                    <a:pt x="289864" y="280681"/>
                  </a:lnTo>
                  <a:lnTo>
                    <a:pt x="293403" y="276731"/>
                  </a:lnTo>
                  <a:lnTo>
                    <a:pt x="296815" y="272670"/>
                  </a:lnTo>
                  <a:lnTo>
                    <a:pt x="300097" y="268504"/>
                  </a:lnTo>
                  <a:lnTo>
                    <a:pt x="303245" y="264236"/>
                  </a:lnTo>
                  <a:lnTo>
                    <a:pt x="306255" y="259869"/>
                  </a:lnTo>
                  <a:lnTo>
                    <a:pt x="309126" y="255410"/>
                  </a:lnTo>
                  <a:lnTo>
                    <a:pt x="311854" y="250862"/>
                  </a:lnTo>
                  <a:lnTo>
                    <a:pt x="314436" y="246229"/>
                  </a:lnTo>
                  <a:lnTo>
                    <a:pt x="316870" y="241517"/>
                  </a:lnTo>
                  <a:lnTo>
                    <a:pt x="319153" y="236730"/>
                  </a:lnTo>
                  <a:lnTo>
                    <a:pt x="321283" y="231873"/>
                  </a:lnTo>
                  <a:lnTo>
                    <a:pt x="323258" y="226951"/>
                  </a:lnTo>
                  <a:lnTo>
                    <a:pt x="325076" y="221969"/>
                  </a:lnTo>
                  <a:lnTo>
                    <a:pt x="326735" y="216931"/>
                  </a:lnTo>
                  <a:lnTo>
                    <a:pt x="328233" y="211844"/>
                  </a:lnTo>
                  <a:lnTo>
                    <a:pt x="329570" y="206711"/>
                  </a:lnTo>
                  <a:lnTo>
                    <a:pt x="330742" y="201539"/>
                  </a:lnTo>
                  <a:lnTo>
                    <a:pt x="331750" y="196332"/>
                  </a:lnTo>
                  <a:lnTo>
                    <a:pt x="332593" y="191096"/>
                  </a:lnTo>
                  <a:lnTo>
                    <a:pt x="333268" y="185835"/>
                  </a:lnTo>
                  <a:lnTo>
                    <a:pt x="333777" y="180556"/>
                  </a:lnTo>
                  <a:lnTo>
                    <a:pt x="334118" y="175264"/>
                  </a:lnTo>
                  <a:lnTo>
                    <a:pt x="334291" y="169963"/>
                  </a:lnTo>
                  <a:lnTo>
                    <a:pt x="334295" y="164659"/>
                  </a:lnTo>
                  <a:lnTo>
                    <a:pt x="334132" y="159358"/>
                  </a:lnTo>
                  <a:lnTo>
                    <a:pt x="333800" y="154065"/>
                  </a:lnTo>
                  <a:lnTo>
                    <a:pt x="333300" y="148785"/>
                  </a:lnTo>
                  <a:lnTo>
                    <a:pt x="332634" y="143524"/>
                  </a:lnTo>
                  <a:lnTo>
                    <a:pt x="331800" y="13828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09921"/>
              <a:ext cx="164653" cy="28881"/>
            </a:xfrm>
            <a:custGeom>
              <a:avLst/>
              <a:pathLst>
                <a:path w="164653" h="28881">
                  <a:moveTo>
                    <a:pt x="164653" y="0"/>
                  </a:moveTo>
                  <a:lnTo>
                    <a:pt x="0" y="288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06564"/>
              <a:ext cx="164653" cy="32238"/>
            </a:xfrm>
            <a:custGeom>
              <a:avLst/>
              <a:pathLst>
                <a:path w="164653" h="32238">
                  <a:moveTo>
                    <a:pt x="164653" y="3357"/>
                  </a:moveTo>
                  <a:lnTo>
                    <a:pt x="164029" y="0"/>
                  </a:lnTo>
                  <a:lnTo>
                    <a:pt x="0" y="322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4029" cy="167167"/>
            </a:xfrm>
            <a:custGeom>
              <a:avLst/>
              <a:pathLst>
                <a:path w="164029" h="167167">
                  <a:moveTo>
                    <a:pt x="164029" y="134929"/>
                  </a:moveTo>
                  <a:lnTo>
                    <a:pt x="162884" y="129570"/>
                  </a:lnTo>
                  <a:lnTo>
                    <a:pt x="161565" y="124252"/>
                  </a:lnTo>
                  <a:lnTo>
                    <a:pt x="160071" y="118980"/>
                  </a:lnTo>
                  <a:lnTo>
                    <a:pt x="158406" y="113760"/>
                  </a:lnTo>
                  <a:lnTo>
                    <a:pt x="156571" y="108597"/>
                  </a:lnTo>
                  <a:lnTo>
                    <a:pt x="154567" y="103497"/>
                  </a:lnTo>
                  <a:lnTo>
                    <a:pt x="152397" y="98466"/>
                  </a:lnTo>
                  <a:lnTo>
                    <a:pt x="150064" y="93508"/>
                  </a:lnTo>
                  <a:lnTo>
                    <a:pt x="147569" y="88629"/>
                  </a:lnTo>
                  <a:lnTo>
                    <a:pt x="144916" y="83835"/>
                  </a:lnTo>
                  <a:lnTo>
                    <a:pt x="142107" y="79130"/>
                  </a:lnTo>
                  <a:lnTo>
                    <a:pt x="139145" y="74520"/>
                  </a:lnTo>
                  <a:lnTo>
                    <a:pt x="136034" y="70010"/>
                  </a:lnTo>
                  <a:lnTo>
                    <a:pt x="132777" y="65604"/>
                  </a:lnTo>
                  <a:lnTo>
                    <a:pt x="129377" y="61307"/>
                  </a:lnTo>
                  <a:lnTo>
                    <a:pt x="125838" y="57124"/>
                  </a:lnTo>
                  <a:lnTo>
                    <a:pt x="122164" y="53058"/>
                  </a:lnTo>
                  <a:lnTo>
                    <a:pt x="118359" y="49116"/>
                  </a:lnTo>
                  <a:lnTo>
                    <a:pt x="114426" y="45300"/>
                  </a:lnTo>
                  <a:lnTo>
                    <a:pt x="110371" y="41616"/>
                  </a:lnTo>
                  <a:lnTo>
                    <a:pt x="106197" y="38066"/>
                  </a:lnTo>
                  <a:lnTo>
                    <a:pt x="101909" y="34655"/>
                  </a:lnTo>
                  <a:lnTo>
                    <a:pt x="97511" y="31386"/>
                  </a:lnTo>
                  <a:lnTo>
                    <a:pt x="93009" y="28263"/>
                  </a:lnTo>
                  <a:lnTo>
                    <a:pt x="88406" y="25290"/>
                  </a:lnTo>
                  <a:lnTo>
                    <a:pt x="83709" y="22468"/>
                  </a:lnTo>
                  <a:lnTo>
                    <a:pt x="78922" y="19803"/>
                  </a:lnTo>
                  <a:lnTo>
                    <a:pt x="74050" y="17295"/>
                  </a:lnTo>
                  <a:lnTo>
                    <a:pt x="69098" y="14949"/>
                  </a:lnTo>
                  <a:lnTo>
                    <a:pt x="64072" y="12766"/>
                  </a:lnTo>
                  <a:lnTo>
                    <a:pt x="58978" y="10749"/>
                  </a:lnTo>
                  <a:lnTo>
                    <a:pt x="53820" y="8900"/>
                  </a:lnTo>
                  <a:lnTo>
                    <a:pt x="48604" y="7221"/>
                  </a:lnTo>
                  <a:lnTo>
                    <a:pt x="43336" y="5714"/>
                  </a:lnTo>
                  <a:lnTo>
                    <a:pt x="38021" y="4381"/>
                  </a:lnTo>
                  <a:lnTo>
                    <a:pt x="32666" y="3222"/>
                  </a:lnTo>
                  <a:lnTo>
                    <a:pt x="27275" y="2240"/>
                  </a:lnTo>
                  <a:lnTo>
                    <a:pt x="21855" y="1434"/>
                  </a:lnTo>
                  <a:lnTo>
                    <a:pt x="16412" y="807"/>
                  </a:lnTo>
                  <a:lnTo>
                    <a:pt x="10951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494679" y="941493"/>
              <a:ext cx="122601" cy="167167"/>
            </a:xfrm>
            <a:custGeom>
              <a:avLst/>
              <a:pathLst>
                <a:path w="122601" h="167167">
                  <a:moveTo>
                    <a:pt x="122601" y="0"/>
                  </a:moveTo>
                  <a:lnTo>
                    <a:pt x="117096" y="90"/>
                  </a:lnTo>
                  <a:lnTo>
                    <a:pt x="111598" y="362"/>
                  </a:lnTo>
                  <a:lnTo>
                    <a:pt x="106112" y="815"/>
                  </a:lnTo>
                  <a:lnTo>
                    <a:pt x="100643" y="1448"/>
                  </a:lnTo>
                  <a:lnTo>
                    <a:pt x="95199" y="2261"/>
                  </a:lnTo>
                  <a:lnTo>
                    <a:pt x="89784" y="3252"/>
                  </a:lnTo>
                  <a:lnTo>
                    <a:pt x="84404" y="4422"/>
                  </a:lnTo>
                  <a:lnTo>
                    <a:pt x="79066" y="5768"/>
                  </a:lnTo>
                  <a:lnTo>
                    <a:pt x="73776" y="7289"/>
                  </a:lnTo>
                  <a:lnTo>
                    <a:pt x="68538" y="8983"/>
                  </a:lnTo>
                  <a:lnTo>
                    <a:pt x="63359" y="10849"/>
                  </a:lnTo>
                  <a:lnTo>
                    <a:pt x="58244" y="12884"/>
                  </a:lnTo>
                  <a:lnTo>
                    <a:pt x="53199" y="15087"/>
                  </a:lnTo>
                  <a:lnTo>
                    <a:pt x="48229" y="17455"/>
                  </a:lnTo>
                  <a:lnTo>
                    <a:pt x="43340" y="19985"/>
                  </a:lnTo>
                  <a:lnTo>
                    <a:pt x="38536" y="22674"/>
                  </a:lnTo>
                  <a:lnTo>
                    <a:pt x="33824" y="25520"/>
                  </a:lnTo>
                  <a:lnTo>
                    <a:pt x="29208" y="28520"/>
                  </a:lnTo>
                  <a:lnTo>
                    <a:pt x="24694" y="31671"/>
                  </a:lnTo>
                  <a:lnTo>
                    <a:pt x="20286" y="34968"/>
                  </a:lnTo>
                  <a:lnTo>
                    <a:pt x="15988" y="38408"/>
                  </a:lnTo>
                  <a:lnTo>
                    <a:pt x="11806" y="41989"/>
                  </a:lnTo>
                  <a:lnTo>
                    <a:pt x="7745" y="45705"/>
                  </a:lnTo>
                  <a:lnTo>
                    <a:pt x="3808" y="49552"/>
                  </a:lnTo>
                  <a:lnTo>
                    <a:pt x="0" y="53527"/>
                  </a:lnTo>
                  <a:lnTo>
                    <a:pt x="1226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94679" y="995021"/>
              <a:ext cx="122601" cy="113639"/>
            </a:xfrm>
            <a:custGeom>
              <a:avLst/>
              <a:pathLst>
                <a:path w="122601" h="113639">
                  <a:moveTo>
                    <a:pt x="0" y="0"/>
                  </a:moveTo>
                  <a:lnTo>
                    <a:pt x="122601" y="1136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50127" y="968721"/>
              <a:ext cx="334312" cy="307105"/>
            </a:xfrm>
            <a:custGeom>
              <a:avLst/>
              <a:pathLst>
                <a:path w="334312" h="307105">
                  <a:moveTo>
                    <a:pt x="44551" y="26300"/>
                  </a:moveTo>
                  <a:lnTo>
                    <a:pt x="41012" y="30242"/>
                  </a:lnTo>
                  <a:lnTo>
                    <a:pt x="37599" y="34294"/>
                  </a:lnTo>
                  <a:lnTo>
                    <a:pt x="34316" y="38453"/>
                  </a:lnTo>
                  <a:lnTo>
                    <a:pt x="31167" y="42713"/>
                  </a:lnTo>
                  <a:lnTo>
                    <a:pt x="28154" y="47072"/>
                  </a:lnTo>
                  <a:lnTo>
                    <a:pt x="25281" y="51523"/>
                  </a:lnTo>
                  <a:lnTo>
                    <a:pt x="22550" y="56064"/>
                  </a:lnTo>
                  <a:lnTo>
                    <a:pt x="19965" y="60688"/>
                  </a:lnTo>
                  <a:lnTo>
                    <a:pt x="17527" y="65392"/>
                  </a:lnTo>
                  <a:lnTo>
                    <a:pt x="15240" y="70171"/>
                  </a:lnTo>
                  <a:lnTo>
                    <a:pt x="13105" y="75021"/>
                  </a:lnTo>
                  <a:lnTo>
                    <a:pt x="11125" y="79935"/>
                  </a:lnTo>
                  <a:lnTo>
                    <a:pt x="9302" y="84910"/>
                  </a:lnTo>
                  <a:lnTo>
                    <a:pt x="7638" y="89939"/>
                  </a:lnTo>
                  <a:lnTo>
                    <a:pt x="6133" y="95020"/>
                  </a:lnTo>
                  <a:lnTo>
                    <a:pt x="4791" y="100145"/>
                  </a:lnTo>
                  <a:lnTo>
                    <a:pt x="3611" y="105310"/>
                  </a:lnTo>
                  <a:lnTo>
                    <a:pt x="2596" y="110510"/>
                  </a:lnTo>
                  <a:lnTo>
                    <a:pt x="1746" y="115740"/>
                  </a:lnTo>
                  <a:lnTo>
                    <a:pt x="1062" y="120994"/>
                  </a:lnTo>
                  <a:lnTo>
                    <a:pt x="545" y="126266"/>
                  </a:lnTo>
                  <a:lnTo>
                    <a:pt x="195" y="131553"/>
                  </a:lnTo>
                  <a:lnTo>
                    <a:pt x="14" y="136848"/>
                  </a:lnTo>
                  <a:lnTo>
                    <a:pt x="0" y="142146"/>
                  </a:lnTo>
                  <a:lnTo>
                    <a:pt x="153" y="147442"/>
                  </a:lnTo>
                  <a:lnTo>
                    <a:pt x="475" y="152731"/>
                  </a:lnTo>
                  <a:lnTo>
                    <a:pt x="964" y="158006"/>
                  </a:lnTo>
                  <a:lnTo>
                    <a:pt x="1620" y="163264"/>
                  </a:lnTo>
                  <a:lnTo>
                    <a:pt x="2442" y="168498"/>
                  </a:lnTo>
                  <a:lnTo>
                    <a:pt x="3430" y="173703"/>
                  </a:lnTo>
                  <a:lnTo>
                    <a:pt x="4582" y="178874"/>
                  </a:lnTo>
                  <a:lnTo>
                    <a:pt x="5898" y="184007"/>
                  </a:lnTo>
                  <a:lnTo>
                    <a:pt x="7375" y="189095"/>
                  </a:lnTo>
                  <a:lnTo>
                    <a:pt x="9013" y="194133"/>
                  </a:lnTo>
                  <a:lnTo>
                    <a:pt x="10810" y="199118"/>
                  </a:lnTo>
                  <a:lnTo>
                    <a:pt x="12764" y="204042"/>
                  </a:lnTo>
                  <a:lnTo>
                    <a:pt x="14873" y="208903"/>
                  </a:lnTo>
                  <a:lnTo>
                    <a:pt x="17135" y="213694"/>
                  </a:lnTo>
                  <a:lnTo>
                    <a:pt x="19548" y="218411"/>
                  </a:lnTo>
                  <a:lnTo>
                    <a:pt x="22109" y="223049"/>
                  </a:lnTo>
                  <a:lnTo>
                    <a:pt x="24815" y="227604"/>
                  </a:lnTo>
                  <a:lnTo>
                    <a:pt x="27665" y="232070"/>
                  </a:lnTo>
                  <a:lnTo>
                    <a:pt x="30655" y="236444"/>
                  </a:lnTo>
                  <a:lnTo>
                    <a:pt x="33781" y="240722"/>
                  </a:lnTo>
                  <a:lnTo>
                    <a:pt x="37042" y="244897"/>
                  </a:lnTo>
                  <a:lnTo>
                    <a:pt x="40434" y="248968"/>
                  </a:lnTo>
                  <a:lnTo>
                    <a:pt x="43952" y="252929"/>
                  </a:lnTo>
                  <a:lnTo>
                    <a:pt x="47595" y="256776"/>
                  </a:lnTo>
                  <a:lnTo>
                    <a:pt x="51357" y="260506"/>
                  </a:lnTo>
                  <a:lnTo>
                    <a:pt x="55236" y="264115"/>
                  </a:lnTo>
                  <a:lnTo>
                    <a:pt x="59228" y="267600"/>
                  </a:lnTo>
                  <a:lnTo>
                    <a:pt x="63328" y="270956"/>
                  </a:lnTo>
                  <a:lnTo>
                    <a:pt x="67532" y="274180"/>
                  </a:lnTo>
                  <a:lnTo>
                    <a:pt x="71836" y="277270"/>
                  </a:lnTo>
                  <a:lnTo>
                    <a:pt x="76236" y="280221"/>
                  </a:lnTo>
                  <a:lnTo>
                    <a:pt x="80727" y="283032"/>
                  </a:lnTo>
                  <a:lnTo>
                    <a:pt x="85305" y="285699"/>
                  </a:lnTo>
                  <a:lnTo>
                    <a:pt x="89965" y="288219"/>
                  </a:lnTo>
                  <a:lnTo>
                    <a:pt x="94703" y="290591"/>
                  </a:lnTo>
                  <a:lnTo>
                    <a:pt x="99513" y="292811"/>
                  </a:lnTo>
                  <a:lnTo>
                    <a:pt x="104392" y="294878"/>
                  </a:lnTo>
                  <a:lnTo>
                    <a:pt x="109333" y="296789"/>
                  </a:lnTo>
                  <a:lnTo>
                    <a:pt x="114333" y="298543"/>
                  </a:lnTo>
                  <a:lnTo>
                    <a:pt x="119386" y="300137"/>
                  </a:lnTo>
                  <a:lnTo>
                    <a:pt x="124486" y="301570"/>
                  </a:lnTo>
                  <a:lnTo>
                    <a:pt x="129630" y="302841"/>
                  </a:lnTo>
                  <a:lnTo>
                    <a:pt x="134811" y="303948"/>
                  </a:lnTo>
                  <a:lnTo>
                    <a:pt x="140025" y="304891"/>
                  </a:lnTo>
                  <a:lnTo>
                    <a:pt x="145266" y="305668"/>
                  </a:lnTo>
                  <a:lnTo>
                    <a:pt x="150529" y="306278"/>
                  </a:lnTo>
                  <a:lnTo>
                    <a:pt x="155808" y="306721"/>
                  </a:lnTo>
                  <a:lnTo>
                    <a:pt x="161099" y="306997"/>
                  </a:lnTo>
                  <a:lnTo>
                    <a:pt x="166396" y="307105"/>
                  </a:lnTo>
                  <a:lnTo>
                    <a:pt x="171694" y="307045"/>
                  </a:lnTo>
                  <a:lnTo>
                    <a:pt x="176988" y="306817"/>
                  </a:lnTo>
                  <a:lnTo>
                    <a:pt x="182271" y="306421"/>
                  </a:lnTo>
                  <a:lnTo>
                    <a:pt x="187539" y="305859"/>
                  </a:lnTo>
                  <a:lnTo>
                    <a:pt x="192787" y="305129"/>
                  </a:lnTo>
                  <a:lnTo>
                    <a:pt x="198009" y="304234"/>
                  </a:lnTo>
                  <a:lnTo>
                    <a:pt x="203200" y="303174"/>
                  </a:lnTo>
                  <a:lnTo>
                    <a:pt x="208355" y="301949"/>
                  </a:lnTo>
                  <a:lnTo>
                    <a:pt x="213468" y="300562"/>
                  </a:lnTo>
                  <a:lnTo>
                    <a:pt x="218535" y="299014"/>
                  </a:lnTo>
                  <a:lnTo>
                    <a:pt x="223550" y="297306"/>
                  </a:lnTo>
                  <a:lnTo>
                    <a:pt x="228509" y="295439"/>
                  </a:lnTo>
                  <a:lnTo>
                    <a:pt x="233406" y="293417"/>
                  </a:lnTo>
                  <a:lnTo>
                    <a:pt x="238236" y="291240"/>
                  </a:lnTo>
                  <a:lnTo>
                    <a:pt x="242995" y="288911"/>
                  </a:lnTo>
                  <a:lnTo>
                    <a:pt x="247678" y="286433"/>
                  </a:lnTo>
                  <a:lnTo>
                    <a:pt x="252280" y="283808"/>
                  </a:lnTo>
                  <a:lnTo>
                    <a:pt x="256797" y="281038"/>
                  </a:lnTo>
                  <a:lnTo>
                    <a:pt x="261223" y="278126"/>
                  </a:lnTo>
                  <a:lnTo>
                    <a:pt x="265555" y="275076"/>
                  </a:lnTo>
                  <a:lnTo>
                    <a:pt x="269788" y="271889"/>
                  </a:lnTo>
                  <a:lnTo>
                    <a:pt x="273918" y="268571"/>
                  </a:lnTo>
                  <a:lnTo>
                    <a:pt x="277941" y="265123"/>
                  </a:lnTo>
                  <a:lnTo>
                    <a:pt x="281852" y="261549"/>
                  </a:lnTo>
                  <a:lnTo>
                    <a:pt x="285648" y="257853"/>
                  </a:lnTo>
                  <a:lnTo>
                    <a:pt x="289325" y="254039"/>
                  </a:lnTo>
                  <a:lnTo>
                    <a:pt x="292880" y="250110"/>
                  </a:lnTo>
                  <a:lnTo>
                    <a:pt x="296308" y="246070"/>
                  </a:lnTo>
                  <a:lnTo>
                    <a:pt x="299606" y="241924"/>
                  </a:lnTo>
                  <a:lnTo>
                    <a:pt x="302772" y="237675"/>
                  </a:lnTo>
                  <a:lnTo>
                    <a:pt x="305801" y="233328"/>
                  </a:lnTo>
                  <a:lnTo>
                    <a:pt x="308691" y="228887"/>
                  </a:lnTo>
                  <a:lnTo>
                    <a:pt x="311439" y="224357"/>
                  </a:lnTo>
                  <a:lnTo>
                    <a:pt x="314041" y="219743"/>
                  </a:lnTo>
                  <a:lnTo>
                    <a:pt x="316496" y="215048"/>
                  </a:lnTo>
                  <a:lnTo>
                    <a:pt x="318802" y="210277"/>
                  </a:lnTo>
                  <a:lnTo>
                    <a:pt x="320954" y="205436"/>
                  </a:lnTo>
                  <a:lnTo>
                    <a:pt x="322953" y="200529"/>
                  </a:lnTo>
                  <a:lnTo>
                    <a:pt x="324795" y="195561"/>
                  </a:lnTo>
                  <a:lnTo>
                    <a:pt x="326478" y="190538"/>
                  </a:lnTo>
                  <a:lnTo>
                    <a:pt x="328002" y="185463"/>
                  </a:lnTo>
                  <a:lnTo>
                    <a:pt x="329364" y="180343"/>
                  </a:lnTo>
                  <a:lnTo>
                    <a:pt x="330562" y="175182"/>
                  </a:lnTo>
                  <a:lnTo>
                    <a:pt x="331597" y="169986"/>
                  </a:lnTo>
                  <a:lnTo>
                    <a:pt x="332467" y="164760"/>
                  </a:lnTo>
                  <a:lnTo>
                    <a:pt x="333170" y="159509"/>
                  </a:lnTo>
                  <a:lnTo>
                    <a:pt x="333707" y="154238"/>
                  </a:lnTo>
                  <a:lnTo>
                    <a:pt x="334077" y="148952"/>
                  </a:lnTo>
                  <a:lnTo>
                    <a:pt x="334278" y="143658"/>
                  </a:lnTo>
                  <a:lnTo>
                    <a:pt x="334312" y="138360"/>
                  </a:lnTo>
                  <a:lnTo>
                    <a:pt x="334178" y="133063"/>
                  </a:lnTo>
                  <a:lnTo>
                    <a:pt x="333877" y="127774"/>
                  </a:lnTo>
                  <a:lnTo>
                    <a:pt x="333407" y="122496"/>
                  </a:lnTo>
                  <a:lnTo>
                    <a:pt x="332771" y="117237"/>
                  </a:lnTo>
                  <a:lnTo>
                    <a:pt x="331968" y="112000"/>
                  </a:lnTo>
                  <a:lnTo>
                    <a:pt x="331000" y="106791"/>
                  </a:lnTo>
                  <a:lnTo>
                    <a:pt x="329867" y="101615"/>
                  </a:lnTo>
                  <a:lnTo>
                    <a:pt x="328571" y="96478"/>
                  </a:lnTo>
                  <a:lnTo>
                    <a:pt x="327113" y="91384"/>
                  </a:lnTo>
                  <a:lnTo>
                    <a:pt x="325494" y="86339"/>
                  </a:lnTo>
                  <a:lnTo>
                    <a:pt x="323716" y="81348"/>
                  </a:lnTo>
                  <a:lnTo>
                    <a:pt x="321780" y="76416"/>
                  </a:lnTo>
                  <a:lnTo>
                    <a:pt x="319690" y="71548"/>
                  </a:lnTo>
                  <a:lnTo>
                    <a:pt x="317446" y="66749"/>
                  </a:lnTo>
                  <a:lnTo>
                    <a:pt x="315051" y="62023"/>
                  </a:lnTo>
                  <a:lnTo>
                    <a:pt x="312507" y="57375"/>
                  </a:lnTo>
                  <a:lnTo>
                    <a:pt x="309818" y="52810"/>
                  </a:lnTo>
                  <a:lnTo>
                    <a:pt x="306985" y="48333"/>
                  </a:lnTo>
                  <a:lnTo>
                    <a:pt x="304012" y="43947"/>
                  </a:lnTo>
                  <a:lnTo>
                    <a:pt x="300901" y="39658"/>
                  </a:lnTo>
                  <a:lnTo>
                    <a:pt x="297656" y="35470"/>
                  </a:lnTo>
                  <a:lnTo>
                    <a:pt x="294280" y="31387"/>
                  </a:lnTo>
                  <a:lnTo>
                    <a:pt x="290776" y="27413"/>
                  </a:lnTo>
                  <a:lnTo>
                    <a:pt x="287148" y="23552"/>
                  </a:lnTo>
                  <a:lnTo>
                    <a:pt x="283400" y="19808"/>
                  </a:lnTo>
                  <a:lnTo>
                    <a:pt x="279534" y="16184"/>
                  </a:lnTo>
                  <a:lnTo>
                    <a:pt x="275556" y="12685"/>
                  </a:lnTo>
                  <a:lnTo>
                    <a:pt x="271469" y="9314"/>
                  </a:lnTo>
                  <a:lnTo>
                    <a:pt x="267277" y="6073"/>
                  </a:lnTo>
                  <a:lnTo>
                    <a:pt x="262984" y="2968"/>
                  </a:lnTo>
                  <a:lnTo>
                    <a:pt x="258596" y="0"/>
                  </a:lnTo>
                  <a:lnTo>
                    <a:pt x="167152" y="1399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91443" cy="167167"/>
            </a:xfrm>
            <a:custGeom>
              <a:avLst/>
              <a:pathLst>
                <a:path w="91443" h="167167">
                  <a:moveTo>
                    <a:pt x="91443" y="27227"/>
                  </a:moveTo>
                  <a:lnTo>
                    <a:pt x="86626" y="24196"/>
                  </a:lnTo>
                  <a:lnTo>
                    <a:pt x="81709" y="21330"/>
                  </a:lnTo>
                  <a:lnTo>
                    <a:pt x="76698" y="18633"/>
                  </a:lnTo>
                  <a:lnTo>
                    <a:pt x="71597" y="16108"/>
                  </a:ln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6690" y="1031511"/>
              <a:ext cx="109204" cy="167167"/>
            </a:xfrm>
            <a:custGeom>
              <a:avLst/>
              <a:pathLst>
                <a:path w="109204" h="167167">
                  <a:moveTo>
                    <a:pt x="109204" y="0"/>
                  </a:moveTo>
                  <a:lnTo>
                    <a:pt x="103538" y="96"/>
                  </a:lnTo>
                  <a:lnTo>
                    <a:pt x="97879" y="384"/>
                  </a:lnTo>
                  <a:lnTo>
                    <a:pt x="92233" y="863"/>
                  </a:lnTo>
                  <a:lnTo>
                    <a:pt x="86606" y="1534"/>
                  </a:lnTo>
                  <a:lnTo>
                    <a:pt x="81005" y="2395"/>
                  </a:lnTo>
                  <a:lnTo>
                    <a:pt x="75437" y="3445"/>
                  </a:lnTo>
                  <a:lnTo>
                    <a:pt x="69907" y="4684"/>
                  </a:lnTo>
                  <a:lnTo>
                    <a:pt x="64423" y="6109"/>
                  </a:lnTo>
                  <a:lnTo>
                    <a:pt x="58990" y="7720"/>
                  </a:lnTo>
                  <a:lnTo>
                    <a:pt x="53614" y="9513"/>
                  </a:lnTo>
                  <a:lnTo>
                    <a:pt x="48303" y="11488"/>
                  </a:lnTo>
                  <a:lnTo>
                    <a:pt x="43062" y="13641"/>
                  </a:lnTo>
                  <a:lnTo>
                    <a:pt x="37896" y="15971"/>
                  </a:lnTo>
                  <a:lnTo>
                    <a:pt x="32813" y="18475"/>
                  </a:lnTo>
                  <a:lnTo>
                    <a:pt x="27817" y="21150"/>
                  </a:lnTo>
                  <a:lnTo>
                    <a:pt x="22915" y="23992"/>
                  </a:lnTo>
                  <a:lnTo>
                    <a:pt x="18112" y="26999"/>
                  </a:lnTo>
                  <a:lnTo>
                    <a:pt x="13413" y="30167"/>
                  </a:lnTo>
                  <a:lnTo>
                    <a:pt x="8825" y="33492"/>
                  </a:lnTo>
                  <a:lnTo>
                    <a:pt x="4352" y="36971"/>
                  </a:lnTo>
                  <a:lnTo>
                    <a:pt x="0" y="40599"/>
                  </a:lnTo>
                  <a:lnTo>
                    <a:pt x="1092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6690" y="1072111"/>
              <a:ext cx="109204" cy="126567"/>
            </a:xfrm>
            <a:custGeom>
              <a:avLst/>
              <a:pathLst>
                <a:path w="109204" h="126567">
                  <a:moveTo>
                    <a:pt x="0" y="0"/>
                  </a:moveTo>
                  <a:lnTo>
                    <a:pt x="109204" y="1265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38732" y="1072111"/>
              <a:ext cx="167162" cy="280057"/>
            </a:xfrm>
            <a:custGeom>
              <a:avLst/>
              <a:pathLst>
                <a:path w="167162" h="280057">
                  <a:moveTo>
                    <a:pt x="57957" y="0"/>
                  </a:moveTo>
                  <a:lnTo>
                    <a:pt x="53951" y="3570"/>
                  </a:lnTo>
                  <a:lnTo>
                    <a:pt x="50062" y="7267"/>
                  </a:lnTo>
                  <a:lnTo>
                    <a:pt x="46293" y="11087"/>
                  </a:lnTo>
                  <a:lnTo>
                    <a:pt x="42649" y="15025"/>
                  </a:lnTo>
                  <a:lnTo>
                    <a:pt x="39133" y="19079"/>
                  </a:lnTo>
                  <a:lnTo>
                    <a:pt x="35749" y="23244"/>
                  </a:lnTo>
                  <a:lnTo>
                    <a:pt x="32501" y="27515"/>
                  </a:lnTo>
                  <a:lnTo>
                    <a:pt x="29391" y="31888"/>
                  </a:lnTo>
                  <a:lnTo>
                    <a:pt x="26423" y="36359"/>
                  </a:lnTo>
                  <a:lnTo>
                    <a:pt x="23600" y="40922"/>
                  </a:lnTo>
                  <a:lnTo>
                    <a:pt x="20925" y="45574"/>
                  </a:lnTo>
                  <a:lnTo>
                    <a:pt x="18401" y="50309"/>
                  </a:lnTo>
                  <a:lnTo>
                    <a:pt x="16030" y="55123"/>
                  </a:lnTo>
                  <a:lnTo>
                    <a:pt x="13815" y="60011"/>
                  </a:lnTo>
                  <a:lnTo>
                    <a:pt x="11758" y="64967"/>
                  </a:lnTo>
                  <a:lnTo>
                    <a:pt x="9861" y="69986"/>
                  </a:lnTo>
                  <a:lnTo>
                    <a:pt x="8126" y="75064"/>
                  </a:lnTo>
                  <a:lnTo>
                    <a:pt x="6555" y="80195"/>
                  </a:lnTo>
                  <a:lnTo>
                    <a:pt x="5149" y="85374"/>
                  </a:lnTo>
                  <a:lnTo>
                    <a:pt x="3911" y="90595"/>
                  </a:lnTo>
                  <a:lnTo>
                    <a:pt x="2840" y="95853"/>
                  </a:lnTo>
                  <a:lnTo>
                    <a:pt x="1939" y="101143"/>
                  </a:lnTo>
                  <a:lnTo>
                    <a:pt x="1208" y="106459"/>
                  </a:lnTo>
                  <a:lnTo>
                    <a:pt x="648" y="111796"/>
                  </a:lnTo>
                  <a:lnTo>
                    <a:pt x="260" y="117148"/>
                  </a:lnTo>
                  <a:lnTo>
                    <a:pt x="44" y="122509"/>
                  </a:lnTo>
                  <a:lnTo>
                    <a:pt x="0" y="127875"/>
                  </a:lnTo>
                  <a:lnTo>
                    <a:pt x="128" y="133240"/>
                  </a:lnTo>
                  <a:lnTo>
                    <a:pt x="428" y="138597"/>
                  </a:lnTo>
                  <a:lnTo>
                    <a:pt x="900" y="143943"/>
                  </a:lnTo>
                  <a:lnTo>
                    <a:pt x="1543" y="149270"/>
                  </a:lnTo>
                  <a:lnTo>
                    <a:pt x="2357" y="154574"/>
                  </a:lnTo>
                  <a:lnTo>
                    <a:pt x="3341" y="159849"/>
                  </a:lnTo>
                  <a:lnTo>
                    <a:pt x="4494" y="165090"/>
                  </a:lnTo>
                  <a:lnTo>
                    <a:pt x="5814" y="170291"/>
                  </a:lnTo>
                  <a:lnTo>
                    <a:pt x="7300" y="175447"/>
                  </a:lnTo>
                  <a:lnTo>
                    <a:pt x="8952" y="180553"/>
                  </a:lnTo>
                  <a:lnTo>
                    <a:pt x="10766" y="185603"/>
                  </a:lnTo>
                  <a:lnTo>
                    <a:pt x="12741" y="190592"/>
                  </a:lnTo>
                  <a:lnTo>
                    <a:pt x="14876" y="195515"/>
                  </a:lnTo>
                  <a:lnTo>
                    <a:pt x="17167" y="200368"/>
                  </a:lnTo>
                  <a:lnTo>
                    <a:pt x="19613" y="205144"/>
                  </a:lnTo>
                  <a:lnTo>
                    <a:pt x="22211" y="209839"/>
                  </a:lnTo>
                  <a:lnTo>
                    <a:pt x="24958" y="214448"/>
                  </a:lnTo>
                  <a:lnTo>
                    <a:pt x="27852" y="218967"/>
                  </a:lnTo>
                  <a:lnTo>
                    <a:pt x="30890" y="223391"/>
                  </a:lnTo>
                  <a:lnTo>
                    <a:pt x="34068" y="227715"/>
                  </a:lnTo>
                  <a:lnTo>
                    <a:pt x="37383" y="231934"/>
                  </a:lnTo>
                  <a:lnTo>
                    <a:pt x="40831" y="236045"/>
                  </a:lnTo>
                  <a:lnTo>
                    <a:pt x="44410" y="240044"/>
                  </a:lnTo>
                  <a:lnTo>
                    <a:pt x="48116" y="243925"/>
                  </a:lnTo>
                  <a:lnTo>
                    <a:pt x="51944" y="247686"/>
                  </a:lnTo>
                  <a:lnTo>
                    <a:pt x="55890" y="251321"/>
                  </a:lnTo>
                  <a:lnTo>
                    <a:pt x="59952" y="254828"/>
                  </a:lnTo>
                  <a:lnTo>
                    <a:pt x="64124" y="258203"/>
                  </a:lnTo>
                  <a:lnTo>
                    <a:pt x="68402" y="261442"/>
                  </a:lnTo>
                  <a:lnTo>
                    <a:pt x="72781" y="264543"/>
                  </a:lnTo>
                  <a:lnTo>
                    <a:pt x="77259" y="267501"/>
                  </a:lnTo>
                  <a:lnTo>
                    <a:pt x="81828" y="270314"/>
                  </a:lnTo>
                  <a:lnTo>
                    <a:pt x="86486" y="272978"/>
                  </a:lnTo>
                  <a:lnTo>
                    <a:pt x="91227" y="275492"/>
                  </a:lnTo>
                  <a:lnTo>
                    <a:pt x="96046" y="277853"/>
                  </a:lnTo>
                  <a:lnTo>
                    <a:pt x="100938" y="280057"/>
                  </a:lnTo>
                  <a:lnTo>
                    <a:pt x="167162" y="1265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4039670" y="1031511"/>
              <a:ext cx="233389" cy="334329"/>
            </a:xfrm>
            <a:custGeom>
              <a:avLst/>
              <a:pathLst>
                <a:path w="233389" h="334329">
                  <a:moveTo>
                    <a:pt x="0" y="320657"/>
                  </a:moveTo>
                  <a:lnTo>
                    <a:pt x="4940" y="322696"/>
                  </a:lnTo>
                  <a:lnTo>
                    <a:pt x="9943" y="324576"/>
                  </a:lnTo>
                  <a:lnTo>
                    <a:pt x="15004" y="326294"/>
                  </a:lnTo>
                  <a:lnTo>
                    <a:pt x="20117" y="327850"/>
                  </a:lnTo>
                  <a:lnTo>
                    <a:pt x="25277" y="329242"/>
                  </a:lnTo>
                  <a:lnTo>
                    <a:pt x="30479" y="330468"/>
                  </a:lnTo>
                  <a:lnTo>
                    <a:pt x="35717" y="331527"/>
                  </a:lnTo>
                  <a:lnTo>
                    <a:pt x="40987" y="332418"/>
                  </a:lnTo>
                  <a:lnTo>
                    <a:pt x="46282" y="333141"/>
                  </a:lnTo>
                  <a:lnTo>
                    <a:pt x="51598" y="333693"/>
                  </a:lnTo>
                  <a:lnTo>
                    <a:pt x="56929" y="334076"/>
                  </a:lnTo>
                  <a:lnTo>
                    <a:pt x="62269" y="334288"/>
                  </a:lnTo>
                  <a:lnTo>
                    <a:pt x="67613" y="334329"/>
                  </a:lnTo>
                  <a:lnTo>
                    <a:pt x="72956" y="334199"/>
                  </a:lnTo>
                  <a:lnTo>
                    <a:pt x="78292" y="333898"/>
                  </a:lnTo>
                  <a:lnTo>
                    <a:pt x="83616" y="333427"/>
                  </a:lnTo>
                  <a:lnTo>
                    <a:pt x="88922" y="332786"/>
                  </a:lnTo>
                  <a:lnTo>
                    <a:pt x="94205" y="331976"/>
                  </a:lnTo>
                  <a:lnTo>
                    <a:pt x="99459" y="330997"/>
                  </a:lnTo>
                  <a:lnTo>
                    <a:pt x="104679" y="329851"/>
                  </a:lnTo>
                  <a:lnTo>
                    <a:pt x="109860" y="328539"/>
                  </a:lnTo>
                  <a:lnTo>
                    <a:pt x="114996" y="327061"/>
                  </a:lnTo>
                  <a:lnTo>
                    <a:pt x="120082" y="325420"/>
                  </a:lnTo>
                  <a:lnTo>
                    <a:pt x="125114" y="323618"/>
                  </a:lnTo>
                  <a:lnTo>
                    <a:pt x="130085" y="321655"/>
                  </a:lnTo>
                  <a:lnTo>
                    <a:pt x="134991" y="319535"/>
                  </a:lnTo>
                  <a:lnTo>
                    <a:pt x="139826" y="317259"/>
                  </a:lnTo>
                  <a:lnTo>
                    <a:pt x="144587" y="314829"/>
                  </a:lnTo>
                  <a:lnTo>
                    <a:pt x="149267" y="312249"/>
                  </a:lnTo>
                  <a:lnTo>
                    <a:pt x="153862" y="309520"/>
                  </a:lnTo>
                  <a:lnTo>
                    <a:pt x="158368" y="306646"/>
                  </a:lnTo>
                  <a:lnTo>
                    <a:pt x="162780" y="303629"/>
                  </a:lnTo>
                  <a:lnTo>
                    <a:pt x="167093" y="300473"/>
                  </a:lnTo>
                  <a:lnTo>
                    <a:pt x="171302" y="297180"/>
                  </a:lnTo>
                  <a:lnTo>
                    <a:pt x="175405" y="293755"/>
                  </a:lnTo>
                  <a:lnTo>
                    <a:pt x="179395" y="290200"/>
                  </a:lnTo>
                  <a:lnTo>
                    <a:pt x="183271" y="286519"/>
                  </a:lnTo>
                  <a:lnTo>
                    <a:pt x="187026" y="282716"/>
                  </a:lnTo>
                  <a:lnTo>
                    <a:pt x="190658" y="278796"/>
                  </a:lnTo>
                  <a:lnTo>
                    <a:pt x="194163" y="274761"/>
                  </a:lnTo>
                  <a:lnTo>
                    <a:pt x="197537" y="270616"/>
                  </a:lnTo>
                  <a:lnTo>
                    <a:pt x="200777" y="266366"/>
                  </a:lnTo>
                  <a:lnTo>
                    <a:pt x="203879" y="262014"/>
                  </a:lnTo>
                  <a:lnTo>
                    <a:pt x="206841" y="257565"/>
                  </a:lnTo>
                  <a:lnTo>
                    <a:pt x="209659" y="253023"/>
                  </a:lnTo>
                  <a:lnTo>
                    <a:pt x="212330" y="248394"/>
                  </a:lnTo>
                  <a:lnTo>
                    <a:pt x="214852" y="243682"/>
                  </a:lnTo>
                  <a:lnTo>
                    <a:pt x="217222" y="238892"/>
                  </a:lnTo>
                  <a:lnTo>
                    <a:pt x="219437" y="234028"/>
                  </a:lnTo>
                  <a:lnTo>
                    <a:pt x="221496" y="229097"/>
                  </a:lnTo>
                  <a:lnTo>
                    <a:pt x="223397" y="224101"/>
                  </a:lnTo>
                  <a:lnTo>
                    <a:pt x="225136" y="219048"/>
                  </a:lnTo>
                  <a:lnTo>
                    <a:pt x="226714" y="213941"/>
                  </a:lnTo>
                  <a:lnTo>
                    <a:pt x="228127" y="208787"/>
                  </a:lnTo>
                  <a:lnTo>
                    <a:pt x="229375" y="203590"/>
                  </a:lnTo>
                  <a:lnTo>
                    <a:pt x="230456" y="198356"/>
                  </a:lnTo>
                  <a:lnTo>
                    <a:pt x="231369" y="193090"/>
                  </a:lnTo>
                  <a:lnTo>
                    <a:pt x="232113" y="187798"/>
                  </a:lnTo>
                  <a:lnTo>
                    <a:pt x="232688" y="182485"/>
                  </a:lnTo>
                  <a:lnTo>
                    <a:pt x="233092" y="177155"/>
                  </a:lnTo>
                  <a:lnTo>
                    <a:pt x="233326" y="171816"/>
                  </a:lnTo>
                  <a:lnTo>
                    <a:pt x="233389" y="166472"/>
                  </a:lnTo>
                  <a:lnTo>
                    <a:pt x="233282" y="161129"/>
                  </a:lnTo>
                  <a:lnTo>
                    <a:pt x="233003" y="155791"/>
                  </a:lnTo>
                  <a:lnTo>
                    <a:pt x="232555" y="150466"/>
                  </a:lnTo>
                  <a:lnTo>
                    <a:pt x="231936" y="145157"/>
                  </a:lnTo>
                  <a:lnTo>
                    <a:pt x="231147" y="139871"/>
                  </a:lnTo>
                  <a:lnTo>
                    <a:pt x="230191" y="134613"/>
                  </a:lnTo>
                  <a:lnTo>
                    <a:pt x="229066" y="129388"/>
                  </a:lnTo>
                  <a:lnTo>
                    <a:pt x="227775" y="124202"/>
                  </a:lnTo>
                  <a:lnTo>
                    <a:pt x="226319" y="119060"/>
                  </a:lnTo>
                  <a:lnTo>
                    <a:pt x="224700" y="113966"/>
                  </a:lnTo>
                  <a:lnTo>
                    <a:pt x="222918" y="108928"/>
                  </a:lnTo>
                  <a:lnTo>
                    <a:pt x="220976" y="103948"/>
                  </a:lnTo>
                  <a:lnTo>
                    <a:pt x="218876" y="99034"/>
                  </a:lnTo>
                  <a:lnTo>
                    <a:pt x="216620" y="94189"/>
                  </a:lnTo>
                  <a:lnTo>
                    <a:pt x="214210" y="89418"/>
                  </a:lnTo>
                  <a:lnTo>
                    <a:pt x="211649" y="84727"/>
                  </a:lnTo>
                  <a:lnTo>
                    <a:pt x="208940" y="80121"/>
                  </a:lnTo>
                  <a:lnTo>
                    <a:pt x="206084" y="75603"/>
                  </a:lnTo>
                  <a:lnTo>
                    <a:pt x="203086" y="71179"/>
                  </a:lnTo>
                  <a:lnTo>
                    <a:pt x="199947" y="66853"/>
                  </a:lnTo>
                  <a:lnTo>
                    <a:pt x="196672" y="62630"/>
                  </a:lnTo>
                  <a:lnTo>
                    <a:pt x="193264" y="58513"/>
                  </a:lnTo>
                  <a:lnTo>
                    <a:pt x="189726" y="54507"/>
                  </a:lnTo>
                  <a:lnTo>
                    <a:pt x="186061" y="50617"/>
                  </a:lnTo>
                  <a:lnTo>
                    <a:pt x="182274" y="46846"/>
                  </a:lnTo>
                  <a:lnTo>
                    <a:pt x="178369" y="43197"/>
                  </a:lnTo>
                  <a:lnTo>
                    <a:pt x="174348" y="39676"/>
                  </a:lnTo>
                  <a:lnTo>
                    <a:pt x="170218" y="36285"/>
                  </a:lnTo>
                  <a:lnTo>
                    <a:pt x="165981" y="33027"/>
                  </a:lnTo>
                  <a:lnTo>
                    <a:pt x="161642" y="29907"/>
                  </a:lnTo>
                  <a:lnTo>
                    <a:pt x="157205" y="26927"/>
                  </a:lnTo>
                  <a:lnTo>
                    <a:pt x="152676" y="24090"/>
                  </a:lnTo>
                  <a:lnTo>
                    <a:pt x="148058" y="21400"/>
                  </a:lnTo>
                  <a:lnTo>
                    <a:pt x="143356" y="18858"/>
                  </a:lnTo>
                  <a:lnTo>
                    <a:pt x="138576" y="16468"/>
                  </a:lnTo>
                  <a:lnTo>
                    <a:pt x="133721" y="14232"/>
                  </a:lnTo>
                  <a:lnTo>
                    <a:pt x="128798" y="12153"/>
                  </a:lnTo>
                  <a:lnTo>
                    <a:pt x="123811" y="10232"/>
                  </a:lnTo>
                  <a:lnTo>
                    <a:pt x="118765" y="8471"/>
                  </a:lnTo>
                  <a:lnTo>
                    <a:pt x="113665" y="6873"/>
                  </a:lnTo>
                  <a:lnTo>
                    <a:pt x="108516" y="5438"/>
                  </a:lnTo>
                  <a:lnTo>
                    <a:pt x="103325" y="4169"/>
                  </a:lnTo>
                  <a:lnTo>
                    <a:pt x="98095" y="3066"/>
                  </a:lnTo>
                  <a:lnTo>
                    <a:pt x="92833" y="2131"/>
                  </a:lnTo>
                  <a:lnTo>
                    <a:pt x="87544" y="1365"/>
                  </a:lnTo>
                  <a:lnTo>
                    <a:pt x="82233" y="768"/>
                  </a:lnTo>
                  <a:lnTo>
                    <a:pt x="76906" y="341"/>
                  </a:lnTo>
                  <a:lnTo>
                    <a:pt x="71567" y="85"/>
                  </a:lnTo>
                  <a:lnTo>
                    <a:pt x="66223" y="0"/>
                  </a:lnTo>
                  <a:lnTo>
                    <a:pt x="662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461937" y="1236837"/>
              <a:ext cx="167151" cy="324460"/>
            </a:xfrm>
            <a:custGeom>
              <a:avLst/>
              <a:pathLst>
                <a:path w="167151" h="324460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0" y="758"/>
                  </a:lnTo>
                  <a:lnTo>
                    <a:pt x="145961" y="1348"/>
                  </a:lnTo>
                  <a:lnTo>
                    <a:pt x="140704" y="2105"/>
                  </a:lnTo>
                  <a:lnTo>
                    <a:pt x="135473" y="3028"/>
                  </a:lnTo>
                  <a:lnTo>
                    <a:pt x="130275" y="4118"/>
                  </a:lnTo>
                  <a:lnTo>
                    <a:pt x="125114" y="5371"/>
                  </a:lnTo>
                  <a:lnTo>
                    <a:pt x="119995" y="6789"/>
                  </a:lnTo>
                  <a:lnTo>
                    <a:pt x="114923" y="8368"/>
                  </a:lnTo>
                  <a:lnTo>
                    <a:pt x="109905" y="10107"/>
                  </a:lnTo>
                  <a:lnTo>
                    <a:pt x="104944" y="12005"/>
                  </a:lnTo>
                  <a:lnTo>
                    <a:pt x="100046" y="14060"/>
                  </a:lnTo>
                  <a:lnTo>
                    <a:pt x="95216" y="16269"/>
                  </a:lnTo>
                  <a:lnTo>
                    <a:pt x="90458" y="18630"/>
                  </a:lnTo>
                  <a:lnTo>
                    <a:pt x="85778" y="21142"/>
                  </a:lnTo>
                  <a:lnTo>
                    <a:pt x="81180" y="23801"/>
                  </a:lnTo>
                  <a:lnTo>
                    <a:pt x="76669" y="26604"/>
                  </a:lnTo>
                  <a:lnTo>
                    <a:pt x="72249" y="29550"/>
                  </a:lnTo>
                  <a:lnTo>
                    <a:pt x="67925" y="32634"/>
                  </a:lnTo>
                  <a:lnTo>
                    <a:pt x="63701" y="35854"/>
                  </a:lnTo>
                  <a:lnTo>
                    <a:pt x="59581" y="39207"/>
                  </a:lnTo>
                  <a:lnTo>
                    <a:pt x="55570" y="42689"/>
                  </a:lnTo>
                  <a:lnTo>
                    <a:pt x="51672" y="46297"/>
                  </a:lnTo>
                  <a:lnTo>
                    <a:pt x="47890" y="50027"/>
                  </a:lnTo>
                  <a:lnTo>
                    <a:pt x="44229" y="53875"/>
                  </a:lnTo>
                  <a:lnTo>
                    <a:pt x="40692" y="57837"/>
                  </a:lnTo>
                  <a:lnTo>
                    <a:pt x="37282" y="61910"/>
                  </a:lnTo>
                  <a:lnTo>
                    <a:pt x="34004" y="66089"/>
                  </a:lnTo>
                  <a:lnTo>
                    <a:pt x="30860" y="70370"/>
                  </a:lnTo>
                  <a:lnTo>
                    <a:pt x="27854" y="74748"/>
                  </a:lnTo>
                  <a:lnTo>
                    <a:pt x="24988" y="79220"/>
                  </a:lnTo>
                  <a:lnTo>
                    <a:pt x="22266" y="83781"/>
                  </a:lnTo>
                  <a:lnTo>
                    <a:pt x="19690" y="88426"/>
                  </a:lnTo>
                  <a:lnTo>
                    <a:pt x="17262" y="93151"/>
                  </a:lnTo>
                  <a:lnTo>
                    <a:pt x="14987" y="97950"/>
                  </a:lnTo>
                  <a:lnTo>
                    <a:pt x="12865" y="102819"/>
                  </a:lnTo>
                  <a:lnTo>
                    <a:pt x="10898" y="107753"/>
                  </a:lnTo>
                  <a:lnTo>
                    <a:pt x="9089" y="112747"/>
                  </a:lnTo>
                  <a:lnTo>
                    <a:pt x="7440" y="117796"/>
                  </a:lnTo>
                  <a:lnTo>
                    <a:pt x="5952" y="122895"/>
                  </a:lnTo>
                  <a:lnTo>
                    <a:pt x="4627" y="128038"/>
                  </a:lnTo>
                  <a:lnTo>
                    <a:pt x="3466" y="133221"/>
                  </a:lnTo>
                  <a:lnTo>
                    <a:pt x="2471" y="138439"/>
                  </a:lnTo>
                  <a:lnTo>
                    <a:pt x="1641" y="143685"/>
                  </a:lnTo>
                  <a:lnTo>
                    <a:pt x="979" y="148955"/>
                  </a:lnTo>
                  <a:lnTo>
                    <a:pt x="484" y="154243"/>
                  </a:lnTo>
                  <a:lnTo>
                    <a:pt x="157" y="159545"/>
                  </a:lnTo>
                  <a:lnTo>
                    <a:pt x="0" y="164854"/>
                  </a:lnTo>
                  <a:lnTo>
                    <a:pt x="10" y="170165"/>
                  </a:lnTo>
                  <a:lnTo>
                    <a:pt x="190" y="175474"/>
                  </a:lnTo>
                  <a:lnTo>
                    <a:pt x="538" y="180774"/>
                  </a:lnTo>
                  <a:lnTo>
                    <a:pt x="1055" y="186060"/>
                  </a:lnTo>
                  <a:lnTo>
                    <a:pt x="1739" y="191327"/>
                  </a:lnTo>
                  <a:lnTo>
                    <a:pt x="2590" y="196570"/>
                  </a:lnTo>
                  <a:lnTo>
                    <a:pt x="3607" y="201783"/>
                  </a:lnTo>
                  <a:lnTo>
                    <a:pt x="4789" y="206962"/>
                  </a:lnTo>
                  <a:lnTo>
                    <a:pt x="6135" y="212100"/>
                  </a:lnTo>
                  <a:lnTo>
                    <a:pt x="7644" y="217192"/>
                  </a:lnTo>
                  <a:lnTo>
                    <a:pt x="9314" y="222235"/>
                  </a:lnTo>
                  <a:lnTo>
                    <a:pt x="11143" y="227221"/>
                  </a:lnTo>
                  <a:lnTo>
                    <a:pt x="13130" y="232147"/>
                  </a:lnTo>
                  <a:lnTo>
                    <a:pt x="15272" y="237007"/>
                  </a:lnTo>
                  <a:lnTo>
                    <a:pt x="17567" y="241797"/>
                  </a:lnTo>
                  <a:lnTo>
                    <a:pt x="20014" y="246512"/>
                  </a:lnTo>
                  <a:lnTo>
                    <a:pt x="22609" y="251146"/>
                  </a:lnTo>
                  <a:lnTo>
                    <a:pt x="25350" y="255696"/>
                  </a:lnTo>
                  <a:lnTo>
                    <a:pt x="28234" y="260156"/>
                  </a:lnTo>
                  <a:lnTo>
                    <a:pt x="31258" y="264522"/>
                  </a:lnTo>
                  <a:lnTo>
                    <a:pt x="34420" y="268790"/>
                  </a:lnTo>
                  <a:lnTo>
                    <a:pt x="37715" y="272956"/>
                  </a:lnTo>
                  <a:lnTo>
                    <a:pt x="41141" y="277015"/>
                  </a:lnTo>
                  <a:lnTo>
                    <a:pt x="44695" y="280962"/>
                  </a:lnTo>
                  <a:lnTo>
                    <a:pt x="48372" y="284795"/>
                  </a:lnTo>
                  <a:lnTo>
                    <a:pt x="52169" y="288510"/>
                  </a:lnTo>
                  <a:lnTo>
                    <a:pt x="56082" y="292101"/>
                  </a:lnTo>
                  <a:lnTo>
                    <a:pt x="60107" y="295567"/>
                  </a:lnTo>
                  <a:lnTo>
                    <a:pt x="64240" y="298903"/>
                  </a:lnTo>
                  <a:lnTo>
                    <a:pt x="68477" y="302106"/>
                  </a:lnTo>
                  <a:lnTo>
                    <a:pt x="72814" y="305172"/>
                  </a:lnTo>
                  <a:lnTo>
                    <a:pt x="77246" y="308100"/>
                  </a:lnTo>
                  <a:lnTo>
                    <a:pt x="81769" y="310885"/>
                  </a:lnTo>
                  <a:lnTo>
                    <a:pt x="86377" y="313525"/>
                  </a:lnTo>
                  <a:lnTo>
                    <a:pt x="91068" y="316017"/>
                  </a:lnTo>
                  <a:lnTo>
                    <a:pt x="95835" y="318359"/>
                  </a:lnTo>
                  <a:lnTo>
                    <a:pt x="100674" y="320548"/>
                  </a:lnTo>
                  <a:lnTo>
                    <a:pt x="105581" y="322583"/>
                  </a:lnTo>
                  <a:lnTo>
                    <a:pt x="110549" y="32446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72487" y="1404005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72487" y="1253079"/>
              <a:ext cx="223766" cy="318089"/>
            </a:xfrm>
            <a:custGeom>
              <a:avLst/>
              <a:pathLst>
                <a:path w="223766" h="318089">
                  <a:moveTo>
                    <a:pt x="0" y="308218"/>
                  </a:moveTo>
                  <a:lnTo>
                    <a:pt x="5065" y="309950"/>
                  </a:lnTo>
                  <a:lnTo>
                    <a:pt x="10184" y="311519"/>
                  </a:lnTo>
                  <a:lnTo>
                    <a:pt x="15350" y="312923"/>
                  </a:lnTo>
                  <a:lnTo>
                    <a:pt x="20559" y="314161"/>
                  </a:lnTo>
                  <a:lnTo>
                    <a:pt x="25804" y="315231"/>
                  </a:lnTo>
                  <a:lnTo>
                    <a:pt x="31081" y="316133"/>
                  </a:lnTo>
                  <a:lnTo>
                    <a:pt x="36385" y="316866"/>
                  </a:lnTo>
                  <a:lnTo>
                    <a:pt x="41709" y="317428"/>
                  </a:lnTo>
                  <a:lnTo>
                    <a:pt x="47048" y="317819"/>
                  </a:lnTo>
                  <a:lnTo>
                    <a:pt x="52397" y="318040"/>
                  </a:lnTo>
                  <a:lnTo>
                    <a:pt x="57750" y="318089"/>
                  </a:lnTo>
                  <a:lnTo>
                    <a:pt x="63103" y="317966"/>
                  </a:lnTo>
                  <a:lnTo>
                    <a:pt x="68448" y="317672"/>
                  </a:lnTo>
                  <a:lnTo>
                    <a:pt x="73781" y="317207"/>
                  </a:lnTo>
                  <a:lnTo>
                    <a:pt x="79097" y="316572"/>
                  </a:lnTo>
                  <a:lnTo>
                    <a:pt x="84390" y="315767"/>
                  </a:lnTo>
                  <a:lnTo>
                    <a:pt x="89654" y="314792"/>
                  </a:lnTo>
                  <a:lnTo>
                    <a:pt x="94884" y="313650"/>
                  </a:lnTo>
                  <a:lnTo>
                    <a:pt x="100075" y="312340"/>
                  </a:lnTo>
                  <a:lnTo>
                    <a:pt x="105222" y="310866"/>
                  </a:lnTo>
                  <a:lnTo>
                    <a:pt x="110318" y="309227"/>
                  </a:lnTo>
                  <a:lnTo>
                    <a:pt x="115360" y="307425"/>
                  </a:lnTo>
                  <a:lnTo>
                    <a:pt x="120341" y="305464"/>
                  </a:lnTo>
                  <a:lnTo>
                    <a:pt x="125257" y="303343"/>
                  </a:lnTo>
                  <a:lnTo>
                    <a:pt x="130102" y="301067"/>
                  </a:lnTo>
                  <a:lnTo>
                    <a:pt x="134872" y="298636"/>
                  </a:lnTo>
                  <a:lnTo>
                    <a:pt x="139562" y="296054"/>
                  </a:lnTo>
                  <a:lnTo>
                    <a:pt x="144167" y="293323"/>
                  </a:lnTo>
                  <a:lnTo>
                    <a:pt x="148682" y="290446"/>
                  </a:lnTo>
                  <a:lnTo>
                    <a:pt x="153102" y="287426"/>
                  </a:lnTo>
                  <a:lnTo>
                    <a:pt x="157424" y="284266"/>
                  </a:lnTo>
                  <a:lnTo>
                    <a:pt x="161642" y="280969"/>
                  </a:lnTo>
                  <a:lnTo>
                    <a:pt x="165752" y="277539"/>
                  </a:lnTo>
                  <a:lnTo>
                    <a:pt x="169750" y="273979"/>
                  </a:lnTo>
                  <a:lnTo>
                    <a:pt x="173633" y="270292"/>
                  </a:lnTo>
                  <a:lnTo>
                    <a:pt x="177395" y="266484"/>
                  </a:lnTo>
                  <a:lnTo>
                    <a:pt x="181033" y="262556"/>
                  </a:lnTo>
                  <a:lnTo>
                    <a:pt x="184544" y="258515"/>
                  </a:lnTo>
                  <a:lnTo>
                    <a:pt x="187924" y="254363"/>
                  </a:lnTo>
                  <a:lnTo>
                    <a:pt x="191169" y="250104"/>
                  </a:lnTo>
                  <a:lnTo>
                    <a:pt x="194275" y="245745"/>
                  </a:lnTo>
                  <a:lnTo>
                    <a:pt x="197241" y="241287"/>
                  </a:lnTo>
                  <a:lnTo>
                    <a:pt x="200062" y="236738"/>
                  </a:lnTo>
                  <a:lnTo>
                    <a:pt x="202737" y="232100"/>
                  </a:lnTo>
                  <a:lnTo>
                    <a:pt x="205261" y="227379"/>
                  </a:lnTo>
                  <a:lnTo>
                    <a:pt x="207633" y="222579"/>
                  </a:lnTo>
                  <a:lnTo>
                    <a:pt x="209850" y="217706"/>
                  </a:lnTo>
                  <a:lnTo>
                    <a:pt x="211910" y="212765"/>
                  </a:lnTo>
                  <a:lnTo>
                    <a:pt x="213810" y="207760"/>
                  </a:lnTo>
                  <a:lnTo>
                    <a:pt x="215550" y="202697"/>
                  </a:lnTo>
                  <a:lnTo>
                    <a:pt x="217126" y="197580"/>
                  </a:lnTo>
                  <a:lnTo>
                    <a:pt x="218538" y="192416"/>
                  </a:lnTo>
                  <a:lnTo>
                    <a:pt x="219783" y="187209"/>
                  </a:lnTo>
                  <a:lnTo>
                    <a:pt x="220861" y="181966"/>
                  </a:lnTo>
                  <a:lnTo>
                    <a:pt x="221771" y="176690"/>
                  </a:lnTo>
                  <a:lnTo>
                    <a:pt x="222511" y="171388"/>
                  </a:lnTo>
                  <a:lnTo>
                    <a:pt x="223082" y="166064"/>
                  </a:lnTo>
                  <a:lnTo>
                    <a:pt x="223481" y="160726"/>
                  </a:lnTo>
                  <a:lnTo>
                    <a:pt x="223709" y="155377"/>
                  </a:lnTo>
                  <a:lnTo>
                    <a:pt x="223766" y="150024"/>
                  </a:lnTo>
                  <a:lnTo>
                    <a:pt x="223652" y="144671"/>
                  </a:lnTo>
                  <a:lnTo>
                    <a:pt x="223366" y="139325"/>
                  </a:lnTo>
                  <a:lnTo>
                    <a:pt x="222909" y="133991"/>
                  </a:lnTo>
                  <a:lnTo>
                    <a:pt x="222281" y="128675"/>
                  </a:lnTo>
                  <a:lnTo>
                    <a:pt x="221484" y="123381"/>
                  </a:lnTo>
                  <a:lnTo>
                    <a:pt x="220517" y="118115"/>
                  </a:lnTo>
                  <a:lnTo>
                    <a:pt x="219382" y="112883"/>
                  </a:lnTo>
                  <a:lnTo>
                    <a:pt x="218081" y="107690"/>
                  </a:lnTo>
                  <a:lnTo>
                    <a:pt x="216614" y="102541"/>
                  </a:lnTo>
                  <a:lnTo>
                    <a:pt x="214982" y="97442"/>
                  </a:lnTo>
                  <a:lnTo>
                    <a:pt x="213188" y="92398"/>
                  </a:lnTo>
                  <a:lnTo>
                    <a:pt x="211234" y="87414"/>
                  </a:lnTo>
                  <a:lnTo>
                    <a:pt x="209121" y="82495"/>
                  </a:lnTo>
                  <a:lnTo>
                    <a:pt x="206852" y="77646"/>
                  </a:lnTo>
                  <a:lnTo>
                    <a:pt x="204428" y="72873"/>
                  </a:lnTo>
                  <a:lnTo>
                    <a:pt x="201853" y="68179"/>
                  </a:lnTo>
                  <a:lnTo>
                    <a:pt x="199129" y="63570"/>
                  </a:lnTo>
                  <a:lnTo>
                    <a:pt x="196258" y="59051"/>
                  </a:lnTo>
                  <a:lnTo>
                    <a:pt x="193245" y="54626"/>
                  </a:lnTo>
                  <a:lnTo>
                    <a:pt x="190091" y="50300"/>
                  </a:lnTo>
                  <a:lnTo>
                    <a:pt x="186801" y="46077"/>
                  </a:lnTo>
                  <a:lnTo>
                    <a:pt x="183376" y="41962"/>
                  </a:lnTo>
                  <a:lnTo>
                    <a:pt x="179822" y="37958"/>
                  </a:lnTo>
                  <a:lnTo>
                    <a:pt x="176142" y="34071"/>
                  </a:lnTo>
                  <a:lnTo>
                    <a:pt x="172339" y="30303"/>
                  </a:lnTo>
                  <a:lnTo>
                    <a:pt x="168417" y="26658"/>
                  </a:lnTo>
                  <a:lnTo>
                    <a:pt x="164380" y="23142"/>
                  </a:lnTo>
                  <a:lnTo>
                    <a:pt x="160233" y="19756"/>
                  </a:lnTo>
                  <a:lnTo>
                    <a:pt x="155980" y="16505"/>
                  </a:lnTo>
                  <a:lnTo>
                    <a:pt x="151625" y="13391"/>
                  </a:lnTo>
                  <a:lnTo>
                    <a:pt x="147172" y="10419"/>
                  </a:lnTo>
                  <a:lnTo>
                    <a:pt x="142626" y="7591"/>
                  </a:lnTo>
                  <a:lnTo>
                    <a:pt x="137992" y="4910"/>
                  </a:lnTo>
                  <a:lnTo>
                    <a:pt x="133275" y="2379"/>
                  </a:lnTo>
                  <a:lnTo>
                    <a:pt x="128479" y="0"/>
                  </a:lnTo>
                  <a:lnTo>
                    <a:pt x="56601" y="1509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71877" cy="167167"/>
            </a:xfrm>
            <a:custGeom>
              <a:avLst/>
              <a:pathLst>
                <a:path w="71877" h="167167">
                  <a:moveTo>
                    <a:pt x="71877" y="16241"/>
                  </a:moveTo>
                  <a:lnTo>
                    <a:pt x="66676" y="13873"/>
                  </a:lnTo>
                  <a:lnTo>
                    <a:pt x="61397" y="11683"/>
                  </a:lnTo>
                  <a:lnTo>
                    <a:pt x="56047" y="9675"/>
                  </a:lnTo>
                  <a:lnTo>
                    <a:pt x="50630" y="7851"/>
                  </a:lnTo>
                  <a:lnTo>
                    <a:pt x="45155" y="6214"/>
                  </a:lnTo>
                  <a:lnTo>
                    <a:pt x="39626" y="4764"/>
                  </a:lnTo>
                  <a:lnTo>
                    <a:pt x="34052" y="3505"/>
                  </a:lnTo>
                  <a:lnTo>
                    <a:pt x="28438" y="2436"/>
                  </a:lnTo>
                  <a:lnTo>
                    <a:pt x="22790" y="1560"/>
                  </a:lnTo>
                  <a:lnTo>
                    <a:pt x="17116" y="878"/>
                  </a:lnTo>
                  <a:lnTo>
                    <a:pt x="11421" y="390"/>
                  </a:lnTo>
                  <a:lnTo>
                    <a:pt x="571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84690" y="1546402"/>
              <a:ext cx="127876" cy="167167"/>
            </a:xfrm>
            <a:custGeom>
              <a:avLst/>
              <a:pathLst>
                <a:path w="127876" h="167167">
                  <a:moveTo>
                    <a:pt x="127876" y="0"/>
                  </a:moveTo>
                  <a:lnTo>
                    <a:pt x="122277" y="93"/>
                  </a:lnTo>
                  <a:lnTo>
                    <a:pt x="116684" y="375"/>
                  </a:lnTo>
                  <a:lnTo>
                    <a:pt x="111104" y="843"/>
                  </a:lnTo>
                  <a:lnTo>
                    <a:pt x="105543" y="1498"/>
                  </a:lnTo>
                  <a:lnTo>
                    <a:pt x="100007" y="2339"/>
                  </a:lnTo>
                  <a:lnTo>
                    <a:pt x="94502" y="3365"/>
                  </a:lnTo>
                  <a:lnTo>
                    <a:pt x="89034" y="4575"/>
                  </a:lnTo>
                  <a:lnTo>
                    <a:pt x="83610" y="5967"/>
                  </a:lnTo>
                  <a:lnTo>
                    <a:pt x="78236" y="7540"/>
                  </a:lnTo>
                  <a:lnTo>
                    <a:pt x="72918" y="9292"/>
                  </a:lnTo>
                  <a:lnTo>
                    <a:pt x="67661" y="11221"/>
                  </a:lnTo>
                  <a:lnTo>
                    <a:pt x="62472" y="13325"/>
                  </a:lnTo>
                  <a:lnTo>
                    <a:pt x="57356" y="15602"/>
                  </a:lnTo>
                  <a:lnTo>
                    <a:pt x="52319" y="18049"/>
                  </a:lnTo>
                  <a:lnTo>
                    <a:pt x="47367" y="20664"/>
                  </a:lnTo>
                  <a:lnTo>
                    <a:pt x="42505" y="23442"/>
                  </a:lnTo>
                  <a:lnTo>
                    <a:pt x="37739" y="26382"/>
                  </a:lnTo>
                  <a:lnTo>
                    <a:pt x="33075" y="29480"/>
                  </a:lnTo>
                  <a:lnTo>
                    <a:pt x="28516" y="32733"/>
                  </a:lnTo>
                  <a:lnTo>
                    <a:pt x="24069" y="36136"/>
                  </a:lnTo>
                  <a:lnTo>
                    <a:pt x="19739" y="39686"/>
                  </a:lnTo>
                  <a:lnTo>
                    <a:pt x="15530" y="43379"/>
                  </a:lnTo>
                  <a:lnTo>
                    <a:pt x="11447" y="47212"/>
                  </a:lnTo>
                  <a:lnTo>
                    <a:pt x="7495" y="51179"/>
                  </a:lnTo>
                  <a:lnTo>
                    <a:pt x="3677" y="55276"/>
                  </a:lnTo>
                  <a:lnTo>
                    <a:pt x="0" y="59498"/>
                  </a:lnTo>
                  <a:lnTo>
                    <a:pt x="1278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4690" y="1605901"/>
              <a:ext cx="127876" cy="107668"/>
            </a:xfrm>
            <a:custGeom>
              <a:avLst/>
              <a:pathLst>
                <a:path w="127876" h="107668">
                  <a:moveTo>
                    <a:pt x="0" y="0"/>
                  </a:moveTo>
                  <a:lnTo>
                    <a:pt x="127876" y="1076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45399" y="1569432"/>
              <a:ext cx="334331" cy="311294"/>
            </a:xfrm>
            <a:custGeom>
              <a:avLst/>
              <a:pathLst>
                <a:path w="334331" h="311294">
                  <a:moveTo>
                    <a:pt x="39290" y="36468"/>
                  </a:moveTo>
                  <a:lnTo>
                    <a:pt x="35942" y="40575"/>
                  </a:lnTo>
                  <a:lnTo>
                    <a:pt x="32726" y="44785"/>
                  </a:lnTo>
                  <a:lnTo>
                    <a:pt x="29645" y="49096"/>
                  </a:lnTo>
                  <a:lnTo>
                    <a:pt x="26702" y="53501"/>
                  </a:lnTo>
                  <a:lnTo>
                    <a:pt x="23901" y="57998"/>
                  </a:lnTo>
                  <a:lnTo>
                    <a:pt x="21243" y="62582"/>
                  </a:lnTo>
                  <a:lnTo>
                    <a:pt x="18732" y="67247"/>
                  </a:lnTo>
                  <a:lnTo>
                    <a:pt x="16370" y="71989"/>
                  </a:lnTo>
                  <a:lnTo>
                    <a:pt x="14159" y="76804"/>
                  </a:lnTo>
                  <a:lnTo>
                    <a:pt x="12102" y="81687"/>
                  </a:lnTo>
                  <a:lnTo>
                    <a:pt x="10201" y="86632"/>
                  </a:lnTo>
                  <a:lnTo>
                    <a:pt x="8457" y="91635"/>
                  </a:lnTo>
                  <a:lnTo>
                    <a:pt x="6873" y="96691"/>
                  </a:lnTo>
                  <a:lnTo>
                    <a:pt x="5450" y="101795"/>
                  </a:lnTo>
                  <a:lnTo>
                    <a:pt x="4190" y="106941"/>
                  </a:lnTo>
                  <a:lnTo>
                    <a:pt x="3093" y="112124"/>
                  </a:lnTo>
                  <a:lnTo>
                    <a:pt x="2161" y="117340"/>
                  </a:lnTo>
                  <a:lnTo>
                    <a:pt x="1394" y="122582"/>
                  </a:lnTo>
                  <a:lnTo>
                    <a:pt x="795" y="127846"/>
                  </a:lnTo>
                  <a:lnTo>
                    <a:pt x="362" y="133127"/>
                  </a:lnTo>
                  <a:lnTo>
                    <a:pt x="97" y="138419"/>
                  </a:lnTo>
                  <a:lnTo>
                    <a:pt x="0" y="143716"/>
                  </a:lnTo>
                  <a:lnTo>
                    <a:pt x="70" y="149014"/>
                  </a:lnTo>
                  <a:lnTo>
                    <a:pt x="309" y="154306"/>
                  </a:lnTo>
                  <a:lnTo>
                    <a:pt x="715" y="159589"/>
                  </a:lnTo>
                  <a:lnTo>
                    <a:pt x="1288" y="164856"/>
                  </a:lnTo>
                  <a:lnTo>
                    <a:pt x="2028" y="170102"/>
                  </a:lnTo>
                  <a:lnTo>
                    <a:pt x="2934" y="175323"/>
                  </a:lnTo>
                  <a:lnTo>
                    <a:pt x="4004" y="180511"/>
                  </a:lnTo>
                  <a:lnTo>
                    <a:pt x="5239" y="185664"/>
                  </a:lnTo>
                  <a:lnTo>
                    <a:pt x="6636" y="190774"/>
                  </a:lnTo>
                  <a:lnTo>
                    <a:pt x="8195" y="195838"/>
                  </a:lnTo>
                  <a:lnTo>
                    <a:pt x="9913" y="200850"/>
                  </a:lnTo>
                  <a:lnTo>
                    <a:pt x="11789" y="205805"/>
                  </a:lnTo>
                  <a:lnTo>
                    <a:pt x="13822" y="210698"/>
                  </a:lnTo>
                  <a:lnTo>
                    <a:pt x="16008" y="215524"/>
                  </a:lnTo>
                  <a:lnTo>
                    <a:pt x="18346" y="220278"/>
                  </a:lnTo>
                  <a:lnTo>
                    <a:pt x="20834" y="224956"/>
                  </a:lnTo>
                  <a:lnTo>
                    <a:pt x="23468" y="229553"/>
                  </a:lnTo>
                  <a:lnTo>
                    <a:pt x="26247" y="234064"/>
                  </a:lnTo>
                  <a:lnTo>
                    <a:pt x="29168" y="238484"/>
                  </a:lnTo>
                  <a:lnTo>
                    <a:pt x="32227" y="242810"/>
                  </a:lnTo>
                  <a:lnTo>
                    <a:pt x="35422" y="247037"/>
                  </a:lnTo>
                  <a:lnTo>
                    <a:pt x="38749" y="251160"/>
                  </a:lnTo>
                  <a:lnTo>
                    <a:pt x="42205" y="255176"/>
                  </a:lnTo>
                  <a:lnTo>
                    <a:pt x="45787" y="259080"/>
                  </a:lnTo>
                  <a:lnTo>
                    <a:pt x="49490" y="262869"/>
                  </a:lnTo>
                  <a:lnTo>
                    <a:pt x="53312" y="266538"/>
                  </a:lnTo>
                  <a:lnTo>
                    <a:pt x="57248" y="270085"/>
                  </a:lnTo>
                  <a:lnTo>
                    <a:pt x="61294" y="273505"/>
                  </a:lnTo>
                  <a:lnTo>
                    <a:pt x="65447" y="276795"/>
                  </a:lnTo>
                  <a:lnTo>
                    <a:pt x="69702" y="279952"/>
                  </a:lnTo>
                  <a:lnTo>
                    <a:pt x="74055" y="282972"/>
                  </a:lnTo>
                  <a:lnTo>
                    <a:pt x="78502" y="285853"/>
                  </a:lnTo>
                  <a:lnTo>
                    <a:pt x="83037" y="288592"/>
                  </a:lnTo>
                  <a:lnTo>
                    <a:pt x="87657" y="291185"/>
                  </a:lnTo>
                  <a:lnTo>
                    <a:pt x="92357" y="293631"/>
                  </a:lnTo>
                  <a:lnTo>
                    <a:pt x="97132" y="295927"/>
                  </a:lnTo>
                  <a:lnTo>
                    <a:pt x="101977" y="298070"/>
                  </a:lnTo>
                  <a:lnTo>
                    <a:pt x="106888" y="300059"/>
                  </a:lnTo>
                  <a:lnTo>
                    <a:pt x="111860" y="301890"/>
                  </a:lnTo>
                  <a:lnTo>
                    <a:pt x="116887" y="303564"/>
                  </a:lnTo>
                  <a:lnTo>
                    <a:pt x="121964" y="305077"/>
                  </a:lnTo>
                  <a:lnTo>
                    <a:pt x="127087" y="306429"/>
                  </a:lnTo>
                  <a:lnTo>
                    <a:pt x="132250" y="307617"/>
                  </a:lnTo>
                  <a:lnTo>
                    <a:pt x="137448" y="308642"/>
                  </a:lnTo>
                  <a:lnTo>
                    <a:pt x="142677" y="309501"/>
                  </a:lnTo>
                  <a:lnTo>
                    <a:pt x="147929" y="310194"/>
                  </a:lnTo>
                  <a:lnTo>
                    <a:pt x="153201" y="310720"/>
                  </a:lnTo>
                  <a:lnTo>
                    <a:pt x="158487" y="311079"/>
                  </a:lnTo>
                  <a:lnTo>
                    <a:pt x="163782" y="311270"/>
                  </a:lnTo>
                  <a:lnTo>
                    <a:pt x="169080" y="311294"/>
                  </a:lnTo>
                  <a:lnTo>
                    <a:pt x="174376" y="311149"/>
                  </a:lnTo>
                  <a:lnTo>
                    <a:pt x="179665" y="310837"/>
                  </a:lnTo>
                  <a:lnTo>
                    <a:pt x="184942" y="310357"/>
                  </a:lnTo>
                  <a:lnTo>
                    <a:pt x="190200" y="309710"/>
                  </a:lnTo>
                  <a:lnTo>
                    <a:pt x="195436" y="308897"/>
                  </a:lnTo>
                  <a:lnTo>
                    <a:pt x="200643" y="307918"/>
                  </a:lnTo>
                  <a:lnTo>
                    <a:pt x="205816" y="306775"/>
                  </a:lnTo>
                  <a:lnTo>
                    <a:pt x="210951" y="305469"/>
                  </a:lnTo>
                  <a:lnTo>
                    <a:pt x="216041" y="304000"/>
                  </a:lnTo>
                  <a:lnTo>
                    <a:pt x="221083" y="302371"/>
                  </a:lnTo>
                  <a:lnTo>
                    <a:pt x="226070" y="300583"/>
                  </a:lnTo>
                  <a:lnTo>
                    <a:pt x="230998" y="298638"/>
                  </a:lnTo>
                  <a:lnTo>
                    <a:pt x="235863" y="296537"/>
                  </a:lnTo>
                  <a:lnTo>
                    <a:pt x="240658" y="294284"/>
                  </a:lnTo>
                  <a:lnTo>
                    <a:pt x="245379" y="291879"/>
                  </a:lnTo>
                  <a:lnTo>
                    <a:pt x="250021" y="289327"/>
                  </a:lnTo>
                  <a:lnTo>
                    <a:pt x="254581" y="286628"/>
                  </a:lnTo>
                  <a:lnTo>
                    <a:pt x="259053" y="283786"/>
                  </a:lnTo>
                  <a:lnTo>
                    <a:pt x="263432" y="280804"/>
                  </a:lnTo>
                  <a:lnTo>
                    <a:pt x="267714" y="277685"/>
                  </a:lnTo>
                  <a:lnTo>
                    <a:pt x="271896" y="274432"/>
                  </a:lnTo>
                  <a:lnTo>
                    <a:pt x="275973" y="271047"/>
                  </a:lnTo>
                  <a:lnTo>
                    <a:pt x="279940" y="267535"/>
                  </a:lnTo>
                  <a:lnTo>
                    <a:pt x="283794" y="263900"/>
                  </a:lnTo>
                  <a:lnTo>
                    <a:pt x="287530" y="260144"/>
                  </a:lnTo>
                  <a:lnTo>
                    <a:pt x="291146" y="256271"/>
                  </a:lnTo>
                  <a:lnTo>
                    <a:pt x="294637" y="252286"/>
                  </a:lnTo>
                  <a:lnTo>
                    <a:pt x="298000" y="248192"/>
                  </a:lnTo>
                  <a:lnTo>
                    <a:pt x="301232" y="243994"/>
                  </a:lnTo>
                  <a:lnTo>
                    <a:pt x="304329" y="239695"/>
                  </a:lnTo>
                  <a:lnTo>
                    <a:pt x="307289" y="235300"/>
                  </a:lnTo>
                  <a:lnTo>
                    <a:pt x="310107" y="230814"/>
                  </a:lnTo>
                  <a:lnTo>
                    <a:pt x="312782" y="226241"/>
                  </a:lnTo>
                  <a:lnTo>
                    <a:pt x="315311" y="221585"/>
                  </a:lnTo>
                  <a:lnTo>
                    <a:pt x="317691" y="216851"/>
                  </a:lnTo>
                  <a:lnTo>
                    <a:pt x="319920" y="212045"/>
                  </a:lnTo>
                  <a:lnTo>
                    <a:pt x="321995" y="207170"/>
                  </a:lnTo>
                  <a:lnTo>
                    <a:pt x="323915" y="202231"/>
                  </a:lnTo>
                  <a:lnTo>
                    <a:pt x="325677" y="197235"/>
                  </a:lnTo>
                  <a:lnTo>
                    <a:pt x="327280" y="192185"/>
                  </a:lnTo>
                  <a:lnTo>
                    <a:pt x="328722" y="187087"/>
                  </a:lnTo>
                  <a:lnTo>
                    <a:pt x="330002" y="181946"/>
                  </a:lnTo>
                  <a:lnTo>
                    <a:pt x="331118" y="176766"/>
                  </a:lnTo>
                  <a:lnTo>
                    <a:pt x="332070" y="171554"/>
                  </a:lnTo>
                  <a:lnTo>
                    <a:pt x="332856" y="166315"/>
                  </a:lnTo>
                  <a:lnTo>
                    <a:pt x="333476" y="161053"/>
                  </a:lnTo>
                  <a:lnTo>
                    <a:pt x="333928" y="155774"/>
                  </a:lnTo>
                  <a:lnTo>
                    <a:pt x="334213" y="150484"/>
                  </a:lnTo>
                  <a:lnTo>
                    <a:pt x="334331" y="145187"/>
                  </a:lnTo>
                  <a:lnTo>
                    <a:pt x="334280" y="139889"/>
                  </a:lnTo>
                  <a:lnTo>
                    <a:pt x="334061" y="134595"/>
                  </a:lnTo>
                  <a:lnTo>
                    <a:pt x="333675" y="129311"/>
                  </a:lnTo>
                  <a:lnTo>
                    <a:pt x="333122" y="124042"/>
                  </a:lnTo>
                  <a:lnTo>
                    <a:pt x="332401" y="118793"/>
                  </a:lnTo>
                  <a:lnTo>
                    <a:pt x="331515" y="113569"/>
                  </a:lnTo>
                  <a:lnTo>
                    <a:pt x="330464" y="108376"/>
                  </a:lnTo>
                  <a:lnTo>
                    <a:pt x="329249" y="103219"/>
                  </a:lnTo>
                  <a:lnTo>
                    <a:pt x="327871" y="98104"/>
                  </a:lnTo>
                  <a:lnTo>
                    <a:pt x="326331" y="93034"/>
                  </a:lnTo>
                  <a:lnTo>
                    <a:pt x="324632" y="88016"/>
                  </a:lnTo>
                  <a:lnTo>
                    <a:pt x="322774" y="83054"/>
                  </a:lnTo>
                  <a:lnTo>
                    <a:pt x="320760" y="78153"/>
                  </a:lnTo>
                  <a:lnTo>
                    <a:pt x="318592" y="73319"/>
                  </a:lnTo>
                  <a:lnTo>
                    <a:pt x="316272" y="68556"/>
                  </a:lnTo>
                  <a:lnTo>
                    <a:pt x="313802" y="63869"/>
                  </a:lnTo>
                  <a:lnTo>
                    <a:pt x="311184" y="59262"/>
                  </a:lnTo>
                  <a:lnTo>
                    <a:pt x="308422" y="54741"/>
                  </a:lnTo>
                  <a:lnTo>
                    <a:pt x="305519" y="50309"/>
                  </a:lnTo>
                  <a:lnTo>
                    <a:pt x="302476" y="45972"/>
                  </a:lnTo>
                  <a:lnTo>
                    <a:pt x="299297" y="41733"/>
                  </a:lnTo>
                  <a:lnTo>
                    <a:pt x="295985" y="37598"/>
                  </a:lnTo>
                  <a:lnTo>
                    <a:pt x="292544" y="33569"/>
                  </a:lnTo>
                  <a:lnTo>
                    <a:pt x="288977" y="29651"/>
                  </a:lnTo>
                  <a:lnTo>
                    <a:pt x="285288" y="25849"/>
                  </a:lnTo>
                  <a:lnTo>
                    <a:pt x="281480" y="22165"/>
                  </a:lnTo>
                  <a:lnTo>
                    <a:pt x="277558" y="18603"/>
                  </a:lnTo>
                  <a:lnTo>
                    <a:pt x="273524" y="15168"/>
                  </a:lnTo>
                  <a:lnTo>
                    <a:pt x="269384" y="11862"/>
                  </a:lnTo>
                  <a:lnTo>
                    <a:pt x="265140" y="8690"/>
                  </a:lnTo>
                  <a:lnTo>
                    <a:pt x="260799" y="5653"/>
                  </a:lnTo>
                  <a:lnTo>
                    <a:pt x="256363" y="2755"/>
                  </a:lnTo>
                  <a:lnTo>
                    <a:pt x="251838" y="0"/>
                  </a:lnTo>
                  <a:lnTo>
                    <a:pt x="167166" y="144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84671" cy="167167"/>
            </a:xfrm>
            <a:custGeom>
              <a:avLst/>
              <a:pathLst>
                <a:path w="84671" h="167167">
                  <a:moveTo>
                    <a:pt x="84671" y="23029"/>
                  </a:moveTo>
                  <a:lnTo>
                    <a:pt x="79515" y="20122"/>
                  </a:lnTo>
                  <a:lnTo>
                    <a:pt x="74260" y="17399"/>
                  </a:lnTo>
                  <a:lnTo>
                    <a:pt x="68912" y="14864"/>
                  </a:lnTo>
                  <a:lnTo>
                    <a:pt x="63477" y="12520"/>
                  </a:lnTo>
                  <a:lnTo>
                    <a:pt x="57962" y="10370"/>
                  </a:lnTo>
                  <a:lnTo>
                    <a:pt x="52375" y="8416"/>
                  </a:lnTo>
                  <a:lnTo>
                    <a:pt x="46722" y="6662"/>
                  </a:lnTo>
                  <a:lnTo>
                    <a:pt x="41011" y="5108"/>
                  </a:lnTo>
                  <a:lnTo>
                    <a:pt x="35248" y="3758"/>
                  </a:lnTo>
                  <a:lnTo>
                    <a:pt x="29441" y="2613"/>
                  </a:lnTo>
                  <a:lnTo>
                    <a:pt x="23597" y="1673"/>
                  </a:lnTo>
                  <a:lnTo>
                    <a:pt x="17724" y="942"/>
                  </a:lnTo>
                  <a:lnTo>
                    <a:pt x="11828" y="419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5357" y="1943516"/>
              <a:ext cx="93426" cy="167167"/>
            </a:xfrm>
            <a:custGeom>
              <a:avLst/>
              <a:pathLst>
                <a:path w="93426" h="167167">
                  <a:moveTo>
                    <a:pt x="93426" y="0"/>
                  </a:moveTo>
                  <a:lnTo>
                    <a:pt x="87596" y="101"/>
                  </a:lnTo>
                  <a:lnTo>
                    <a:pt x="81772" y="406"/>
                  </a:lnTo>
                  <a:lnTo>
                    <a:pt x="75963" y="914"/>
                  </a:lnTo>
                  <a:lnTo>
                    <a:pt x="70175" y="1624"/>
                  </a:lnTo>
                  <a:lnTo>
                    <a:pt x="64416" y="2536"/>
                  </a:lnTo>
                  <a:lnTo>
                    <a:pt x="58692" y="3648"/>
                  </a:lnTo>
                  <a:lnTo>
                    <a:pt x="53010" y="4959"/>
                  </a:lnTo>
                  <a:lnTo>
                    <a:pt x="47377" y="6467"/>
                  </a:lnTo>
                  <a:lnTo>
                    <a:pt x="41800" y="8171"/>
                  </a:lnTo>
                  <a:lnTo>
                    <a:pt x="36286" y="10068"/>
                  </a:lnTo>
                  <a:lnTo>
                    <a:pt x="30842" y="12157"/>
                  </a:lnTo>
                  <a:lnTo>
                    <a:pt x="25474" y="14434"/>
                  </a:lnTo>
                  <a:lnTo>
                    <a:pt x="20188" y="16897"/>
                  </a:lnTo>
                  <a:lnTo>
                    <a:pt x="14992" y="19542"/>
                  </a:lnTo>
                  <a:lnTo>
                    <a:pt x="9891" y="22368"/>
                  </a:lnTo>
                  <a:lnTo>
                    <a:pt x="4891" y="25369"/>
                  </a:lnTo>
                  <a:lnTo>
                    <a:pt x="0" y="28543"/>
                  </a:lnTo>
                  <a:lnTo>
                    <a:pt x="934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5357" y="1972060"/>
              <a:ext cx="93426" cy="138623"/>
            </a:xfrm>
            <a:custGeom>
              <a:avLst/>
              <a:pathLst>
                <a:path w="93426" h="138623">
                  <a:moveTo>
                    <a:pt x="0" y="0"/>
                  </a:moveTo>
                  <a:lnTo>
                    <a:pt x="93426" y="1386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5014" y="1972060"/>
              <a:ext cx="93769" cy="138623"/>
            </a:xfrm>
            <a:custGeom>
              <a:avLst/>
              <a:pathLst>
                <a:path w="93769" h="138623">
                  <a:moveTo>
                    <a:pt x="342" y="0"/>
                  </a:moveTo>
                  <a:lnTo>
                    <a:pt x="0" y="231"/>
                  </a:lnTo>
                  <a:lnTo>
                    <a:pt x="93769" y="1386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11617" y="1943516"/>
              <a:ext cx="334326" cy="334319"/>
            </a:xfrm>
            <a:custGeom>
              <a:avLst/>
              <a:pathLst>
                <a:path w="334326" h="334319">
                  <a:moveTo>
                    <a:pt x="73396" y="28775"/>
                  </a:moveTo>
                  <a:lnTo>
                    <a:pt x="69071" y="31807"/>
                  </a:lnTo>
                  <a:lnTo>
                    <a:pt x="64843" y="34973"/>
                  </a:lnTo>
                  <a:lnTo>
                    <a:pt x="60718" y="38272"/>
                  </a:lnTo>
                  <a:lnTo>
                    <a:pt x="56699" y="41699"/>
                  </a:lnTo>
                  <a:lnTo>
                    <a:pt x="52790" y="45252"/>
                  </a:lnTo>
                  <a:lnTo>
                    <a:pt x="48996" y="48926"/>
                  </a:lnTo>
                  <a:lnTo>
                    <a:pt x="45319" y="52719"/>
                  </a:lnTo>
                  <a:lnTo>
                    <a:pt x="41764" y="56625"/>
                  </a:lnTo>
                  <a:lnTo>
                    <a:pt x="38334" y="60642"/>
                  </a:lnTo>
                  <a:lnTo>
                    <a:pt x="35033" y="64766"/>
                  </a:lnTo>
                  <a:lnTo>
                    <a:pt x="31864" y="68991"/>
                  </a:lnTo>
                  <a:lnTo>
                    <a:pt x="28830" y="73315"/>
                  </a:lnTo>
                  <a:lnTo>
                    <a:pt x="25934" y="77732"/>
                  </a:lnTo>
                  <a:lnTo>
                    <a:pt x="23179" y="82239"/>
                  </a:lnTo>
                  <a:lnTo>
                    <a:pt x="20568" y="86830"/>
                  </a:lnTo>
                  <a:lnTo>
                    <a:pt x="18103" y="91502"/>
                  </a:lnTo>
                  <a:lnTo>
                    <a:pt x="15787" y="96249"/>
                  </a:lnTo>
                  <a:lnTo>
                    <a:pt x="13622" y="101067"/>
                  </a:lnTo>
                  <a:lnTo>
                    <a:pt x="11610" y="105950"/>
                  </a:lnTo>
                  <a:lnTo>
                    <a:pt x="9754" y="110895"/>
                  </a:lnTo>
                  <a:lnTo>
                    <a:pt x="8054" y="115897"/>
                  </a:lnTo>
                  <a:lnTo>
                    <a:pt x="6514" y="120949"/>
                  </a:lnTo>
                  <a:lnTo>
                    <a:pt x="5134" y="126048"/>
                  </a:lnTo>
                  <a:lnTo>
                    <a:pt x="3916" y="131187"/>
                  </a:lnTo>
                  <a:lnTo>
                    <a:pt x="2861" y="136363"/>
                  </a:lnTo>
                  <a:lnTo>
                    <a:pt x="1970" y="141569"/>
                  </a:lnTo>
                  <a:lnTo>
                    <a:pt x="1243" y="146801"/>
                  </a:lnTo>
                  <a:lnTo>
                    <a:pt x="683" y="152053"/>
                  </a:lnTo>
                  <a:lnTo>
                    <a:pt x="288" y="157320"/>
                  </a:lnTo>
                  <a:lnTo>
                    <a:pt x="60" y="162597"/>
                  </a:lnTo>
                  <a:lnTo>
                    <a:pt x="0" y="167879"/>
                  </a:lnTo>
                  <a:lnTo>
                    <a:pt x="105" y="173160"/>
                  </a:lnTo>
                  <a:lnTo>
                    <a:pt x="378" y="178434"/>
                  </a:lnTo>
                  <a:lnTo>
                    <a:pt x="817" y="183698"/>
                  </a:lnTo>
                  <a:lnTo>
                    <a:pt x="1423" y="188945"/>
                  </a:lnTo>
                  <a:lnTo>
                    <a:pt x="2193" y="194171"/>
                  </a:lnTo>
                  <a:lnTo>
                    <a:pt x="3129" y="199369"/>
                  </a:lnTo>
                  <a:lnTo>
                    <a:pt x="4228" y="204536"/>
                  </a:lnTo>
                  <a:lnTo>
                    <a:pt x="5490" y="209665"/>
                  </a:lnTo>
                  <a:lnTo>
                    <a:pt x="6913" y="214751"/>
                  </a:lnTo>
                  <a:lnTo>
                    <a:pt x="8497" y="219790"/>
                  </a:lnTo>
                  <a:lnTo>
                    <a:pt x="10239" y="224777"/>
                  </a:lnTo>
                  <a:lnTo>
                    <a:pt x="12137" y="229706"/>
                  </a:lnTo>
                  <a:lnTo>
                    <a:pt x="14190" y="234572"/>
                  </a:lnTo>
                  <a:lnTo>
                    <a:pt x="16396" y="239372"/>
                  </a:lnTo>
                  <a:lnTo>
                    <a:pt x="18752" y="244099"/>
                  </a:lnTo>
                  <a:lnTo>
                    <a:pt x="21257" y="248749"/>
                  </a:lnTo>
                  <a:lnTo>
                    <a:pt x="23907" y="253318"/>
                  </a:lnTo>
                  <a:lnTo>
                    <a:pt x="26701" y="257801"/>
                  </a:lnTo>
                  <a:lnTo>
                    <a:pt x="29634" y="262194"/>
                  </a:lnTo>
                  <a:lnTo>
                    <a:pt x="32705" y="266491"/>
                  </a:lnTo>
                  <a:lnTo>
                    <a:pt x="35910" y="270690"/>
                  </a:lnTo>
                  <a:lnTo>
                    <a:pt x="39246" y="274785"/>
                  </a:lnTo>
                  <a:lnTo>
                    <a:pt x="42710" y="278772"/>
                  </a:lnTo>
                  <a:lnTo>
                    <a:pt x="46298" y="282649"/>
                  </a:lnTo>
                  <a:lnTo>
                    <a:pt x="50007" y="286409"/>
                  </a:lnTo>
                  <a:lnTo>
                    <a:pt x="53832" y="290051"/>
                  </a:lnTo>
                  <a:lnTo>
                    <a:pt x="57771" y="293571"/>
                  </a:lnTo>
                  <a:lnTo>
                    <a:pt x="61819" y="296964"/>
                  </a:lnTo>
                  <a:lnTo>
                    <a:pt x="65973" y="300227"/>
                  </a:lnTo>
                  <a:lnTo>
                    <a:pt x="70227" y="303357"/>
                  </a:lnTo>
                  <a:lnTo>
                    <a:pt x="74578" y="306352"/>
                  </a:lnTo>
                  <a:lnTo>
                    <a:pt x="79021" y="309208"/>
                  </a:lnTo>
                  <a:lnTo>
                    <a:pt x="83553" y="311922"/>
                  </a:lnTo>
                  <a:lnTo>
                    <a:pt x="88168" y="314491"/>
                  </a:lnTo>
                  <a:lnTo>
                    <a:pt x="92862" y="316913"/>
                  </a:lnTo>
                  <a:lnTo>
                    <a:pt x="97630" y="319186"/>
                  </a:lnTo>
                  <a:lnTo>
                    <a:pt x="102467" y="321307"/>
                  </a:lnTo>
                  <a:lnTo>
                    <a:pt x="107369" y="323274"/>
                  </a:lnTo>
                  <a:lnTo>
                    <a:pt x="112331" y="325085"/>
                  </a:lnTo>
                  <a:lnTo>
                    <a:pt x="117347" y="326739"/>
                  </a:lnTo>
                  <a:lnTo>
                    <a:pt x="122413" y="328233"/>
                  </a:lnTo>
                  <a:lnTo>
                    <a:pt x="127524" y="329566"/>
                  </a:lnTo>
                  <a:lnTo>
                    <a:pt x="132675" y="330738"/>
                  </a:lnTo>
                  <a:lnTo>
                    <a:pt x="137860" y="331746"/>
                  </a:lnTo>
                  <a:lnTo>
                    <a:pt x="143074" y="332589"/>
                  </a:lnTo>
                  <a:lnTo>
                    <a:pt x="148312" y="333268"/>
                  </a:lnTo>
                  <a:lnTo>
                    <a:pt x="153569" y="333781"/>
                  </a:lnTo>
                  <a:lnTo>
                    <a:pt x="158840" y="334127"/>
                  </a:lnTo>
                  <a:lnTo>
                    <a:pt x="164119" y="334307"/>
                  </a:lnTo>
                  <a:lnTo>
                    <a:pt x="169401" y="334319"/>
                  </a:lnTo>
                  <a:lnTo>
                    <a:pt x="174680" y="334165"/>
                  </a:lnTo>
                  <a:lnTo>
                    <a:pt x="179953" y="333845"/>
                  </a:lnTo>
                  <a:lnTo>
                    <a:pt x="185212" y="333357"/>
                  </a:lnTo>
                  <a:lnTo>
                    <a:pt x="190453" y="332704"/>
                  </a:lnTo>
                  <a:lnTo>
                    <a:pt x="195672" y="331886"/>
                  </a:lnTo>
                  <a:lnTo>
                    <a:pt x="200861" y="330903"/>
                  </a:lnTo>
                  <a:lnTo>
                    <a:pt x="206017" y="329757"/>
                  </a:lnTo>
                  <a:lnTo>
                    <a:pt x="211135" y="328448"/>
                  </a:lnTo>
                  <a:lnTo>
                    <a:pt x="216208" y="326979"/>
                  </a:lnTo>
                  <a:lnTo>
                    <a:pt x="221233" y="325349"/>
                  </a:lnTo>
                  <a:lnTo>
                    <a:pt x="226203" y="323562"/>
                  </a:lnTo>
                  <a:lnTo>
                    <a:pt x="231115" y="321619"/>
                  </a:lnTo>
                  <a:lnTo>
                    <a:pt x="235962" y="319522"/>
                  </a:lnTo>
                  <a:lnTo>
                    <a:pt x="240741" y="317272"/>
                  </a:lnTo>
                  <a:lnTo>
                    <a:pt x="245447" y="314873"/>
                  </a:lnTo>
                  <a:lnTo>
                    <a:pt x="250074" y="312326"/>
                  </a:lnTo>
                  <a:lnTo>
                    <a:pt x="254619" y="309634"/>
                  </a:lnTo>
                  <a:lnTo>
                    <a:pt x="259076" y="306800"/>
                  </a:lnTo>
                  <a:lnTo>
                    <a:pt x="263442" y="303827"/>
                  </a:lnTo>
                  <a:lnTo>
                    <a:pt x="267711" y="300717"/>
                  </a:lnTo>
                  <a:lnTo>
                    <a:pt x="271880" y="297474"/>
                  </a:lnTo>
                  <a:lnTo>
                    <a:pt x="275945" y="294100"/>
                  </a:lnTo>
                  <a:lnTo>
                    <a:pt x="279900" y="290600"/>
                  </a:lnTo>
                  <a:lnTo>
                    <a:pt x="283744" y="286977"/>
                  </a:lnTo>
                  <a:lnTo>
                    <a:pt x="287471" y="283234"/>
                  </a:lnTo>
                  <a:lnTo>
                    <a:pt x="291078" y="279375"/>
                  </a:lnTo>
                  <a:lnTo>
                    <a:pt x="294561" y="275405"/>
                  </a:lnTo>
                  <a:lnTo>
                    <a:pt x="297917" y="271326"/>
                  </a:lnTo>
                  <a:lnTo>
                    <a:pt x="301142" y="267143"/>
                  </a:lnTo>
                  <a:lnTo>
                    <a:pt x="304234" y="262860"/>
                  </a:lnTo>
                  <a:lnTo>
                    <a:pt x="307189" y="258482"/>
                  </a:lnTo>
                  <a:lnTo>
                    <a:pt x="310004" y="254013"/>
                  </a:lnTo>
                  <a:lnTo>
                    <a:pt x="312676" y="249457"/>
                  </a:lnTo>
                  <a:lnTo>
                    <a:pt x="315203" y="244819"/>
                  </a:lnTo>
                  <a:lnTo>
                    <a:pt x="317582" y="240103"/>
                  </a:lnTo>
                  <a:lnTo>
                    <a:pt x="319812" y="235314"/>
                  </a:lnTo>
                  <a:lnTo>
                    <a:pt x="321888" y="230458"/>
                  </a:lnTo>
                  <a:lnTo>
                    <a:pt x="323811" y="225538"/>
                  </a:lnTo>
                  <a:lnTo>
                    <a:pt x="325577" y="220560"/>
                  </a:lnTo>
                  <a:lnTo>
                    <a:pt x="327184" y="215529"/>
                  </a:lnTo>
                  <a:lnTo>
                    <a:pt x="328632" y="210449"/>
                  </a:lnTo>
                  <a:lnTo>
                    <a:pt x="329919" y="205326"/>
                  </a:lnTo>
                  <a:lnTo>
                    <a:pt x="331044" y="200165"/>
                  </a:lnTo>
                  <a:lnTo>
                    <a:pt x="332004" y="194972"/>
                  </a:lnTo>
                  <a:lnTo>
                    <a:pt x="332800" y="189750"/>
                  </a:lnTo>
                  <a:lnTo>
                    <a:pt x="333431" y="184506"/>
                  </a:lnTo>
                  <a:lnTo>
                    <a:pt x="333896" y="179244"/>
                  </a:lnTo>
                  <a:lnTo>
                    <a:pt x="334194" y="173971"/>
                  </a:lnTo>
                  <a:lnTo>
                    <a:pt x="334326" y="168690"/>
                  </a:lnTo>
                  <a:lnTo>
                    <a:pt x="334291" y="163409"/>
                  </a:lnTo>
                  <a:lnTo>
                    <a:pt x="334088" y="158130"/>
                  </a:lnTo>
                  <a:lnTo>
                    <a:pt x="333720" y="152861"/>
                  </a:lnTo>
                  <a:lnTo>
                    <a:pt x="333185" y="147607"/>
                  </a:lnTo>
                  <a:lnTo>
                    <a:pt x="332484" y="142371"/>
                  </a:lnTo>
                  <a:lnTo>
                    <a:pt x="331618" y="137161"/>
                  </a:lnTo>
                  <a:lnTo>
                    <a:pt x="330588" y="131980"/>
                  </a:lnTo>
                  <a:lnTo>
                    <a:pt x="329395" y="126835"/>
                  </a:lnTo>
                  <a:lnTo>
                    <a:pt x="328039" y="121730"/>
                  </a:lnTo>
                  <a:lnTo>
                    <a:pt x="326524" y="116670"/>
                  </a:lnTo>
                  <a:lnTo>
                    <a:pt x="324849" y="111660"/>
                  </a:lnTo>
                  <a:lnTo>
                    <a:pt x="323016" y="106707"/>
                  </a:lnTo>
                  <a:lnTo>
                    <a:pt x="321028" y="101813"/>
                  </a:lnTo>
                  <a:lnTo>
                    <a:pt x="318887" y="96985"/>
                  </a:lnTo>
                  <a:lnTo>
                    <a:pt x="316594" y="92226"/>
                  </a:lnTo>
                  <a:lnTo>
                    <a:pt x="314152" y="87543"/>
                  </a:lnTo>
                  <a:lnTo>
                    <a:pt x="311563" y="82939"/>
                  </a:lnTo>
                  <a:lnTo>
                    <a:pt x="308830" y="78419"/>
                  </a:lnTo>
                  <a:lnTo>
                    <a:pt x="305955" y="73988"/>
                  </a:lnTo>
                  <a:lnTo>
                    <a:pt x="302942" y="69649"/>
                  </a:lnTo>
                  <a:lnTo>
                    <a:pt x="299793" y="65408"/>
                  </a:lnTo>
                  <a:lnTo>
                    <a:pt x="296512" y="61269"/>
                  </a:lnTo>
                  <a:lnTo>
                    <a:pt x="293102" y="57236"/>
                  </a:lnTo>
                  <a:lnTo>
                    <a:pt x="289566" y="53312"/>
                  </a:lnTo>
                  <a:lnTo>
                    <a:pt x="285908" y="49502"/>
                  </a:lnTo>
                  <a:lnTo>
                    <a:pt x="282131" y="45809"/>
                  </a:lnTo>
                  <a:lnTo>
                    <a:pt x="278240" y="42237"/>
                  </a:lnTo>
                  <a:lnTo>
                    <a:pt x="274238" y="38791"/>
                  </a:lnTo>
                  <a:lnTo>
                    <a:pt x="270128" y="35472"/>
                  </a:lnTo>
                  <a:lnTo>
                    <a:pt x="265916" y="32285"/>
                  </a:lnTo>
                  <a:lnTo>
                    <a:pt x="261606" y="29232"/>
                  </a:lnTo>
                  <a:lnTo>
                    <a:pt x="257201" y="26317"/>
                  </a:lnTo>
                  <a:lnTo>
                    <a:pt x="252706" y="23543"/>
                  </a:lnTo>
                  <a:lnTo>
                    <a:pt x="248126" y="20912"/>
                  </a:lnTo>
                  <a:lnTo>
                    <a:pt x="243465" y="18428"/>
                  </a:lnTo>
                  <a:lnTo>
                    <a:pt x="238728" y="16091"/>
                  </a:lnTo>
                  <a:lnTo>
                    <a:pt x="233919" y="13906"/>
                  </a:lnTo>
                  <a:lnTo>
                    <a:pt x="229044" y="11874"/>
                  </a:lnTo>
                  <a:lnTo>
                    <a:pt x="224107" y="9996"/>
                  </a:lnTo>
                  <a:lnTo>
                    <a:pt x="219113" y="8276"/>
                  </a:lnTo>
                  <a:lnTo>
                    <a:pt x="214067" y="6714"/>
                  </a:lnTo>
                  <a:lnTo>
                    <a:pt x="208974" y="5312"/>
                  </a:lnTo>
                  <a:lnTo>
                    <a:pt x="203840" y="4072"/>
                  </a:lnTo>
                  <a:lnTo>
                    <a:pt x="198669" y="2995"/>
                  </a:lnTo>
                  <a:lnTo>
                    <a:pt x="193467" y="2082"/>
                  </a:lnTo>
                  <a:lnTo>
                    <a:pt x="188238" y="1333"/>
                  </a:lnTo>
                  <a:lnTo>
                    <a:pt x="182988" y="750"/>
                  </a:lnTo>
                  <a:lnTo>
                    <a:pt x="177723" y="333"/>
                  </a:lnTo>
                  <a:lnTo>
                    <a:pt x="17244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39536" y="2406772"/>
              <a:ext cx="106197" cy="167167"/>
            </a:xfrm>
            <a:custGeom>
              <a:avLst/>
              <a:pathLst>
                <a:path w="106197" h="167167">
                  <a:moveTo>
                    <a:pt x="106197" y="0"/>
                  </a:moveTo>
                  <a:lnTo>
                    <a:pt x="100444" y="99"/>
                  </a:lnTo>
                  <a:lnTo>
                    <a:pt x="94699" y="395"/>
                  </a:lnTo>
                  <a:lnTo>
                    <a:pt x="88967" y="890"/>
                  </a:lnTo>
                  <a:lnTo>
                    <a:pt x="83255" y="1581"/>
                  </a:lnTo>
                  <a:lnTo>
                    <a:pt x="77571" y="2469"/>
                  </a:lnTo>
                  <a:lnTo>
                    <a:pt x="71920" y="3551"/>
                  </a:lnTo>
                  <a:lnTo>
                    <a:pt x="66310" y="4828"/>
                  </a:lnTo>
                  <a:lnTo>
                    <a:pt x="60747" y="6296"/>
                  </a:lnTo>
                  <a:lnTo>
                    <a:pt x="55238" y="7956"/>
                  </a:lnTo>
                  <a:lnTo>
                    <a:pt x="49790" y="9804"/>
                  </a:lnTo>
                  <a:lnTo>
                    <a:pt x="44408" y="11838"/>
                  </a:lnTo>
                  <a:lnTo>
                    <a:pt x="39100" y="14056"/>
                  </a:lnTo>
                  <a:lnTo>
                    <a:pt x="33871" y="16456"/>
                  </a:lnTo>
                  <a:lnTo>
                    <a:pt x="28727" y="19034"/>
                  </a:lnTo>
                  <a:lnTo>
                    <a:pt x="23676" y="21787"/>
                  </a:lnTo>
                  <a:lnTo>
                    <a:pt x="18722" y="24713"/>
                  </a:lnTo>
                  <a:lnTo>
                    <a:pt x="13872" y="27808"/>
                  </a:lnTo>
                  <a:lnTo>
                    <a:pt x="9131" y="31067"/>
                  </a:lnTo>
                  <a:lnTo>
                    <a:pt x="4505" y="34488"/>
                  </a:lnTo>
                  <a:lnTo>
                    <a:pt x="0" y="38066"/>
                  </a:lnTo>
                  <a:lnTo>
                    <a:pt x="1061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39536" y="2444838"/>
              <a:ext cx="106197" cy="129101"/>
            </a:xfrm>
            <a:custGeom>
              <a:avLst/>
              <a:pathLst>
                <a:path w="106197" h="129101">
                  <a:moveTo>
                    <a:pt x="0" y="0"/>
                  </a:moveTo>
                  <a:lnTo>
                    <a:pt x="106197" y="129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478569" y="2407181"/>
              <a:ext cx="334325" cy="333920"/>
            </a:xfrm>
            <a:custGeom>
              <a:avLst/>
              <a:pathLst>
                <a:path w="334325" h="333920">
                  <a:moveTo>
                    <a:pt x="60966" y="37657"/>
                  </a:moveTo>
                  <a:lnTo>
                    <a:pt x="56921" y="41094"/>
                  </a:lnTo>
                  <a:lnTo>
                    <a:pt x="52987" y="44657"/>
                  </a:lnTo>
                  <a:lnTo>
                    <a:pt x="49168" y="48343"/>
                  </a:lnTo>
                  <a:lnTo>
                    <a:pt x="45468" y="52149"/>
                  </a:lnTo>
                  <a:lnTo>
                    <a:pt x="41891" y="56070"/>
                  </a:lnTo>
                  <a:lnTo>
                    <a:pt x="38440" y="60103"/>
                  </a:lnTo>
                  <a:lnTo>
                    <a:pt x="35119" y="64243"/>
                  </a:lnTo>
                  <a:lnTo>
                    <a:pt x="31931" y="68487"/>
                  </a:lnTo>
                  <a:lnTo>
                    <a:pt x="28880" y="72829"/>
                  </a:lnTo>
                  <a:lnTo>
                    <a:pt x="25968" y="77267"/>
                  </a:lnTo>
                  <a:lnTo>
                    <a:pt x="23198" y="81794"/>
                  </a:lnTo>
                  <a:lnTo>
                    <a:pt x="20573" y="86408"/>
                  </a:lnTo>
                  <a:lnTo>
                    <a:pt x="18096" y="91102"/>
                  </a:lnTo>
                  <a:lnTo>
                    <a:pt x="15769" y="95872"/>
                  </a:lnTo>
                  <a:lnTo>
                    <a:pt x="13595" y="100714"/>
                  </a:lnTo>
                  <a:lnTo>
                    <a:pt x="11576" y="105623"/>
                  </a:lnTo>
                  <a:lnTo>
                    <a:pt x="9713" y="110593"/>
                  </a:lnTo>
                  <a:lnTo>
                    <a:pt x="8010" y="115620"/>
                  </a:lnTo>
                  <a:lnTo>
                    <a:pt x="6466" y="120698"/>
                  </a:lnTo>
                  <a:lnTo>
                    <a:pt x="5085" y="125823"/>
                  </a:lnTo>
                  <a:lnTo>
                    <a:pt x="3867" y="130989"/>
                  </a:lnTo>
                  <a:lnTo>
                    <a:pt x="2814" y="136192"/>
                  </a:lnTo>
                  <a:lnTo>
                    <a:pt x="1927" y="141424"/>
                  </a:lnTo>
                  <a:lnTo>
                    <a:pt x="1206" y="146683"/>
                  </a:lnTo>
                  <a:lnTo>
                    <a:pt x="652" y="151962"/>
                  </a:lnTo>
                  <a:lnTo>
                    <a:pt x="266" y="157255"/>
                  </a:lnTo>
                  <a:lnTo>
                    <a:pt x="49" y="162559"/>
                  </a:lnTo>
                  <a:lnTo>
                    <a:pt x="0" y="167866"/>
                  </a:lnTo>
                  <a:lnTo>
                    <a:pt x="119" y="173172"/>
                  </a:lnTo>
                  <a:lnTo>
                    <a:pt x="407" y="178472"/>
                  </a:lnTo>
                  <a:lnTo>
                    <a:pt x="863" y="183760"/>
                  </a:lnTo>
                  <a:lnTo>
                    <a:pt x="1486" y="189031"/>
                  </a:lnTo>
                  <a:lnTo>
                    <a:pt x="2277" y="194280"/>
                  </a:lnTo>
                  <a:lnTo>
                    <a:pt x="3234" y="199501"/>
                  </a:lnTo>
                  <a:lnTo>
                    <a:pt x="4356" y="204688"/>
                  </a:lnTo>
                  <a:lnTo>
                    <a:pt x="5642" y="209838"/>
                  </a:lnTo>
                  <a:lnTo>
                    <a:pt x="7091" y="214944"/>
                  </a:lnTo>
                  <a:lnTo>
                    <a:pt x="8702" y="220001"/>
                  </a:lnTo>
                  <a:lnTo>
                    <a:pt x="10472" y="225005"/>
                  </a:lnTo>
                  <a:lnTo>
                    <a:pt x="12400" y="229950"/>
                  </a:lnTo>
                  <a:lnTo>
                    <a:pt x="14484" y="234832"/>
                  </a:lnTo>
                  <a:lnTo>
                    <a:pt x="16722" y="239644"/>
                  </a:lnTo>
                  <a:lnTo>
                    <a:pt x="19112" y="244384"/>
                  </a:lnTo>
                  <a:lnTo>
                    <a:pt x="21651" y="249045"/>
                  </a:lnTo>
                  <a:lnTo>
                    <a:pt x="24337" y="253623"/>
                  </a:lnTo>
                  <a:lnTo>
                    <a:pt x="27166" y="258113"/>
                  </a:lnTo>
                  <a:lnTo>
                    <a:pt x="30137" y="262512"/>
                  </a:lnTo>
                  <a:lnTo>
                    <a:pt x="33246" y="266814"/>
                  </a:lnTo>
                  <a:lnTo>
                    <a:pt x="36490" y="271015"/>
                  </a:lnTo>
                  <a:lnTo>
                    <a:pt x="39866" y="275111"/>
                  </a:lnTo>
                  <a:lnTo>
                    <a:pt x="43370" y="279097"/>
                  </a:lnTo>
                  <a:lnTo>
                    <a:pt x="46998" y="282971"/>
                  </a:lnTo>
                  <a:lnTo>
                    <a:pt x="50748" y="286727"/>
                  </a:lnTo>
                  <a:lnTo>
                    <a:pt x="54616" y="290362"/>
                  </a:lnTo>
                  <a:lnTo>
                    <a:pt x="58596" y="293873"/>
                  </a:lnTo>
                  <a:lnTo>
                    <a:pt x="62687" y="297256"/>
                  </a:lnTo>
                  <a:lnTo>
                    <a:pt x="66882" y="300507"/>
                  </a:lnTo>
                  <a:lnTo>
                    <a:pt x="71179" y="303623"/>
                  </a:lnTo>
                  <a:lnTo>
                    <a:pt x="75572" y="306601"/>
                  </a:lnTo>
                  <a:lnTo>
                    <a:pt x="80058" y="309438"/>
                  </a:lnTo>
                  <a:lnTo>
                    <a:pt x="84631" y="312132"/>
                  </a:lnTo>
                  <a:lnTo>
                    <a:pt x="89288" y="314678"/>
                  </a:lnTo>
                  <a:lnTo>
                    <a:pt x="94023" y="317076"/>
                  </a:lnTo>
                  <a:lnTo>
                    <a:pt x="98832" y="319322"/>
                  </a:lnTo>
                  <a:lnTo>
                    <a:pt x="103710" y="321415"/>
                  </a:lnTo>
                  <a:lnTo>
                    <a:pt x="108652" y="323351"/>
                  </a:lnTo>
                  <a:lnTo>
                    <a:pt x="113653" y="325130"/>
                  </a:lnTo>
                  <a:lnTo>
                    <a:pt x="118708" y="326749"/>
                  </a:lnTo>
                  <a:lnTo>
                    <a:pt x="123811" y="328206"/>
                  </a:lnTo>
                  <a:lnTo>
                    <a:pt x="128959" y="329501"/>
                  </a:lnTo>
                  <a:lnTo>
                    <a:pt x="134144" y="330632"/>
                  </a:lnTo>
                  <a:lnTo>
                    <a:pt x="139364" y="331598"/>
                  </a:lnTo>
                  <a:lnTo>
                    <a:pt x="144611" y="332397"/>
                  </a:lnTo>
                  <a:lnTo>
                    <a:pt x="149881" y="333030"/>
                  </a:lnTo>
                  <a:lnTo>
                    <a:pt x="155168" y="333495"/>
                  </a:lnTo>
                  <a:lnTo>
                    <a:pt x="160467" y="333791"/>
                  </a:lnTo>
                  <a:lnTo>
                    <a:pt x="165773" y="333920"/>
                  </a:lnTo>
                  <a:lnTo>
                    <a:pt x="171081" y="333880"/>
                  </a:lnTo>
                  <a:lnTo>
                    <a:pt x="176385" y="333671"/>
                  </a:lnTo>
                  <a:lnTo>
                    <a:pt x="181679" y="333294"/>
                  </a:lnTo>
                  <a:lnTo>
                    <a:pt x="186959" y="332749"/>
                  </a:lnTo>
                  <a:lnTo>
                    <a:pt x="192218" y="332037"/>
                  </a:lnTo>
                  <a:lnTo>
                    <a:pt x="197453" y="331159"/>
                  </a:lnTo>
                  <a:lnTo>
                    <a:pt x="202657" y="330114"/>
                  </a:lnTo>
                  <a:lnTo>
                    <a:pt x="207825" y="328905"/>
                  </a:lnTo>
                  <a:lnTo>
                    <a:pt x="212952" y="327532"/>
                  </a:lnTo>
                  <a:lnTo>
                    <a:pt x="218033" y="325998"/>
                  </a:lnTo>
                  <a:lnTo>
                    <a:pt x="223063" y="324302"/>
                  </a:lnTo>
                  <a:lnTo>
                    <a:pt x="228036" y="322448"/>
                  </a:lnTo>
                  <a:lnTo>
                    <a:pt x="232948" y="320437"/>
                  </a:lnTo>
                  <a:lnTo>
                    <a:pt x="237794" y="318272"/>
                  </a:lnTo>
                  <a:lnTo>
                    <a:pt x="242568" y="315953"/>
                  </a:lnTo>
                  <a:lnTo>
                    <a:pt x="247266" y="313484"/>
                  </a:lnTo>
                  <a:lnTo>
                    <a:pt x="251884" y="310867"/>
                  </a:lnTo>
                  <a:lnTo>
                    <a:pt x="256416" y="308105"/>
                  </a:lnTo>
                  <a:lnTo>
                    <a:pt x="260859" y="305200"/>
                  </a:lnTo>
                  <a:lnTo>
                    <a:pt x="265207" y="302156"/>
                  </a:lnTo>
                  <a:lnTo>
                    <a:pt x="269456" y="298975"/>
                  </a:lnTo>
                  <a:lnTo>
                    <a:pt x="273602" y="295661"/>
                  </a:lnTo>
                  <a:lnTo>
                    <a:pt x="277640" y="292217"/>
                  </a:lnTo>
                  <a:lnTo>
                    <a:pt x="281567" y="288646"/>
                  </a:lnTo>
                  <a:lnTo>
                    <a:pt x="285379" y="284953"/>
                  </a:lnTo>
                  <a:lnTo>
                    <a:pt x="289072" y="281140"/>
                  </a:lnTo>
                  <a:lnTo>
                    <a:pt x="292642" y="277212"/>
                  </a:lnTo>
                  <a:lnTo>
                    <a:pt x="296085" y="273173"/>
                  </a:lnTo>
                  <a:lnTo>
                    <a:pt x="299398" y="269027"/>
                  </a:lnTo>
                  <a:lnTo>
                    <a:pt x="302578" y="264777"/>
                  </a:lnTo>
                  <a:lnTo>
                    <a:pt x="305622" y="260429"/>
                  </a:lnTo>
                  <a:lnTo>
                    <a:pt x="308526" y="255986"/>
                  </a:lnTo>
                  <a:lnTo>
                    <a:pt x="311287" y="251453"/>
                  </a:lnTo>
                  <a:lnTo>
                    <a:pt x="313903" y="246835"/>
                  </a:lnTo>
                  <a:lnTo>
                    <a:pt x="316372" y="242136"/>
                  </a:lnTo>
                  <a:lnTo>
                    <a:pt x="318689" y="237361"/>
                  </a:lnTo>
                  <a:lnTo>
                    <a:pt x="320855" y="232515"/>
                  </a:lnTo>
                  <a:lnTo>
                    <a:pt x="322865" y="227603"/>
                  </a:lnTo>
                  <a:lnTo>
                    <a:pt x="324718" y="222629"/>
                  </a:lnTo>
                  <a:lnTo>
                    <a:pt x="326412" y="217599"/>
                  </a:lnTo>
                  <a:lnTo>
                    <a:pt x="327946" y="212518"/>
                  </a:lnTo>
                  <a:lnTo>
                    <a:pt x="329317" y="207390"/>
                  </a:lnTo>
                  <a:lnTo>
                    <a:pt x="330526" y="202222"/>
                  </a:lnTo>
                  <a:lnTo>
                    <a:pt x="331569" y="197018"/>
                  </a:lnTo>
                  <a:lnTo>
                    <a:pt x="332447" y="191783"/>
                  </a:lnTo>
                  <a:lnTo>
                    <a:pt x="333158" y="186523"/>
                  </a:lnTo>
                  <a:lnTo>
                    <a:pt x="333702" y="181243"/>
                  </a:lnTo>
                  <a:lnTo>
                    <a:pt x="334078" y="175949"/>
                  </a:lnTo>
                  <a:lnTo>
                    <a:pt x="334286" y="170645"/>
                  </a:lnTo>
                  <a:lnTo>
                    <a:pt x="334325" y="165338"/>
                  </a:lnTo>
                  <a:lnTo>
                    <a:pt x="334195" y="160032"/>
                  </a:lnTo>
                  <a:lnTo>
                    <a:pt x="333898" y="154732"/>
                  </a:lnTo>
                  <a:lnTo>
                    <a:pt x="333432" y="149445"/>
                  </a:lnTo>
                  <a:lnTo>
                    <a:pt x="332798" y="144175"/>
                  </a:lnTo>
                  <a:lnTo>
                    <a:pt x="331998" y="138928"/>
                  </a:lnTo>
                  <a:lnTo>
                    <a:pt x="331031" y="133710"/>
                  </a:lnTo>
                  <a:lnTo>
                    <a:pt x="329900" y="128524"/>
                  </a:lnTo>
                  <a:lnTo>
                    <a:pt x="328604" y="123377"/>
                  </a:lnTo>
                  <a:lnTo>
                    <a:pt x="327145" y="118273"/>
                  </a:lnTo>
                  <a:lnTo>
                    <a:pt x="325525" y="113219"/>
                  </a:lnTo>
                  <a:lnTo>
                    <a:pt x="323746" y="108219"/>
                  </a:lnTo>
                  <a:lnTo>
                    <a:pt x="321808" y="103277"/>
                  </a:lnTo>
                  <a:lnTo>
                    <a:pt x="319715" y="98400"/>
                  </a:lnTo>
                  <a:lnTo>
                    <a:pt x="317468" y="93591"/>
                  </a:lnTo>
                  <a:lnTo>
                    <a:pt x="315069" y="88856"/>
                  </a:lnTo>
                  <a:lnTo>
                    <a:pt x="312522" y="84200"/>
                  </a:lnTo>
                  <a:lnTo>
                    <a:pt x="309828" y="79627"/>
                  </a:lnTo>
                  <a:lnTo>
                    <a:pt x="306989" y="75142"/>
                  </a:lnTo>
                  <a:lnTo>
                    <a:pt x="304010" y="70749"/>
                  </a:lnTo>
                  <a:lnTo>
                    <a:pt x="300894" y="66453"/>
                  </a:lnTo>
                  <a:lnTo>
                    <a:pt x="297642" y="62258"/>
                  </a:lnTo>
                  <a:lnTo>
                    <a:pt x="294258" y="58168"/>
                  </a:lnTo>
                  <a:lnTo>
                    <a:pt x="290747" y="54188"/>
                  </a:lnTo>
                  <a:lnTo>
                    <a:pt x="287111" y="50321"/>
                  </a:lnTo>
                  <a:lnTo>
                    <a:pt x="283354" y="46572"/>
                  </a:lnTo>
                  <a:lnTo>
                    <a:pt x="279480" y="42944"/>
                  </a:lnTo>
                  <a:lnTo>
                    <a:pt x="275493" y="39441"/>
                  </a:lnTo>
                  <a:lnTo>
                    <a:pt x="271396" y="36066"/>
                  </a:lnTo>
                  <a:lnTo>
                    <a:pt x="267194" y="32823"/>
                  </a:lnTo>
                  <a:lnTo>
                    <a:pt x="262892" y="29714"/>
                  </a:lnTo>
                  <a:lnTo>
                    <a:pt x="258493" y="26744"/>
                  </a:lnTo>
                  <a:lnTo>
                    <a:pt x="254002" y="23916"/>
                  </a:lnTo>
                  <a:lnTo>
                    <a:pt x="249423" y="21231"/>
                  </a:lnTo>
                  <a:lnTo>
                    <a:pt x="244762" y="18693"/>
                  </a:lnTo>
                  <a:lnTo>
                    <a:pt x="240022" y="16304"/>
                  </a:lnTo>
                  <a:lnTo>
                    <a:pt x="235209" y="14067"/>
                  </a:lnTo>
                  <a:lnTo>
                    <a:pt x="230327" y="11983"/>
                  </a:lnTo>
                  <a:lnTo>
                    <a:pt x="225382" y="10056"/>
                  </a:lnTo>
                  <a:lnTo>
                    <a:pt x="220378" y="8287"/>
                  </a:lnTo>
                  <a:lnTo>
                    <a:pt x="215320" y="6677"/>
                  </a:lnTo>
                  <a:lnTo>
                    <a:pt x="210214" y="5229"/>
                  </a:lnTo>
                  <a:lnTo>
                    <a:pt x="205064" y="3944"/>
                  </a:lnTo>
                  <a:lnTo>
                    <a:pt x="199876" y="2823"/>
                  </a:lnTo>
                  <a:lnTo>
                    <a:pt x="194655" y="1867"/>
                  </a:lnTo>
                  <a:lnTo>
                    <a:pt x="189406" y="1077"/>
                  </a:lnTo>
                  <a:lnTo>
                    <a:pt x="184135" y="454"/>
                  </a:lnTo>
                  <a:lnTo>
                    <a:pt x="178847" y="0"/>
                  </a:lnTo>
                  <a:lnTo>
                    <a:pt x="167163" y="1667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1683" cy="167167"/>
            </a:xfrm>
            <a:custGeom>
              <a:avLst/>
              <a:pathLst>
                <a:path w="11683" h="167167">
                  <a:moveTo>
                    <a:pt x="11683" y="40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358825" y="291119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9" y="2109"/>
                  </a:lnTo>
                  <a:lnTo>
                    <a:pt x="135443" y="3035"/>
                  </a:lnTo>
                  <a:lnTo>
                    <a:pt x="130239" y="4127"/>
                  </a:lnTo>
                  <a:lnTo>
                    <a:pt x="125072" y="5383"/>
                  </a:lnTo>
                  <a:lnTo>
                    <a:pt x="119948" y="6803"/>
                  </a:lnTo>
                  <a:lnTo>
                    <a:pt x="114871" y="8386"/>
                  </a:lnTo>
                  <a:lnTo>
                    <a:pt x="109848" y="10129"/>
                  </a:lnTo>
                  <a:lnTo>
                    <a:pt x="104883" y="12031"/>
                  </a:lnTo>
                  <a:lnTo>
                    <a:pt x="99980" y="14090"/>
                  </a:lnTo>
                  <a:lnTo>
                    <a:pt x="95145" y="16304"/>
                  </a:lnTo>
                  <a:lnTo>
                    <a:pt x="90384" y="18670"/>
                  </a:lnTo>
                  <a:lnTo>
                    <a:pt x="85700" y="21187"/>
                  </a:lnTo>
                  <a:lnTo>
                    <a:pt x="81098" y="23852"/>
                  </a:lnTo>
                  <a:lnTo>
                    <a:pt x="76584" y="26661"/>
                  </a:lnTo>
                  <a:lnTo>
                    <a:pt x="72161" y="29613"/>
                  </a:lnTo>
                  <a:lnTo>
                    <a:pt x="67834" y="32704"/>
                  </a:lnTo>
                  <a:lnTo>
                    <a:pt x="63608" y="35930"/>
                  </a:lnTo>
                  <a:lnTo>
                    <a:pt x="59486" y="39290"/>
                  </a:lnTo>
                  <a:lnTo>
                    <a:pt x="55474" y="42779"/>
                  </a:lnTo>
                  <a:lnTo>
                    <a:pt x="51574" y="46394"/>
                  </a:lnTo>
                  <a:lnTo>
                    <a:pt x="47792" y="50131"/>
                  </a:lnTo>
                  <a:lnTo>
                    <a:pt x="44130" y="53986"/>
                  </a:lnTo>
                  <a:lnTo>
                    <a:pt x="40592" y="57956"/>
                  </a:lnTo>
                  <a:lnTo>
                    <a:pt x="37183" y="62037"/>
                  </a:lnTo>
                  <a:lnTo>
                    <a:pt x="33905" y="66224"/>
                  </a:lnTo>
                  <a:lnTo>
                    <a:pt x="30762" y="70513"/>
                  </a:lnTo>
                  <a:lnTo>
                    <a:pt x="27757" y="74900"/>
                  </a:lnTo>
                  <a:lnTo>
                    <a:pt x="24893" y="79380"/>
                  </a:lnTo>
                  <a:lnTo>
                    <a:pt x="22173" y="83949"/>
                  </a:lnTo>
                  <a:lnTo>
                    <a:pt x="19600" y="88602"/>
                  </a:lnTo>
                  <a:lnTo>
                    <a:pt x="17176" y="93334"/>
                  </a:lnTo>
                  <a:lnTo>
                    <a:pt x="14903" y="98142"/>
                  </a:lnTo>
                  <a:lnTo>
                    <a:pt x="12785" y="103019"/>
                  </a:lnTo>
                  <a:lnTo>
                    <a:pt x="10823" y="107961"/>
                  </a:lnTo>
                  <a:lnTo>
                    <a:pt x="9019" y="112963"/>
                  </a:lnTo>
                  <a:lnTo>
                    <a:pt x="7375" y="118020"/>
                  </a:lnTo>
                  <a:lnTo>
                    <a:pt x="5893" y="123126"/>
                  </a:lnTo>
                  <a:lnTo>
                    <a:pt x="4574" y="128277"/>
                  </a:lnTo>
                  <a:lnTo>
                    <a:pt x="3419" y="133468"/>
                  </a:lnTo>
                  <a:lnTo>
                    <a:pt x="2430" y="138692"/>
                  </a:lnTo>
                  <a:lnTo>
                    <a:pt x="1608" y="143946"/>
                  </a:lnTo>
                  <a:lnTo>
                    <a:pt x="953" y="149223"/>
                  </a:lnTo>
                  <a:lnTo>
                    <a:pt x="466" y="154518"/>
                  </a:lnTo>
                  <a:lnTo>
                    <a:pt x="149" y="159825"/>
                  </a:lnTo>
                  <a:lnTo>
                    <a:pt x="0" y="165141"/>
                  </a:lnTo>
                  <a:lnTo>
                    <a:pt x="20" y="170458"/>
                  </a:lnTo>
                  <a:lnTo>
                    <a:pt x="209" y="175772"/>
                  </a:lnTo>
                  <a:lnTo>
                    <a:pt x="567" y="181077"/>
                  </a:lnTo>
                  <a:lnTo>
                    <a:pt x="1094" y="186368"/>
                  </a:lnTo>
                  <a:lnTo>
                    <a:pt x="1788" y="191640"/>
                  </a:lnTo>
                  <a:lnTo>
                    <a:pt x="2650" y="196887"/>
                  </a:lnTo>
                  <a:lnTo>
                    <a:pt x="3679" y="202104"/>
                  </a:lnTo>
                  <a:lnTo>
                    <a:pt x="4873" y="207285"/>
                  </a:lnTo>
                  <a:lnTo>
                    <a:pt x="6231" y="212426"/>
                  </a:lnTo>
                  <a:lnTo>
                    <a:pt x="7752" y="217522"/>
                  </a:lnTo>
                  <a:lnTo>
                    <a:pt x="9434" y="222566"/>
                  </a:lnTo>
                  <a:lnTo>
                    <a:pt x="11275" y="227554"/>
                  </a:lnTo>
                  <a:lnTo>
                    <a:pt x="13275" y="232481"/>
                  </a:lnTo>
                  <a:lnTo>
                    <a:pt x="15430" y="237342"/>
                  </a:lnTo>
                  <a:lnTo>
                    <a:pt x="17739" y="242132"/>
                  </a:lnTo>
                  <a:lnTo>
                    <a:pt x="20198" y="246846"/>
                  </a:lnTo>
                  <a:lnTo>
                    <a:pt x="22807" y="251480"/>
                  </a:lnTo>
                  <a:lnTo>
                    <a:pt x="25561" y="256028"/>
                  </a:lnTo>
                  <a:lnTo>
                    <a:pt x="28459" y="260486"/>
                  </a:lnTo>
                  <a:lnTo>
                    <a:pt x="31497" y="264850"/>
                  </a:lnTo>
                  <a:lnTo>
                    <a:pt x="34673" y="269115"/>
                  </a:lnTo>
                  <a:lnTo>
                    <a:pt x="37982" y="273277"/>
                  </a:lnTo>
                  <a:lnTo>
                    <a:pt x="41422" y="277332"/>
                  </a:lnTo>
                  <a:lnTo>
                    <a:pt x="44990" y="281275"/>
                  </a:lnTo>
                  <a:lnTo>
                    <a:pt x="48680" y="285103"/>
                  </a:lnTo>
                  <a:lnTo>
                    <a:pt x="52491" y="288811"/>
                  </a:lnTo>
                  <a:lnTo>
                    <a:pt x="56418" y="292396"/>
                  </a:lnTo>
                  <a:lnTo>
                    <a:pt x="60457" y="295855"/>
                  </a:lnTo>
                  <a:lnTo>
                    <a:pt x="64604" y="299183"/>
                  </a:lnTo>
                  <a:lnTo>
                    <a:pt x="68854" y="302378"/>
                  </a:lnTo>
                  <a:lnTo>
                    <a:pt x="73204" y="305436"/>
                  </a:lnTo>
                  <a:lnTo>
                    <a:pt x="77649" y="308354"/>
                  </a:lnTo>
                  <a:lnTo>
                    <a:pt x="82185" y="311129"/>
                  </a:lnTo>
                  <a:lnTo>
                    <a:pt x="86807" y="313759"/>
                  </a:lnTo>
                  <a:lnTo>
                    <a:pt x="91509" y="316240"/>
                  </a:lnTo>
                  <a:lnTo>
                    <a:pt x="96289" y="318570"/>
                  </a:lnTo>
                  <a:lnTo>
                    <a:pt x="101140" y="320748"/>
                  </a:lnTo>
                  <a:lnTo>
                    <a:pt x="106058" y="322769"/>
                  </a:lnTo>
                  <a:lnTo>
                    <a:pt x="111038" y="324634"/>
                  </a:lnTo>
                  <a:lnTo>
                    <a:pt x="116074" y="326339"/>
                  </a:lnTo>
                  <a:lnTo>
                    <a:pt x="121162" y="327883"/>
                  </a:lnTo>
                  <a:lnTo>
                    <a:pt x="126297" y="329264"/>
                  </a:lnTo>
                  <a:lnTo>
                    <a:pt x="131473" y="330482"/>
                  </a:lnTo>
                  <a:lnTo>
                    <a:pt x="136685" y="331534"/>
                  </a:lnTo>
                  <a:lnTo>
                    <a:pt x="141928" y="332420"/>
                  </a:lnTo>
                  <a:lnTo>
                    <a:pt x="147197" y="333139"/>
                  </a:lnTo>
                  <a:lnTo>
                    <a:pt x="152486" y="333690"/>
                  </a:lnTo>
                  <a:lnTo>
                    <a:pt x="157789" y="334072"/>
                  </a:lnTo>
                  <a:lnTo>
                    <a:pt x="163102" y="334285"/>
                  </a:lnTo>
                  <a:lnTo>
                    <a:pt x="168419" y="334330"/>
                  </a:lnTo>
                  <a:lnTo>
                    <a:pt x="173735" y="334205"/>
                  </a:lnTo>
                  <a:lnTo>
                    <a:pt x="179044" y="333911"/>
                  </a:lnTo>
                  <a:lnTo>
                    <a:pt x="184342" y="333449"/>
                  </a:lnTo>
                  <a:lnTo>
                    <a:pt x="189621" y="332818"/>
                  </a:lnTo>
                  <a:lnTo>
                    <a:pt x="194878" y="332019"/>
                  </a:lnTo>
                  <a:lnTo>
                    <a:pt x="200107" y="331054"/>
                  </a:lnTo>
                  <a:lnTo>
                    <a:pt x="205303" y="329923"/>
                  </a:lnTo>
                  <a:lnTo>
                    <a:pt x="210460" y="328628"/>
                  </a:lnTo>
                  <a:lnTo>
                    <a:pt x="215573" y="327169"/>
                  </a:lnTo>
                  <a:lnTo>
                    <a:pt x="220638" y="325548"/>
                  </a:lnTo>
                  <a:lnTo>
                    <a:pt x="225648" y="323767"/>
                  </a:lnTo>
                  <a:lnTo>
                    <a:pt x="230599" y="321827"/>
                  </a:lnTo>
                  <a:lnTo>
                    <a:pt x="235485" y="319731"/>
                  </a:lnTo>
                  <a:lnTo>
                    <a:pt x="240303" y="317481"/>
                  </a:lnTo>
                  <a:lnTo>
                    <a:pt x="245047" y="315078"/>
                  </a:lnTo>
                  <a:lnTo>
                    <a:pt x="249712" y="312526"/>
                  </a:lnTo>
                  <a:lnTo>
                    <a:pt x="254293" y="309827"/>
                  </a:lnTo>
                  <a:lnTo>
                    <a:pt x="258786" y="306983"/>
                  </a:lnTo>
                  <a:lnTo>
                    <a:pt x="263186" y="303998"/>
                  </a:lnTo>
                  <a:lnTo>
                    <a:pt x="267490" y="300875"/>
                  </a:lnTo>
                  <a:lnTo>
                    <a:pt x="271691" y="297616"/>
                  </a:lnTo>
                  <a:lnTo>
                    <a:pt x="275787" y="294226"/>
                  </a:lnTo>
                  <a:lnTo>
                    <a:pt x="279773" y="290706"/>
                  </a:lnTo>
                  <a:lnTo>
                    <a:pt x="283645" y="287062"/>
                  </a:lnTo>
                  <a:lnTo>
                    <a:pt x="287400" y="283296"/>
                  </a:lnTo>
                  <a:lnTo>
                    <a:pt x="291032" y="279413"/>
                  </a:lnTo>
                  <a:lnTo>
                    <a:pt x="294540" y="275417"/>
                  </a:lnTo>
                  <a:lnTo>
                    <a:pt x="297918" y="271311"/>
                  </a:lnTo>
                  <a:lnTo>
                    <a:pt x="301164" y="267099"/>
                  </a:lnTo>
                  <a:lnTo>
                    <a:pt x="304275" y="262786"/>
                  </a:lnTo>
                  <a:lnTo>
                    <a:pt x="307246" y="258377"/>
                  </a:lnTo>
                  <a:lnTo>
                    <a:pt x="310076" y="253875"/>
                  </a:lnTo>
                  <a:lnTo>
                    <a:pt x="312762" y="249286"/>
                  </a:lnTo>
                  <a:lnTo>
                    <a:pt x="315300" y="244614"/>
                  </a:lnTo>
                  <a:lnTo>
                    <a:pt x="317688" y="239863"/>
                  </a:lnTo>
                  <a:lnTo>
                    <a:pt x="319924" y="235038"/>
                  </a:lnTo>
                  <a:lnTo>
                    <a:pt x="322005" y="230145"/>
                  </a:lnTo>
                  <a:lnTo>
                    <a:pt x="323930" y="225189"/>
                  </a:lnTo>
                  <a:lnTo>
                    <a:pt x="325696" y="220173"/>
                  </a:lnTo>
                  <a:lnTo>
                    <a:pt x="327301" y="215104"/>
                  </a:lnTo>
                  <a:lnTo>
                    <a:pt x="328745" y="209986"/>
                  </a:lnTo>
                  <a:lnTo>
                    <a:pt x="330025" y="204825"/>
                  </a:lnTo>
                  <a:lnTo>
                    <a:pt x="331140" y="199626"/>
                  </a:lnTo>
                  <a:lnTo>
                    <a:pt x="332090" y="194395"/>
                  </a:lnTo>
                  <a:lnTo>
                    <a:pt x="332872" y="189135"/>
                  </a:lnTo>
                  <a:lnTo>
                    <a:pt x="333487" y="183853"/>
                  </a:lnTo>
                  <a:lnTo>
                    <a:pt x="333934" y="178555"/>
                  </a:lnTo>
                  <a:lnTo>
                    <a:pt x="334212" y="173245"/>
                  </a:lnTo>
                  <a:lnTo>
                    <a:pt x="334320" y="167929"/>
                  </a:lnTo>
                  <a:lnTo>
                    <a:pt x="334260" y="162612"/>
                  </a:lnTo>
                  <a:lnTo>
                    <a:pt x="334031" y="157299"/>
                  </a:lnTo>
                  <a:lnTo>
                    <a:pt x="333632" y="151997"/>
                  </a:lnTo>
                  <a:lnTo>
                    <a:pt x="333066" y="146710"/>
                  </a:lnTo>
                  <a:lnTo>
                    <a:pt x="332331" y="141444"/>
                  </a:lnTo>
                  <a:lnTo>
                    <a:pt x="331429" y="136203"/>
                  </a:lnTo>
                  <a:lnTo>
                    <a:pt x="330362" y="130994"/>
                  </a:lnTo>
                  <a:lnTo>
                    <a:pt x="329129" y="125822"/>
                  </a:lnTo>
                  <a:lnTo>
                    <a:pt x="327732" y="120691"/>
                  </a:lnTo>
                  <a:lnTo>
                    <a:pt x="326172" y="11560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26802"/>
              <a:ext cx="159017" cy="51559"/>
            </a:xfrm>
            <a:custGeom>
              <a:avLst/>
              <a:pathLst>
                <a:path w="159017" h="51559">
                  <a:moveTo>
                    <a:pt x="159017" y="0"/>
                  </a:moveTo>
                  <a:lnTo>
                    <a:pt x="0" y="515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22443"/>
              <a:ext cx="159017" cy="155918"/>
            </a:xfrm>
            <a:custGeom>
              <a:avLst/>
              <a:pathLst>
                <a:path w="159017" h="155918">
                  <a:moveTo>
                    <a:pt x="159017" y="104359"/>
                  </a:moveTo>
                  <a:lnTo>
                    <a:pt x="157235" y="99156"/>
                  </a:lnTo>
                  <a:lnTo>
                    <a:pt x="155283" y="94015"/>
                  </a:lnTo>
                  <a:lnTo>
                    <a:pt x="153162" y="88940"/>
                  </a:lnTo>
                  <a:lnTo>
                    <a:pt x="150876" y="83938"/>
                  </a:lnTo>
                  <a:lnTo>
                    <a:pt x="148427" y="79014"/>
                  </a:lnTo>
                  <a:lnTo>
                    <a:pt x="145817" y="74173"/>
                  </a:lnTo>
                  <a:lnTo>
                    <a:pt x="143049" y="69421"/>
                  </a:lnTo>
                  <a:lnTo>
                    <a:pt x="140126" y="64762"/>
                  </a:lnTo>
                  <a:lnTo>
                    <a:pt x="137052" y="60202"/>
                  </a:lnTo>
                  <a:lnTo>
                    <a:pt x="133829" y="55746"/>
                  </a:lnTo>
                  <a:lnTo>
                    <a:pt x="130462" y="51397"/>
                  </a:lnTo>
                  <a:lnTo>
                    <a:pt x="126953" y="47163"/>
                  </a:lnTo>
                  <a:lnTo>
                    <a:pt x="123307" y="43045"/>
                  </a:lnTo>
                  <a:lnTo>
                    <a:pt x="119527" y="39050"/>
                  </a:lnTo>
                  <a:lnTo>
                    <a:pt x="115618" y="35182"/>
                  </a:lnTo>
                  <a:lnTo>
                    <a:pt x="111584" y="31444"/>
                  </a:lnTo>
                  <a:lnTo>
                    <a:pt x="107429" y="27841"/>
                  </a:lnTo>
                  <a:lnTo>
                    <a:pt x="103158" y="24376"/>
                  </a:lnTo>
                  <a:lnTo>
                    <a:pt x="98775" y="21054"/>
                  </a:lnTo>
                  <a:lnTo>
                    <a:pt x="94285" y="17878"/>
                  </a:lnTo>
                  <a:lnTo>
                    <a:pt x="89694" y="14851"/>
                  </a:lnTo>
                  <a:lnTo>
                    <a:pt x="85005" y="11977"/>
                  </a:lnTo>
                  <a:lnTo>
                    <a:pt x="80224" y="9259"/>
                  </a:lnTo>
                  <a:lnTo>
                    <a:pt x="75356" y="6699"/>
                  </a:lnTo>
                  <a:lnTo>
                    <a:pt x="70407" y="4301"/>
                  </a:lnTo>
                  <a:lnTo>
                    <a:pt x="65381" y="2067"/>
                  </a:lnTo>
                  <a:lnTo>
                    <a:pt x="60285" y="0"/>
                  </a:lnTo>
                  <a:lnTo>
                    <a:pt x="0" y="1559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60285" cy="167167"/>
            </a:xfrm>
            <a:custGeom>
              <a:avLst/>
              <a:pathLst>
                <a:path w="60285" h="167167">
                  <a:moveTo>
                    <a:pt x="60285" y="11248"/>
                  </a:moveTo>
                  <a:lnTo>
                    <a:pt x="54493" y="9131"/>
                  </a:lnTo>
                  <a:lnTo>
                    <a:pt x="48627" y="7228"/>
                  </a:lnTo>
                  <a:lnTo>
                    <a:pt x="42694" y="5543"/>
                  </a:lnTo>
                  <a:lnTo>
                    <a:pt x="36703" y="4079"/>
                  </a:lnTo>
                  <a:lnTo>
                    <a:pt x="30663" y="2836"/>
                  </a:lnTo>
                  <a:lnTo>
                    <a:pt x="24580" y="1817"/>
                  </a:lnTo>
                  <a:lnTo>
                    <a:pt x="18464" y="1022"/>
                  </a:lnTo>
                  <a:lnTo>
                    <a:pt x="12323" y="454"/>
                  </a:lnTo>
                  <a:lnTo>
                    <a:pt x="6166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358823" y="3429590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5" y="2086"/>
                  </a:lnTo>
                  <a:lnTo>
                    <a:pt x="135617" y="3002"/>
                  </a:lnTo>
                  <a:lnTo>
                    <a:pt x="130440" y="4082"/>
                  </a:lnTo>
                  <a:lnTo>
                    <a:pt x="125300" y="5325"/>
                  </a:lnTo>
                  <a:lnTo>
                    <a:pt x="120202" y="6730"/>
                  </a:lnTo>
                  <a:lnTo>
                    <a:pt x="115151" y="8295"/>
                  </a:lnTo>
                  <a:lnTo>
                    <a:pt x="110152" y="10019"/>
                  </a:lnTo>
                  <a:lnTo>
                    <a:pt x="105209" y="11901"/>
                  </a:lnTo>
                  <a:lnTo>
                    <a:pt x="100329" y="13938"/>
                  </a:lnTo>
                  <a:lnTo>
                    <a:pt x="95516" y="16129"/>
                  </a:lnTo>
                  <a:lnTo>
                    <a:pt x="90775" y="18470"/>
                  </a:lnTo>
                  <a:lnTo>
                    <a:pt x="86110" y="20961"/>
                  </a:lnTo>
                  <a:lnTo>
                    <a:pt x="81526" y="23597"/>
                  </a:lnTo>
                  <a:lnTo>
                    <a:pt x="77027" y="26378"/>
                  </a:lnTo>
                  <a:lnTo>
                    <a:pt x="72619" y="29299"/>
                  </a:lnTo>
                  <a:lnTo>
                    <a:pt x="68306" y="32358"/>
                  </a:lnTo>
                  <a:lnTo>
                    <a:pt x="64091" y="35552"/>
                  </a:lnTo>
                  <a:lnTo>
                    <a:pt x="59980" y="38878"/>
                  </a:lnTo>
                  <a:lnTo>
                    <a:pt x="55976" y="42332"/>
                  </a:lnTo>
                  <a:lnTo>
                    <a:pt x="52083" y="45911"/>
                  </a:lnTo>
                  <a:lnTo>
                    <a:pt x="48305" y="49612"/>
                  </a:lnTo>
                  <a:lnTo>
                    <a:pt x="44646" y="53430"/>
                  </a:lnTo>
                  <a:lnTo>
                    <a:pt x="41110" y="57362"/>
                  </a:lnTo>
                  <a:lnTo>
                    <a:pt x="37700" y="61404"/>
                  </a:lnTo>
                  <a:lnTo>
                    <a:pt x="34420" y="65551"/>
                  </a:lnTo>
                  <a:lnTo>
                    <a:pt x="31272" y="69801"/>
                  </a:lnTo>
                  <a:lnTo>
                    <a:pt x="28260" y="74147"/>
                  </a:lnTo>
                  <a:lnTo>
                    <a:pt x="25387" y="78587"/>
                  </a:lnTo>
                  <a:lnTo>
                    <a:pt x="22657" y="83116"/>
                  </a:lnTo>
                  <a:lnTo>
                    <a:pt x="20070" y="87728"/>
                  </a:lnTo>
                  <a:lnTo>
                    <a:pt x="17631" y="92420"/>
                  </a:lnTo>
                  <a:lnTo>
                    <a:pt x="15342" y="97187"/>
                  </a:lnTo>
                  <a:lnTo>
                    <a:pt x="13204" y="102024"/>
                  </a:lnTo>
                  <a:lnTo>
                    <a:pt x="11221" y="106926"/>
                  </a:lnTo>
                  <a:lnTo>
                    <a:pt x="9394" y="111889"/>
                  </a:lnTo>
                  <a:lnTo>
                    <a:pt x="7724" y="116906"/>
                  </a:lnTo>
                  <a:lnTo>
                    <a:pt x="6214" y="121974"/>
                  </a:lnTo>
                  <a:lnTo>
                    <a:pt x="4865" y="127088"/>
                  </a:lnTo>
                  <a:lnTo>
                    <a:pt x="3679" y="132241"/>
                  </a:lnTo>
                  <a:lnTo>
                    <a:pt x="2656" y="137429"/>
                  </a:lnTo>
                  <a:lnTo>
                    <a:pt x="1797" y="142647"/>
                  </a:lnTo>
                  <a:lnTo>
                    <a:pt x="1105" y="147890"/>
                  </a:lnTo>
                  <a:lnTo>
                    <a:pt x="578" y="153152"/>
                  </a:lnTo>
                  <a:lnTo>
                    <a:pt x="218" y="158428"/>
                  </a:lnTo>
                  <a:lnTo>
                    <a:pt x="25" y="163712"/>
                  </a:lnTo>
                  <a:lnTo>
                    <a:pt x="0" y="169001"/>
                  </a:lnTo>
                  <a:lnTo>
                    <a:pt x="141" y="174287"/>
                  </a:lnTo>
                  <a:lnTo>
                    <a:pt x="450" y="179566"/>
                  </a:lnTo>
                  <a:lnTo>
                    <a:pt x="926" y="184833"/>
                  </a:lnTo>
                  <a:lnTo>
                    <a:pt x="1567" y="190082"/>
                  </a:lnTo>
                  <a:lnTo>
                    <a:pt x="2375" y="195308"/>
                  </a:lnTo>
                  <a:lnTo>
                    <a:pt x="3348" y="200506"/>
                  </a:lnTo>
                  <a:lnTo>
                    <a:pt x="4484" y="205671"/>
                  </a:lnTo>
                  <a:lnTo>
                    <a:pt x="5783" y="210797"/>
                  </a:lnTo>
                  <a:lnTo>
                    <a:pt x="7244" y="215879"/>
                  </a:lnTo>
                  <a:lnTo>
                    <a:pt x="8865" y="220913"/>
                  </a:lnTo>
                  <a:lnTo>
                    <a:pt x="10644" y="225893"/>
                  </a:lnTo>
                  <a:lnTo>
                    <a:pt x="12580" y="230814"/>
                  </a:lnTo>
                  <a:lnTo>
                    <a:pt x="14670" y="235671"/>
                  </a:lnTo>
                  <a:lnTo>
                    <a:pt x="16913" y="240460"/>
                  </a:lnTo>
                  <a:lnTo>
                    <a:pt x="19307" y="245176"/>
                  </a:lnTo>
                  <a:lnTo>
                    <a:pt x="21848" y="249813"/>
                  </a:lnTo>
                  <a:lnTo>
                    <a:pt x="24535" y="254368"/>
                  </a:lnTo>
                  <a:lnTo>
                    <a:pt x="27365" y="258835"/>
                  </a:lnTo>
                  <a:lnTo>
                    <a:pt x="30334" y="263211"/>
                  </a:lnTo>
                  <a:lnTo>
                    <a:pt x="33440" y="267491"/>
                  </a:lnTo>
                  <a:lnTo>
                    <a:pt x="36681" y="271670"/>
                  </a:lnTo>
                  <a:lnTo>
                    <a:pt x="40051" y="275745"/>
                  </a:lnTo>
                  <a:lnTo>
                    <a:pt x="43549" y="279711"/>
                  </a:lnTo>
                  <a:lnTo>
                    <a:pt x="47171" y="283564"/>
                  </a:lnTo>
                  <a:lnTo>
                    <a:pt x="50912" y="287301"/>
                  </a:lnTo>
                  <a:lnTo>
                    <a:pt x="54770" y="290918"/>
                  </a:lnTo>
                  <a:lnTo>
                    <a:pt x="58741" y="294411"/>
                  </a:lnTo>
                  <a:lnTo>
                    <a:pt x="62820" y="297776"/>
                  </a:lnTo>
                  <a:lnTo>
                    <a:pt x="67003" y="301011"/>
                  </a:lnTo>
                  <a:lnTo>
                    <a:pt x="71287" y="304112"/>
                  </a:lnTo>
                  <a:lnTo>
                    <a:pt x="75666" y="307076"/>
                  </a:lnTo>
                  <a:lnTo>
                    <a:pt x="80138" y="309900"/>
                  </a:lnTo>
                  <a:lnTo>
                    <a:pt x="84696" y="312581"/>
                  </a:lnTo>
                  <a:lnTo>
                    <a:pt x="89336" y="315116"/>
                  </a:lnTo>
                  <a:lnTo>
                    <a:pt x="94055" y="317503"/>
                  </a:lnTo>
                  <a:lnTo>
                    <a:pt x="98847" y="319740"/>
                  </a:lnTo>
                  <a:lnTo>
                    <a:pt x="103707" y="321825"/>
                  </a:lnTo>
                  <a:lnTo>
                    <a:pt x="108630" y="323754"/>
                  </a:lnTo>
                  <a:lnTo>
                    <a:pt x="113613" y="325527"/>
                  </a:lnTo>
                  <a:lnTo>
                    <a:pt x="118648" y="327142"/>
                  </a:lnTo>
                  <a:lnTo>
                    <a:pt x="123733" y="328596"/>
                  </a:lnTo>
                  <a:lnTo>
                    <a:pt x="128860" y="329889"/>
                  </a:lnTo>
                  <a:lnTo>
                    <a:pt x="134026" y="331018"/>
                  </a:lnTo>
                  <a:lnTo>
                    <a:pt x="139226" y="331984"/>
                  </a:lnTo>
                  <a:lnTo>
                    <a:pt x="144453" y="332785"/>
                  </a:lnTo>
                  <a:lnTo>
                    <a:pt x="149703" y="333421"/>
                  </a:lnTo>
                  <a:lnTo>
                    <a:pt x="154970" y="333890"/>
                  </a:lnTo>
                  <a:lnTo>
                    <a:pt x="160249" y="334192"/>
                  </a:lnTo>
                  <a:lnTo>
                    <a:pt x="165536" y="334327"/>
                  </a:lnTo>
                  <a:lnTo>
                    <a:pt x="170824" y="334294"/>
                  </a:lnTo>
                  <a:lnTo>
                    <a:pt x="176108" y="334095"/>
                  </a:lnTo>
                  <a:lnTo>
                    <a:pt x="181384" y="333728"/>
                  </a:lnTo>
                  <a:lnTo>
                    <a:pt x="186645" y="333195"/>
                  </a:lnTo>
                  <a:lnTo>
                    <a:pt x="191887" y="332495"/>
                  </a:lnTo>
                  <a:lnTo>
                    <a:pt x="197104" y="331630"/>
                  </a:lnTo>
                  <a:lnTo>
                    <a:pt x="202291" y="330601"/>
                  </a:lnTo>
                  <a:lnTo>
                    <a:pt x="207443" y="329408"/>
                  </a:lnTo>
                  <a:lnTo>
                    <a:pt x="212554" y="328052"/>
                  </a:lnTo>
                  <a:lnTo>
                    <a:pt x="217620" y="326536"/>
                  </a:lnTo>
                  <a:lnTo>
                    <a:pt x="222636" y="324860"/>
                  </a:lnTo>
                  <a:lnTo>
                    <a:pt x="227596" y="323026"/>
                  </a:lnTo>
                  <a:lnTo>
                    <a:pt x="232495" y="321036"/>
                  </a:lnTo>
                  <a:lnTo>
                    <a:pt x="237330" y="318893"/>
                  </a:lnTo>
                  <a:lnTo>
                    <a:pt x="242094" y="316597"/>
                  </a:lnTo>
                  <a:lnTo>
                    <a:pt x="246783" y="314152"/>
                  </a:lnTo>
                  <a:lnTo>
                    <a:pt x="251392" y="311560"/>
                  </a:lnTo>
                  <a:lnTo>
                    <a:pt x="255917" y="308824"/>
                  </a:lnTo>
                  <a:lnTo>
                    <a:pt x="260353" y="305945"/>
                  </a:lnTo>
                  <a:lnTo>
                    <a:pt x="264696" y="302928"/>
                  </a:lnTo>
                  <a:lnTo>
                    <a:pt x="268941" y="299775"/>
                  </a:lnTo>
                  <a:lnTo>
                    <a:pt x="273085" y="296489"/>
                  </a:lnTo>
                  <a:lnTo>
                    <a:pt x="277122" y="293074"/>
                  </a:lnTo>
                  <a:lnTo>
                    <a:pt x="281050" y="289533"/>
                  </a:lnTo>
                  <a:lnTo>
                    <a:pt x="284863" y="285869"/>
                  </a:lnTo>
                  <a:lnTo>
                    <a:pt x="288559" y="282087"/>
                  </a:lnTo>
                  <a:lnTo>
                    <a:pt x="292133" y="278189"/>
                  </a:lnTo>
                  <a:lnTo>
                    <a:pt x="295582" y="274181"/>
                  </a:lnTo>
                  <a:lnTo>
                    <a:pt x="298903" y="270065"/>
                  </a:lnTo>
                  <a:lnTo>
                    <a:pt x="302091" y="265846"/>
                  </a:lnTo>
                  <a:lnTo>
                    <a:pt x="305145" y="261529"/>
                  </a:lnTo>
                  <a:lnTo>
                    <a:pt x="308061" y="257117"/>
                  </a:lnTo>
                  <a:lnTo>
                    <a:pt x="310835" y="252615"/>
                  </a:lnTo>
                  <a:lnTo>
                    <a:pt x="313466" y="248028"/>
                  </a:lnTo>
                  <a:lnTo>
                    <a:pt x="315951" y="243360"/>
                  </a:lnTo>
                  <a:lnTo>
                    <a:pt x="318286" y="238615"/>
                  </a:lnTo>
                  <a:lnTo>
                    <a:pt x="320470" y="233799"/>
                  </a:lnTo>
                  <a:lnTo>
                    <a:pt x="322501" y="228917"/>
                  </a:lnTo>
                  <a:lnTo>
                    <a:pt x="324377" y="223972"/>
                  </a:lnTo>
                  <a:lnTo>
                    <a:pt x="326095" y="218971"/>
                  </a:lnTo>
                  <a:lnTo>
                    <a:pt x="327654" y="213918"/>
                  </a:lnTo>
                  <a:lnTo>
                    <a:pt x="329052" y="208818"/>
                  </a:lnTo>
                  <a:lnTo>
                    <a:pt x="330289" y="203676"/>
                  </a:lnTo>
                  <a:lnTo>
                    <a:pt x="331362" y="198498"/>
                  </a:lnTo>
                  <a:lnTo>
                    <a:pt x="332271" y="193289"/>
                  </a:lnTo>
                  <a:lnTo>
                    <a:pt x="333014" y="188053"/>
                  </a:lnTo>
                  <a:lnTo>
                    <a:pt x="333592" y="182797"/>
                  </a:lnTo>
                  <a:lnTo>
                    <a:pt x="334003" y="177524"/>
                  </a:lnTo>
                  <a:lnTo>
                    <a:pt x="334247" y="172242"/>
                  </a:lnTo>
                  <a:lnTo>
                    <a:pt x="334324" y="166954"/>
                  </a:lnTo>
                  <a:lnTo>
                    <a:pt x="334234" y="161667"/>
                  </a:lnTo>
                  <a:lnTo>
                    <a:pt x="333976" y="156385"/>
                  </a:lnTo>
                  <a:lnTo>
                    <a:pt x="333552" y="151114"/>
                  </a:lnTo>
                  <a:lnTo>
                    <a:pt x="332961" y="145859"/>
                  </a:lnTo>
                  <a:lnTo>
                    <a:pt x="332204" y="140625"/>
                  </a:lnTo>
                  <a:lnTo>
                    <a:pt x="331282" y="135418"/>
                  </a:lnTo>
                  <a:lnTo>
                    <a:pt x="330195" y="130243"/>
                  </a:lnTo>
                  <a:lnTo>
                    <a:pt x="328946" y="125104"/>
                  </a:lnTo>
                  <a:lnTo>
                    <a:pt x="327534" y="120008"/>
                  </a:lnTo>
                  <a:lnTo>
                    <a:pt x="325963" y="114959"/>
                  </a:lnTo>
                  <a:lnTo>
                    <a:pt x="324232" y="109962"/>
                  </a:lnTo>
                  <a:lnTo>
                    <a:pt x="322344" y="105022"/>
                  </a:lnTo>
                  <a:lnTo>
                    <a:pt x="320300" y="100145"/>
                  </a:lnTo>
                  <a:lnTo>
                    <a:pt x="318104" y="95334"/>
                  </a:lnTo>
                  <a:lnTo>
                    <a:pt x="315756" y="90596"/>
                  </a:lnTo>
                  <a:lnTo>
                    <a:pt x="313260" y="85934"/>
                  </a:lnTo>
                  <a:lnTo>
                    <a:pt x="310618" y="81353"/>
                  </a:lnTo>
                  <a:lnTo>
                    <a:pt x="307831" y="76858"/>
                  </a:lnTo>
                  <a:lnTo>
                    <a:pt x="304905" y="72454"/>
                  </a:lnTo>
                  <a:lnTo>
                    <a:pt x="301840" y="68145"/>
                  </a:lnTo>
                  <a:lnTo>
                    <a:pt x="298640" y="63934"/>
                  </a:lnTo>
                  <a:lnTo>
                    <a:pt x="295309" y="59827"/>
                  </a:lnTo>
                  <a:lnTo>
                    <a:pt x="291850" y="55827"/>
                  </a:lnTo>
                  <a:lnTo>
                    <a:pt x="288266" y="51939"/>
                  </a:lnTo>
                  <a:lnTo>
                    <a:pt x="284561" y="48166"/>
                  </a:lnTo>
                  <a:lnTo>
                    <a:pt x="280738" y="44512"/>
                  </a:lnTo>
                  <a:lnTo>
                    <a:pt x="276802" y="40981"/>
                  </a:lnTo>
                  <a:lnTo>
                    <a:pt x="272755" y="37576"/>
                  </a:lnTo>
                  <a:lnTo>
                    <a:pt x="268604" y="34300"/>
                  </a:lnTo>
                  <a:lnTo>
                    <a:pt x="264350" y="31158"/>
                  </a:lnTo>
                  <a:lnTo>
                    <a:pt x="260000" y="28152"/>
                  </a:lnTo>
                  <a:lnTo>
                    <a:pt x="255556" y="25285"/>
                  </a:lnTo>
                  <a:lnTo>
                    <a:pt x="251024" y="2256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52150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45699"/>
              <a:ext cx="83867" cy="151058"/>
            </a:xfrm>
            <a:custGeom>
              <a:avLst/>
              <a:pathLst>
                <a:path w="83867" h="151058">
                  <a:moveTo>
                    <a:pt x="83867" y="6451"/>
                  </a:moveTo>
                  <a:lnTo>
                    <a:pt x="71597" y="0"/>
                  </a:lnTo>
                  <a:lnTo>
                    <a:pt x="0" y="151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71597" cy="167167"/>
            </a:xfrm>
            <a:custGeom>
              <a:avLst/>
              <a:pathLst>
                <a:path w="71597" h="167167">
                  <a:moveTo>
                    <a:pt x="71597" y="16108"/>
                  </a:move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478582" y="3934012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711632" y="439726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07" y="4794382"/>
              <a:ext cx="167159" cy="195640"/>
            </a:xfrm>
            <a:custGeom>
              <a:avLst/>
              <a:pathLst>
                <a:path w="167159" h="195640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8" y="1389"/>
                  </a:lnTo>
                  <a:lnTo>
                    <a:pt x="140313" y="2169"/>
                  </a:lnTo>
                  <a:lnTo>
                    <a:pt x="135005" y="3121"/>
                  </a:lnTo>
                  <a:lnTo>
                    <a:pt x="129731" y="4243"/>
                  </a:lnTo>
                  <a:lnTo>
                    <a:pt x="124495" y="5535"/>
                  </a:lnTo>
                  <a:lnTo>
                    <a:pt x="119305" y="6995"/>
                  </a:lnTo>
                  <a:lnTo>
                    <a:pt x="114163" y="8622"/>
                  </a:lnTo>
                  <a:lnTo>
                    <a:pt x="109078" y="10414"/>
                  </a:lnTo>
                  <a:lnTo>
                    <a:pt x="104052" y="12369"/>
                  </a:lnTo>
                  <a:lnTo>
                    <a:pt x="99092" y="14485"/>
                  </a:lnTo>
                  <a:lnTo>
                    <a:pt x="94203" y="16759"/>
                  </a:lnTo>
                  <a:lnTo>
                    <a:pt x="89390" y="19191"/>
                  </a:lnTo>
                  <a:lnTo>
                    <a:pt x="84658" y="21776"/>
                  </a:lnTo>
                  <a:lnTo>
                    <a:pt x="80011" y="24512"/>
                  </a:lnTo>
                  <a:lnTo>
                    <a:pt x="75456" y="27397"/>
                  </a:lnTo>
                  <a:lnTo>
                    <a:pt x="70995" y="30428"/>
                  </a:lnTo>
                  <a:lnTo>
                    <a:pt x="66635" y="33601"/>
                  </a:lnTo>
                  <a:lnTo>
                    <a:pt x="62380" y="36912"/>
                  </a:lnTo>
                  <a:lnTo>
                    <a:pt x="58233" y="40359"/>
                  </a:lnTo>
                  <a:lnTo>
                    <a:pt x="54200" y="43939"/>
                  </a:lnTo>
                  <a:lnTo>
                    <a:pt x="50284" y="47646"/>
                  </a:lnTo>
                  <a:lnTo>
                    <a:pt x="46490" y="51478"/>
                  </a:lnTo>
                  <a:lnTo>
                    <a:pt x="42822" y="55430"/>
                  </a:lnTo>
                  <a:lnTo>
                    <a:pt x="39282" y="59498"/>
                  </a:lnTo>
                  <a:lnTo>
                    <a:pt x="35876" y="63679"/>
                  </a:lnTo>
                  <a:lnTo>
                    <a:pt x="32607" y="67967"/>
                  </a:lnTo>
                  <a:lnTo>
                    <a:pt x="29477" y="72358"/>
                  </a:lnTo>
                  <a:lnTo>
                    <a:pt x="26491" y="76848"/>
                  </a:lnTo>
                  <a:lnTo>
                    <a:pt x="23651" y="81432"/>
                  </a:lnTo>
                  <a:lnTo>
                    <a:pt x="20961" y="86105"/>
                  </a:lnTo>
                  <a:lnTo>
                    <a:pt x="18422" y="90862"/>
                  </a:lnTo>
                  <a:lnTo>
                    <a:pt x="16039" y="95699"/>
                  </a:lnTo>
                  <a:lnTo>
                    <a:pt x="13812" y="100611"/>
                  </a:lnTo>
                  <a:lnTo>
                    <a:pt x="11745" y="105591"/>
                  </a:lnTo>
                  <a:lnTo>
                    <a:pt x="9840" y="110636"/>
                  </a:lnTo>
                  <a:lnTo>
                    <a:pt x="8099" y="115739"/>
                  </a:lnTo>
                  <a:lnTo>
                    <a:pt x="6523" y="120896"/>
                  </a:lnTo>
                  <a:lnTo>
                    <a:pt x="5114" y="126101"/>
                  </a:lnTo>
                  <a:lnTo>
                    <a:pt x="3874" y="131349"/>
                  </a:lnTo>
                  <a:lnTo>
                    <a:pt x="2803" y="136634"/>
                  </a:lnTo>
                  <a:lnTo>
                    <a:pt x="1904" y="141951"/>
                  </a:lnTo>
                  <a:lnTo>
                    <a:pt x="1177" y="147294"/>
                  </a:lnTo>
                  <a:lnTo>
                    <a:pt x="622" y="152657"/>
                  </a:lnTo>
                  <a:lnTo>
                    <a:pt x="241" y="158036"/>
                  </a:lnTo>
                  <a:lnTo>
                    <a:pt x="33" y="163425"/>
                  </a:lnTo>
                  <a:lnTo>
                    <a:pt x="0" y="168817"/>
                  </a:lnTo>
                  <a:lnTo>
                    <a:pt x="140" y="174207"/>
                  </a:lnTo>
                  <a:lnTo>
                    <a:pt x="454" y="179591"/>
                  </a:lnTo>
                  <a:lnTo>
                    <a:pt x="941" y="184961"/>
                  </a:lnTo>
                  <a:lnTo>
                    <a:pt x="1601" y="190313"/>
                  </a:lnTo>
                  <a:lnTo>
                    <a:pt x="2434" y="19564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7842" y="4961550"/>
              <a:ext cx="164724" cy="28473"/>
            </a:xfrm>
            <a:custGeom>
              <a:avLst/>
              <a:pathLst>
                <a:path w="164724" h="28473">
                  <a:moveTo>
                    <a:pt x="0" y="28473"/>
                  </a:moveTo>
                  <a:lnTo>
                    <a:pt x="16472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7842" y="4961550"/>
              <a:ext cx="164724" cy="51165"/>
            </a:xfrm>
            <a:custGeom>
              <a:avLst/>
              <a:pathLst>
                <a:path w="164724" h="51165">
                  <a:moveTo>
                    <a:pt x="0" y="28473"/>
                  </a:moveTo>
                  <a:lnTo>
                    <a:pt x="1506" y="36121"/>
                  </a:lnTo>
                  <a:lnTo>
                    <a:pt x="3367" y="43690"/>
                  </a:lnTo>
                  <a:lnTo>
                    <a:pt x="5579" y="51165"/>
                  </a:lnTo>
                  <a:lnTo>
                    <a:pt x="16472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53421" y="4794382"/>
              <a:ext cx="326299" cy="334330"/>
            </a:xfrm>
            <a:custGeom>
              <a:avLst/>
              <a:pathLst>
                <a:path w="326299" h="334330">
                  <a:moveTo>
                    <a:pt x="0" y="218332"/>
                  </a:moveTo>
                  <a:lnTo>
                    <a:pt x="1699" y="223345"/>
                  </a:lnTo>
                  <a:lnTo>
                    <a:pt x="3557" y="228301"/>
                  </a:lnTo>
                  <a:lnTo>
                    <a:pt x="5570" y="233196"/>
                  </a:lnTo>
                  <a:lnTo>
                    <a:pt x="7737" y="238025"/>
                  </a:lnTo>
                  <a:lnTo>
                    <a:pt x="10057" y="242783"/>
                  </a:lnTo>
                  <a:lnTo>
                    <a:pt x="12525" y="247465"/>
                  </a:lnTo>
                  <a:lnTo>
                    <a:pt x="15141" y="252067"/>
                  </a:lnTo>
                  <a:lnTo>
                    <a:pt x="17901" y="256583"/>
                  </a:lnTo>
                  <a:lnTo>
                    <a:pt x="20803" y="261010"/>
                  </a:lnTo>
                  <a:lnTo>
                    <a:pt x="23843" y="265343"/>
                  </a:lnTo>
                  <a:lnTo>
                    <a:pt x="27019" y="269577"/>
                  </a:lnTo>
                  <a:lnTo>
                    <a:pt x="30327" y="273709"/>
                  </a:lnTo>
                  <a:lnTo>
                    <a:pt x="33765" y="277733"/>
                  </a:lnTo>
                  <a:lnTo>
                    <a:pt x="37328" y="281647"/>
                  </a:lnTo>
                  <a:lnTo>
                    <a:pt x="41013" y="285447"/>
                  </a:lnTo>
                  <a:lnTo>
                    <a:pt x="44817" y="289127"/>
                  </a:lnTo>
                  <a:lnTo>
                    <a:pt x="48736" y="292685"/>
                  </a:lnTo>
                  <a:lnTo>
                    <a:pt x="52765" y="296118"/>
                  </a:lnTo>
                  <a:lnTo>
                    <a:pt x="56901" y="299421"/>
                  </a:lnTo>
                  <a:lnTo>
                    <a:pt x="61139" y="302592"/>
                  </a:lnTo>
                  <a:lnTo>
                    <a:pt x="65475" y="305627"/>
                  </a:lnTo>
                  <a:lnTo>
                    <a:pt x="69906" y="308523"/>
                  </a:lnTo>
                  <a:lnTo>
                    <a:pt x="74426" y="311277"/>
                  </a:lnTo>
                  <a:lnTo>
                    <a:pt x="79031" y="313887"/>
                  </a:lnTo>
                  <a:lnTo>
                    <a:pt x="83716" y="316350"/>
                  </a:lnTo>
                  <a:lnTo>
                    <a:pt x="88477" y="318663"/>
                  </a:lnTo>
                  <a:lnTo>
                    <a:pt x="93308" y="320824"/>
                  </a:lnTo>
                  <a:lnTo>
                    <a:pt x="98206" y="322831"/>
                  </a:lnTo>
                  <a:lnTo>
                    <a:pt x="103164" y="324683"/>
                  </a:lnTo>
                  <a:lnTo>
                    <a:pt x="108179" y="326376"/>
                  </a:lnTo>
                  <a:lnTo>
                    <a:pt x="113245" y="327910"/>
                  </a:lnTo>
                  <a:lnTo>
                    <a:pt x="118357" y="329282"/>
                  </a:lnTo>
                  <a:lnTo>
                    <a:pt x="123510" y="330492"/>
                  </a:lnTo>
                  <a:lnTo>
                    <a:pt x="128699" y="331539"/>
                  </a:lnTo>
                  <a:lnTo>
                    <a:pt x="133918" y="332420"/>
                  </a:lnTo>
                  <a:lnTo>
                    <a:pt x="139162" y="333136"/>
                  </a:lnTo>
                  <a:lnTo>
                    <a:pt x="144426" y="333685"/>
                  </a:lnTo>
                  <a:lnTo>
                    <a:pt x="149706" y="334068"/>
                  </a:lnTo>
                  <a:lnTo>
                    <a:pt x="154994" y="334283"/>
                  </a:lnTo>
                  <a:lnTo>
                    <a:pt x="160287" y="334330"/>
                  </a:lnTo>
                  <a:lnTo>
                    <a:pt x="165579" y="334211"/>
                  </a:lnTo>
                  <a:lnTo>
                    <a:pt x="170864" y="333923"/>
                  </a:lnTo>
                  <a:lnTo>
                    <a:pt x="176137" y="333468"/>
                  </a:lnTo>
                  <a:lnTo>
                    <a:pt x="181394" y="332847"/>
                  </a:lnTo>
                  <a:lnTo>
                    <a:pt x="186628" y="332060"/>
                  </a:lnTo>
                  <a:lnTo>
                    <a:pt x="191834" y="331107"/>
                  </a:lnTo>
                  <a:lnTo>
                    <a:pt x="197008" y="329990"/>
                  </a:lnTo>
                  <a:lnTo>
                    <a:pt x="202144" y="328709"/>
                  </a:lnTo>
                  <a:lnTo>
                    <a:pt x="207237" y="327267"/>
                  </a:lnTo>
                  <a:lnTo>
                    <a:pt x="212281" y="325664"/>
                  </a:lnTo>
                  <a:lnTo>
                    <a:pt x="217272" y="323903"/>
                  </a:lnTo>
                  <a:lnTo>
                    <a:pt x="222205" y="321984"/>
                  </a:lnTo>
                  <a:lnTo>
                    <a:pt x="227075" y="319910"/>
                  </a:lnTo>
                  <a:lnTo>
                    <a:pt x="231877" y="317683"/>
                  </a:lnTo>
                  <a:lnTo>
                    <a:pt x="236605" y="315304"/>
                  </a:lnTo>
                  <a:lnTo>
                    <a:pt x="241256" y="312778"/>
                  </a:lnTo>
                  <a:lnTo>
                    <a:pt x="245825" y="310105"/>
                  </a:lnTo>
                  <a:lnTo>
                    <a:pt x="250307" y="307289"/>
                  </a:lnTo>
                  <a:lnTo>
                    <a:pt x="254697" y="304333"/>
                  </a:lnTo>
                  <a:lnTo>
                    <a:pt x="258992" y="301239"/>
                  </a:lnTo>
                  <a:lnTo>
                    <a:pt x="263187" y="298011"/>
                  </a:lnTo>
                  <a:lnTo>
                    <a:pt x="267277" y="294652"/>
                  </a:lnTo>
                  <a:lnTo>
                    <a:pt x="271259" y="291164"/>
                  </a:lnTo>
                  <a:lnTo>
                    <a:pt x="275128" y="287553"/>
                  </a:lnTo>
                  <a:lnTo>
                    <a:pt x="278881" y="283820"/>
                  </a:lnTo>
                  <a:lnTo>
                    <a:pt x="282514" y="279971"/>
                  </a:lnTo>
                  <a:lnTo>
                    <a:pt x="286024" y="276009"/>
                  </a:lnTo>
                  <a:lnTo>
                    <a:pt x="289406" y="271937"/>
                  </a:lnTo>
                  <a:lnTo>
                    <a:pt x="292658" y="267761"/>
                  </a:lnTo>
                  <a:lnTo>
                    <a:pt x="295775" y="263484"/>
                  </a:lnTo>
                  <a:lnTo>
                    <a:pt x="298756" y="259110"/>
                  </a:lnTo>
                  <a:lnTo>
                    <a:pt x="301597" y="254644"/>
                  </a:lnTo>
                  <a:lnTo>
                    <a:pt x="304295" y="250090"/>
                  </a:lnTo>
                  <a:lnTo>
                    <a:pt x="306847" y="245453"/>
                  </a:lnTo>
                  <a:lnTo>
                    <a:pt x="309252" y="240738"/>
                  </a:lnTo>
                  <a:lnTo>
                    <a:pt x="311506" y="235949"/>
                  </a:lnTo>
                  <a:lnTo>
                    <a:pt x="313607" y="231091"/>
                  </a:lnTo>
                  <a:lnTo>
                    <a:pt x="315553" y="226168"/>
                  </a:lnTo>
                  <a:lnTo>
                    <a:pt x="317343" y="221187"/>
                  </a:lnTo>
                  <a:lnTo>
                    <a:pt x="318974" y="216152"/>
                  </a:lnTo>
                  <a:lnTo>
                    <a:pt x="320444" y="211067"/>
                  </a:lnTo>
                  <a:lnTo>
                    <a:pt x="321753" y="205938"/>
                  </a:lnTo>
                  <a:lnTo>
                    <a:pt x="322899" y="200771"/>
                  </a:lnTo>
                  <a:lnTo>
                    <a:pt x="323881" y="195570"/>
                  </a:lnTo>
                  <a:lnTo>
                    <a:pt x="324698" y="190340"/>
                  </a:lnTo>
                  <a:lnTo>
                    <a:pt x="325348" y="185087"/>
                  </a:lnTo>
                  <a:lnTo>
                    <a:pt x="325832" y="179817"/>
                  </a:lnTo>
                  <a:lnTo>
                    <a:pt x="326149" y="174533"/>
                  </a:lnTo>
                  <a:lnTo>
                    <a:pt x="326299" y="169242"/>
                  </a:lnTo>
                  <a:lnTo>
                    <a:pt x="326281" y="163949"/>
                  </a:lnTo>
                  <a:lnTo>
                    <a:pt x="326095" y="158659"/>
                  </a:lnTo>
                  <a:lnTo>
                    <a:pt x="325742" y="153378"/>
                  </a:lnTo>
                  <a:lnTo>
                    <a:pt x="325222" y="148111"/>
                  </a:lnTo>
                  <a:lnTo>
                    <a:pt x="324536" y="142862"/>
                  </a:lnTo>
                  <a:lnTo>
                    <a:pt x="323683" y="137639"/>
                  </a:lnTo>
                  <a:lnTo>
                    <a:pt x="322666" y="132444"/>
                  </a:lnTo>
                  <a:lnTo>
                    <a:pt x="321485" y="127285"/>
                  </a:lnTo>
                  <a:lnTo>
                    <a:pt x="320141" y="122165"/>
                  </a:lnTo>
                  <a:lnTo>
                    <a:pt x="318635" y="117091"/>
                  </a:lnTo>
                  <a:lnTo>
                    <a:pt x="316970" y="112067"/>
                  </a:lnTo>
                  <a:lnTo>
                    <a:pt x="315146" y="107098"/>
                  </a:lnTo>
                  <a:lnTo>
                    <a:pt x="313166" y="102189"/>
                  </a:lnTo>
                  <a:lnTo>
                    <a:pt x="311032" y="97345"/>
                  </a:lnTo>
                  <a:lnTo>
                    <a:pt x="308745" y="92572"/>
                  </a:lnTo>
                  <a:lnTo>
                    <a:pt x="306309" y="87873"/>
                  </a:lnTo>
                  <a:lnTo>
                    <a:pt x="303725" y="83254"/>
                  </a:lnTo>
                  <a:lnTo>
                    <a:pt x="300996" y="78718"/>
                  </a:lnTo>
                  <a:lnTo>
                    <a:pt x="298124" y="74272"/>
                  </a:lnTo>
                  <a:lnTo>
                    <a:pt x="295114" y="69918"/>
                  </a:lnTo>
                  <a:lnTo>
                    <a:pt x="291967" y="65663"/>
                  </a:lnTo>
                  <a:lnTo>
                    <a:pt x="288687" y="61508"/>
                  </a:lnTo>
                  <a:lnTo>
                    <a:pt x="285277" y="57460"/>
                  </a:lnTo>
                  <a:lnTo>
                    <a:pt x="281740" y="53522"/>
                  </a:lnTo>
                  <a:lnTo>
                    <a:pt x="278081" y="49698"/>
                  </a:lnTo>
                  <a:lnTo>
                    <a:pt x="274302" y="45991"/>
                  </a:lnTo>
                  <a:lnTo>
                    <a:pt x="270408" y="42406"/>
                  </a:lnTo>
                  <a:lnTo>
                    <a:pt x="266403" y="38946"/>
                  </a:lnTo>
                  <a:lnTo>
                    <a:pt x="262290" y="35615"/>
                  </a:lnTo>
                  <a:lnTo>
                    <a:pt x="258073" y="32415"/>
                  </a:lnTo>
                  <a:lnTo>
                    <a:pt x="253758" y="29351"/>
                  </a:lnTo>
                  <a:lnTo>
                    <a:pt x="249347" y="26425"/>
                  </a:lnTo>
                  <a:lnTo>
                    <a:pt x="244846" y="23639"/>
                  </a:lnTo>
                  <a:lnTo>
                    <a:pt x="240259" y="20998"/>
                  </a:lnTo>
                  <a:lnTo>
                    <a:pt x="235591" y="18503"/>
                  </a:lnTo>
                  <a:lnTo>
                    <a:pt x="230846" y="16158"/>
                  </a:lnTo>
                  <a:lnTo>
                    <a:pt x="226029" y="13963"/>
                  </a:lnTo>
                  <a:lnTo>
                    <a:pt x="221146" y="11923"/>
                  </a:lnTo>
                  <a:lnTo>
                    <a:pt x="216200" y="10038"/>
                  </a:lnTo>
                  <a:lnTo>
                    <a:pt x="211196" y="8310"/>
                  </a:lnTo>
                  <a:lnTo>
                    <a:pt x="206141" y="6742"/>
                  </a:lnTo>
                  <a:lnTo>
                    <a:pt x="201039" y="5334"/>
                  </a:lnTo>
                  <a:lnTo>
                    <a:pt x="195894" y="4089"/>
                  </a:lnTo>
                  <a:lnTo>
                    <a:pt x="190713" y="3007"/>
                  </a:lnTo>
                  <a:lnTo>
                    <a:pt x="185500" y="2090"/>
                  </a:lnTo>
                  <a:lnTo>
                    <a:pt x="180261" y="1339"/>
                  </a:lnTo>
                  <a:lnTo>
                    <a:pt x="175000" y="753"/>
                  </a:lnTo>
                  <a:lnTo>
                    <a:pt x="169724" y="335"/>
                  </a:lnTo>
                  <a:lnTo>
                    <a:pt x="164437" y="83"/>
                  </a:lnTo>
                  <a:lnTo>
                    <a:pt x="159144" y="0"/>
                  </a:lnTo>
                  <a:lnTo>
                    <a:pt x="15914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398" y="5103947"/>
              <a:ext cx="2690" cy="167167"/>
            </a:xfrm>
            <a:custGeom>
              <a:avLst/>
              <a:pathLst>
                <a:path w="2690" h="167167">
                  <a:moveTo>
                    <a:pt x="2690" y="0"/>
                  </a:moveTo>
                  <a:lnTo>
                    <a:pt x="0" y="21"/>
                  </a:lnTo>
                  <a:lnTo>
                    <a:pt x="26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6398" y="5103968"/>
              <a:ext cx="2690" cy="167145"/>
            </a:xfrm>
            <a:custGeom>
              <a:avLst/>
              <a:pathLst>
                <a:path w="2690" h="167145">
                  <a:moveTo>
                    <a:pt x="0" y="0"/>
                  </a:moveTo>
                  <a:lnTo>
                    <a:pt x="269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461921" y="5103968"/>
              <a:ext cx="334330" cy="334302"/>
            </a:xfrm>
            <a:custGeom>
              <a:avLst/>
              <a:pathLst>
                <a:path w="334330" h="334302">
                  <a:moveTo>
                    <a:pt x="164476" y="0"/>
                  </a:moveTo>
                  <a:lnTo>
                    <a:pt x="159182" y="169"/>
                  </a:lnTo>
                  <a:lnTo>
                    <a:pt x="153896" y="505"/>
                  </a:lnTo>
                  <a:lnTo>
                    <a:pt x="148623" y="1010"/>
                  </a:lnTo>
                  <a:lnTo>
                    <a:pt x="143369" y="1680"/>
                  </a:lnTo>
                  <a:lnTo>
                    <a:pt x="138138" y="2517"/>
                  </a:lnTo>
                  <a:lnTo>
                    <a:pt x="132937" y="3520"/>
                  </a:lnTo>
                  <a:lnTo>
                    <a:pt x="127770" y="4686"/>
                  </a:lnTo>
                  <a:lnTo>
                    <a:pt x="122643" y="6016"/>
                  </a:lnTo>
                  <a:lnTo>
                    <a:pt x="117560" y="7508"/>
                  </a:lnTo>
                  <a:lnTo>
                    <a:pt x="112528" y="9159"/>
                  </a:lnTo>
                  <a:lnTo>
                    <a:pt x="107550" y="10970"/>
                  </a:lnTo>
                  <a:lnTo>
                    <a:pt x="102632" y="12937"/>
                  </a:lnTo>
                  <a:lnTo>
                    <a:pt x="97778" y="15059"/>
                  </a:lnTo>
                  <a:lnTo>
                    <a:pt x="92995" y="17334"/>
                  </a:lnTo>
                  <a:lnTo>
                    <a:pt x="88286" y="19759"/>
                  </a:lnTo>
                  <a:lnTo>
                    <a:pt x="83656" y="22332"/>
                  </a:lnTo>
                  <a:lnTo>
                    <a:pt x="79110" y="25051"/>
                  </a:lnTo>
                  <a:lnTo>
                    <a:pt x="74652" y="27912"/>
                  </a:lnTo>
                  <a:lnTo>
                    <a:pt x="70287" y="30913"/>
                  </a:lnTo>
                  <a:lnTo>
                    <a:pt x="66020" y="34050"/>
                  </a:lnTo>
                  <a:lnTo>
                    <a:pt x="61854" y="37322"/>
                  </a:lnTo>
                  <a:lnTo>
                    <a:pt x="57793" y="40723"/>
                  </a:lnTo>
                  <a:lnTo>
                    <a:pt x="53843" y="44252"/>
                  </a:lnTo>
                  <a:lnTo>
                    <a:pt x="50006" y="47904"/>
                  </a:lnTo>
                  <a:lnTo>
                    <a:pt x="46287" y="51676"/>
                  </a:lnTo>
                  <a:lnTo>
                    <a:pt x="42690" y="55564"/>
                  </a:lnTo>
                  <a:lnTo>
                    <a:pt x="39217" y="59563"/>
                  </a:lnTo>
                  <a:lnTo>
                    <a:pt x="35873" y="63671"/>
                  </a:lnTo>
                  <a:lnTo>
                    <a:pt x="32660" y="67883"/>
                  </a:lnTo>
                  <a:lnTo>
                    <a:pt x="29583" y="72194"/>
                  </a:lnTo>
                  <a:lnTo>
                    <a:pt x="26644" y="76601"/>
                  </a:lnTo>
                  <a:lnTo>
                    <a:pt x="23846" y="81098"/>
                  </a:lnTo>
                  <a:lnTo>
                    <a:pt x="21192" y="85682"/>
                  </a:lnTo>
                  <a:lnTo>
                    <a:pt x="18684" y="90348"/>
                  </a:lnTo>
                  <a:lnTo>
                    <a:pt x="16325" y="95091"/>
                  </a:lnTo>
                  <a:lnTo>
                    <a:pt x="14118" y="99906"/>
                  </a:lnTo>
                  <a:lnTo>
                    <a:pt x="12065" y="104788"/>
                  </a:lnTo>
                  <a:lnTo>
                    <a:pt x="10167" y="109734"/>
                  </a:lnTo>
                  <a:lnTo>
                    <a:pt x="8427" y="114737"/>
                  </a:lnTo>
                  <a:lnTo>
                    <a:pt x="6846" y="119792"/>
                  </a:lnTo>
                  <a:lnTo>
                    <a:pt x="5426" y="124895"/>
                  </a:lnTo>
                  <a:lnTo>
                    <a:pt x="4169" y="130041"/>
                  </a:lnTo>
                  <a:lnTo>
                    <a:pt x="3075" y="135223"/>
                  </a:lnTo>
                  <a:lnTo>
                    <a:pt x="2146" y="140438"/>
                  </a:lnTo>
                  <a:lnTo>
                    <a:pt x="1383" y="145680"/>
                  </a:lnTo>
                  <a:lnTo>
                    <a:pt x="786" y="150943"/>
                  </a:lnTo>
                  <a:lnTo>
                    <a:pt x="356" y="156223"/>
                  </a:lnTo>
                  <a:lnTo>
                    <a:pt x="94" y="161513"/>
                  </a:lnTo>
                  <a:lnTo>
                    <a:pt x="0" y="166809"/>
                  </a:lnTo>
                  <a:lnTo>
                    <a:pt x="73" y="172105"/>
                  </a:lnTo>
                  <a:lnTo>
                    <a:pt x="314" y="177397"/>
                  </a:lnTo>
                  <a:lnTo>
                    <a:pt x="722" y="182678"/>
                  </a:lnTo>
                  <a:lnTo>
                    <a:pt x="1298" y="187943"/>
                  </a:lnTo>
                  <a:lnTo>
                    <a:pt x="2040" y="193188"/>
                  </a:lnTo>
                  <a:lnTo>
                    <a:pt x="2948" y="198407"/>
                  </a:lnTo>
                  <a:lnTo>
                    <a:pt x="4021" y="203594"/>
                  </a:lnTo>
                  <a:lnTo>
                    <a:pt x="5258" y="208744"/>
                  </a:lnTo>
                  <a:lnTo>
                    <a:pt x="6657" y="213853"/>
                  </a:lnTo>
                  <a:lnTo>
                    <a:pt x="8217" y="218915"/>
                  </a:lnTo>
                  <a:lnTo>
                    <a:pt x="9937" y="223925"/>
                  </a:lnTo>
                  <a:lnTo>
                    <a:pt x="11815" y="228878"/>
                  </a:lnTo>
                  <a:lnTo>
                    <a:pt x="13849" y="233768"/>
                  </a:lnTo>
                  <a:lnTo>
                    <a:pt x="16037" y="238592"/>
                  </a:lnTo>
                  <a:lnTo>
                    <a:pt x="18376" y="243345"/>
                  </a:lnTo>
                  <a:lnTo>
                    <a:pt x="20865" y="248021"/>
                  </a:lnTo>
                  <a:lnTo>
                    <a:pt x="23501" y="252615"/>
                  </a:lnTo>
                  <a:lnTo>
                    <a:pt x="26281" y="257124"/>
                  </a:lnTo>
                  <a:lnTo>
                    <a:pt x="29202" y="261542"/>
                  </a:lnTo>
                  <a:lnTo>
                    <a:pt x="32262" y="265866"/>
                  </a:lnTo>
                  <a:lnTo>
                    <a:pt x="35458" y="270090"/>
                  </a:lnTo>
                  <a:lnTo>
                    <a:pt x="38785" y="274212"/>
                  </a:lnTo>
                  <a:lnTo>
                    <a:pt x="42242" y="278225"/>
                  </a:lnTo>
                  <a:lnTo>
                    <a:pt x="45824" y="282127"/>
                  </a:lnTo>
                  <a:lnTo>
                    <a:pt x="49528" y="285914"/>
                  </a:lnTo>
                  <a:lnTo>
                    <a:pt x="53349" y="289581"/>
                  </a:lnTo>
                  <a:lnTo>
                    <a:pt x="57286" y="293126"/>
                  </a:lnTo>
                  <a:lnTo>
                    <a:pt x="61332" y="296544"/>
                  </a:lnTo>
                  <a:lnTo>
                    <a:pt x="65485" y="299832"/>
                  </a:lnTo>
                  <a:lnTo>
                    <a:pt x="69740" y="302987"/>
                  </a:lnTo>
                  <a:lnTo>
                    <a:pt x="74092" y="306006"/>
                  </a:lnTo>
                  <a:lnTo>
                    <a:pt x="78539" y="308885"/>
                  </a:lnTo>
                  <a:lnTo>
                    <a:pt x="83074" y="311621"/>
                  </a:lnTo>
                  <a:lnTo>
                    <a:pt x="87693" y="314213"/>
                  </a:lnTo>
                  <a:lnTo>
                    <a:pt x="92393" y="316657"/>
                  </a:lnTo>
                  <a:lnTo>
                    <a:pt x="97167" y="318951"/>
                  </a:lnTo>
                  <a:lnTo>
                    <a:pt x="102012" y="321093"/>
                  </a:lnTo>
                  <a:lnTo>
                    <a:pt x="106922" y="323080"/>
                  </a:lnTo>
                  <a:lnTo>
                    <a:pt x="111892" y="324910"/>
                  </a:lnTo>
                  <a:lnTo>
                    <a:pt x="116918" y="326582"/>
                  </a:lnTo>
                  <a:lnTo>
                    <a:pt x="121995" y="328094"/>
                  </a:lnTo>
                  <a:lnTo>
                    <a:pt x="127117" y="329444"/>
                  </a:lnTo>
                  <a:lnTo>
                    <a:pt x="132279" y="330632"/>
                  </a:lnTo>
                  <a:lnTo>
                    <a:pt x="137476" y="331655"/>
                  </a:lnTo>
                  <a:lnTo>
                    <a:pt x="142703" y="332513"/>
                  </a:lnTo>
                  <a:lnTo>
                    <a:pt x="147955" y="333205"/>
                  </a:lnTo>
                  <a:lnTo>
                    <a:pt x="153225" y="333730"/>
                  </a:lnTo>
                  <a:lnTo>
                    <a:pt x="158510" y="334088"/>
                  </a:lnTo>
                  <a:lnTo>
                    <a:pt x="163804" y="334279"/>
                  </a:lnTo>
                  <a:lnTo>
                    <a:pt x="169101" y="334302"/>
                  </a:lnTo>
                  <a:lnTo>
                    <a:pt x="174395" y="334156"/>
                  </a:lnTo>
                  <a:lnTo>
                    <a:pt x="179683" y="333843"/>
                  </a:lnTo>
                  <a:lnTo>
                    <a:pt x="184958" y="333363"/>
                  </a:lnTo>
                  <a:lnTo>
                    <a:pt x="190215" y="332716"/>
                  </a:lnTo>
                  <a:lnTo>
                    <a:pt x="195449" y="331903"/>
                  </a:lnTo>
                  <a:lnTo>
                    <a:pt x="200655" y="330924"/>
                  </a:lnTo>
                  <a:lnTo>
                    <a:pt x="205827" y="329781"/>
                  </a:lnTo>
                  <a:lnTo>
                    <a:pt x="210960" y="328474"/>
                  </a:lnTo>
                  <a:lnTo>
                    <a:pt x="216050" y="327006"/>
                  </a:lnTo>
                  <a:lnTo>
                    <a:pt x="221090" y="325377"/>
                  </a:lnTo>
                  <a:lnTo>
                    <a:pt x="226076" y="323589"/>
                  </a:lnTo>
                  <a:lnTo>
                    <a:pt x="231003" y="321644"/>
                  </a:lnTo>
                  <a:lnTo>
                    <a:pt x="235866" y="319544"/>
                  </a:lnTo>
                  <a:lnTo>
                    <a:pt x="240660" y="317291"/>
                  </a:lnTo>
                  <a:lnTo>
                    <a:pt x="245380" y="314887"/>
                  </a:lnTo>
                  <a:lnTo>
                    <a:pt x="250021" y="312335"/>
                  </a:lnTo>
                  <a:lnTo>
                    <a:pt x="254580" y="309637"/>
                  </a:lnTo>
                  <a:lnTo>
                    <a:pt x="259050" y="306796"/>
                  </a:lnTo>
                  <a:lnTo>
                    <a:pt x="263428" y="303815"/>
                  </a:lnTo>
                  <a:lnTo>
                    <a:pt x="267710" y="300697"/>
                  </a:lnTo>
                  <a:lnTo>
                    <a:pt x="271891" y="297444"/>
                  </a:lnTo>
                  <a:lnTo>
                    <a:pt x="275966" y="294061"/>
                  </a:lnTo>
                  <a:lnTo>
                    <a:pt x="279933" y="290550"/>
                  </a:lnTo>
                  <a:lnTo>
                    <a:pt x="283786" y="286915"/>
                  </a:lnTo>
                  <a:lnTo>
                    <a:pt x="287522" y="283161"/>
                  </a:lnTo>
                  <a:lnTo>
                    <a:pt x="291137" y="279289"/>
                  </a:lnTo>
                  <a:lnTo>
                    <a:pt x="294628" y="275305"/>
                  </a:lnTo>
                  <a:lnTo>
                    <a:pt x="297991" y="271213"/>
                  </a:lnTo>
                  <a:lnTo>
                    <a:pt x="301222" y="267016"/>
                  </a:lnTo>
                  <a:lnTo>
                    <a:pt x="304319" y="262718"/>
                  </a:lnTo>
                  <a:lnTo>
                    <a:pt x="307278" y="258325"/>
                  </a:lnTo>
                  <a:lnTo>
                    <a:pt x="310096" y="253840"/>
                  </a:lnTo>
                  <a:lnTo>
                    <a:pt x="312771" y="249268"/>
                  </a:lnTo>
                  <a:lnTo>
                    <a:pt x="315300" y="244614"/>
                  </a:lnTo>
                  <a:lnTo>
                    <a:pt x="317680" y="239882"/>
                  </a:lnTo>
                  <a:lnTo>
                    <a:pt x="319909" y="235077"/>
                  </a:lnTo>
                  <a:lnTo>
                    <a:pt x="321985" y="230204"/>
                  </a:lnTo>
                  <a:lnTo>
                    <a:pt x="323905" y="225267"/>
                  </a:lnTo>
                  <a:lnTo>
                    <a:pt x="325667" y="220272"/>
                  </a:lnTo>
                  <a:lnTo>
                    <a:pt x="327271" y="215224"/>
                  </a:lnTo>
                  <a:lnTo>
                    <a:pt x="328714" y="210127"/>
                  </a:lnTo>
                  <a:lnTo>
                    <a:pt x="329995" y="204987"/>
                  </a:lnTo>
                  <a:lnTo>
                    <a:pt x="331112" y="199809"/>
                  </a:lnTo>
                  <a:lnTo>
                    <a:pt x="332064" y="194599"/>
                  </a:lnTo>
                  <a:lnTo>
                    <a:pt x="332851" y="189361"/>
                  </a:lnTo>
                  <a:lnTo>
                    <a:pt x="333472" y="184100"/>
                  </a:lnTo>
                  <a:lnTo>
                    <a:pt x="333926" y="178823"/>
                  </a:lnTo>
                  <a:lnTo>
                    <a:pt x="334212" y="173534"/>
                  </a:lnTo>
                  <a:lnTo>
                    <a:pt x="334330" y="168238"/>
                  </a:lnTo>
                  <a:lnTo>
                    <a:pt x="334281" y="162942"/>
                  </a:lnTo>
                  <a:lnTo>
                    <a:pt x="334064" y="157649"/>
                  </a:lnTo>
                  <a:lnTo>
                    <a:pt x="333679" y="152366"/>
                  </a:lnTo>
                  <a:lnTo>
                    <a:pt x="333128" y="147098"/>
                  </a:lnTo>
                  <a:lnTo>
                    <a:pt x="332409" y="141850"/>
                  </a:lnTo>
                  <a:lnTo>
                    <a:pt x="331525" y="136628"/>
                  </a:lnTo>
                  <a:lnTo>
                    <a:pt x="330475" y="131436"/>
                  </a:lnTo>
                  <a:lnTo>
                    <a:pt x="329262" y="126280"/>
                  </a:lnTo>
                  <a:lnTo>
                    <a:pt x="327886" y="121165"/>
                  </a:lnTo>
                  <a:lnTo>
                    <a:pt x="326349" y="116096"/>
                  </a:lnTo>
                  <a:lnTo>
                    <a:pt x="324651" y="111078"/>
                  </a:lnTo>
                  <a:lnTo>
                    <a:pt x="322796" y="106117"/>
                  </a:lnTo>
                  <a:lnTo>
                    <a:pt x="320784" y="101217"/>
                  </a:lnTo>
                  <a:lnTo>
                    <a:pt x="318618" y="96383"/>
                  </a:lnTo>
                  <a:lnTo>
                    <a:pt x="316300" y="91620"/>
                  </a:lnTo>
                  <a:lnTo>
                    <a:pt x="313833" y="86933"/>
                  </a:lnTo>
                  <a:lnTo>
                    <a:pt x="311218" y="82327"/>
                  </a:lnTo>
                  <a:lnTo>
                    <a:pt x="308458" y="77805"/>
                  </a:lnTo>
                  <a:lnTo>
                    <a:pt x="305557" y="73374"/>
                  </a:lnTo>
                  <a:lnTo>
                    <a:pt x="302516" y="69036"/>
                  </a:lnTo>
                  <a:lnTo>
                    <a:pt x="299340" y="64797"/>
                  </a:lnTo>
                  <a:lnTo>
                    <a:pt x="296031" y="60661"/>
                  </a:lnTo>
                  <a:lnTo>
                    <a:pt x="292593" y="56632"/>
                  </a:lnTo>
                  <a:lnTo>
                    <a:pt x="289029" y="52714"/>
                  </a:lnTo>
                  <a:lnTo>
                    <a:pt x="285342" y="48910"/>
                  </a:lnTo>
                  <a:lnTo>
                    <a:pt x="281537" y="45225"/>
                  </a:lnTo>
                  <a:lnTo>
                    <a:pt x="277617" y="41663"/>
                  </a:lnTo>
                  <a:lnTo>
                    <a:pt x="273586" y="38227"/>
                  </a:lnTo>
                  <a:lnTo>
                    <a:pt x="269448" y="34920"/>
                  </a:lnTo>
                  <a:lnTo>
                    <a:pt x="265207" y="31746"/>
                  </a:lnTo>
                  <a:lnTo>
                    <a:pt x="260868" y="28708"/>
                  </a:lnTo>
                  <a:lnTo>
                    <a:pt x="256435" y="25809"/>
                  </a:lnTo>
                  <a:lnTo>
                    <a:pt x="251912" y="23051"/>
                  </a:lnTo>
                  <a:lnTo>
                    <a:pt x="247305" y="20439"/>
                  </a:lnTo>
                  <a:lnTo>
                    <a:pt x="242617" y="17973"/>
                  </a:lnTo>
                  <a:lnTo>
                    <a:pt x="237853" y="15658"/>
                  </a:lnTo>
                  <a:lnTo>
                    <a:pt x="233018" y="13494"/>
                  </a:lnTo>
                  <a:lnTo>
                    <a:pt x="228117" y="11485"/>
                  </a:lnTo>
                  <a:lnTo>
                    <a:pt x="223154" y="9632"/>
                  </a:lnTo>
                  <a:lnTo>
                    <a:pt x="218136" y="7938"/>
                  </a:lnTo>
                  <a:lnTo>
                    <a:pt x="213066" y="6403"/>
                  </a:lnTo>
                  <a:lnTo>
                    <a:pt x="207950" y="5029"/>
                  </a:lnTo>
                  <a:lnTo>
                    <a:pt x="202794" y="3818"/>
                  </a:lnTo>
                  <a:lnTo>
                    <a:pt x="197601" y="2772"/>
                  </a:lnTo>
                  <a:lnTo>
                    <a:pt x="192378" y="1890"/>
                  </a:lnTo>
                  <a:lnTo>
                    <a:pt x="187130" y="1174"/>
                  </a:lnTo>
                  <a:lnTo>
                    <a:pt x="181862" y="625"/>
                  </a:lnTo>
                  <a:lnTo>
                    <a:pt x="176579" y="243"/>
                  </a:lnTo>
                  <a:lnTo>
                    <a:pt x="167167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9411" cy="167167"/>
            </a:xfrm>
            <a:custGeom>
              <a:avLst/>
              <a:pathLst>
                <a:path w="9411" h="167167">
                  <a:moveTo>
                    <a:pt x="9411" y="2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38727" y="5309273"/>
              <a:ext cx="167167" cy="209291"/>
            </a:xfrm>
            <a:custGeom>
              <a:avLst/>
              <a:pathLst>
                <a:path w="167167" h="209291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30" y="771"/>
                  </a:lnTo>
                  <a:lnTo>
                    <a:pt x="145810" y="1369"/>
                  </a:lnTo>
                  <a:lnTo>
                    <a:pt x="140512" y="2138"/>
                  </a:lnTo>
                  <a:lnTo>
                    <a:pt x="135241" y="3076"/>
                  </a:lnTo>
                  <a:lnTo>
                    <a:pt x="130003" y="4183"/>
                  </a:lnTo>
                  <a:lnTo>
                    <a:pt x="124803" y="5456"/>
                  </a:lnTo>
                  <a:lnTo>
                    <a:pt x="119647" y="6896"/>
                  </a:lnTo>
                  <a:lnTo>
                    <a:pt x="114539" y="8500"/>
                  </a:lnTo>
                  <a:lnTo>
                    <a:pt x="109485" y="10266"/>
                  </a:lnTo>
                  <a:lnTo>
                    <a:pt x="104491" y="12194"/>
                  </a:lnTo>
                  <a:lnTo>
                    <a:pt x="99560" y="14280"/>
                  </a:lnTo>
                  <a:lnTo>
                    <a:pt x="94699" y="16524"/>
                  </a:lnTo>
                  <a:lnTo>
                    <a:pt x="89913" y="18921"/>
                  </a:lnTo>
                  <a:lnTo>
                    <a:pt x="85205" y="21471"/>
                  </a:lnTo>
                  <a:lnTo>
                    <a:pt x="80582" y="24170"/>
                  </a:lnTo>
                  <a:lnTo>
                    <a:pt x="76047" y="27016"/>
                  </a:lnTo>
                  <a:lnTo>
                    <a:pt x="71606" y="30006"/>
                  </a:lnTo>
                  <a:lnTo>
                    <a:pt x="67263" y="33136"/>
                  </a:lnTo>
                  <a:lnTo>
                    <a:pt x="63023" y="36404"/>
                  </a:lnTo>
                  <a:lnTo>
                    <a:pt x="58889" y="39806"/>
                  </a:lnTo>
                  <a:lnTo>
                    <a:pt x="54866" y="43338"/>
                  </a:lnTo>
                  <a:lnTo>
                    <a:pt x="50959" y="46998"/>
                  </a:lnTo>
                  <a:lnTo>
                    <a:pt x="47170" y="50781"/>
                  </a:lnTo>
                  <a:lnTo>
                    <a:pt x="43505" y="54683"/>
                  </a:lnTo>
                  <a:lnTo>
                    <a:pt x="39966" y="58700"/>
                  </a:lnTo>
                  <a:lnTo>
                    <a:pt x="36558" y="62829"/>
                  </a:lnTo>
                  <a:lnTo>
                    <a:pt x="33284" y="67065"/>
                  </a:lnTo>
                  <a:lnTo>
                    <a:pt x="30148" y="71403"/>
                  </a:lnTo>
                  <a:lnTo>
                    <a:pt x="27151" y="75840"/>
                  </a:lnTo>
                  <a:lnTo>
                    <a:pt x="24299" y="80370"/>
                  </a:lnTo>
                  <a:lnTo>
                    <a:pt x="21593" y="84990"/>
                  </a:lnTo>
                  <a:lnTo>
                    <a:pt x="19036" y="89693"/>
                  </a:lnTo>
                  <a:lnTo>
                    <a:pt x="16631" y="94476"/>
                  </a:lnTo>
                  <a:lnTo>
                    <a:pt x="14381" y="99334"/>
                  </a:lnTo>
                  <a:lnTo>
                    <a:pt x="12287" y="104261"/>
                  </a:lnTo>
                  <a:lnTo>
                    <a:pt x="10352" y="109253"/>
                  </a:lnTo>
                  <a:lnTo>
                    <a:pt x="8578" y="114304"/>
                  </a:lnTo>
                  <a:lnTo>
                    <a:pt x="6966" y="119409"/>
                  </a:lnTo>
                  <a:lnTo>
                    <a:pt x="5519" y="124564"/>
                  </a:lnTo>
                  <a:lnTo>
                    <a:pt x="4238" y="129762"/>
                  </a:lnTo>
                  <a:lnTo>
                    <a:pt x="3124" y="134998"/>
                  </a:lnTo>
                  <a:lnTo>
                    <a:pt x="2178" y="140267"/>
                  </a:lnTo>
                  <a:lnTo>
                    <a:pt x="1401" y="145564"/>
                  </a:lnTo>
                  <a:lnTo>
                    <a:pt x="794" y="150883"/>
                  </a:lnTo>
                  <a:lnTo>
                    <a:pt x="358" y="156219"/>
                  </a:lnTo>
                  <a:lnTo>
                    <a:pt x="93" y="161566"/>
                  </a:lnTo>
                  <a:lnTo>
                    <a:pt x="0" y="166919"/>
                  </a:lnTo>
                  <a:lnTo>
                    <a:pt x="77" y="172272"/>
                  </a:lnTo>
                  <a:lnTo>
                    <a:pt x="326" y="177620"/>
                  </a:lnTo>
                  <a:lnTo>
                    <a:pt x="747" y="182957"/>
                  </a:lnTo>
                  <a:lnTo>
                    <a:pt x="1338" y="188278"/>
                  </a:lnTo>
                  <a:lnTo>
                    <a:pt x="2099" y="193577"/>
                  </a:lnTo>
                  <a:lnTo>
                    <a:pt x="3029" y="198849"/>
                  </a:lnTo>
                  <a:lnTo>
                    <a:pt x="4128" y="204089"/>
                  </a:lnTo>
                  <a:lnTo>
                    <a:pt x="5394" y="2092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44121" y="5309273"/>
              <a:ext cx="328931" cy="334325"/>
            </a:xfrm>
            <a:custGeom>
              <a:avLst/>
              <a:pathLst>
                <a:path w="328931" h="334325">
                  <a:moveTo>
                    <a:pt x="0" y="209291"/>
                  </a:moveTo>
                  <a:lnTo>
                    <a:pt x="1423" y="214420"/>
                  </a:lnTo>
                  <a:lnTo>
                    <a:pt x="3008" y="219500"/>
                  </a:lnTo>
                  <a:lnTo>
                    <a:pt x="4755" y="224528"/>
                  </a:lnTo>
                  <a:lnTo>
                    <a:pt x="6660" y="229498"/>
                  </a:lnTo>
                  <a:lnTo>
                    <a:pt x="8723" y="234404"/>
                  </a:lnTo>
                  <a:lnTo>
                    <a:pt x="10941" y="239242"/>
                  </a:lnTo>
                  <a:lnTo>
                    <a:pt x="13312" y="244008"/>
                  </a:lnTo>
                  <a:lnTo>
                    <a:pt x="15834" y="248695"/>
                  </a:lnTo>
                  <a:lnTo>
                    <a:pt x="18503" y="253299"/>
                  </a:lnTo>
                  <a:lnTo>
                    <a:pt x="21318" y="257817"/>
                  </a:lnTo>
                  <a:lnTo>
                    <a:pt x="24275" y="262242"/>
                  </a:lnTo>
                  <a:lnTo>
                    <a:pt x="27371" y="266571"/>
                  </a:lnTo>
                  <a:lnTo>
                    <a:pt x="30604" y="270800"/>
                  </a:lnTo>
                  <a:lnTo>
                    <a:pt x="33970" y="274923"/>
                  </a:lnTo>
                  <a:lnTo>
                    <a:pt x="37465" y="278937"/>
                  </a:lnTo>
                  <a:lnTo>
                    <a:pt x="41086" y="282837"/>
                  </a:lnTo>
                  <a:lnTo>
                    <a:pt x="44829" y="286621"/>
                  </a:lnTo>
                  <a:lnTo>
                    <a:pt x="48692" y="290283"/>
                  </a:lnTo>
                  <a:lnTo>
                    <a:pt x="52668" y="293821"/>
                  </a:lnTo>
                  <a:lnTo>
                    <a:pt x="56756" y="297230"/>
                  </a:lnTo>
                  <a:lnTo>
                    <a:pt x="60949" y="300507"/>
                  </a:lnTo>
                  <a:lnTo>
                    <a:pt x="65245" y="303649"/>
                  </a:lnTo>
                  <a:lnTo>
                    <a:pt x="69639" y="306653"/>
                  </a:lnTo>
                  <a:lnTo>
                    <a:pt x="74126" y="309515"/>
                  </a:lnTo>
                  <a:lnTo>
                    <a:pt x="78703" y="312234"/>
                  </a:lnTo>
                  <a:lnTo>
                    <a:pt x="83363" y="314805"/>
                  </a:lnTo>
                  <a:lnTo>
                    <a:pt x="88103" y="317226"/>
                  </a:lnTo>
                  <a:lnTo>
                    <a:pt x="92917" y="319495"/>
                  </a:lnTo>
                  <a:lnTo>
                    <a:pt x="97801" y="321610"/>
                  </a:lnTo>
                  <a:lnTo>
                    <a:pt x="102751" y="323568"/>
                  </a:lnTo>
                  <a:lnTo>
                    <a:pt x="107759" y="325368"/>
                  </a:lnTo>
                  <a:lnTo>
                    <a:pt x="112823" y="327007"/>
                  </a:lnTo>
                  <a:lnTo>
                    <a:pt x="117937" y="328484"/>
                  </a:lnTo>
                  <a:lnTo>
                    <a:pt x="123094" y="329798"/>
                  </a:lnTo>
                  <a:lnTo>
                    <a:pt x="128291" y="330947"/>
                  </a:lnTo>
                  <a:lnTo>
                    <a:pt x="133522" y="331930"/>
                  </a:lnTo>
                  <a:lnTo>
                    <a:pt x="138782" y="332746"/>
                  </a:lnTo>
                  <a:lnTo>
                    <a:pt x="144065" y="333394"/>
                  </a:lnTo>
                  <a:lnTo>
                    <a:pt x="149365" y="333873"/>
                  </a:lnTo>
                  <a:lnTo>
                    <a:pt x="154679" y="334184"/>
                  </a:lnTo>
                  <a:lnTo>
                    <a:pt x="159999" y="334325"/>
                  </a:lnTo>
                  <a:lnTo>
                    <a:pt x="165322" y="334297"/>
                  </a:lnTo>
                  <a:lnTo>
                    <a:pt x="170641" y="334099"/>
                  </a:lnTo>
                  <a:lnTo>
                    <a:pt x="175950" y="333732"/>
                  </a:lnTo>
                  <a:lnTo>
                    <a:pt x="181246" y="333196"/>
                  </a:lnTo>
                  <a:lnTo>
                    <a:pt x="186521" y="332492"/>
                  </a:lnTo>
                  <a:lnTo>
                    <a:pt x="191772" y="331621"/>
                  </a:lnTo>
                  <a:lnTo>
                    <a:pt x="196992" y="330582"/>
                  </a:lnTo>
                  <a:lnTo>
                    <a:pt x="202177" y="329378"/>
                  </a:lnTo>
                  <a:lnTo>
                    <a:pt x="207320" y="328010"/>
                  </a:lnTo>
                  <a:lnTo>
                    <a:pt x="212418" y="326478"/>
                  </a:lnTo>
                  <a:lnTo>
                    <a:pt x="217464" y="324785"/>
                  </a:lnTo>
                  <a:lnTo>
                    <a:pt x="222453" y="322932"/>
                  </a:lnTo>
                  <a:lnTo>
                    <a:pt x="227381" y="320922"/>
                  </a:lnTo>
                  <a:lnTo>
                    <a:pt x="232243" y="318755"/>
                  </a:lnTo>
                  <a:lnTo>
                    <a:pt x="237033" y="316435"/>
                  </a:lnTo>
                  <a:lnTo>
                    <a:pt x="241747" y="313963"/>
                  </a:lnTo>
                  <a:lnTo>
                    <a:pt x="246379" y="311343"/>
                  </a:lnTo>
                  <a:lnTo>
                    <a:pt x="250926" y="308576"/>
                  </a:lnTo>
                  <a:lnTo>
                    <a:pt x="255383" y="305666"/>
                  </a:lnTo>
                  <a:lnTo>
                    <a:pt x="259744" y="302616"/>
                  </a:lnTo>
                  <a:lnTo>
                    <a:pt x="264007" y="299428"/>
                  </a:lnTo>
                  <a:lnTo>
                    <a:pt x="268166" y="296107"/>
                  </a:lnTo>
                  <a:lnTo>
                    <a:pt x="272216" y="292654"/>
                  </a:lnTo>
                  <a:lnTo>
                    <a:pt x="276155" y="289075"/>
                  </a:lnTo>
                  <a:lnTo>
                    <a:pt x="279978" y="285372"/>
                  </a:lnTo>
                  <a:lnTo>
                    <a:pt x="283681" y="281549"/>
                  </a:lnTo>
                  <a:lnTo>
                    <a:pt x="287261" y="277610"/>
                  </a:lnTo>
                  <a:lnTo>
                    <a:pt x="290713" y="273559"/>
                  </a:lnTo>
                  <a:lnTo>
                    <a:pt x="294035" y="269400"/>
                  </a:lnTo>
                  <a:lnTo>
                    <a:pt x="297223" y="265138"/>
                  </a:lnTo>
                  <a:lnTo>
                    <a:pt x="300273" y="260776"/>
                  </a:lnTo>
                  <a:lnTo>
                    <a:pt x="303183" y="256319"/>
                  </a:lnTo>
                  <a:lnTo>
                    <a:pt x="305949" y="251772"/>
                  </a:lnTo>
                  <a:lnTo>
                    <a:pt x="308569" y="247140"/>
                  </a:lnTo>
                  <a:lnTo>
                    <a:pt x="311041" y="242426"/>
                  </a:lnTo>
                  <a:lnTo>
                    <a:pt x="313361" y="237636"/>
                  </a:lnTo>
                  <a:lnTo>
                    <a:pt x="315528" y="232774"/>
                  </a:lnTo>
                  <a:lnTo>
                    <a:pt x="317538" y="227846"/>
                  </a:lnTo>
                  <a:lnTo>
                    <a:pt x="319391" y="222857"/>
                  </a:lnTo>
                  <a:lnTo>
                    <a:pt x="321084" y="217810"/>
                  </a:lnTo>
                  <a:lnTo>
                    <a:pt x="322616" y="212713"/>
                  </a:lnTo>
                  <a:lnTo>
                    <a:pt x="323984" y="207570"/>
                  </a:lnTo>
                  <a:lnTo>
                    <a:pt x="325188" y="202385"/>
                  </a:lnTo>
                  <a:lnTo>
                    <a:pt x="326226" y="197165"/>
                  </a:lnTo>
                  <a:lnTo>
                    <a:pt x="327098" y="191914"/>
                  </a:lnTo>
                  <a:lnTo>
                    <a:pt x="327802" y="186639"/>
                  </a:lnTo>
                  <a:lnTo>
                    <a:pt x="328338" y="181343"/>
                  </a:lnTo>
                  <a:lnTo>
                    <a:pt x="328705" y="176033"/>
                  </a:lnTo>
                  <a:lnTo>
                    <a:pt x="328902" y="170715"/>
                  </a:lnTo>
                  <a:lnTo>
                    <a:pt x="328931" y="165392"/>
                  </a:lnTo>
                  <a:lnTo>
                    <a:pt x="328789" y="160072"/>
                  </a:lnTo>
                  <a:lnTo>
                    <a:pt x="328479" y="154758"/>
                  </a:lnTo>
                  <a:lnTo>
                    <a:pt x="327999" y="149457"/>
                  </a:lnTo>
                  <a:lnTo>
                    <a:pt x="327351" y="144175"/>
                  </a:lnTo>
                  <a:lnTo>
                    <a:pt x="326535" y="138915"/>
                  </a:lnTo>
                  <a:lnTo>
                    <a:pt x="325552" y="133684"/>
                  </a:lnTo>
                  <a:lnTo>
                    <a:pt x="324404" y="128487"/>
                  </a:lnTo>
                  <a:lnTo>
                    <a:pt x="323090" y="123329"/>
                  </a:lnTo>
                  <a:lnTo>
                    <a:pt x="321612" y="118216"/>
                  </a:lnTo>
                  <a:lnTo>
                    <a:pt x="319973" y="113152"/>
                  </a:lnTo>
                  <a:lnTo>
                    <a:pt x="318173" y="108143"/>
                  </a:lnTo>
                  <a:lnTo>
                    <a:pt x="316215" y="103194"/>
                  </a:lnTo>
                  <a:lnTo>
                    <a:pt x="314100" y="98310"/>
                  </a:lnTo>
                  <a:lnTo>
                    <a:pt x="311831" y="93496"/>
                  </a:lnTo>
                  <a:lnTo>
                    <a:pt x="309410" y="88756"/>
                  </a:lnTo>
                  <a:lnTo>
                    <a:pt x="306838" y="84096"/>
                  </a:lnTo>
                  <a:lnTo>
                    <a:pt x="304120" y="79520"/>
                  </a:lnTo>
                  <a:lnTo>
                    <a:pt x="301258" y="75032"/>
                  </a:lnTo>
                  <a:lnTo>
                    <a:pt x="298254" y="70639"/>
                  </a:lnTo>
                  <a:lnTo>
                    <a:pt x="295112" y="66343"/>
                  </a:lnTo>
                  <a:lnTo>
                    <a:pt x="291835" y="62149"/>
                  </a:lnTo>
                  <a:lnTo>
                    <a:pt x="288425" y="58061"/>
                  </a:lnTo>
                  <a:lnTo>
                    <a:pt x="284888" y="54085"/>
                  </a:lnTo>
                  <a:lnTo>
                    <a:pt x="281226" y="50223"/>
                  </a:lnTo>
                  <a:lnTo>
                    <a:pt x="277442" y="46479"/>
                  </a:lnTo>
                  <a:lnTo>
                    <a:pt x="273541" y="42858"/>
                  </a:lnTo>
                  <a:lnTo>
                    <a:pt x="269527" y="39363"/>
                  </a:lnTo>
                  <a:lnTo>
                    <a:pt x="265404" y="35997"/>
                  </a:lnTo>
                  <a:lnTo>
                    <a:pt x="261176" y="32765"/>
                  </a:lnTo>
                  <a:lnTo>
                    <a:pt x="256847" y="29668"/>
                  </a:lnTo>
                  <a:lnTo>
                    <a:pt x="252421" y="26711"/>
                  </a:lnTo>
                  <a:lnTo>
                    <a:pt x="247904" y="23897"/>
                  </a:lnTo>
                  <a:lnTo>
                    <a:pt x="243299" y="21227"/>
                  </a:lnTo>
                  <a:lnTo>
                    <a:pt x="238612" y="18706"/>
                  </a:lnTo>
                  <a:lnTo>
                    <a:pt x="233847" y="16335"/>
                  </a:lnTo>
                  <a:lnTo>
                    <a:pt x="229008" y="14117"/>
                  </a:lnTo>
                  <a:lnTo>
                    <a:pt x="224102" y="12054"/>
                  </a:lnTo>
                  <a:lnTo>
                    <a:pt x="219132" y="10148"/>
                  </a:lnTo>
                  <a:lnTo>
                    <a:pt x="214105" y="8402"/>
                  </a:lnTo>
                  <a:lnTo>
                    <a:pt x="209024" y="6816"/>
                  </a:lnTo>
                  <a:lnTo>
                    <a:pt x="203895" y="5393"/>
                  </a:lnTo>
                  <a:lnTo>
                    <a:pt x="198724" y="4135"/>
                  </a:lnTo>
                  <a:lnTo>
                    <a:pt x="193515" y="3041"/>
                  </a:lnTo>
                  <a:lnTo>
                    <a:pt x="188274" y="2113"/>
                  </a:lnTo>
                  <a:lnTo>
                    <a:pt x="183006" y="1353"/>
                  </a:lnTo>
                  <a:lnTo>
                    <a:pt x="177716" y="762"/>
                  </a:lnTo>
                  <a:lnTo>
                    <a:pt x="172411" y="338"/>
                  </a:lnTo>
                  <a:lnTo>
                    <a:pt x="167094" y="84"/>
                  </a:lnTo>
                  <a:lnTo>
                    <a:pt x="161773" y="0"/>
                  </a:lnTo>
                  <a:lnTo>
                    <a:pt x="1617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1206" y="5399291"/>
              <a:ext cx="26074" cy="167167"/>
            </a:xfrm>
            <a:custGeom>
              <a:avLst/>
              <a:pathLst>
                <a:path w="26074" h="167167">
                  <a:moveTo>
                    <a:pt x="26074" y="0"/>
                  </a:moveTo>
                  <a:lnTo>
                    <a:pt x="17351" y="227"/>
                  </a:lnTo>
                  <a:lnTo>
                    <a:pt x="8651" y="910"/>
                  </a:lnTo>
                  <a:lnTo>
                    <a:pt x="0" y="2045"/>
                  </a:lnTo>
                  <a:lnTo>
                    <a:pt x="260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1206" y="5401337"/>
              <a:ext cx="26074" cy="165121"/>
            </a:xfrm>
            <a:custGeom>
              <a:avLst/>
              <a:pathLst>
                <a:path w="26074" h="165121">
                  <a:moveTo>
                    <a:pt x="0" y="0"/>
                  </a:moveTo>
                  <a:lnTo>
                    <a:pt x="26074" y="165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1206" y="5401337"/>
              <a:ext cx="26074" cy="165121"/>
            </a:xfrm>
            <a:custGeom>
              <a:avLst/>
              <a:pathLst>
                <a:path w="26074" h="165121">
                  <a:moveTo>
                    <a:pt x="0" y="0"/>
                  </a:moveTo>
                  <a:lnTo>
                    <a:pt x="26074" y="165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1206" y="5401337"/>
              <a:ext cx="26074" cy="165121"/>
            </a:xfrm>
            <a:custGeom>
              <a:avLst/>
              <a:pathLst>
                <a:path w="26074" h="165121">
                  <a:moveTo>
                    <a:pt x="0" y="0"/>
                  </a:moveTo>
                  <a:lnTo>
                    <a:pt x="26074" y="165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1206" y="5401337"/>
              <a:ext cx="26074" cy="165121"/>
            </a:xfrm>
            <a:custGeom>
              <a:avLst/>
              <a:pathLst>
                <a:path w="26074" h="165121">
                  <a:moveTo>
                    <a:pt x="0" y="0"/>
                  </a:moveTo>
                  <a:lnTo>
                    <a:pt x="26074" y="165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1206" y="5401337"/>
              <a:ext cx="26074" cy="165121"/>
            </a:xfrm>
            <a:custGeom>
              <a:avLst/>
              <a:pathLst>
                <a:path w="26074" h="165121">
                  <a:moveTo>
                    <a:pt x="0" y="0"/>
                  </a:moveTo>
                  <a:lnTo>
                    <a:pt x="26074" y="165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1206" y="5401337"/>
              <a:ext cx="26074" cy="165121"/>
            </a:xfrm>
            <a:custGeom>
              <a:avLst/>
              <a:pathLst>
                <a:path w="26074" h="165121">
                  <a:moveTo>
                    <a:pt x="0" y="0"/>
                  </a:moveTo>
                  <a:lnTo>
                    <a:pt x="26074" y="165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450123" y="5399768"/>
              <a:ext cx="334320" cy="333854"/>
            </a:xfrm>
            <a:custGeom>
              <a:avLst/>
              <a:pathLst>
                <a:path w="334320" h="333854">
                  <a:moveTo>
                    <a:pt x="141082" y="1569"/>
                  </a:moveTo>
                  <a:lnTo>
                    <a:pt x="135865" y="2478"/>
                  </a:lnTo>
                  <a:lnTo>
                    <a:pt x="130679" y="3551"/>
                  </a:lnTo>
                  <a:lnTo>
                    <a:pt x="125530" y="4789"/>
                  </a:lnTo>
                  <a:lnTo>
                    <a:pt x="120422" y="6188"/>
                  </a:lnTo>
                  <a:lnTo>
                    <a:pt x="115362" y="7749"/>
                  </a:lnTo>
                  <a:lnTo>
                    <a:pt x="110353" y="9470"/>
                  </a:lnTo>
                  <a:lnTo>
                    <a:pt x="105401" y="11348"/>
                  </a:lnTo>
                  <a:lnTo>
                    <a:pt x="100512" y="13382"/>
                  </a:lnTo>
                  <a:lnTo>
                    <a:pt x="95689" y="15570"/>
                  </a:lnTo>
                  <a:lnTo>
                    <a:pt x="90938" y="17909"/>
                  </a:lnTo>
                  <a:lnTo>
                    <a:pt x="86264" y="20398"/>
                  </a:lnTo>
                  <a:lnTo>
                    <a:pt x="81670" y="23034"/>
                  </a:lnTo>
                  <a:lnTo>
                    <a:pt x="77163" y="25814"/>
                  </a:lnTo>
                  <a:lnTo>
                    <a:pt x="72746" y="28735"/>
                  </a:lnTo>
                  <a:lnTo>
                    <a:pt x="68423" y="31795"/>
                  </a:lnTo>
                  <a:lnTo>
                    <a:pt x="64200" y="34990"/>
                  </a:lnTo>
                  <a:lnTo>
                    <a:pt x="60080" y="38317"/>
                  </a:lnTo>
                  <a:lnTo>
                    <a:pt x="56067" y="41773"/>
                  </a:lnTo>
                  <a:lnTo>
                    <a:pt x="52166" y="45355"/>
                  </a:lnTo>
                  <a:lnTo>
                    <a:pt x="48381" y="49058"/>
                  </a:lnTo>
                  <a:lnTo>
                    <a:pt x="44714" y="52879"/>
                  </a:lnTo>
                  <a:lnTo>
                    <a:pt x="41171" y="56815"/>
                  </a:lnTo>
                  <a:lnTo>
                    <a:pt x="37753" y="60861"/>
                  </a:lnTo>
                  <a:lnTo>
                    <a:pt x="34466" y="65013"/>
                  </a:lnTo>
                  <a:lnTo>
                    <a:pt x="31312" y="69267"/>
                  </a:lnTo>
                  <a:lnTo>
                    <a:pt x="28294" y="73619"/>
                  </a:lnTo>
                  <a:lnTo>
                    <a:pt x="25416" y="78064"/>
                  </a:lnTo>
                  <a:lnTo>
                    <a:pt x="22680" y="82598"/>
                  </a:lnTo>
                  <a:lnTo>
                    <a:pt x="20088" y="87217"/>
                  </a:lnTo>
                  <a:lnTo>
                    <a:pt x="17645" y="91915"/>
                  </a:lnTo>
                  <a:lnTo>
                    <a:pt x="15351" y="96688"/>
                  </a:lnTo>
                  <a:lnTo>
                    <a:pt x="13210" y="101532"/>
                  </a:lnTo>
                  <a:lnTo>
                    <a:pt x="11223" y="106441"/>
                  </a:lnTo>
                  <a:lnTo>
                    <a:pt x="9393" y="111410"/>
                  </a:lnTo>
                  <a:lnTo>
                    <a:pt x="7721" y="116435"/>
                  </a:lnTo>
                  <a:lnTo>
                    <a:pt x="6210" y="121511"/>
                  </a:lnTo>
                  <a:lnTo>
                    <a:pt x="4859" y="126632"/>
                  </a:lnTo>
                  <a:lnTo>
                    <a:pt x="3672" y="131792"/>
                  </a:lnTo>
                  <a:lnTo>
                    <a:pt x="2648" y="136988"/>
                  </a:lnTo>
                  <a:lnTo>
                    <a:pt x="1790" y="142214"/>
                  </a:lnTo>
                  <a:lnTo>
                    <a:pt x="1098" y="147465"/>
                  </a:lnTo>
                  <a:lnTo>
                    <a:pt x="572" y="152734"/>
                  </a:lnTo>
                  <a:lnTo>
                    <a:pt x="214" y="158018"/>
                  </a:lnTo>
                  <a:lnTo>
                    <a:pt x="23" y="163310"/>
                  </a:lnTo>
                  <a:lnTo>
                    <a:pt x="0" y="168606"/>
                  </a:lnTo>
                  <a:lnTo>
                    <a:pt x="144" y="173900"/>
                  </a:lnTo>
                  <a:lnTo>
                    <a:pt x="456" y="179186"/>
                  </a:lnTo>
                  <a:lnTo>
                    <a:pt x="936" y="184460"/>
                  </a:lnTo>
                  <a:lnTo>
                    <a:pt x="1582" y="189717"/>
                  </a:lnTo>
                  <a:lnTo>
                    <a:pt x="2394" y="194950"/>
                  </a:lnTo>
                  <a:lnTo>
                    <a:pt x="3372" y="200154"/>
                  </a:lnTo>
                  <a:lnTo>
                    <a:pt x="4514" y="205326"/>
                  </a:lnTo>
                  <a:lnTo>
                    <a:pt x="5820" y="210458"/>
                  </a:lnTo>
                  <a:lnTo>
                    <a:pt x="7287" y="215546"/>
                  </a:lnTo>
                  <a:lnTo>
                    <a:pt x="8915" y="220586"/>
                  </a:lnTo>
                  <a:lnTo>
                    <a:pt x="10701" y="225571"/>
                  </a:lnTo>
                  <a:lnTo>
                    <a:pt x="12645" y="230497"/>
                  </a:lnTo>
                  <a:lnTo>
                    <a:pt x="14744" y="235360"/>
                  </a:lnTo>
                  <a:lnTo>
                    <a:pt x="16995" y="240153"/>
                  </a:lnTo>
                  <a:lnTo>
                    <a:pt x="19398" y="244872"/>
                  </a:lnTo>
                  <a:lnTo>
                    <a:pt x="21948" y="249514"/>
                  </a:lnTo>
                  <a:lnTo>
                    <a:pt x="24645" y="254072"/>
                  </a:lnTo>
                  <a:lnTo>
                    <a:pt x="27484" y="258542"/>
                  </a:lnTo>
                  <a:lnTo>
                    <a:pt x="30463" y="262920"/>
                  </a:lnTo>
                  <a:lnTo>
                    <a:pt x="33580" y="267201"/>
                  </a:lnTo>
                  <a:lnTo>
                    <a:pt x="36831" y="271382"/>
                  </a:lnTo>
                  <a:lnTo>
                    <a:pt x="40212" y="275458"/>
                  </a:lnTo>
                  <a:lnTo>
                    <a:pt x="43721" y="279424"/>
                  </a:lnTo>
                  <a:lnTo>
                    <a:pt x="47354" y="283277"/>
                  </a:lnTo>
                  <a:lnTo>
                    <a:pt x="51107" y="287014"/>
                  </a:lnTo>
                  <a:lnTo>
                    <a:pt x="54977" y="290629"/>
                  </a:lnTo>
                  <a:lnTo>
                    <a:pt x="58959" y="294120"/>
                  </a:lnTo>
                  <a:lnTo>
                    <a:pt x="63050" y="297484"/>
                  </a:lnTo>
                  <a:lnTo>
                    <a:pt x="67245" y="300716"/>
                  </a:lnTo>
                  <a:lnTo>
                    <a:pt x="71540" y="303813"/>
                  </a:lnTo>
                  <a:lnTo>
                    <a:pt x="75932" y="306773"/>
                  </a:lnTo>
                  <a:lnTo>
                    <a:pt x="80415" y="309592"/>
                  </a:lnTo>
                  <a:lnTo>
                    <a:pt x="84985" y="312268"/>
                  </a:lnTo>
                  <a:lnTo>
                    <a:pt x="89637" y="314798"/>
                  </a:lnTo>
                  <a:lnTo>
                    <a:pt x="94368" y="317179"/>
                  </a:lnTo>
                  <a:lnTo>
                    <a:pt x="99171" y="319409"/>
                  </a:lnTo>
                  <a:lnTo>
                    <a:pt x="104042" y="321486"/>
                  </a:lnTo>
                  <a:lnTo>
                    <a:pt x="108977" y="323407"/>
                  </a:lnTo>
                  <a:lnTo>
                    <a:pt x="113971" y="325172"/>
                  </a:lnTo>
                  <a:lnTo>
                    <a:pt x="119017" y="326777"/>
                  </a:lnTo>
                  <a:lnTo>
                    <a:pt x="124112" y="328221"/>
                  </a:lnTo>
                  <a:lnTo>
                    <a:pt x="129251" y="329504"/>
                  </a:lnTo>
                  <a:lnTo>
                    <a:pt x="134427" y="330623"/>
                  </a:lnTo>
                  <a:lnTo>
                    <a:pt x="139636" y="331577"/>
                  </a:lnTo>
                  <a:lnTo>
                    <a:pt x="144873" y="332366"/>
                  </a:lnTo>
                  <a:lnTo>
                    <a:pt x="150132" y="332989"/>
                  </a:lnTo>
                  <a:lnTo>
                    <a:pt x="155408" y="333445"/>
                  </a:lnTo>
                  <a:lnTo>
                    <a:pt x="160696" y="333733"/>
                  </a:lnTo>
                  <a:lnTo>
                    <a:pt x="165990" y="333854"/>
                  </a:lnTo>
                  <a:lnTo>
                    <a:pt x="171286" y="333807"/>
                  </a:lnTo>
                  <a:lnTo>
                    <a:pt x="176577" y="333592"/>
                  </a:lnTo>
                  <a:lnTo>
                    <a:pt x="181859" y="333210"/>
                  </a:lnTo>
                  <a:lnTo>
                    <a:pt x="187126" y="332661"/>
                  </a:lnTo>
                  <a:lnTo>
                    <a:pt x="192373" y="331945"/>
                  </a:lnTo>
                  <a:lnTo>
                    <a:pt x="197595" y="331063"/>
                  </a:lnTo>
                  <a:lnTo>
                    <a:pt x="202787" y="330017"/>
                  </a:lnTo>
                  <a:lnTo>
                    <a:pt x="207942" y="328806"/>
                  </a:lnTo>
                  <a:lnTo>
                    <a:pt x="213057" y="327433"/>
                  </a:lnTo>
                  <a:lnTo>
                    <a:pt x="218125" y="325898"/>
                  </a:lnTo>
                  <a:lnTo>
                    <a:pt x="223143" y="324204"/>
                  </a:lnTo>
                  <a:lnTo>
                    <a:pt x="228104" y="322351"/>
                  </a:lnTo>
                  <a:lnTo>
                    <a:pt x="233004" y="320343"/>
                  </a:lnTo>
                  <a:lnTo>
                    <a:pt x="237838" y="318180"/>
                  </a:lnTo>
                  <a:lnTo>
                    <a:pt x="242601" y="315865"/>
                  </a:lnTo>
                  <a:lnTo>
                    <a:pt x="247288" y="313400"/>
                  </a:lnTo>
                  <a:lnTo>
                    <a:pt x="251895" y="310788"/>
                  </a:lnTo>
                  <a:lnTo>
                    <a:pt x="256417" y="308032"/>
                  </a:lnTo>
                  <a:lnTo>
                    <a:pt x="260850" y="305133"/>
                  </a:lnTo>
                  <a:lnTo>
                    <a:pt x="265188" y="302096"/>
                  </a:lnTo>
                  <a:lnTo>
                    <a:pt x="269428" y="298923"/>
                  </a:lnTo>
                  <a:lnTo>
                    <a:pt x="273565" y="295617"/>
                  </a:lnTo>
                  <a:lnTo>
                    <a:pt x="277595" y="292182"/>
                  </a:lnTo>
                  <a:lnTo>
                    <a:pt x="281515" y="288621"/>
                  </a:lnTo>
                  <a:lnTo>
                    <a:pt x="285320" y="284937"/>
                  </a:lnTo>
                  <a:lnTo>
                    <a:pt x="289006" y="281135"/>
                  </a:lnTo>
                  <a:lnTo>
                    <a:pt x="292570" y="277218"/>
                  </a:lnTo>
                  <a:lnTo>
                    <a:pt x="296008" y="273190"/>
                  </a:lnTo>
                  <a:lnTo>
                    <a:pt x="299317" y="269055"/>
                  </a:lnTo>
                  <a:lnTo>
                    <a:pt x="302493" y="264817"/>
                  </a:lnTo>
                  <a:lnTo>
                    <a:pt x="305533" y="260481"/>
                  </a:lnTo>
                  <a:lnTo>
                    <a:pt x="308435" y="256051"/>
                  </a:lnTo>
                  <a:lnTo>
                    <a:pt x="311194" y="251531"/>
                  </a:lnTo>
                  <a:lnTo>
                    <a:pt x="313809" y="246926"/>
                  </a:lnTo>
                  <a:lnTo>
                    <a:pt x="316277" y="242240"/>
                  </a:lnTo>
                  <a:lnTo>
                    <a:pt x="318596" y="237479"/>
                  </a:lnTo>
                  <a:lnTo>
                    <a:pt x="320762" y="232646"/>
                  </a:lnTo>
                  <a:lnTo>
                    <a:pt x="322774" y="227748"/>
                  </a:lnTo>
                  <a:lnTo>
                    <a:pt x="324630" y="222788"/>
                  </a:lnTo>
                  <a:lnTo>
                    <a:pt x="326328" y="217772"/>
                  </a:lnTo>
                  <a:lnTo>
                    <a:pt x="327866" y="212704"/>
                  </a:lnTo>
                  <a:lnTo>
                    <a:pt x="329243" y="207590"/>
                  </a:lnTo>
                  <a:lnTo>
                    <a:pt x="330457" y="202436"/>
                  </a:lnTo>
                  <a:lnTo>
                    <a:pt x="331507" y="197245"/>
                  </a:lnTo>
                  <a:lnTo>
                    <a:pt x="332393" y="192024"/>
                  </a:lnTo>
                  <a:lnTo>
                    <a:pt x="333112" y="186777"/>
                  </a:lnTo>
                  <a:lnTo>
                    <a:pt x="333665" y="181510"/>
                  </a:lnTo>
                  <a:lnTo>
                    <a:pt x="334051" y="176229"/>
                  </a:lnTo>
                  <a:lnTo>
                    <a:pt x="334269" y="170937"/>
                  </a:lnTo>
                  <a:lnTo>
                    <a:pt x="334320" y="165642"/>
                  </a:lnTo>
                  <a:lnTo>
                    <a:pt x="334203" y="160347"/>
                  </a:lnTo>
                  <a:lnTo>
                    <a:pt x="333918" y="155059"/>
                  </a:lnTo>
                  <a:lnTo>
                    <a:pt x="333466" y="149783"/>
                  </a:lnTo>
                  <a:lnTo>
                    <a:pt x="332847" y="144523"/>
                  </a:lnTo>
                  <a:lnTo>
                    <a:pt x="332062" y="139286"/>
                  </a:lnTo>
                  <a:lnTo>
                    <a:pt x="331111" y="134076"/>
                  </a:lnTo>
                  <a:lnTo>
                    <a:pt x="329996" y="128899"/>
                  </a:lnTo>
                  <a:lnTo>
                    <a:pt x="328717" y="123760"/>
                  </a:lnTo>
                  <a:lnTo>
                    <a:pt x="327276" y="118664"/>
                  </a:lnTo>
                  <a:lnTo>
                    <a:pt x="325674" y="113616"/>
                  </a:lnTo>
                  <a:lnTo>
                    <a:pt x="323914" y="108622"/>
                  </a:lnTo>
                  <a:lnTo>
                    <a:pt x="321996" y="103686"/>
                  </a:lnTo>
                  <a:lnTo>
                    <a:pt x="319922" y="98813"/>
                  </a:lnTo>
                  <a:lnTo>
                    <a:pt x="317696" y="94008"/>
                  </a:lnTo>
                  <a:lnTo>
                    <a:pt x="315318" y="89276"/>
                  </a:lnTo>
                  <a:lnTo>
                    <a:pt x="312791" y="84621"/>
                  </a:lnTo>
                  <a:lnTo>
                    <a:pt x="310119" y="80050"/>
                  </a:lnTo>
                  <a:lnTo>
                    <a:pt x="307302" y="75565"/>
                  </a:lnTo>
                  <a:lnTo>
                    <a:pt x="304346" y="71171"/>
                  </a:lnTo>
                  <a:lnTo>
                    <a:pt x="301251" y="66873"/>
                  </a:lnTo>
                  <a:lnTo>
                    <a:pt x="298022" y="62676"/>
                  </a:lnTo>
                  <a:lnTo>
                    <a:pt x="294662" y="58583"/>
                  </a:lnTo>
                  <a:lnTo>
                    <a:pt x="291173" y="54598"/>
                  </a:lnTo>
                  <a:lnTo>
                    <a:pt x="287561" y="50726"/>
                  </a:lnTo>
                  <a:lnTo>
                    <a:pt x="283827" y="46971"/>
                  </a:lnTo>
                  <a:lnTo>
                    <a:pt x="279976" y="43335"/>
                  </a:lnTo>
                  <a:lnTo>
                    <a:pt x="276012" y="39823"/>
                  </a:lnTo>
                  <a:lnTo>
                    <a:pt x="271939" y="36439"/>
                  </a:lnTo>
                  <a:lnTo>
                    <a:pt x="267761" y="33185"/>
                  </a:lnTo>
                  <a:lnTo>
                    <a:pt x="263481" y="30065"/>
                  </a:lnTo>
                  <a:lnTo>
                    <a:pt x="259105" y="27083"/>
                  </a:lnTo>
                  <a:lnTo>
                    <a:pt x="254637" y="24240"/>
                  </a:lnTo>
                  <a:lnTo>
                    <a:pt x="250081" y="21541"/>
                  </a:lnTo>
                  <a:lnTo>
                    <a:pt x="245442" y="18987"/>
                  </a:lnTo>
                  <a:lnTo>
                    <a:pt x="240724" y="16581"/>
                  </a:lnTo>
                  <a:lnTo>
                    <a:pt x="235932" y="14326"/>
                  </a:lnTo>
                  <a:lnTo>
                    <a:pt x="231071" y="12224"/>
                  </a:lnTo>
                  <a:lnTo>
                    <a:pt x="226146" y="10277"/>
                  </a:lnTo>
                  <a:lnTo>
                    <a:pt x="221162" y="8487"/>
                  </a:lnTo>
                  <a:lnTo>
                    <a:pt x="216124" y="6856"/>
                  </a:lnTo>
                  <a:lnTo>
                    <a:pt x="211037" y="5385"/>
                  </a:lnTo>
                  <a:lnTo>
                    <a:pt x="205905" y="4076"/>
                  </a:lnTo>
                  <a:lnTo>
                    <a:pt x="200735" y="2930"/>
                  </a:lnTo>
                  <a:lnTo>
                    <a:pt x="195531" y="1949"/>
                  </a:lnTo>
                  <a:lnTo>
                    <a:pt x="190298" y="1133"/>
                  </a:lnTo>
                  <a:lnTo>
                    <a:pt x="185042" y="483"/>
                  </a:lnTo>
                  <a:lnTo>
                    <a:pt x="179769" y="0"/>
                  </a:lnTo>
                  <a:lnTo>
                    <a:pt x="167156" y="166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12612" cy="167167"/>
            </a:xfrm>
            <a:custGeom>
              <a:avLst/>
              <a:pathLst>
                <a:path w="12612" h="167167">
                  <a:moveTo>
                    <a:pt x="12612" y="4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68512" y="5369149"/>
              <a:ext cx="167163" cy="298985"/>
            </a:xfrm>
            <a:custGeom>
              <a:avLst/>
              <a:pathLst>
                <a:path w="167163" h="298985">
                  <a:moveTo>
                    <a:pt x="167163" y="0"/>
                  </a:moveTo>
                  <a:lnTo>
                    <a:pt x="161781" y="86"/>
                  </a:lnTo>
                  <a:lnTo>
                    <a:pt x="156406" y="346"/>
                  </a:lnTo>
                  <a:lnTo>
                    <a:pt x="151041" y="779"/>
                  </a:lnTo>
                  <a:lnTo>
                    <a:pt x="145693" y="1384"/>
                  </a:lnTo>
                  <a:lnTo>
                    <a:pt x="140367" y="2161"/>
                  </a:lnTo>
                  <a:lnTo>
                    <a:pt x="135069" y="3109"/>
                  </a:lnTo>
                  <a:lnTo>
                    <a:pt x="129804" y="4227"/>
                  </a:lnTo>
                  <a:lnTo>
                    <a:pt x="124578" y="5515"/>
                  </a:lnTo>
                  <a:lnTo>
                    <a:pt x="119396" y="6969"/>
                  </a:lnTo>
                  <a:lnTo>
                    <a:pt x="114264" y="8590"/>
                  </a:lnTo>
                  <a:lnTo>
                    <a:pt x="109186" y="10375"/>
                  </a:lnTo>
                  <a:lnTo>
                    <a:pt x="104169" y="12323"/>
                  </a:lnTo>
                  <a:lnTo>
                    <a:pt x="99217" y="14431"/>
                  </a:lnTo>
                  <a:lnTo>
                    <a:pt x="94335" y="16697"/>
                  </a:lnTo>
                  <a:lnTo>
                    <a:pt x="89529" y="19120"/>
                  </a:lnTo>
                  <a:lnTo>
                    <a:pt x="84803" y="21696"/>
                  </a:lnTo>
                  <a:lnTo>
                    <a:pt x="80163" y="24423"/>
                  </a:lnTo>
                  <a:lnTo>
                    <a:pt x="75613" y="27297"/>
                  </a:lnTo>
                  <a:lnTo>
                    <a:pt x="71158" y="30317"/>
                  </a:lnTo>
                  <a:lnTo>
                    <a:pt x="66802" y="33479"/>
                  </a:lnTo>
                  <a:lnTo>
                    <a:pt x="62550" y="36779"/>
                  </a:lnTo>
                  <a:lnTo>
                    <a:pt x="58407" y="40214"/>
                  </a:lnTo>
                  <a:lnTo>
                    <a:pt x="54376" y="43781"/>
                  </a:lnTo>
                  <a:lnTo>
                    <a:pt x="50463" y="47476"/>
                  </a:lnTo>
                  <a:lnTo>
                    <a:pt x="46670" y="51295"/>
                  </a:lnTo>
                  <a:lnTo>
                    <a:pt x="43002" y="55234"/>
                  </a:lnTo>
                  <a:lnTo>
                    <a:pt x="39463" y="59289"/>
                  </a:lnTo>
                  <a:lnTo>
                    <a:pt x="36057" y="63455"/>
                  </a:lnTo>
                  <a:lnTo>
                    <a:pt x="32786" y="67730"/>
                  </a:lnTo>
                  <a:lnTo>
                    <a:pt x="29654" y="72107"/>
                  </a:lnTo>
                  <a:lnTo>
                    <a:pt x="26666" y="76583"/>
                  </a:lnTo>
                  <a:lnTo>
                    <a:pt x="23822" y="81153"/>
                  </a:lnTo>
                  <a:lnTo>
                    <a:pt x="21128" y="85812"/>
                  </a:lnTo>
                  <a:lnTo>
                    <a:pt x="18584" y="90555"/>
                  </a:lnTo>
                  <a:lnTo>
                    <a:pt x="16195" y="95378"/>
                  </a:lnTo>
                  <a:lnTo>
                    <a:pt x="13962" y="100275"/>
                  </a:lnTo>
                  <a:lnTo>
                    <a:pt x="11888" y="105242"/>
                  </a:lnTo>
                  <a:lnTo>
                    <a:pt x="9975" y="110273"/>
                  </a:lnTo>
                  <a:lnTo>
                    <a:pt x="8225" y="115362"/>
                  </a:lnTo>
                  <a:lnTo>
                    <a:pt x="6640" y="120506"/>
                  </a:lnTo>
                  <a:lnTo>
                    <a:pt x="5221" y="125698"/>
                  </a:lnTo>
                  <a:lnTo>
                    <a:pt x="3970" y="130932"/>
                  </a:lnTo>
                  <a:lnTo>
                    <a:pt x="2888" y="136205"/>
                  </a:lnTo>
                  <a:lnTo>
                    <a:pt x="1976" y="141509"/>
                  </a:lnTo>
                  <a:lnTo>
                    <a:pt x="1236" y="146840"/>
                  </a:lnTo>
                  <a:lnTo>
                    <a:pt x="668" y="152192"/>
                  </a:lnTo>
                  <a:lnTo>
                    <a:pt x="272" y="157560"/>
                  </a:lnTo>
                  <a:lnTo>
                    <a:pt x="49" y="162937"/>
                  </a:lnTo>
                  <a:lnTo>
                    <a:pt x="0" y="168319"/>
                  </a:lnTo>
                  <a:lnTo>
                    <a:pt x="123" y="173700"/>
                  </a:lnTo>
                  <a:lnTo>
                    <a:pt x="420" y="179074"/>
                  </a:lnTo>
                  <a:lnTo>
                    <a:pt x="890" y="184436"/>
                  </a:lnTo>
                  <a:lnTo>
                    <a:pt x="1532" y="189779"/>
                  </a:lnTo>
                  <a:lnTo>
                    <a:pt x="2346" y="195100"/>
                  </a:lnTo>
                  <a:lnTo>
                    <a:pt x="3330" y="200391"/>
                  </a:lnTo>
                  <a:lnTo>
                    <a:pt x="4485" y="205648"/>
                  </a:lnTo>
                  <a:lnTo>
                    <a:pt x="5808" y="210865"/>
                  </a:lnTo>
                  <a:lnTo>
                    <a:pt x="7298" y="216037"/>
                  </a:lnTo>
                  <a:lnTo>
                    <a:pt x="8954" y="221158"/>
                  </a:lnTo>
                  <a:lnTo>
                    <a:pt x="10775" y="226223"/>
                  </a:lnTo>
                  <a:lnTo>
                    <a:pt x="12757" y="231227"/>
                  </a:lnTo>
                  <a:lnTo>
                    <a:pt x="14899" y="236164"/>
                  </a:lnTo>
                  <a:lnTo>
                    <a:pt x="17199" y="241030"/>
                  </a:lnTo>
                  <a:lnTo>
                    <a:pt x="19655" y="245820"/>
                  </a:lnTo>
                  <a:lnTo>
                    <a:pt x="22263" y="250527"/>
                  </a:lnTo>
                  <a:lnTo>
                    <a:pt x="25022" y="255149"/>
                  </a:lnTo>
                  <a:lnTo>
                    <a:pt x="27928" y="259679"/>
                  </a:lnTo>
                  <a:lnTo>
                    <a:pt x="30978" y="264114"/>
                  </a:lnTo>
                  <a:lnTo>
                    <a:pt x="34170" y="268447"/>
                  </a:lnTo>
                  <a:lnTo>
                    <a:pt x="37499" y="272676"/>
                  </a:lnTo>
                  <a:lnTo>
                    <a:pt x="40963" y="276796"/>
                  </a:lnTo>
                  <a:lnTo>
                    <a:pt x="44557" y="280802"/>
                  </a:lnTo>
                  <a:lnTo>
                    <a:pt x="48279" y="284690"/>
                  </a:lnTo>
                  <a:lnTo>
                    <a:pt x="52124" y="288456"/>
                  </a:lnTo>
                  <a:lnTo>
                    <a:pt x="56088" y="292096"/>
                  </a:lnTo>
                  <a:lnTo>
                    <a:pt x="60167" y="295607"/>
                  </a:lnTo>
                  <a:lnTo>
                    <a:pt x="64358" y="29898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2870" y="5536317"/>
              <a:ext cx="102805" cy="131818"/>
            </a:xfrm>
            <a:custGeom>
              <a:avLst/>
              <a:pathLst>
                <a:path w="102805" h="131818">
                  <a:moveTo>
                    <a:pt x="0" y="131818"/>
                  </a:moveTo>
                  <a:lnTo>
                    <a:pt x="1028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2870" y="5536317"/>
              <a:ext cx="102805" cy="131818"/>
            </a:xfrm>
            <a:custGeom>
              <a:avLst/>
              <a:pathLst>
                <a:path w="102805" h="131818">
                  <a:moveTo>
                    <a:pt x="0" y="131818"/>
                  </a:moveTo>
                  <a:lnTo>
                    <a:pt x="1028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32870" y="5536317"/>
              <a:ext cx="102805" cy="131818"/>
            </a:xfrm>
            <a:custGeom>
              <a:avLst/>
              <a:pathLst>
                <a:path w="102805" h="131818">
                  <a:moveTo>
                    <a:pt x="0" y="131818"/>
                  </a:moveTo>
                  <a:lnTo>
                    <a:pt x="1028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32870" y="5536317"/>
              <a:ext cx="102805" cy="131818"/>
            </a:xfrm>
            <a:custGeom>
              <a:avLst/>
              <a:pathLst>
                <a:path w="102805" h="131818">
                  <a:moveTo>
                    <a:pt x="0" y="131818"/>
                  </a:moveTo>
                  <a:lnTo>
                    <a:pt x="1028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2870" y="5536317"/>
              <a:ext cx="102805" cy="131818"/>
            </a:xfrm>
            <a:custGeom>
              <a:avLst/>
              <a:pathLst>
                <a:path w="102805" h="131818">
                  <a:moveTo>
                    <a:pt x="0" y="131818"/>
                  </a:moveTo>
                  <a:lnTo>
                    <a:pt x="1028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2870" y="5536317"/>
              <a:ext cx="163862" cy="167164"/>
            </a:xfrm>
            <a:custGeom>
              <a:avLst/>
              <a:pathLst>
                <a:path w="163862" h="167164">
                  <a:moveTo>
                    <a:pt x="0" y="131818"/>
                  </a:moveTo>
                  <a:lnTo>
                    <a:pt x="4463" y="135180"/>
                  </a:lnTo>
                  <a:lnTo>
                    <a:pt x="9035" y="138391"/>
                  </a:lnTo>
                  <a:lnTo>
                    <a:pt x="13713" y="141448"/>
                  </a:lnTo>
                  <a:lnTo>
                    <a:pt x="18490" y="144346"/>
                  </a:lnTo>
                  <a:lnTo>
                    <a:pt x="23362" y="147084"/>
                  </a:lnTo>
                  <a:lnTo>
                    <a:pt x="28322" y="149657"/>
                  </a:lnTo>
                  <a:lnTo>
                    <a:pt x="33365" y="152062"/>
                  </a:lnTo>
                  <a:lnTo>
                    <a:pt x="38486" y="154298"/>
                  </a:lnTo>
                  <a:lnTo>
                    <a:pt x="43679" y="156362"/>
                  </a:lnTo>
                  <a:lnTo>
                    <a:pt x="48938" y="158250"/>
                  </a:lnTo>
                  <a:lnTo>
                    <a:pt x="54257" y="159962"/>
                  </a:lnTo>
                  <a:lnTo>
                    <a:pt x="59630" y="161495"/>
                  </a:lnTo>
                  <a:lnTo>
                    <a:pt x="65052" y="162848"/>
                  </a:lnTo>
                  <a:lnTo>
                    <a:pt x="70516" y="164019"/>
                  </a:lnTo>
                  <a:lnTo>
                    <a:pt x="76015" y="165006"/>
                  </a:lnTo>
                  <a:lnTo>
                    <a:pt x="81545" y="165810"/>
                  </a:lnTo>
                  <a:lnTo>
                    <a:pt x="87099" y="166427"/>
                  </a:lnTo>
                  <a:lnTo>
                    <a:pt x="92670" y="166859"/>
                  </a:lnTo>
                  <a:lnTo>
                    <a:pt x="98252" y="167105"/>
                  </a:lnTo>
                  <a:lnTo>
                    <a:pt x="103840" y="167164"/>
                  </a:lnTo>
                  <a:lnTo>
                    <a:pt x="109426" y="167036"/>
                  </a:lnTo>
                  <a:lnTo>
                    <a:pt x="115005" y="166721"/>
                  </a:lnTo>
                  <a:lnTo>
                    <a:pt x="120570" y="166220"/>
                  </a:lnTo>
                  <a:lnTo>
                    <a:pt x="126116" y="165534"/>
                  </a:lnTo>
                  <a:lnTo>
                    <a:pt x="131635" y="164662"/>
                  </a:lnTo>
                  <a:lnTo>
                    <a:pt x="137122" y="163607"/>
                  </a:lnTo>
                  <a:lnTo>
                    <a:pt x="142571" y="162368"/>
                  </a:lnTo>
                  <a:lnTo>
                    <a:pt x="147975" y="160948"/>
                  </a:lnTo>
                  <a:lnTo>
                    <a:pt x="153329" y="159349"/>
                  </a:lnTo>
                  <a:lnTo>
                    <a:pt x="158627" y="157571"/>
                  </a:lnTo>
                  <a:lnTo>
                    <a:pt x="163862" y="155618"/>
                  </a:lnTo>
                  <a:lnTo>
                    <a:pt x="10280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135676" y="5369149"/>
              <a:ext cx="167155" cy="322785"/>
            </a:xfrm>
            <a:custGeom>
              <a:avLst/>
              <a:pathLst>
                <a:path w="167155" h="322785">
                  <a:moveTo>
                    <a:pt x="61057" y="322785"/>
                  </a:moveTo>
                  <a:lnTo>
                    <a:pt x="65975" y="320764"/>
                  </a:lnTo>
                  <a:lnTo>
                    <a:pt x="70828" y="318588"/>
                  </a:lnTo>
                  <a:lnTo>
                    <a:pt x="75608" y="316259"/>
                  </a:lnTo>
                  <a:lnTo>
                    <a:pt x="80312" y="313778"/>
                  </a:lnTo>
                  <a:lnTo>
                    <a:pt x="84935" y="311150"/>
                  </a:lnTo>
                  <a:lnTo>
                    <a:pt x="89471" y="308375"/>
                  </a:lnTo>
                  <a:lnTo>
                    <a:pt x="93918" y="305458"/>
                  </a:lnTo>
                  <a:lnTo>
                    <a:pt x="98269" y="302401"/>
                  </a:lnTo>
                  <a:lnTo>
                    <a:pt x="102520" y="299206"/>
                  </a:lnTo>
                  <a:lnTo>
                    <a:pt x="106668" y="295879"/>
                  </a:lnTo>
                  <a:lnTo>
                    <a:pt x="110708" y="292421"/>
                  </a:lnTo>
                  <a:lnTo>
                    <a:pt x="114636" y="288836"/>
                  </a:lnTo>
                  <a:lnTo>
                    <a:pt x="118448" y="285128"/>
                  </a:lnTo>
                  <a:lnTo>
                    <a:pt x="122140" y="281301"/>
                  </a:lnTo>
                  <a:lnTo>
                    <a:pt x="125709" y="277358"/>
                  </a:lnTo>
                  <a:lnTo>
                    <a:pt x="129150" y="273304"/>
                  </a:lnTo>
                  <a:lnTo>
                    <a:pt x="132461" y="269142"/>
                  </a:lnTo>
                  <a:lnTo>
                    <a:pt x="135637" y="264878"/>
                  </a:lnTo>
                  <a:lnTo>
                    <a:pt x="138676" y="260514"/>
                  </a:lnTo>
                  <a:lnTo>
                    <a:pt x="141575" y="256056"/>
                  </a:lnTo>
                  <a:lnTo>
                    <a:pt x="144331" y="251508"/>
                  </a:lnTo>
                  <a:lnTo>
                    <a:pt x="146941" y="246874"/>
                  </a:lnTo>
                  <a:lnTo>
                    <a:pt x="149402" y="242160"/>
                  </a:lnTo>
                  <a:lnTo>
                    <a:pt x="151711" y="237370"/>
                  </a:lnTo>
                  <a:lnTo>
                    <a:pt x="153868" y="232509"/>
                  </a:lnTo>
                  <a:lnTo>
                    <a:pt x="155868" y="227582"/>
                  </a:lnTo>
                  <a:lnTo>
                    <a:pt x="157711" y="222594"/>
                  </a:lnTo>
                  <a:lnTo>
                    <a:pt x="159394" y="217549"/>
                  </a:lnTo>
                  <a:lnTo>
                    <a:pt x="160916" y="212454"/>
                  </a:lnTo>
                  <a:lnTo>
                    <a:pt x="162275" y="207313"/>
                  </a:lnTo>
                  <a:lnTo>
                    <a:pt x="163470" y="202131"/>
                  </a:lnTo>
                  <a:lnTo>
                    <a:pt x="164499" y="196913"/>
                  </a:lnTo>
                  <a:lnTo>
                    <a:pt x="165362" y="191666"/>
                  </a:lnTo>
                  <a:lnTo>
                    <a:pt x="166058" y="186394"/>
                  </a:lnTo>
                  <a:lnTo>
                    <a:pt x="166585" y="181102"/>
                  </a:lnTo>
                  <a:lnTo>
                    <a:pt x="166944" y="175797"/>
                  </a:lnTo>
                  <a:lnTo>
                    <a:pt x="167134" y="170482"/>
                  </a:lnTo>
                  <a:lnTo>
                    <a:pt x="167155" y="165165"/>
                  </a:lnTo>
                  <a:lnTo>
                    <a:pt x="167007" y="159849"/>
                  </a:lnTo>
                  <a:lnTo>
                    <a:pt x="166689" y="154540"/>
                  </a:lnTo>
                  <a:lnTo>
                    <a:pt x="166203" y="149245"/>
                  </a:lnTo>
                  <a:lnTo>
                    <a:pt x="165549" y="143967"/>
                  </a:lnTo>
                  <a:lnTo>
                    <a:pt x="164728" y="138714"/>
                  </a:lnTo>
                  <a:lnTo>
                    <a:pt x="163739" y="133488"/>
                  </a:lnTo>
                  <a:lnTo>
                    <a:pt x="162585" y="128297"/>
                  </a:lnTo>
                  <a:lnTo>
                    <a:pt x="161267" y="123146"/>
                  </a:lnTo>
                  <a:lnTo>
                    <a:pt x="159785" y="118038"/>
                  </a:lnTo>
                  <a:lnTo>
                    <a:pt x="158141" y="112981"/>
                  </a:lnTo>
                  <a:lnTo>
                    <a:pt x="156338" y="107978"/>
                  </a:lnTo>
                  <a:lnTo>
                    <a:pt x="154376" y="103036"/>
                  </a:lnTo>
                  <a:lnTo>
                    <a:pt x="152258" y="98158"/>
                  </a:lnTo>
                  <a:lnTo>
                    <a:pt x="149986" y="93350"/>
                  </a:lnTo>
                  <a:lnTo>
                    <a:pt x="147562" y="88616"/>
                  </a:lnTo>
                  <a:lnTo>
                    <a:pt x="144989" y="83963"/>
                  </a:lnTo>
                  <a:lnTo>
                    <a:pt x="142269" y="79393"/>
                  </a:lnTo>
                  <a:lnTo>
                    <a:pt x="139405" y="74912"/>
                  </a:lnTo>
                  <a:lnTo>
                    <a:pt x="136401" y="70525"/>
                  </a:lnTo>
                  <a:lnTo>
                    <a:pt x="133258" y="66235"/>
                  </a:lnTo>
                  <a:lnTo>
                    <a:pt x="129980" y="62048"/>
                  </a:lnTo>
                  <a:lnTo>
                    <a:pt x="126570" y="57966"/>
                  </a:lnTo>
                  <a:lnTo>
                    <a:pt x="123033" y="53996"/>
                  </a:lnTo>
                  <a:lnTo>
                    <a:pt x="119371" y="50140"/>
                  </a:lnTo>
                  <a:lnTo>
                    <a:pt x="115588" y="46402"/>
                  </a:lnTo>
                  <a:lnTo>
                    <a:pt x="111689" y="42787"/>
                  </a:lnTo>
                  <a:lnTo>
                    <a:pt x="107676" y="39297"/>
                  </a:lnTo>
                  <a:lnTo>
                    <a:pt x="103554" y="35937"/>
                  </a:lnTo>
                  <a:lnTo>
                    <a:pt x="99328" y="32709"/>
                  </a:lnTo>
                  <a:lnTo>
                    <a:pt x="95001" y="29618"/>
                  </a:lnTo>
                  <a:lnTo>
                    <a:pt x="90578" y="26666"/>
                  </a:lnTo>
                  <a:lnTo>
                    <a:pt x="86063" y="23856"/>
                  </a:lnTo>
                  <a:lnTo>
                    <a:pt x="81461" y="21191"/>
                  </a:lnTo>
                  <a:lnTo>
                    <a:pt x="76777" y="18674"/>
                  </a:lnTo>
                  <a:lnTo>
                    <a:pt x="72015" y="16307"/>
                  </a:lnTo>
                  <a:lnTo>
                    <a:pt x="67180" y="14093"/>
                  </a:lnTo>
                  <a:lnTo>
                    <a:pt x="62277" y="12033"/>
                  </a:lnTo>
                  <a:lnTo>
                    <a:pt x="57311" y="10131"/>
                  </a:lnTo>
                  <a:lnTo>
                    <a:pt x="52287" y="8387"/>
                  </a:lnTo>
                  <a:lnTo>
                    <a:pt x="47211" y="6805"/>
                  </a:lnTo>
                  <a:lnTo>
                    <a:pt x="42086" y="5384"/>
                  </a:lnTo>
                  <a:lnTo>
                    <a:pt x="36919" y="4127"/>
                  </a:lnTo>
                  <a:lnTo>
                    <a:pt x="31714" y="3036"/>
                  </a:lnTo>
                  <a:lnTo>
                    <a:pt x="26478" y="2110"/>
                  </a:lnTo>
                  <a:lnTo>
                    <a:pt x="21214" y="1351"/>
                  </a:lnTo>
                  <a:lnTo>
                    <a:pt x="15929" y="760"/>
                  </a:lnTo>
                  <a:lnTo>
                    <a:pt x="10628" y="338"/>
                  </a:lnTo>
                  <a:lnTo>
                    <a:pt x="531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05192" y="5220472"/>
              <a:ext cx="127943" cy="167167"/>
            </a:xfrm>
            <a:custGeom>
              <a:avLst/>
              <a:pathLst>
                <a:path w="127943" h="167167">
                  <a:moveTo>
                    <a:pt x="127943" y="0"/>
                  </a:moveTo>
                  <a:lnTo>
                    <a:pt x="122340" y="93"/>
                  </a:lnTo>
                  <a:lnTo>
                    <a:pt x="116743" y="375"/>
                  </a:lnTo>
                  <a:lnTo>
                    <a:pt x="111159" y="844"/>
                  </a:lnTo>
                  <a:lnTo>
                    <a:pt x="105594" y="1500"/>
                  </a:lnTo>
                  <a:lnTo>
                    <a:pt x="100054" y="2342"/>
                  </a:lnTo>
                  <a:lnTo>
                    <a:pt x="94545" y="3370"/>
                  </a:lnTo>
                  <a:lnTo>
                    <a:pt x="89074" y="4581"/>
                  </a:lnTo>
                  <a:lnTo>
                    <a:pt x="83646" y="5975"/>
                  </a:lnTo>
                  <a:lnTo>
                    <a:pt x="78269" y="7550"/>
                  </a:lnTo>
                  <a:lnTo>
                    <a:pt x="72947" y="9305"/>
                  </a:lnTo>
                  <a:lnTo>
                    <a:pt x="67687" y="11237"/>
                  </a:lnTo>
                  <a:lnTo>
                    <a:pt x="62494" y="13344"/>
                  </a:lnTo>
                  <a:lnTo>
                    <a:pt x="57375" y="15624"/>
                  </a:lnTo>
                  <a:lnTo>
                    <a:pt x="52336" y="18074"/>
                  </a:lnTo>
                  <a:lnTo>
                    <a:pt x="47381" y="20692"/>
                  </a:lnTo>
                  <a:lnTo>
                    <a:pt x="42517" y="23475"/>
                  </a:lnTo>
                  <a:lnTo>
                    <a:pt x="37749" y="26419"/>
                  </a:lnTo>
                  <a:lnTo>
                    <a:pt x="33082" y="29521"/>
                  </a:lnTo>
                  <a:lnTo>
                    <a:pt x="28522" y="32778"/>
                  </a:lnTo>
                  <a:lnTo>
                    <a:pt x="24074" y="36185"/>
                  </a:lnTo>
                  <a:lnTo>
                    <a:pt x="19742" y="39740"/>
                  </a:lnTo>
                  <a:lnTo>
                    <a:pt x="15532" y="43438"/>
                  </a:lnTo>
                  <a:lnTo>
                    <a:pt x="11448" y="47276"/>
                  </a:lnTo>
                  <a:lnTo>
                    <a:pt x="7495" y="51247"/>
                  </a:lnTo>
                  <a:lnTo>
                    <a:pt x="3677" y="55350"/>
                  </a:lnTo>
                  <a:lnTo>
                    <a:pt x="0" y="59577"/>
                  </a:lnTo>
                  <a:lnTo>
                    <a:pt x="1279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05192" y="5280049"/>
              <a:ext cx="127943" cy="107589"/>
            </a:xfrm>
            <a:custGeom>
              <a:avLst/>
              <a:pathLst>
                <a:path w="127943" h="107589">
                  <a:moveTo>
                    <a:pt x="0" y="0"/>
                  </a:moveTo>
                  <a:lnTo>
                    <a:pt x="127943" y="1075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05192" y="5280049"/>
              <a:ext cx="127943" cy="107589"/>
            </a:xfrm>
            <a:custGeom>
              <a:avLst/>
              <a:pathLst>
                <a:path w="127943" h="107589">
                  <a:moveTo>
                    <a:pt x="0" y="0"/>
                  </a:moveTo>
                  <a:lnTo>
                    <a:pt x="127943" y="1075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05192" y="5280049"/>
              <a:ext cx="127943" cy="107589"/>
            </a:xfrm>
            <a:custGeom>
              <a:avLst/>
              <a:pathLst>
                <a:path w="127943" h="107589">
                  <a:moveTo>
                    <a:pt x="0" y="0"/>
                  </a:moveTo>
                  <a:lnTo>
                    <a:pt x="127943" y="1075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05192" y="5280049"/>
              <a:ext cx="127943" cy="107589"/>
            </a:xfrm>
            <a:custGeom>
              <a:avLst/>
              <a:pathLst>
                <a:path w="127943" h="107589">
                  <a:moveTo>
                    <a:pt x="0" y="0"/>
                  </a:moveTo>
                  <a:lnTo>
                    <a:pt x="127943" y="1075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74149" y="5280049"/>
              <a:ext cx="158985" cy="107589"/>
            </a:xfrm>
            <a:custGeom>
              <a:avLst/>
              <a:pathLst>
                <a:path w="158985" h="107589">
                  <a:moveTo>
                    <a:pt x="31042" y="0"/>
                  </a:moveTo>
                  <a:lnTo>
                    <a:pt x="27355" y="4543"/>
                  </a:lnTo>
                  <a:lnTo>
                    <a:pt x="23830" y="9213"/>
                  </a:lnTo>
                  <a:lnTo>
                    <a:pt x="20470" y="14003"/>
                  </a:lnTo>
                  <a:lnTo>
                    <a:pt x="17279" y="18908"/>
                  </a:lnTo>
                  <a:lnTo>
                    <a:pt x="14263" y="23921"/>
                  </a:lnTo>
                  <a:lnTo>
                    <a:pt x="11423" y="29037"/>
                  </a:lnTo>
                  <a:lnTo>
                    <a:pt x="8765" y="34249"/>
                  </a:lnTo>
                  <a:lnTo>
                    <a:pt x="6290" y="39552"/>
                  </a:lnTo>
                  <a:lnTo>
                    <a:pt x="4002" y="44937"/>
                  </a:lnTo>
                  <a:lnTo>
                    <a:pt x="1905" y="50399"/>
                  </a:lnTo>
                  <a:lnTo>
                    <a:pt x="0" y="55932"/>
                  </a:lnTo>
                  <a:lnTo>
                    <a:pt x="158985" y="1075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65968" y="5220472"/>
              <a:ext cx="334326" cy="334323"/>
            </a:xfrm>
            <a:custGeom>
              <a:avLst/>
              <a:pathLst>
                <a:path w="334326" h="334323">
                  <a:moveTo>
                    <a:pt x="8181" y="115509"/>
                  </a:moveTo>
                  <a:lnTo>
                    <a:pt x="6628" y="120560"/>
                  </a:lnTo>
                  <a:lnTo>
                    <a:pt x="5235" y="125658"/>
                  </a:lnTo>
                  <a:lnTo>
                    <a:pt x="4004" y="130797"/>
                  </a:lnTo>
                  <a:lnTo>
                    <a:pt x="2935" y="135973"/>
                  </a:lnTo>
                  <a:lnTo>
                    <a:pt x="2032" y="141179"/>
                  </a:lnTo>
                  <a:lnTo>
                    <a:pt x="1293" y="146412"/>
                  </a:lnTo>
                  <a:lnTo>
                    <a:pt x="719" y="151665"/>
                  </a:lnTo>
                  <a:lnTo>
                    <a:pt x="313" y="156934"/>
                  </a:lnTo>
                  <a:lnTo>
                    <a:pt x="73" y="162213"/>
                  </a:lnTo>
                  <a:lnTo>
                    <a:pt x="0" y="167497"/>
                  </a:lnTo>
                  <a:lnTo>
                    <a:pt x="93" y="172781"/>
                  </a:lnTo>
                  <a:lnTo>
                    <a:pt x="354" y="178059"/>
                  </a:lnTo>
                  <a:lnTo>
                    <a:pt x="782" y="183326"/>
                  </a:lnTo>
                  <a:lnTo>
                    <a:pt x="1376" y="188577"/>
                  </a:lnTo>
                  <a:lnTo>
                    <a:pt x="2136" y="193807"/>
                  </a:lnTo>
                  <a:lnTo>
                    <a:pt x="3060" y="199010"/>
                  </a:lnTo>
                  <a:lnTo>
                    <a:pt x="4149" y="204181"/>
                  </a:lnTo>
                  <a:lnTo>
                    <a:pt x="5400" y="209315"/>
                  </a:lnTo>
                  <a:lnTo>
                    <a:pt x="6813" y="214407"/>
                  </a:lnTo>
                  <a:lnTo>
                    <a:pt x="8386" y="219452"/>
                  </a:lnTo>
                  <a:lnTo>
                    <a:pt x="10118" y="224445"/>
                  </a:lnTo>
                  <a:lnTo>
                    <a:pt x="12007" y="229380"/>
                  </a:lnTo>
                  <a:lnTo>
                    <a:pt x="14051" y="234254"/>
                  </a:lnTo>
                  <a:lnTo>
                    <a:pt x="16248" y="239060"/>
                  </a:lnTo>
                  <a:lnTo>
                    <a:pt x="18596" y="243794"/>
                  </a:lnTo>
                  <a:lnTo>
                    <a:pt x="21092" y="248452"/>
                  </a:lnTo>
                  <a:lnTo>
                    <a:pt x="23735" y="253028"/>
                  </a:lnTo>
                  <a:lnTo>
                    <a:pt x="26520" y="257519"/>
                  </a:lnTo>
                  <a:lnTo>
                    <a:pt x="29446" y="261920"/>
                  </a:lnTo>
                  <a:lnTo>
                    <a:pt x="32510" y="266225"/>
                  </a:lnTo>
                  <a:lnTo>
                    <a:pt x="35708" y="270432"/>
                  </a:lnTo>
                  <a:lnTo>
                    <a:pt x="39038" y="274536"/>
                  </a:lnTo>
                  <a:lnTo>
                    <a:pt x="42496" y="278532"/>
                  </a:lnTo>
                  <a:lnTo>
                    <a:pt x="46078" y="282417"/>
                  </a:lnTo>
                  <a:lnTo>
                    <a:pt x="49782" y="286187"/>
                  </a:lnTo>
                  <a:lnTo>
                    <a:pt x="53602" y="289838"/>
                  </a:lnTo>
                  <a:lnTo>
                    <a:pt x="57536" y="293366"/>
                  </a:lnTo>
                  <a:lnTo>
                    <a:pt x="61580" y="296768"/>
                  </a:lnTo>
                  <a:lnTo>
                    <a:pt x="65729" y="300041"/>
                  </a:lnTo>
                  <a:lnTo>
                    <a:pt x="69980" y="303181"/>
                  </a:lnTo>
                  <a:lnTo>
                    <a:pt x="74328" y="306185"/>
                  </a:lnTo>
                  <a:lnTo>
                    <a:pt x="78768" y="309050"/>
                  </a:lnTo>
                  <a:lnTo>
                    <a:pt x="83297" y="311773"/>
                  </a:lnTo>
                  <a:lnTo>
                    <a:pt x="87910" y="314351"/>
                  </a:lnTo>
                  <a:lnTo>
                    <a:pt x="92602" y="316783"/>
                  </a:lnTo>
                  <a:lnTo>
                    <a:pt x="97368" y="319065"/>
                  </a:lnTo>
                  <a:lnTo>
                    <a:pt x="102204" y="321196"/>
                  </a:lnTo>
                  <a:lnTo>
                    <a:pt x="107105" y="323172"/>
                  </a:lnTo>
                  <a:lnTo>
                    <a:pt x="112066" y="324992"/>
                  </a:lnTo>
                  <a:lnTo>
                    <a:pt x="117082" y="326655"/>
                  </a:lnTo>
                  <a:lnTo>
                    <a:pt x="122148" y="328159"/>
                  </a:lnTo>
                  <a:lnTo>
                    <a:pt x="127260" y="329501"/>
                  </a:lnTo>
                  <a:lnTo>
                    <a:pt x="132411" y="330681"/>
                  </a:lnTo>
                  <a:lnTo>
                    <a:pt x="137596" y="331698"/>
                  </a:lnTo>
                  <a:lnTo>
                    <a:pt x="142812" y="332551"/>
                  </a:lnTo>
                  <a:lnTo>
                    <a:pt x="148051" y="333238"/>
                  </a:lnTo>
                  <a:lnTo>
                    <a:pt x="153310" y="333759"/>
                  </a:lnTo>
                  <a:lnTo>
                    <a:pt x="158583" y="334114"/>
                  </a:lnTo>
                  <a:lnTo>
                    <a:pt x="163864" y="334302"/>
                  </a:lnTo>
                  <a:lnTo>
                    <a:pt x="169148" y="334323"/>
                  </a:lnTo>
                  <a:lnTo>
                    <a:pt x="174431" y="334176"/>
                  </a:lnTo>
                  <a:lnTo>
                    <a:pt x="179706" y="333863"/>
                  </a:lnTo>
                  <a:lnTo>
                    <a:pt x="184969" y="333384"/>
                  </a:lnTo>
                  <a:lnTo>
                    <a:pt x="190214" y="332738"/>
                  </a:lnTo>
                  <a:lnTo>
                    <a:pt x="195436" y="331927"/>
                  </a:lnTo>
                  <a:lnTo>
                    <a:pt x="200629" y="330951"/>
                  </a:lnTo>
                  <a:lnTo>
                    <a:pt x="205789" y="329811"/>
                  </a:lnTo>
                  <a:lnTo>
                    <a:pt x="210911" y="328509"/>
                  </a:lnTo>
                  <a:lnTo>
                    <a:pt x="215989" y="327046"/>
                  </a:lnTo>
                  <a:lnTo>
                    <a:pt x="221018" y="325423"/>
                  </a:lnTo>
                  <a:lnTo>
                    <a:pt x="225993" y="323642"/>
                  </a:lnTo>
                  <a:lnTo>
                    <a:pt x="230910" y="321704"/>
                  </a:lnTo>
                  <a:lnTo>
                    <a:pt x="235763" y="319612"/>
                  </a:lnTo>
                  <a:lnTo>
                    <a:pt x="240547" y="317368"/>
                  </a:lnTo>
                  <a:lnTo>
                    <a:pt x="245258" y="314973"/>
                  </a:lnTo>
                  <a:lnTo>
                    <a:pt x="249891" y="312431"/>
                  </a:lnTo>
                  <a:lnTo>
                    <a:pt x="254441" y="309744"/>
                  </a:lnTo>
                  <a:lnTo>
                    <a:pt x="258904" y="306914"/>
                  </a:lnTo>
                  <a:lnTo>
                    <a:pt x="263275" y="303944"/>
                  </a:lnTo>
                  <a:lnTo>
                    <a:pt x="267551" y="300838"/>
                  </a:lnTo>
                  <a:lnTo>
                    <a:pt x="271725" y="297599"/>
                  </a:lnTo>
                  <a:lnTo>
                    <a:pt x="275796" y="294228"/>
                  </a:lnTo>
                  <a:lnTo>
                    <a:pt x="279758" y="290731"/>
                  </a:lnTo>
                  <a:lnTo>
                    <a:pt x="283607" y="287111"/>
                  </a:lnTo>
                  <a:lnTo>
                    <a:pt x="287340" y="283370"/>
                  </a:lnTo>
                  <a:lnTo>
                    <a:pt x="290953" y="279514"/>
                  </a:lnTo>
                  <a:lnTo>
                    <a:pt x="294442" y="275545"/>
                  </a:lnTo>
                  <a:lnTo>
                    <a:pt x="297805" y="271468"/>
                  </a:lnTo>
                  <a:lnTo>
                    <a:pt x="301036" y="267287"/>
                  </a:lnTo>
                  <a:lnTo>
                    <a:pt x="304134" y="263005"/>
                  </a:lnTo>
                  <a:lnTo>
                    <a:pt x="307095" y="258628"/>
                  </a:lnTo>
                  <a:lnTo>
                    <a:pt x="309916" y="254159"/>
                  </a:lnTo>
                  <a:lnTo>
                    <a:pt x="312594" y="249604"/>
                  </a:lnTo>
                  <a:lnTo>
                    <a:pt x="315127" y="244966"/>
                  </a:lnTo>
                  <a:lnTo>
                    <a:pt x="317512" y="240250"/>
                  </a:lnTo>
                  <a:lnTo>
                    <a:pt x="319747" y="235462"/>
                  </a:lnTo>
                  <a:lnTo>
                    <a:pt x="321829" y="230605"/>
                  </a:lnTo>
                  <a:lnTo>
                    <a:pt x="323757" y="225684"/>
                  </a:lnTo>
                  <a:lnTo>
                    <a:pt x="325529" y="220706"/>
                  </a:lnTo>
                  <a:lnTo>
                    <a:pt x="327142" y="215673"/>
                  </a:lnTo>
                  <a:lnTo>
                    <a:pt x="328595" y="210593"/>
                  </a:lnTo>
                  <a:lnTo>
                    <a:pt x="329887" y="205468"/>
                  </a:lnTo>
                  <a:lnTo>
                    <a:pt x="331016" y="200306"/>
                  </a:lnTo>
                  <a:lnTo>
                    <a:pt x="331982" y="195110"/>
                  </a:lnTo>
                  <a:lnTo>
                    <a:pt x="332783" y="189887"/>
                  </a:lnTo>
                  <a:lnTo>
                    <a:pt x="333418" y="184641"/>
                  </a:lnTo>
                  <a:lnTo>
                    <a:pt x="333888" y="179377"/>
                  </a:lnTo>
                  <a:lnTo>
                    <a:pt x="334190" y="174101"/>
                  </a:lnTo>
                  <a:lnTo>
                    <a:pt x="334326" y="168818"/>
                  </a:lnTo>
                  <a:lnTo>
                    <a:pt x="334295" y="163534"/>
                  </a:lnTo>
                  <a:lnTo>
                    <a:pt x="334096" y="158253"/>
                  </a:lnTo>
                  <a:lnTo>
                    <a:pt x="333731" y="152981"/>
                  </a:lnTo>
                  <a:lnTo>
                    <a:pt x="333199" y="147724"/>
                  </a:lnTo>
                  <a:lnTo>
                    <a:pt x="332502" y="142485"/>
                  </a:lnTo>
                  <a:lnTo>
                    <a:pt x="331639" y="137272"/>
                  </a:lnTo>
                  <a:lnTo>
                    <a:pt x="330612" y="132088"/>
                  </a:lnTo>
                  <a:lnTo>
                    <a:pt x="329422" y="126939"/>
                  </a:lnTo>
                  <a:lnTo>
                    <a:pt x="328069" y="121831"/>
                  </a:lnTo>
                  <a:lnTo>
                    <a:pt x="326556" y="116767"/>
                  </a:lnTo>
                  <a:lnTo>
                    <a:pt x="324883" y="111755"/>
                  </a:lnTo>
                  <a:lnTo>
                    <a:pt x="323053" y="106797"/>
                  </a:lnTo>
                  <a:lnTo>
                    <a:pt x="321067" y="101900"/>
                  </a:lnTo>
                  <a:lnTo>
                    <a:pt x="318927" y="97068"/>
                  </a:lnTo>
                  <a:lnTo>
                    <a:pt x="316635" y="92306"/>
                  </a:lnTo>
                  <a:lnTo>
                    <a:pt x="314194" y="87619"/>
                  </a:lnTo>
                  <a:lnTo>
                    <a:pt x="311606" y="83012"/>
                  </a:lnTo>
                  <a:lnTo>
                    <a:pt x="308874" y="78488"/>
                  </a:lnTo>
                  <a:lnTo>
                    <a:pt x="306000" y="74054"/>
                  </a:lnTo>
                  <a:lnTo>
                    <a:pt x="302988" y="69712"/>
                  </a:lnTo>
                  <a:lnTo>
                    <a:pt x="299840" y="65467"/>
                  </a:lnTo>
                  <a:lnTo>
                    <a:pt x="296559" y="61325"/>
                  </a:lnTo>
                  <a:lnTo>
                    <a:pt x="293149" y="57288"/>
                  </a:lnTo>
                  <a:lnTo>
                    <a:pt x="289613" y="53360"/>
                  </a:lnTo>
                  <a:lnTo>
                    <a:pt x="285954" y="49547"/>
                  </a:lnTo>
                  <a:lnTo>
                    <a:pt x="282177" y="45851"/>
                  </a:lnTo>
                  <a:lnTo>
                    <a:pt x="278285" y="42276"/>
                  </a:lnTo>
                  <a:lnTo>
                    <a:pt x="274282" y="38827"/>
                  </a:lnTo>
                  <a:lnTo>
                    <a:pt x="270172" y="35505"/>
                  </a:lnTo>
                  <a:lnTo>
                    <a:pt x="265959" y="32315"/>
                  </a:lnTo>
                  <a:lnTo>
                    <a:pt x="261647" y="29260"/>
                  </a:lnTo>
                  <a:lnTo>
                    <a:pt x="257241" y="26342"/>
                  </a:lnTo>
                  <a:lnTo>
                    <a:pt x="252745" y="23566"/>
                  </a:lnTo>
                  <a:lnTo>
                    <a:pt x="248163" y="20932"/>
                  </a:lnTo>
                  <a:lnTo>
                    <a:pt x="243500" y="18445"/>
                  </a:lnTo>
                  <a:lnTo>
                    <a:pt x="238761" y="16107"/>
                  </a:lnTo>
                  <a:lnTo>
                    <a:pt x="233951" y="13919"/>
                  </a:lnTo>
                  <a:lnTo>
                    <a:pt x="229073" y="11885"/>
                  </a:lnTo>
                  <a:lnTo>
                    <a:pt x="224134" y="10006"/>
                  </a:lnTo>
                  <a:lnTo>
                    <a:pt x="219138" y="8284"/>
                  </a:lnTo>
                  <a:lnTo>
                    <a:pt x="214090" y="6720"/>
                  </a:lnTo>
                  <a:lnTo>
                    <a:pt x="208995" y="5317"/>
                  </a:lnTo>
                  <a:lnTo>
                    <a:pt x="203859" y="4076"/>
                  </a:lnTo>
                  <a:lnTo>
                    <a:pt x="198685" y="2998"/>
                  </a:lnTo>
                  <a:lnTo>
                    <a:pt x="193480" y="2084"/>
                  </a:lnTo>
                  <a:lnTo>
                    <a:pt x="188249" y="1334"/>
                  </a:lnTo>
                  <a:lnTo>
                    <a:pt x="182997" y="751"/>
                  </a:lnTo>
                  <a:lnTo>
                    <a:pt x="177729" y="334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0758" y="4961274"/>
              <a:ext cx="162081" cy="167167"/>
            </a:xfrm>
            <a:custGeom>
              <a:avLst/>
              <a:pathLst>
                <a:path w="162081" h="167167">
                  <a:moveTo>
                    <a:pt x="162081" y="0"/>
                  </a:moveTo>
                  <a:lnTo>
                    <a:pt x="156686" y="87"/>
                  </a:lnTo>
                  <a:lnTo>
                    <a:pt x="151296" y="348"/>
                  </a:lnTo>
                  <a:lnTo>
                    <a:pt x="145918" y="783"/>
                  </a:lnTo>
                  <a:lnTo>
                    <a:pt x="140556" y="1391"/>
                  </a:lnTo>
                  <a:lnTo>
                    <a:pt x="135217" y="2172"/>
                  </a:lnTo>
                  <a:lnTo>
                    <a:pt x="129906" y="3125"/>
                  </a:lnTo>
                  <a:lnTo>
                    <a:pt x="124628" y="4249"/>
                  </a:lnTo>
                  <a:lnTo>
                    <a:pt x="119390" y="5543"/>
                  </a:lnTo>
                  <a:lnTo>
                    <a:pt x="114195" y="7005"/>
                  </a:lnTo>
                  <a:lnTo>
                    <a:pt x="109051" y="8634"/>
                  </a:lnTo>
                  <a:lnTo>
                    <a:pt x="103962" y="10428"/>
                  </a:lnTo>
                  <a:lnTo>
                    <a:pt x="98934" y="12385"/>
                  </a:lnTo>
                  <a:lnTo>
                    <a:pt x="93971" y="14504"/>
                  </a:lnTo>
                  <a:lnTo>
                    <a:pt x="89079" y="16782"/>
                  </a:lnTo>
                  <a:lnTo>
                    <a:pt x="84264" y="19216"/>
                  </a:lnTo>
                  <a:lnTo>
                    <a:pt x="79529" y="21805"/>
                  </a:lnTo>
                  <a:lnTo>
                    <a:pt x="74881" y="24545"/>
                  </a:lnTo>
                  <a:lnTo>
                    <a:pt x="70323" y="27433"/>
                  </a:lnTo>
                  <a:lnTo>
                    <a:pt x="65861" y="30468"/>
                  </a:lnTo>
                  <a:lnTo>
                    <a:pt x="61499" y="33644"/>
                  </a:lnTo>
                  <a:lnTo>
                    <a:pt x="57242" y="36960"/>
                  </a:lnTo>
                  <a:lnTo>
                    <a:pt x="53095" y="40412"/>
                  </a:lnTo>
                  <a:lnTo>
                    <a:pt x="49060" y="43995"/>
                  </a:lnTo>
                  <a:lnTo>
                    <a:pt x="45144" y="47707"/>
                  </a:lnTo>
                  <a:lnTo>
                    <a:pt x="41349" y="51543"/>
                  </a:lnTo>
                  <a:lnTo>
                    <a:pt x="37680" y="55500"/>
                  </a:lnTo>
                  <a:lnTo>
                    <a:pt x="34141" y="59573"/>
                  </a:lnTo>
                  <a:lnTo>
                    <a:pt x="30735" y="63759"/>
                  </a:lnTo>
                  <a:lnTo>
                    <a:pt x="27466" y="68052"/>
                  </a:lnTo>
                  <a:lnTo>
                    <a:pt x="24338" y="72448"/>
                  </a:lnTo>
                  <a:lnTo>
                    <a:pt x="21352" y="76943"/>
                  </a:lnTo>
                  <a:lnTo>
                    <a:pt x="18514" y="81532"/>
                  </a:lnTo>
                  <a:lnTo>
                    <a:pt x="15825" y="86210"/>
                  </a:lnTo>
                  <a:lnTo>
                    <a:pt x="13288" y="90973"/>
                  </a:lnTo>
                  <a:lnTo>
                    <a:pt x="10906" y="95815"/>
                  </a:lnTo>
                  <a:lnTo>
                    <a:pt x="8682" y="100731"/>
                  </a:lnTo>
                  <a:lnTo>
                    <a:pt x="6618" y="105717"/>
                  </a:lnTo>
                  <a:lnTo>
                    <a:pt x="4716" y="110766"/>
                  </a:lnTo>
                  <a:lnTo>
                    <a:pt x="2977" y="115874"/>
                  </a:lnTo>
                  <a:lnTo>
                    <a:pt x="1405" y="121036"/>
                  </a:lnTo>
                  <a:lnTo>
                    <a:pt x="0" y="126246"/>
                  </a:lnTo>
                  <a:lnTo>
                    <a:pt x="1620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0758" y="5087520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0758" y="5087520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0758" y="5087520"/>
              <a:ext cx="162081" cy="40921"/>
            </a:xfrm>
            <a:custGeom>
              <a:avLst/>
              <a:pathLst>
                <a:path w="162081" h="40921">
                  <a:moveTo>
                    <a:pt x="0" y="0"/>
                  </a:moveTo>
                  <a:lnTo>
                    <a:pt x="162081" y="409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76" y="5087520"/>
              <a:ext cx="167163" cy="96108"/>
            </a:xfrm>
            <a:custGeom>
              <a:avLst/>
              <a:pathLst>
                <a:path w="167163" h="96108">
                  <a:moveTo>
                    <a:pt x="5081" y="0"/>
                  </a:moveTo>
                  <a:lnTo>
                    <a:pt x="3772" y="5588"/>
                  </a:lnTo>
                  <a:lnTo>
                    <a:pt x="2655" y="11218"/>
                  </a:lnTo>
                  <a:lnTo>
                    <a:pt x="1733" y="16884"/>
                  </a:lnTo>
                  <a:lnTo>
                    <a:pt x="1005" y="22577"/>
                  </a:lnTo>
                  <a:lnTo>
                    <a:pt x="473" y="28293"/>
                  </a:lnTo>
                  <a:lnTo>
                    <a:pt x="138" y="34023"/>
                  </a:lnTo>
                  <a:lnTo>
                    <a:pt x="0" y="39761"/>
                  </a:lnTo>
                  <a:lnTo>
                    <a:pt x="58" y="45501"/>
                  </a:lnTo>
                  <a:lnTo>
                    <a:pt x="314" y="51235"/>
                  </a:lnTo>
                  <a:lnTo>
                    <a:pt x="766" y="56957"/>
                  </a:lnTo>
                  <a:lnTo>
                    <a:pt x="1415" y="62660"/>
                  </a:lnTo>
                  <a:lnTo>
                    <a:pt x="2259" y="68338"/>
                  </a:lnTo>
                  <a:lnTo>
                    <a:pt x="3298" y="73983"/>
                  </a:lnTo>
                  <a:lnTo>
                    <a:pt x="4529" y="79589"/>
                  </a:lnTo>
                  <a:lnTo>
                    <a:pt x="5953" y="85150"/>
                  </a:lnTo>
                  <a:lnTo>
                    <a:pt x="7566" y="90658"/>
                  </a:lnTo>
                  <a:lnTo>
                    <a:pt x="9368" y="96108"/>
                  </a:lnTo>
                  <a:lnTo>
                    <a:pt x="167163" y="409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25045" y="4961274"/>
              <a:ext cx="324944" cy="334334"/>
            </a:xfrm>
            <a:custGeom>
              <a:avLst/>
              <a:pathLst>
                <a:path w="324944" h="334334">
                  <a:moveTo>
                    <a:pt x="0" y="222354"/>
                  </a:moveTo>
                  <a:lnTo>
                    <a:pt x="1829" y="227329"/>
                  </a:lnTo>
                  <a:lnTo>
                    <a:pt x="3814" y="232244"/>
                  </a:lnTo>
                  <a:lnTo>
                    <a:pt x="5955" y="237093"/>
                  </a:lnTo>
                  <a:lnTo>
                    <a:pt x="8248" y="241872"/>
                  </a:lnTo>
                  <a:lnTo>
                    <a:pt x="10692" y="246576"/>
                  </a:lnTo>
                  <a:lnTo>
                    <a:pt x="13284" y="251200"/>
                  </a:lnTo>
                  <a:lnTo>
                    <a:pt x="16020" y="255739"/>
                  </a:lnTo>
                  <a:lnTo>
                    <a:pt x="18900" y="260189"/>
                  </a:lnTo>
                  <a:lnTo>
                    <a:pt x="21919" y="264546"/>
                  </a:lnTo>
                  <a:lnTo>
                    <a:pt x="25074" y="268805"/>
                  </a:lnTo>
                  <a:lnTo>
                    <a:pt x="28364" y="272962"/>
                  </a:lnTo>
                  <a:lnTo>
                    <a:pt x="31783" y="277012"/>
                  </a:lnTo>
                  <a:lnTo>
                    <a:pt x="35329" y="280952"/>
                  </a:lnTo>
                  <a:lnTo>
                    <a:pt x="38998" y="284778"/>
                  </a:lnTo>
                  <a:lnTo>
                    <a:pt x="42786" y="288485"/>
                  </a:lnTo>
                  <a:lnTo>
                    <a:pt x="46690" y="292070"/>
                  </a:lnTo>
                  <a:lnTo>
                    <a:pt x="50706" y="295530"/>
                  </a:lnTo>
                  <a:lnTo>
                    <a:pt x="54830" y="298861"/>
                  </a:lnTo>
                  <a:lnTo>
                    <a:pt x="59057" y="302059"/>
                  </a:lnTo>
                  <a:lnTo>
                    <a:pt x="63383" y="305121"/>
                  </a:lnTo>
                  <a:lnTo>
                    <a:pt x="67804" y="308045"/>
                  </a:lnTo>
                  <a:lnTo>
                    <a:pt x="72316" y="310828"/>
                  </a:lnTo>
                  <a:lnTo>
                    <a:pt x="76914" y="313465"/>
                  </a:lnTo>
                  <a:lnTo>
                    <a:pt x="81593" y="315956"/>
                  </a:lnTo>
                  <a:lnTo>
                    <a:pt x="86348" y="318297"/>
                  </a:lnTo>
                  <a:lnTo>
                    <a:pt x="91176" y="320486"/>
                  </a:lnTo>
                  <a:lnTo>
                    <a:pt x="96070" y="322521"/>
                  </a:lnTo>
                  <a:lnTo>
                    <a:pt x="101027" y="324400"/>
                  </a:lnTo>
                  <a:lnTo>
                    <a:pt x="106040" y="326121"/>
                  </a:lnTo>
                  <a:lnTo>
                    <a:pt x="111106" y="327682"/>
                  </a:lnTo>
                  <a:lnTo>
                    <a:pt x="116218" y="329082"/>
                  </a:lnTo>
                  <a:lnTo>
                    <a:pt x="121372" y="330318"/>
                  </a:lnTo>
                  <a:lnTo>
                    <a:pt x="126563" y="331391"/>
                  </a:lnTo>
                  <a:lnTo>
                    <a:pt x="131786" y="332299"/>
                  </a:lnTo>
                  <a:lnTo>
                    <a:pt x="137034" y="333040"/>
                  </a:lnTo>
                  <a:lnTo>
                    <a:pt x="142304" y="333615"/>
                  </a:lnTo>
                  <a:lnTo>
                    <a:pt x="147588" y="334023"/>
                  </a:lnTo>
                  <a:lnTo>
                    <a:pt x="152884" y="334262"/>
                  </a:lnTo>
                  <a:lnTo>
                    <a:pt x="158184" y="334334"/>
                  </a:lnTo>
                  <a:lnTo>
                    <a:pt x="163484" y="334238"/>
                  </a:lnTo>
                  <a:lnTo>
                    <a:pt x="168778" y="333973"/>
                  </a:lnTo>
                  <a:lnTo>
                    <a:pt x="174061" y="333541"/>
                  </a:lnTo>
                  <a:lnTo>
                    <a:pt x="179327" y="332942"/>
                  </a:lnTo>
                  <a:lnTo>
                    <a:pt x="184572" y="332176"/>
                  </a:lnTo>
                  <a:lnTo>
                    <a:pt x="189790" y="331244"/>
                  </a:lnTo>
                  <a:lnTo>
                    <a:pt x="194976" y="330147"/>
                  </a:lnTo>
                  <a:lnTo>
                    <a:pt x="200125" y="328886"/>
                  </a:lnTo>
                  <a:lnTo>
                    <a:pt x="205230" y="327463"/>
                  </a:lnTo>
                  <a:lnTo>
                    <a:pt x="210289" y="325878"/>
                  </a:lnTo>
                  <a:lnTo>
                    <a:pt x="215294" y="324134"/>
                  </a:lnTo>
                  <a:lnTo>
                    <a:pt x="220242" y="322232"/>
                  </a:lnTo>
                  <a:lnTo>
                    <a:pt x="225127" y="320175"/>
                  </a:lnTo>
                  <a:lnTo>
                    <a:pt x="229944" y="317963"/>
                  </a:lnTo>
                  <a:lnTo>
                    <a:pt x="234689" y="315600"/>
                  </a:lnTo>
                  <a:lnTo>
                    <a:pt x="239356" y="313087"/>
                  </a:lnTo>
                  <a:lnTo>
                    <a:pt x="243941" y="310428"/>
                  </a:lnTo>
                  <a:lnTo>
                    <a:pt x="248440" y="307625"/>
                  </a:lnTo>
                  <a:lnTo>
                    <a:pt x="252847" y="304680"/>
                  </a:lnTo>
                  <a:lnTo>
                    <a:pt x="257159" y="301598"/>
                  </a:lnTo>
                  <a:lnTo>
                    <a:pt x="261372" y="298380"/>
                  </a:lnTo>
                  <a:lnTo>
                    <a:pt x="265479" y="295030"/>
                  </a:lnTo>
                  <a:lnTo>
                    <a:pt x="269479" y="291551"/>
                  </a:lnTo>
                  <a:lnTo>
                    <a:pt x="273367" y="287948"/>
                  </a:lnTo>
                  <a:lnTo>
                    <a:pt x="277138" y="284223"/>
                  </a:lnTo>
                  <a:lnTo>
                    <a:pt x="280789" y="280381"/>
                  </a:lnTo>
                  <a:lnTo>
                    <a:pt x="284316" y="276424"/>
                  </a:lnTo>
                  <a:lnTo>
                    <a:pt x="287717" y="272358"/>
                  </a:lnTo>
                  <a:lnTo>
                    <a:pt x="290987" y="268186"/>
                  </a:lnTo>
                  <a:lnTo>
                    <a:pt x="294122" y="263912"/>
                  </a:lnTo>
                  <a:lnTo>
                    <a:pt x="297121" y="259542"/>
                  </a:lnTo>
                  <a:lnTo>
                    <a:pt x="299980" y="255078"/>
                  </a:lnTo>
                  <a:lnTo>
                    <a:pt x="302695" y="250526"/>
                  </a:lnTo>
                  <a:lnTo>
                    <a:pt x="305265" y="245890"/>
                  </a:lnTo>
                  <a:lnTo>
                    <a:pt x="307687" y="241175"/>
                  </a:lnTo>
                  <a:lnTo>
                    <a:pt x="309958" y="236385"/>
                  </a:lnTo>
                  <a:lnTo>
                    <a:pt x="312076" y="231526"/>
                  </a:lnTo>
                  <a:lnTo>
                    <a:pt x="314039" y="226603"/>
                  </a:lnTo>
                  <a:lnTo>
                    <a:pt x="315845" y="221619"/>
                  </a:lnTo>
                  <a:lnTo>
                    <a:pt x="317492" y="216581"/>
                  </a:lnTo>
                  <a:lnTo>
                    <a:pt x="318978" y="211493"/>
                  </a:lnTo>
                  <a:lnTo>
                    <a:pt x="320303" y="206360"/>
                  </a:lnTo>
                  <a:lnTo>
                    <a:pt x="321463" y="201188"/>
                  </a:lnTo>
                  <a:lnTo>
                    <a:pt x="322460" y="195982"/>
                  </a:lnTo>
                  <a:lnTo>
                    <a:pt x="323291" y="190747"/>
                  </a:lnTo>
                  <a:lnTo>
                    <a:pt x="323955" y="185488"/>
                  </a:lnTo>
                  <a:lnTo>
                    <a:pt x="324452" y="180211"/>
                  </a:lnTo>
                  <a:lnTo>
                    <a:pt x="324782" y="174921"/>
                  </a:lnTo>
                  <a:lnTo>
                    <a:pt x="324944" y="169623"/>
                  </a:lnTo>
                  <a:lnTo>
                    <a:pt x="324938" y="164322"/>
                  </a:lnTo>
                  <a:lnTo>
                    <a:pt x="324764" y="159024"/>
                  </a:lnTo>
                  <a:lnTo>
                    <a:pt x="324422" y="153735"/>
                  </a:lnTo>
                  <a:lnTo>
                    <a:pt x="323912" y="148459"/>
                  </a:lnTo>
                  <a:lnTo>
                    <a:pt x="323235" y="143201"/>
                  </a:lnTo>
                  <a:lnTo>
                    <a:pt x="322392" y="137968"/>
                  </a:lnTo>
                  <a:lnTo>
                    <a:pt x="321384" y="132764"/>
                  </a:lnTo>
                  <a:lnTo>
                    <a:pt x="320211" y="127595"/>
                  </a:lnTo>
                  <a:lnTo>
                    <a:pt x="318875" y="122466"/>
                  </a:lnTo>
                  <a:lnTo>
                    <a:pt x="317376" y="117381"/>
                  </a:lnTo>
                  <a:lnTo>
                    <a:pt x="315718" y="112347"/>
                  </a:lnTo>
                  <a:lnTo>
                    <a:pt x="313900" y="107368"/>
                  </a:lnTo>
                  <a:lnTo>
                    <a:pt x="311926" y="102448"/>
                  </a:lnTo>
                  <a:lnTo>
                    <a:pt x="309797" y="97594"/>
                  </a:lnTo>
                  <a:lnTo>
                    <a:pt x="307514" y="92810"/>
                  </a:lnTo>
                  <a:lnTo>
                    <a:pt x="305082" y="88101"/>
                  </a:lnTo>
                  <a:lnTo>
                    <a:pt x="302501" y="83471"/>
                  </a:lnTo>
                  <a:lnTo>
                    <a:pt x="299775" y="78925"/>
                  </a:lnTo>
                  <a:lnTo>
                    <a:pt x="296906" y="74468"/>
                  </a:lnTo>
                  <a:lnTo>
                    <a:pt x="293897" y="70104"/>
                  </a:lnTo>
                  <a:lnTo>
                    <a:pt x="290751" y="65838"/>
                  </a:lnTo>
                  <a:lnTo>
                    <a:pt x="287472" y="61674"/>
                  </a:lnTo>
                  <a:lnTo>
                    <a:pt x="284062" y="57615"/>
                  </a:lnTo>
                  <a:lnTo>
                    <a:pt x="280525" y="53667"/>
                  </a:lnTo>
                  <a:lnTo>
                    <a:pt x="276865" y="49833"/>
                  </a:lnTo>
                  <a:lnTo>
                    <a:pt x="273085" y="46117"/>
                  </a:lnTo>
                  <a:lnTo>
                    <a:pt x="269189" y="42523"/>
                  </a:lnTo>
                  <a:lnTo>
                    <a:pt x="265181" y="39054"/>
                  </a:lnTo>
                  <a:lnTo>
                    <a:pt x="261066" y="35713"/>
                  </a:lnTo>
                  <a:lnTo>
                    <a:pt x="256846" y="32505"/>
                  </a:lnTo>
                  <a:lnTo>
                    <a:pt x="252527" y="29433"/>
                  </a:lnTo>
                  <a:lnTo>
                    <a:pt x="248113" y="26498"/>
                  </a:lnTo>
                  <a:lnTo>
                    <a:pt x="243607" y="23706"/>
                  </a:lnTo>
                  <a:lnTo>
                    <a:pt x="239016" y="21057"/>
                  </a:lnTo>
                  <a:lnTo>
                    <a:pt x="234343" y="18556"/>
                  </a:lnTo>
                  <a:lnTo>
                    <a:pt x="229593" y="16203"/>
                  </a:lnTo>
                  <a:lnTo>
                    <a:pt x="224770" y="14003"/>
                  </a:lnTo>
                  <a:lnTo>
                    <a:pt x="219881" y="11957"/>
                  </a:lnTo>
                  <a:lnTo>
                    <a:pt x="214929" y="10066"/>
                  </a:lnTo>
                  <a:lnTo>
                    <a:pt x="209919" y="8334"/>
                  </a:lnTo>
                  <a:lnTo>
                    <a:pt x="204857" y="6761"/>
                  </a:lnTo>
                  <a:lnTo>
                    <a:pt x="199748" y="5350"/>
                  </a:lnTo>
                  <a:lnTo>
                    <a:pt x="194597" y="4101"/>
                  </a:lnTo>
                  <a:lnTo>
                    <a:pt x="189408" y="3016"/>
                  </a:lnTo>
                  <a:lnTo>
                    <a:pt x="184188" y="2096"/>
                  </a:lnTo>
                  <a:lnTo>
                    <a:pt x="178941" y="1342"/>
                  </a:lnTo>
                  <a:lnTo>
                    <a:pt x="173673" y="755"/>
                  </a:lnTo>
                  <a:lnTo>
                    <a:pt x="168389" y="336"/>
                  </a:lnTo>
                  <a:lnTo>
                    <a:pt x="163095" y="84"/>
                  </a:lnTo>
                  <a:lnTo>
                    <a:pt x="157795" y="0"/>
                  </a:lnTo>
                  <a:lnTo>
                    <a:pt x="1577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293396" y="4605529"/>
              <a:ext cx="167150" cy="333055"/>
            </a:xfrm>
            <a:custGeom>
              <a:avLst/>
              <a:pathLst>
                <a:path w="167150" h="333055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3" y="758"/>
                  </a:lnTo>
                  <a:lnTo>
                    <a:pt x="145966" y="1347"/>
                  </a:lnTo>
                  <a:lnTo>
                    <a:pt x="140710" y="2104"/>
                  </a:lnTo>
                  <a:lnTo>
                    <a:pt x="135481" y="3027"/>
                  </a:lnTo>
                  <a:lnTo>
                    <a:pt x="130284" y="4115"/>
                  </a:lnTo>
                  <a:lnTo>
                    <a:pt x="125124" y="5368"/>
                  </a:lnTo>
                  <a:lnTo>
                    <a:pt x="120006" y="6785"/>
                  </a:lnTo>
                  <a:lnTo>
                    <a:pt x="114936" y="8363"/>
                  </a:lnTo>
                  <a:lnTo>
                    <a:pt x="109918" y="10102"/>
                  </a:lnTo>
                  <a:lnTo>
                    <a:pt x="104959" y="11999"/>
                  </a:lnTo>
                  <a:lnTo>
                    <a:pt x="100062" y="14052"/>
                  </a:lnTo>
                  <a:lnTo>
                    <a:pt x="95233" y="16260"/>
                  </a:lnTo>
                  <a:lnTo>
                    <a:pt x="90476" y="18620"/>
                  </a:lnTo>
                  <a:lnTo>
                    <a:pt x="85797" y="21131"/>
                  </a:lnTo>
                  <a:lnTo>
                    <a:pt x="81200" y="23788"/>
                  </a:lnTo>
                  <a:lnTo>
                    <a:pt x="76689" y="26590"/>
                  </a:lnTo>
                  <a:lnTo>
                    <a:pt x="72270" y="29534"/>
                  </a:lnTo>
                  <a:lnTo>
                    <a:pt x="67946" y="32617"/>
                  </a:lnTo>
                  <a:lnTo>
                    <a:pt x="63723" y="35836"/>
                  </a:lnTo>
                  <a:lnTo>
                    <a:pt x="59604" y="39187"/>
                  </a:lnTo>
                  <a:lnTo>
                    <a:pt x="55594" y="42667"/>
                  </a:lnTo>
                  <a:lnTo>
                    <a:pt x="51696" y="46273"/>
                  </a:lnTo>
                  <a:lnTo>
                    <a:pt x="47914" y="50001"/>
                  </a:lnTo>
                  <a:lnTo>
                    <a:pt x="44253" y="53847"/>
                  </a:lnTo>
                  <a:lnTo>
                    <a:pt x="40716" y="57808"/>
                  </a:lnTo>
                  <a:lnTo>
                    <a:pt x="37306" y="61879"/>
                  </a:lnTo>
                  <a:lnTo>
                    <a:pt x="34028" y="66056"/>
                  </a:lnTo>
                  <a:lnTo>
                    <a:pt x="30884" y="70335"/>
                  </a:lnTo>
                  <a:lnTo>
                    <a:pt x="27877" y="74712"/>
                  </a:lnTo>
                  <a:lnTo>
                    <a:pt x="25011" y="79182"/>
                  </a:lnTo>
                  <a:lnTo>
                    <a:pt x="22288" y="83740"/>
                  </a:lnTo>
                  <a:lnTo>
                    <a:pt x="19711" y="88384"/>
                  </a:lnTo>
                  <a:lnTo>
                    <a:pt x="17284" y="93106"/>
                  </a:lnTo>
                  <a:lnTo>
                    <a:pt x="15007" y="97903"/>
                  </a:lnTo>
                  <a:lnTo>
                    <a:pt x="12884" y="102770"/>
                  </a:lnTo>
                  <a:lnTo>
                    <a:pt x="10916" y="107703"/>
                  </a:lnTo>
                  <a:lnTo>
                    <a:pt x="9107" y="112695"/>
                  </a:lnTo>
                  <a:lnTo>
                    <a:pt x="7456" y="117742"/>
                  </a:lnTo>
                  <a:lnTo>
                    <a:pt x="5967" y="122839"/>
                  </a:lnTo>
                  <a:lnTo>
                    <a:pt x="4640" y="127980"/>
                  </a:lnTo>
                  <a:lnTo>
                    <a:pt x="3478" y="133162"/>
                  </a:lnTo>
                  <a:lnTo>
                    <a:pt x="2480" y="138377"/>
                  </a:lnTo>
                  <a:lnTo>
                    <a:pt x="1649" y="143622"/>
                  </a:lnTo>
                  <a:lnTo>
                    <a:pt x="985" y="148890"/>
                  </a:lnTo>
                  <a:lnTo>
                    <a:pt x="488" y="154177"/>
                  </a:lnTo>
                  <a:lnTo>
                    <a:pt x="160" y="159477"/>
                  </a:lnTo>
                  <a:lnTo>
                    <a:pt x="0" y="164784"/>
                  </a:lnTo>
                  <a:lnTo>
                    <a:pt x="8" y="170094"/>
                  </a:lnTo>
                  <a:lnTo>
                    <a:pt x="185" y="175401"/>
                  </a:lnTo>
                  <a:lnTo>
                    <a:pt x="531" y="180700"/>
                  </a:lnTo>
                  <a:lnTo>
                    <a:pt x="1045" y="185985"/>
                  </a:lnTo>
                  <a:lnTo>
                    <a:pt x="1727" y="191251"/>
                  </a:lnTo>
                  <a:lnTo>
                    <a:pt x="2575" y="196493"/>
                  </a:lnTo>
                  <a:lnTo>
                    <a:pt x="3589" y="201705"/>
                  </a:lnTo>
                  <a:lnTo>
                    <a:pt x="4769" y="206883"/>
                  </a:lnTo>
                  <a:lnTo>
                    <a:pt x="6112" y="212020"/>
                  </a:lnTo>
                  <a:lnTo>
                    <a:pt x="7618" y="217112"/>
                  </a:lnTo>
                  <a:lnTo>
                    <a:pt x="9285" y="222154"/>
                  </a:lnTo>
                  <a:lnTo>
                    <a:pt x="11111" y="227140"/>
                  </a:lnTo>
                  <a:lnTo>
                    <a:pt x="13094" y="232066"/>
                  </a:lnTo>
                  <a:lnTo>
                    <a:pt x="15233" y="236926"/>
                  </a:lnTo>
                  <a:lnTo>
                    <a:pt x="17526" y="241716"/>
                  </a:lnTo>
                  <a:lnTo>
                    <a:pt x="19969" y="246430"/>
                  </a:lnTo>
                  <a:lnTo>
                    <a:pt x="22561" y="251065"/>
                  </a:lnTo>
                  <a:lnTo>
                    <a:pt x="25298" y="255615"/>
                  </a:lnTo>
                  <a:lnTo>
                    <a:pt x="28179" y="260076"/>
                  </a:lnTo>
                  <a:lnTo>
                    <a:pt x="31200" y="264443"/>
                  </a:lnTo>
                  <a:lnTo>
                    <a:pt x="34358" y="268711"/>
                  </a:lnTo>
                  <a:lnTo>
                    <a:pt x="37650" y="272878"/>
                  </a:lnTo>
                  <a:lnTo>
                    <a:pt x="41073" y="276937"/>
                  </a:lnTo>
                  <a:lnTo>
                    <a:pt x="44623" y="280886"/>
                  </a:lnTo>
                  <a:lnTo>
                    <a:pt x="48297" y="284720"/>
                  </a:lnTo>
                  <a:lnTo>
                    <a:pt x="52090" y="288436"/>
                  </a:lnTo>
                  <a:lnTo>
                    <a:pt x="56000" y="292029"/>
                  </a:lnTo>
                  <a:lnTo>
                    <a:pt x="60022" y="295497"/>
                  </a:lnTo>
                  <a:lnTo>
                    <a:pt x="64152" y="298834"/>
                  </a:lnTo>
                  <a:lnTo>
                    <a:pt x="68385" y="302039"/>
                  </a:lnTo>
                  <a:lnTo>
                    <a:pt x="72719" y="305108"/>
                  </a:lnTo>
                  <a:lnTo>
                    <a:pt x="77148" y="308038"/>
                  </a:lnTo>
                  <a:lnTo>
                    <a:pt x="81667" y="310825"/>
                  </a:lnTo>
                  <a:lnTo>
                    <a:pt x="86273" y="313468"/>
                  </a:lnTo>
                  <a:lnTo>
                    <a:pt x="90960" y="315962"/>
                  </a:lnTo>
                  <a:lnTo>
                    <a:pt x="95725" y="318307"/>
                  </a:lnTo>
                  <a:lnTo>
                    <a:pt x="100561" y="320500"/>
                  </a:lnTo>
                  <a:lnTo>
                    <a:pt x="105465" y="322537"/>
                  </a:lnTo>
                  <a:lnTo>
                    <a:pt x="110430" y="324418"/>
                  </a:lnTo>
                  <a:lnTo>
                    <a:pt x="115454" y="326140"/>
                  </a:lnTo>
                  <a:lnTo>
                    <a:pt x="120529" y="327702"/>
                  </a:lnTo>
                  <a:lnTo>
                    <a:pt x="125651" y="329101"/>
                  </a:lnTo>
                  <a:lnTo>
                    <a:pt x="130815" y="330338"/>
                  </a:lnTo>
                  <a:lnTo>
                    <a:pt x="136016" y="331410"/>
                  </a:lnTo>
                  <a:lnTo>
                    <a:pt x="141248" y="332315"/>
                  </a:lnTo>
                  <a:lnTo>
                    <a:pt x="146506" y="33305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39903" y="4772696"/>
              <a:ext cx="20643" cy="165887"/>
            </a:xfrm>
            <a:custGeom>
              <a:avLst/>
              <a:pathLst>
                <a:path w="20643" h="165887">
                  <a:moveTo>
                    <a:pt x="0" y="165887"/>
                  </a:moveTo>
                  <a:lnTo>
                    <a:pt x="2064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39903" y="4772696"/>
              <a:ext cx="20643" cy="165887"/>
            </a:xfrm>
            <a:custGeom>
              <a:avLst/>
              <a:pathLst>
                <a:path w="20643" h="165887">
                  <a:moveTo>
                    <a:pt x="0" y="165887"/>
                  </a:moveTo>
                  <a:lnTo>
                    <a:pt x="2064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39903" y="4772696"/>
              <a:ext cx="128826" cy="167161"/>
            </a:xfrm>
            <a:custGeom>
              <a:avLst/>
              <a:pathLst>
                <a:path w="128826" h="167161">
                  <a:moveTo>
                    <a:pt x="0" y="165887"/>
                  </a:moveTo>
                  <a:lnTo>
                    <a:pt x="5502" y="166480"/>
                  </a:lnTo>
                  <a:lnTo>
                    <a:pt x="11020" y="166890"/>
                  </a:lnTo>
                  <a:lnTo>
                    <a:pt x="16550" y="167117"/>
                  </a:lnTo>
                  <a:lnTo>
                    <a:pt x="22084" y="167161"/>
                  </a:lnTo>
                  <a:lnTo>
                    <a:pt x="27616" y="167021"/>
                  </a:lnTo>
                  <a:lnTo>
                    <a:pt x="33140" y="166699"/>
                  </a:lnTo>
                  <a:lnTo>
                    <a:pt x="38651" y="166194"/>
                  </a:lnTo>
                  <a:lnTo>
                    <a:pt x="44142" y="165507"/>
                  </a:lnTo>
                  <a:lnTo>
                    <a:pt x="49608" y="164639"/>
                  </a:lnTo>
                  <a:lnTo>
                    <a:pt x="55041" y="163590"/>
                  </a:lnTo>
                  <a:lnTo>
                    <a:pt x="60437" y="162361"/>
                  </a:lnTo>
                  <a:lnTo>
                    <a:pt x="65790" y="160955"/>
                  </a:lnTo>
                  <a:lnTo>
                    <a:pt x="71093" y="159373"/>
                  </a:lnTo>
                  <a:lnTo>
                    <a:pt x="76340" y="157615"/>
                  </a:lnTo>
                  <a:lnTo>
                    <a:pt x="81527" y="155686"/>
                  </a:lnTo>
                  <a:lnTo>
                    <a:pt x="86647" y="153585"/>
                  </a:lnTo>
                  <a:lnTo>
                    <a:pt x="91694" y="151316"/>
                  </a:lnTo>
                  <a:lnTo>
                    <a:pt x="96664" y="148881"/>
                  </a:lnTo>
                  <a:lnTo>
                    <a:pt x="101550" y="146284"/>
                  </a:lnTo>
                  <a:lnTo>
                    <a:pt x="106348" y="143525"/>
                  </a:lnTo>
                  <a:lnTo>
                    <a:pt x="111051" y="140610"/>
                  </a:lnTo>
                  <a:lnTo>
                    <a:pt x="115656" y="137540"/>
                  </a:lnTo>
                  <a:lnTo>
                    <a:pt x="120157" y="134320"/>
                  </a:lnTo>
                  <a:lnTo>
                    <a:pt x="124548" y="130953"/>
                  </a:lnTo>
                  <a:lnTo>
                    <a:pt x="128826" y="127442"/>
                  </a:lnTo>
                  <a:lnTo>
                    <a:pt x="2064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67167" cy="294609"/>
            </a:xfrm>
            <a:custGeom>
              <a:avLst/>
              <a:pathLst>
                <a:path w="167167" h="294609">
                  <a:moveTo>
                    <a:pt x="108182" y="294609"/>
                  </a:moveTo>
                  <a:lnTo>
                    <a:pt x="112213" y="291074"/>
                  </a:lnTo>
                  <a:lnTo>
                    <a:pt x="116129" y="287412"/>
                  </a:lnTo>
                  <a:lnTo>
                    <a:pt x="119926" y="283626"/>
                  </a:lnTo>
                  <a:lnTo>
                    <a:pt x="123599" y="279720"/>
                  </a:lnTo>
                  <a:lnTo>
                    <a:pt x="127145" y="275698"/>
                  </a:lnTo>
                  <a:lnTo>
                    <a:pt x="130560" y="271564"/>
                  </a:lnTo>
                  <a:lnTo>
                    <a:pt x="133841" y="267324"/>
                  </a:lnTo>
                  <a:lnTo>
                    <a:pt x="136984" y="262980"/>
                  </a:lnTo>
                  <a:lnTo>
                    <a:pt x="139987" y="258537"/>
                  </a:lnTo>
                  <a:lnTo>
                    <a:pt x="142845" y="254001"/>
                  </a:lnTo>
                  <a:lnTo>
                    <a:pt x="145556" y="249375"/>
                  </a:lnTo>
                  <a:lnTo>
                    <a:pt x="148118" y="244665"/>
                  </a:lnTo>
                  <a:lnTo>
                    <a:pt x="150527" y="239875"/>
                  </a:lnTo>
                  <a:lnTo>
                    <a:pt x="152781" y="235010"/>
                  </a:lnTo>
                  <a:lnTo>
                    <a:pt x="154878" y="230075"/>
                  </a:lnTo>
                  <a:lnTo>
                    <a:pt x="156816" y="225076"/>
                  </a:lnTo>
                  <a:lnTo>
                    <a:pt x="158593" y="220017"/>
                  </a:lnTo>
                  <a:lnTo>
                    <a:pt x="160206" y="214904"/>
                  </a:lnTo>
                  <a:lnTo>
                    <a:pt x="161655" y="209741"/>
                  </a:lnTo>
                  <a:lnTo>
                    <a:pt x="162937" y="204535"/>
                  </a:lnTo>
                  <a:lnTo>
                    <a:pt x="164051" y="199290"/>
                  </a:lnTo>
                  <a:lnTo>
                    <a:pt x="164997" y="194013"/>
                  </a:lnTo>
                  <a:lnTo>
                    <a:pt x="165773" y="188707"/>
                  </a:lnTo>
                  <a:lnTo>
                    <a:pt x="166379" y="183380"/>
                  </a:lnTo>
                  <a:lnTo>
                    <a:pt x="166813" y="178036"/>
                  </a:lnTo>
                  <a:lnTo>
                    <a:pt x="167076" y="172680"/>
                  </a:lnTo>
                  <a:lnTo>
                    <a:pt x="167167" y="167319"/>
                  </a:lnTo>
                  <a:lnTo>
                    <a:pt x="167086" y="161958"/>
                  </a:lnTo>
                  <a:lnTo>
                    <a:pt x="166833" y="156602"/>
                  </a:lnTo>
                  <a:lnTo>
                    <a:pt x="166408" y="151258"/>
                  </a:lnTo>
                  <a:lnTo>
                    <a:pt x="165812" y="145929"/>
                  </a:lnTo>
                  <a:lnTo>
                    <a:pt x="165046" y="140622"/>
                  </a:lnTo>
                  <a:lnTo>
                    <a:pt x="164110" y="135343"/>
                  </a:lnTo>
                  <a:lnTo>
                    <a:pt x="163005" y="130096"/>
                  </a:lnTo>
                  <a:lnTo>
                    <a:pt x="161732" y="124888"/>
                  </a:lnTo>
                  <a:lnTo>
                    <a:pt x="160293" y="119723"/>
                  </a:lnTo>
                  <a:lnTo>
                    <a:pt x="158689" y="114606"/>
                  </a:lnTo>
                  <a:lnTo>
                    <a:pt x="156922" y="109544"/>
                  </a:lnTo>
                  <a:lnTo>
                    <a:pt x="154993" y="104541"/>
                  </a:lnTo>
                  <a:lnTo>
                    <a:pt x="152905" y="99603"/>
                  </a:lnTo>
                  <a:lnTo>
                    <a:pt x="150659" y="94734"/>
                  </a:lnTo>
                  <a:lnTo>
                    <a:pt x="148259" y="89939"/>
                  </a:lnTo>
                  <a:lnTo>
                    <a:pt x="145706" y="85224"/>
                  </a:lnTo>
                  <a:lnTo>
                    <a:pt x="143003" y="80594"/>
                  </a:lnTo>
                  <a:lnTo>
                    <a:pt x="140153" y="76052"/>
                  </a:lnTo>
                  <a:lnTo>
                    <a:pt x="137159" y="71604"/>
                  </a:lnTo>
                  <a:lnTo>
                    <a:pt x="134024" y="67255"/>
                  </a:lnTo>
                  <a:lnTo>
                    <a:pt x="130751" y="63008"/>
                  </a:lnTo>
                  <a:lnTo>
                    <a:pt x="127343" y="58868"/>
                  </a:lnTo>
                  <a:lnTo>
                    <a:pt x="123804" y="54840"/>
                  </a:lnTo>
                  <a:lnTo>
                    <a:pt x="120138" y="50927"/>
                  </a:lnTo>
                  <a:lnTo>
                    <a:pt x="116349" y="47134"/>
                  </a:lnTo>
                  <a:lnTo>
                    <a:pt x="112439" y="43465"/>
                  </a:lnTo>
                  <a:lnTo>
                    <a:pt x="108414" y="39922"/>
                  </a:lnTo>
                  <a:lnTo>
                    <a:pt x="104278" y="36511"/>
                  </a:lnTo>
                  <a:lnTo>
                    <a:pt x="100034" y="33234"/>
                  </a:lnTo>
                  <a:lnTo>
                    <a:pt x="95687" y="30095"/>
                  </a:lnTo>
                  <a:lnTo>
                    <a:pt x="91242" y="27096"/>
                  </a:lnTo>
                  <a:lnTo>
                    <a:pt x="86703" y="24242"/>
                  </a:lnTo>
                  <a:lnTo>
                    <a:pt x="82075" y="21535"/>
                  </a:lnTo>
                  <a:lnTo>
                    <a:pt x="77362" y="18978"/>
                  </a:lnTo>
                  <a:lnTo>
                    <a:pt x="72570" y="16573"/>
                  </a:lnTo>
                  <a:lnTo>
                    <a:pt x="67703" y="14323"/>
                  </a:lnTo>
                  <a:lnTo>
                    <a:pt x="62767" y="12231"/>
                  </a:lnTo>
                  <a:lnTo>
                    <a:pt x="57765" y="10297"/>
                  </a:lnTo>
                  <a:lnTo>
                    <a:pt x="52705" y="8526"/>
                  </a:lnTo>
                  <a:lnTo>
                    <a:pt x="47590" y="6917"/>
                  </a:lnTo>
                  <a:lnTo>
                    <a:pt x="42426" y="5473"/>
                  </a:lnTo>
                  <a:lnTo>
                    <a:pt x="37219" y="4196"/>
                  </a:lnTo>
                  <a:lnTo>
                    <a:pt x="31973" y="3086"/>
                  </a:lnTo>
                  <a:lnTo>
                    <a:pt x="26695" y="2145"/>
                  </a:lnTo>
                  <a:lnTo>
                    <a:pt x="21389" y="1374"/>
                  </a:lnTo>
                  <a:lnTo>
                    <a:pt x="16061" y="773"/>
                  </a:lnTo>
                  <a:lnTo>
                    <a:pt x="10716" y="343"/>
                  </a:lnTo>
                  <a:lnTo>
                    <a:pt x="536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578745" y="4172415"/>
              <a:ext cx="224235" cy="334334"/>
            </a:xfrm>
            <a:custGeom>
              <a:avLst/>
              <a:pathLst>
                <a:path w="22423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6"/>
                  </a:lnTo>
                  <a:lnTo>
                    <a:pt x="125169" y="5356"/>
                  </a:lnTo>
                  <a:lnTo>
                    <a:pt x="120057" y="6769"/>
                  </a:lnTo>
                  <a:lnTo>
                    <a:pt x="114993" y="8343"/>
                  </a:lnTo>
                  <a:lnTo>
                    <a:pt x="109981" y="10078"/>
                  </a:lnTo>
                  <a:lnTo>
                    <a:pt x="105026" y="11970"/>
                  </a:lnTo>
                  <a:lnTo>
                    <a:pt x="100134" y="14019"/>
                  </a:lnTo>
                  <a:lnTo>
                    <a:pt x="95309" y="16222"/>
                  </a:lnTo>
                  <a:lnTo>
                    <a:pt x="90557" y="18577"/>
                  </a:lnTo>
                  <a:lnTo>
                    <a:pt x="85882" y="21081"/>
                  </a:lnTo>
                  <a:lnTo>
                    <a:pt x="81289" y="23733"/>
                  </a:lnTo>
                  <a:lnTo>
                    <a:pt x="76782" y="26529"/>
                  </a:lnTo>
                  <a:lnTo>
                    <a:pt x="72366" y="29466"/>
                  </a:lnTo>
                  <a:lnTo>
                    <a:pt x="68045" y="32542"/>
                  </a:lnTo>
                  <a:lnTo>
                    <a:pt x="63824" y="35754"/>
                  </a:lnTo>
                  <a:lnTo>
                    <a:pt x="59707" y="39097"/>
                  </a:lnTo>
                  <a:lnTo>
                    <a:pt x="55699" y="42570"/>
                  </a:lnTo>
                  <a:lnTo>
                    <a:pt x="51802" y="46168"/>
                  </a:lnTo>
                  <a:lnTo>
                    <a:pt x="48022" y="49888"/>
                  </a:lnTo>
                  <a:lnTo>
                    <a:pt x="44361" y="53726"/>
                  </a:lnTo>
                  <a:lnTo>
                    <a:pt x="40825" y="57678"/>
                  </a:lnTo>
                  <a:lnTo>
                    <a:pt x="37415" y="61741"/>
                  </a:lnTo>
                  <a:lnTo>
                    <a:pt x="34136" y="65909"/>
                  </a:lnTo>
                  <a:lnTo>
                    <a:pt x="30991" y="70180"/>
                  </a:lnTo>
                  <a:lnTo>
                    <a:pt x="27982" y="74548"/>
                  </a:lnTo>
                  <a:lnTo>
                    <a:pt x="25114" y="79009"/>
                  </a:lnTo>
                  <a:lnTo>
                    <a:pt x="22389" y="83559"/>
                  </a:lnTo>
                  <a:lnTo>
                    <a:pt x="19810" y="88194"/>
                  </a:lnTo>
                  <a:lnTo>
                    <a:pt x="17379" y="92907"/>
                  </a:lnTo>
                  <a:lnTo>
                    <a:pt x="15098" y="97696"/>
                  </a:lnTo>
                  <a:lnTo>
                    <a:pt x="12971" y="102554"/>
                  </a:lnTo>
                  <a:lnTo>
                    <a:pt x="10999" y="107478"/>
                  </a:lnTo>
                  <a:lnTo>
                    <a:pt x="9184" y="112461"/>
                  </a:lnTo>
                  <a:lnTo>
                    <a:pt x="7528" y="117500"/>
                  </a:lnTo>
                  <a:lnTo>
                    <a:pt x="6033" y="122588"/>
                  </a:lnTo>
                  <a:lnTo>
                    <a:pt x="4700" y="127722"/>
                  </a:lnTo>
                  <a:lnTo>
                    <a:pt x="3530" y="132895"/>
                  </a:lnTo>
                  <a:lnTo>
                    <a:pt x="2525" y="138102"/>
                  </a:lnTo>
                  <a:lnTo>
                    <a:pt x="1686" y="143339"/>
                  </a:lnTo>
                  <a:lnTo>
                    <a:pt x="1013" y="148600"/>
                  </a:lnTo>
                  <a:lnTo>
                    <a:pt x="508" y="153880"/>
                  </a:lnTo>
                  <a:lnTo>
                    <a:pt x="170" y="159173"/>
                  </a:lnTo>
                  <a:lnTo>
                    <a:pt x="1" y="164474"/>
                  </a:lnTo>
                  <a:lnTo>
                    <a:pt x="0" y="169777"/>
                  </a:lnTo>
                  <a:lnTo>
                    <a:pt x="166" y="175078"/>
                  </a:lnTo>
                  <a:lnTo>
                    <a:pt x="501" y="180372"/>
                  </a:lnTo>
                  <a:lnTo>
                    <a:pt x="1004" y="185651"/>
                  </a:lnTo>
                  <a:lnTo>
                    <a:pt x="1674" y="190913"/>
                  </a:lnTo>
                  <a:lnTo>
                    <a:pt x="2511" y="196150"/>
                  </a:lnTo>
                  <a:lnTo>
                    <a:pt x="3513" y="201358"/>
                  </a:lnTo>
                  <a:lnTo>
                    <a:pt x="4680" y="206532"/>
                  </a:lnTo>
                  <a:lnTo>
                    <a:pt x="6011" y="211666"/>
                  </a:lnTo>
                  <a:lnTo>
                    <a:pt x="7503" y="216755"/>
                  </a:lnTo>
                  <a:lnTo>
                    <a:pt x="9157" y="221795"/>
                  </a:lnTo>
                  <a:lnTo>
                    <a:pt x="10969" y="226779"/>
                  </a:lnTo>
                  <a:lnTo>
                    <a:pt x="12939" y="231703"/>
                  </a:lnTo>
                  <a:lnTo>
                    <a:pt x="15064" y="236563"/>
                  </a:lnTo>
                  <a:lnTo>
                    <a:pt x="17342" y="241352"/>
                  </a:lnTo>
                  <a:lnTo>
                    <a:pt x="19771" y="246067"/>
                  </a:lnTo>
                  <a:lnTo>
                    <a:pt x="22348" y="250703"/>
                  </a:lnTo>
                  <a:lnTo>
                    <a:pt x="25071" y="255254"/>
                  </a:lnTo>
                  <a:lnTo>
                    <a:pt x="27936" y="259717"/>
                  </a:lnTo>
                  <a:lnTo>
                    <a:pt x="30943" y="264087"/>
                  </a:lnTo>
                  <a:lnTo>
                    <a:pt x="34086" y="268359"/>
                  </a:lnTo>
                  <a:lnTo>
                    <a:pt x="37363" y="272529"/>
                  </a:lnTo>
                  <a:lnTo>
                    <a:pt x="40770" y="276593"/>
                  </a:lnTo>
                  <a:lnTo>
                    <a:pt x="44305" y="280547"/>
                  </a:lnTo>
                  <a:lnTo>
                    <a:pt x="47964" y="284387"/>
                  </a:lnTo>
                  <a:lnTo>
                    <a:pt x="51742" y="288108"/>
                  </a:lnTo>
                  <a:lnTo>
                    <a:pt x="55637" y="291709"/>
                  </a:lnTo>
                  <a:lnTo>
                    <a:pt x="59644" y="295183"/>
                  </a:lnTo>
                  <a:lnTo>
                    <a:pt x="63759" y="298529"/>
                  </a:lnTo>
                  <a:lnTo>
                    <a:pt x="67978" y="301743"/>
                  </a:lnTo>
                  <a:lnTo>
                    <a:pt x="72298" y="304821"/>
                  </a:lnTo>
                  <a:lnTo>
                    <a:pt x="76712" y="307761"/>
                  </a:lnTo>
                  <a:lnTo>
                    <a:pt x="81218" y="310559"/>
                  </a:lnTo>
                  <a:lnTo>
                    <a:pt x="85810" y="313212"/>
                  </a:lnTo>
                  <a:lnTo>
                    <a:pt x="90484" y="315719"/>
                  </a:lnTo>
                  <a:lnTo>
                    <a:pt x="95235" y="318076"/>
                  </a:lnTo>
                  <a:lnTo>
                    <a:pt x="100058" y="320282"/>
                  </a:lnTo>
                  <a:lnTo>
                    <a:pt x="104949" y="322333"/>
                  </a:lnTo>
                  <a:lnTo>
                    <a:pt x="109903" y="324228"/>
                  </a:lnTo>
                  <a:lnTo>
                    <a:pt x="114914" y="325965"/>
                  </a:lnTo>
                  <a:lnTo>
                    <a:pt x="119978" y="327542"/>
                  </a:lnTo>
                  <a:lnTo>
                    <a:pt x="125089" y="328957"/>
                  </a:lnTo>
                  <a:lnTo>
                    <a:pt x="130243" y="330210"/>
                  </a:lnTo>
                  <a:lnTo>
                    <a:pt x="135434" y="331299"/>
                  </a:lnTo>
                  <a:lnTo>
                    <a:pt x="140656" y="332222"/>
                  </a:lnTo>
                  <a:lnTo>
                    <a:pt x="145906" y="332979"/>
                  </a:lnTo>
                  <a:lnTo>
                    <a:pt x="151176" y="333570"/>
                  </a:lnTo>
                  <a:lnTo>
                    <a:pt x="156463" y="333993"/>
                  </a:lnTo>
                  <a:lnTo>
                    <a:pt x="161761" y="334248"/>
                  </a:lnTo>
                  <a:lnTo>
                    <a:pt x="167064" y="334334"/>
                  </a:lnTo>
                  <a:lnTo>
                    <a:pt x="172367" y="334253"/>
                  </a:lnTo>
                  <a:lnTo>
                    <a:pt x="177665" y="334003"/>
                  </a:lnTo>
                  <a:lnTo>
                    <a:pt x="182952" y="333586"/>
                  </a:lnTo>
                  <a:lnTo>
                    <a:pt x="188223" y="333000"/>
                  </a:lnTo>
                  <a:lnTo>
                    <a:pt x="193473" y="332248"/>
                  </a:lnTo>
                  <a:lnTo>
                    <a:pt x="198697" y="331330"/>
                  </a:lnTo>
                  <a:lnTo>
                    <a:pt x="203889" y="330247"/>
                  </a:lnTo>
                  <a:lnTo>
                    <a:pt x="209044" y="328999"/>
                  </a:lnTo>
                  <a:lnTo>
                    <a:pt x="214156" y="327588"/>
                  </a:lnTo>
                  <a:lnTo>
                    <a:pt x="219222" y="326016"/>
                  </a:lnTo>
                  <a:lnTo>
                    <a:pt x="224235" y="3242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57088" cy="157117"/>
            </a:xfrm>
            <a:custGeom>
              <a:avLst/>
              <a:pathLst>
                <a:path w="57088" h="157117">
                  <a:moveTo>
                    <a:pt x="57088" y="15711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158367" cy="157117"/>
            </a:xfrm>
            <a:custGeom>
              <a:avLst/>
              <a:pathLst>
                <a:path w="158367" h="157117">
                  <a:moveTo>
                    <a:pt x="57088" y="157117"/>
                  </a:moveTo>
                  <a:lnTo>
                    <a:pt x="62271" y="155135"/>
                  </a:lnTo>
                  <a:lnTo>
                    <a:pt x="67386" y="152983"/>
                  </a:lnTo>
                  <a:lnTo>
                    <a:pt x="72427" y="150662"/>
                  </a:lnTo>
                  <a:lnTo>
                    <a:pt x="77388" y="148175"/>
                  </a:lnTo>
                  <a:lnTo>
                    <a:pt x="82264" y="145525"/>
                  </a:lnTo>
                  <a:lnTo>
                    <a:pt x="87049" y="142714"/>
                  </a:lnTo>
                  <a:lnTo>
                    <a:pt x="91738" y="139746"/>
                  </a:lnTo>
                  <a:lnTo>
                    <a:pt x="96326" y="136624"/>
                  </a:lnTo>
                  <a:lnTo>
                    <a:pt x="100808" y="133351"/>
                  </a:lnTo>
                  <a:lnTo>
                    <a:pt x="105178" y="129932"/>
                  </a:lnTo>
                  <a:lnTo>
                    <a:pt x="109433" y="126369"/>
                  </a:lnTo>
                  <a:lnTo>
                    <a:pt x="113567" y="122667"/>
                  </a:lnTo>
                  <a:lnTo>
                    <a:pt x="117576" y="118830"/>
                  </a:lnTo>
                  <a:lnTo>
                    <a:pt x="121456" y="114862"/>
                  </a:lnTo>
                  <a:lnTo>
                    <a:pt x="125201" y="110767"/>
                  </a:lnTo>
                  <a:lnTo>
                    <a:pt x="128809" y="106550"/>
                  </a:lnTo>
                  <a:lnTo>
                    <a:pt x="132275" y="102216"/>
                  </a:lnTo>
                  <a:lnTo>
                    <a:pt x="135595" y="97769"/>
                  </a:lnTo>
                  <a:lnTo>
                    <a:pt x="138765" y="93214"/>
                  </a:lnTo>
                  <a:lnTo>
                    <a:pt x="141783" y="88557"/>
                  </a:lnTo>
                  <a:lnTo>
                    <a:pt x="144644" y="83802"/>
                  </a:lnTo>
                  <a:lnTo>
                    <a:pt x="147346" y="78955"/>
                  </a:lnTo>
                  <a:lnTo>
                    <a:pt x="149886" y="74021"/>
                  </a:lnTo>
                  <a:lnTo>
                    <a:pt x="152260" y="69005"/>
                  </a:lnTo>
                  <a:lnTo>
                    <a:pt x="154466" y="63913"/>
                  </a:lnTo>
                  <a:lnTo>
                    <a:pt x="156503" y="58750"/>
                  </a:lnTo>
                  <a:lnTo>
                    <a:pt x="158367" y="53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67165" cy="220691"/>
            </a:xfrm>
            <a:custGeom>
              <a:avLst/>
              <a:pathLst>
                <a:path w="167165" h="220691">
                  <a:moveTo>
                    <a:pt x="158367" y="220691"/>
                  </a:moveTo>
                  <a:lnTo>
                    <a:pt x="160005" y="215573"/>
                  </a:lnTo>
                  <a:lnTo>
                    <a:pt x="161478" y="210405"/>
                  </a:lnTo>
                  <a:lnTo>
                    <a:pt x="162785" y="205192"/>
                  </a:lnTo>
                  <a:lnTo>
                    <a:pt x="163923" y="199940"/>
                  </a:lnTo>
                  <a:lnTo>
                    <a:pt x="164892" y="194655"/>
                  </a:lnTo>
                  <a:lnTo>
                    <a:pt x="165690" y="189340"/>
                  </a:lnTo>
                  <a:lnTo>
                    <a:pt x="166317" y="184003"/>
                  </a:lnTo>
                  <a:lnTo>
                    <a:pt x="166772" y="178649"/>
                  </a:lnTo>
                  <a:lnTo>
                    <a:pt x="167055" y="173282"/>
                  </a:lnTo>
                  <a:lnTo>
                    <a:pt x="167165" y="167910"/>
                  </a:lnTo>
                  <a:lnTo>
                    <a:pt x="167103" y="162536"/>
                  </a:lnTo>
                  <a:lnTo>
                    <a:pt x="166868" y="157168"/>
                  </a:lnTo>
                  <a:lnTo>
                    <a:pt x="166460" y="151809"/>
                  </a:lnTo>
                  <a:lnTo>
                    <a:pt x="165880" y="146467"/>
                  </a:lnTo>
                  <a:lnTo>
                    <a:pt x="165129" y="141146"/>
                  </a:lnTo>
                  <a:lnTo>
                    <a:pt x="164208" y="135852"/>
                  </a:lnTo>
                  <a:lnTo>
                    <a:pt x="163116" y="130590"/>
                  </a:lnTo>
                  <a:lnTo>
                    <a:pt x="161856" y="125366"/>
                  </a:lnTo>
                  <a:lnTo>
                    <a:pt x="160429" y="120185"/>
                  </a:lnTo>
                  <a:lnTo>
                    <a:pt x="158836" y="115053"/>
                  </a:lnTo>
                  <a:lnTo>
                    <a:pt x="157079" y="109974"/>
                  </a:lnTo>
                  <a:lnTo>
                    <a:pt x="155159" y="104955"/>
                  </a:lnTo>
                  <a:lnTo>
                    <a:pt x="153080" y="100000"/>
                  </a:lnTo>
                  <a:lnTo>
                    <a:pt x="150842" y="95114"/>
                  </a:lnTo>
                  <a:lnTo>
                    <a:pt x="148448" y="90303"/>
                  </a:lnTo>
                  <a:lnTo>
                    <a:pt x="145900" y="85571"/>
                  </a:lnTo>
                  <a:lnTo>
                    <a:pt x="143202" y="80924"/>
                  </a:lnTo>
                  <a:lnTo>
                    <a:pt x="140356" y="76365"/>
                  </a:lnTo>
                  <a:lnTo>
                    <a:pt x="137365" y="71901"/>
                  </a:lnTo>
                  <a:lnTo>
                    <a:pt x="134232" y="67535"/>
                  </a:lnTo>
                  <a:lnTo>
                    <a:pt x="130960" y="63272"/>
                  </a:lnTo>
                  <a:lnTo>
                    <a:pt x="127553" y="59116"/>
                  </a:lnTo>
                  <a:lnTo>
                    <a:pt x="124015" y="55072"/>
                  </a:lnTo>
                  <a:lnTo>
                    <a:pt x="120347" y="51144"/>
                  </a:lnTo>
                  <a:lnTo>
                    <a:pt x="116556" y="47336"/>
                  </a:lnTo>
                  <a:lnTo>
                    <a:pt x="112644" y="43651"/>
                  </a:lnTo>
                  <a:lnTo>
                    <a:pt x="108616" y="40094"/>
                  </a:lnTo>
                  <a:lnTo>
                    <a:pt x="104475" y="36669"/>
                  </a:lnTo>
                  <a:lnTo>
                    <a:pt x="100227" y="33378"/>
                  </a:lnTo>
                  <a:lnTo>
                    <a:pt x="95875" y="30226"/>
                  </a:lnTo>
                  <a:lnTo>
                    <a:pt x="91424" y="27215"/>
                  </a:lnTo>
                  <a:lnTo>
                    <a:pt x="86878" y="24349"/>
                  </a:lnTo>
                  <a:lnTo>
                    <a:pt x="82243" y="21630"/>
                  </a:lnTo>
                  <a:lnTo>
                    <a:pt x="77522" y="19062"/>
                  </a:lnTo>
                  <a:lnTo>
                    <a:pt x="72722" y="16646"/>
                  </a:lnTo>
                  <a:lnTo>
                    <a:pt x="67846" y="14387"/>
                  </a:lnTo>
                  <a:lnTo>
                    <a:pt x="62901" y="12285"/>
                  </a:lnTo>
                  <a:lnTo>
                    <a:pt x="57890" y="10343"/>
                  </a:lnTo>
                  <a:lnTo>
                    <a:pt x="52819" y="8564"/>
                  </a:lnTo>
                  <a:lnTo>
                    <a:pt x="47694" y="6948"/>
                  </a:lnTo>
                  <a:lnTo>
                    <a:pt x="42520" y="5498"/>
                  </a:lnTo>
                  <a:lnTo>
                    <a:pt x="37301" y="4214"/>
                  </a:lnTo>
                  <a:lnTo>
                    <a:pt x="32044" y="3100"/>
                  </a:lnTo>
                  <a:lnTo>
                    <a:pt x="26754" y="2154"/>
                  </a:lnTo>
                  <a:lnTo>
                    <a:pt x="21437" y="1380"/>
                  </a:lnTo>
                  <a:lnTo>
                    <a:pt x="16097" y="776"/>
                  </a:lnTo>
                  <a:lnTo>
                    <a:pt x="10740" y="345"/>
                  </a:lnTo>
                  <a:lnTo>
                    <a:pt x="537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756328" y="3685283"/>
              <a:ext cx="167166" cy="333463"/>
            </a:xfrm>
            <a:custGeom>
              <a:avLst/>
              <a:pathLst>
                <a:path w="167166" h="333463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8" y="2134"/>
                  </a:lnTo>
                  <a:lnTo>
                    <a:pt x="135273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3" y="6882"/>
                  </a:lnTo>
                  <a:lnTo>
                    <a:pt x="114590" y="8483"/>
                  </a:lnTo>
                  <a:lnTo>
                    <a:pt x="109541" y="10246"/>
                  </a:lnTo>
                  <a:lnTo>
                    <a:pt x="104551" y="12169"/>
                  </a:lnTo>
                  <a:lnTo>
                    <a:pt x="99624" y="14252"/>
                  </a:lnTo>
                  <a:lnTo>
                    <a:pt x="94767" y="16491"/>
                  </a:lnTo>
                  <a:lnTo>
                    <a:pt x="89985" y="18884"/>
                  </a:lnTo>
                  <a:lnTo>
                    <a:pt x="85281" y="21428"/>
                  </a:lnTo>
                  <a:lnTo>
                    <a:pt x="80661" y="24122"/>
                  </a:lnTo>
                  <a:lnTo>
                    <a:pt x="76129" y="26963"/>
                  </a:lnTo>
                  <a:lnTo>
                    <a:pt x="71691" y="29947"/>
                  </a:lnTo>
                  <a:lnTo>
                    <a:pt x="67350" y="33071"/>
                  </a:lnTo>
                  <a:lnTo>
                    <a:pt x="63112" y="36333"/>
                  </a:lnTo>
                  <a:lnTo>
                    <a:pt x="58980" y="39728"/>
                  </a:lnTo>
                  <a:lnTo>
                    <a:pt x="54958" y="43254"/>
                  </a:lnTo>
                  <a:lnTo>
                    <a:pt x="51052" y="46907"/>
                  </a:lnTo>
                  <a:lnTo>
                    <a:pt x="47264" y="50683"/>
                  </a:lnTo>
                  <a:lnTo>
                    <a:pt x="43600" y="54578"/>
                  </a:lnTo>
                  <a:lnTo>
                    <a:pt x="40061" y="58588"/>
                  </a:lnTo>
                  <a:lnTo>
                    <a:pt x="36653" y="62710"/>
                  </a:lnTo>
                  <a:lnTo>
                    <a:pt x="33378" y="66938"/>
                  </a:lnTo>
                  <a:lnTo>
                    <a:pt x="30241" y="71269"/>
                  </a:lnTo>
                  <a:lnTo>
                    <a:pt x="27243" y="75699"/>
                  </a:lnTo>
                  <a:lnTo>
                    <a:pt x="24389" y="80221"/>
                  </a:lnTo>
                  <a:lnTo>
                    <a:pt x="21680" y="84833"/>
                  </a:lnTo>
                  <a:lnTo>
                    <a:pt x="19121" y="89529"/>
                  </a:lnTo>
                  <a:lnTo>
                    <a:pt x="16713" y="94305"/>
                  </a:lnTo>
                  <a:lnTo>
                    <a:pt x="14460" y="99155"/>
                  </a:lnTo>
                  <a:lnTo>
                    <a:pt x="12362" y="104074"/>
                  </a:lnTo>
                  <a:lnTo>
                    <a:pt x="10423" y="109059"/>
                  </a:lnTo>
                  <a:lnTo>
                    <a:pt x="8644" y="114102"/>
                  </a:lnTo>
                  <a:lnTo>
                    <a:pt x="7028" y="119201"/>
                  </a:lnTo>
                  <a:lnTo>
                    <a:pt x="5576" y="124348"/>
                  </a:lnTo>
                  <a:lnTo>
                    <a:pt x="4289" y="129539"/>
                  </a:lnTo>
                  <a:lnTo>
                    <a:pt x="3168" y="134768"/>
                  </a:lnTo>
                  <a:lnTo>
                    <a:pt x="2216" y="140031"/>
                  </a:lnTo>
                  <a:lnTo>
                    <a:pt x="1432" y="145321"/>
                  </a:lnTo>
                  <a:lnTo>
                    <a:pt x="818" y="150634"/>
                  </a:lnTo>
                  <a:lnTo>
                    <a:pt x="375" y="155964"/>
                  </a:lnTo>
                  <a:lnTo>
                    <a:pt x="102" y="161305"/>
                  </a:lnTo>
                  <a:lnTo>
                    <a:pt x="0" y="166652"/>
                  </a:lnTo>
                  <a:lnTo>
                    <a:pt x="69" y="172000"/>
                  </a:lnTo>
                  <a:lnTo>
                    <a:pt x="309" y="177343"/>
                  </a:lnTo>
                  <a:lnTo>
                    <a:pt x="720" y="182675"/>
                  </a:lnTo>
                  <a:lnTo>
                    <a:pt x="1301" y="187992"/>
                  </a:lnTo>
                  <a:lnTo>
                    <a:pt x="2052" y="193287"/>
                  </a:lnTo>
                  <a:lnTo>
                    <a:pt x="2972" y="198555"/>
                  </a:lnTo>
                  <a:lnTo>
                    <a:pt x="4060" y="203792"/>
                  </a:lnTo>
                  <a:lnTo>
                    <a:pt x="5315" y="208990"/>
                  </a:lnTo>
                  <a:lnTo>
                    <a:pt x="6736" y="214146"/>
                  </a:lnTo>
                  <a:lnTo>
                    <a:pt x="8321" y="219254"/>
                  </a:lnTo>
                  <a:lnTo>
                    <a:pt x="10068" y="224309"/>
                  </a:lnTo>
                  <a:lnTo>
                    <a:pt x="11977" y="229305"/>
                  </a:lnTo>
                  <a:lnTo>
                    <a:pt x="14044" y="234238"/>
                  </a:lnTo>
                  <a:lnTo>
                    <a:pt x="16268" y="239101"/>
                  </a:lnTo>
                  <a:lnTo>
                    <a:pt x="18646" y="243892"/>
                  </a:lnTo>
                  <a:lnTo>
                    <a:pt x="21176" y="248603"/>
                  </a:lnTo>
                  <a:lnTo>
                    <a:pt x="23856" y="253232"/>
                  </a:lnTo>
                  <a:lnTo>
                    <a:pt x="26682" y="257772"/>
                  </a:lnTo>
                  <a:lnTo>
                    <a:pt x="29653" y="262220"/>
                  </a:lnTo>
                  <a:lnTo>
                    <a:pt x="32764" y="266570"/>
                  </a:lnTo>
                  <a:lnTo>
                    <a:pt x="36012" y="270818"/>
                  </a:lnTo>
                  <a:lnTo>
                    <a:pt x="39395" y="274961"/>
                  </a:lnTo>
                  <a:lnTo>
                    <a:pt x="42909" y="278993"/>
                  </a:lnTo>
                  <a:lnTo>
                    <a:pt x="46549" y="282910"/>
                  </a:lnTo>
                  <a:lnTo>
                    <a:pt x="50314" y="286710"/>
                  </a:lnTo>
                  <a:lnTo>
                    <a:pt x="54197" y="290386"/>
                  </a:lnTo>
                  <a:lnTo>
                    <a:pt x="58197" y="293937"/>
                  </a:lnTo>
                  <a:lnTo>
                    <a:pt x="62308" y="297358"/>
                  </a:lnTo>
                  <a:lnTo>
                    <a:pt x="66526" y="300646"/>
                  </a:lnTo>
                  <a:lnTo>
                    <a:pt x="70847" y="303797"/>
                  </a:lnTo>
                  <a:lnTo>
                    <a:pt x="75267" y="306808"/>
                  </a:lnTo>
                  <a:lnTo>
                    <a:pt x="79781" y="309676"/>
                  </a:lnTo>
                  <a:lnTo>
                    <a:pt x="84385" y="312398"/>
                  </a:lnTo>
                  <a:lnTo>
                    <a:pt x="89073" y="314972"/>
                  </a:lnTo>
                  <a:lnTo>
                    <a:pt x="93841" y="317395"/>
                  </a:lnTo>
                  <a:lnTo>
                    <a:pt x="98684" y="319663"/>
                  </a:lnTo>
                  <a:lnTo>
                    <a:pt x="103597" y="321776"/>
                  </a:lnTo>
                  <a:lnTo>
                    <a:pt x="108576" y="323730"/>
                  </a:lnTo>
                  <a:lnTo>
                    <a:pt x="113614" y="325524"/>
                  </a:lnTo>
                  <a:lnTo>
                    <a:pt x="118707" y="327157"/>
                  </a:lnTo>
                  <a:lnTo>
                    <a:pt x="123850" y="328625"/>
                  </a:lnTo>
                  <a:lnTo>
                    <a:pt x="129037" y="329928"/>
                  </a:lnTo>
                  <a:lnTo>
                    <a:pt x="134263" y="331064"/>
                  </a:lnTo>
                  <a:lnTo>
                    <a:pt x="139522" y="332033"/>
                  </a:lnTo>
                  <a:lnTo>
                    <a:pt x="144810" y="332833"/>
                  </a:lnTo>
                  <a:lnTo>
                    <a:pt x="150121" y="33346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06450" y="3689509"/>
              <a:ext cx="184202" cy="330105"/>
            </a:xfrm>
            <a:custGeom>
              <a:avLst/>
              <a:pathLst>
                <a:path w="184202" h="330105">
                  <a:moveTo>
                    <a:pt x="0" y="329237"/>
                  </a:moveTo>
                  <a:lnTo>
                    <a:pt x="5291" y="329695"/>
                  </a:lnTo>
                  <a:lnTo>
                    <a:pt x="10594" y="329984"/>
                  </a:lnTo>
                  <a:lnTo>
                    <a:pt x="15904" y="330105"/>
                  </a:lnTo>
                  <a:lnTo>
                    <a:pt x="21215" y="330057"/>
                  </a:lnTo>
                  <a:lnTo>
                    <a:pt x="26522" y="329840"/>
                  </a:lnTo>
                  <a:lnTo>
                    <a:pt x="31819" y="329454"/>
                  </a:lnTo>
                  <a:lnTo>
                    <a:pt x="37101" y="328901"/>
                  </a:lnTo>
                  <a:lnTo>
                    <a:pt x="42363" y="328180"/>
                  </a:lnTo>
                  <a:lnTo>
                    <a:pt x="47599" y="327292"/>
                  </a:lnTo>
                  <a:lnTo>
                    <a:pt x="52805" y="326239"/>
                  </a:lnTo>
                  <a:lnTo>
                    <a:pt x="57974" y="325020"/>
                  </a:lnTo>
                  <a:lnTo>
                    <a:pt x="63103" y="323638"/>
                  </a:lnTo>
                  <a:lnTo>
                    <a:pt x="68184" y="322094"/>
                  </a:lnTo>
                  <a:lnTo>
                    <a:pt x="73214" y="320389"/>
                  </a:lnTo>
                  <a:lnTo>
                    <a:pt x="78188" y="318525"/>
                  </a:lnTo>
                  <a:lnTo>
                    <a:pt x="83099" y="316504"/>
                  </a:lnTo>
                  <a:lnTo>
                    <a:pt x="87944" y="314329"/>
                  </a:lnTo>
                  <a:lnTo>
                    <a:pt x="92718" y="312000"/>
                  </a:lnTo>
                  <a:lnTo>
                    <a:pt x="97415" y="309521"/>
                  </a:lnTo>
                  <a:lnTo>
                    <a:pt x="102031" y="306894"/>
                  </a:lnTo>
                  <a:lnTo>
                    <a:pt x="106561" y="304121"/>
                  </a:lnTo>
                  <a:lnTo>
                    <a:pt x="111000" y="301206"/>
                  </a:lnTo>
                  <a:lnTo>
                    <a:pt x="115345" y="298152"/>
                  </a:lnTo>
                  <a:lnTo>
                    <a:pt x="119591" y="294961"/>
                  </a:lnTo>
                  <a:lnTo>
                    <a:pt x="123733" y="291636"/>
                  </a:lnTo>
                  <a:lnTo>
                    <a:pt x="127768" y="288182"/>
                  </a:lnTo>
                  <a:lnTo>
                    <a:pt x="131690" y="284602"/>
                  </a:lnTo>
                  <a:lnTo>
                    <a:pt x="135497" y="280898"/>
                  </a:lnTo>
                  <a:lnTo>
                    <a:pt x="139185" y="277076"/>
                  </a:lnTo>
                  <a:lnTo>
                    <a:pt x="142749" y="273138"/>
                  </a:lnTo>
                  <a:lnTo>
                    <a:pt x="146186" y="269089"/>
                  </a:lnTo>
                  <a:lnTo>
                    <a:pt x="149493" y="264933"/>
                  </a:lnTo>
                  <a:lnTo>
                    <a:pt x="152666" y="260674"/>
                  </a:lnTo>
                  <a:lnTo>
                    <a:pt x="155702" y="256316"/>
                  </a:lnTo>
                  <a:lnTo>
                    <a:pt x="158599" y="251865"/>
                  </a:lnTo>
                  <a:lnTo>
                    <a:pt x="161352" y="247323"/>
                  </a:lnTo>
                  <a:lnTo>
                    <a:pt x="163960" y="242696"/>
                  </a:lnTo>
                  <a:lnTo>
                    <a:pt x="166419" y="237989"/>
                  </a:lnTo>
                  <a:lnTo>
                    <a:pt x="168728" y="233206"/>
                  </a:lnTo>
                  <a:lnTo>
                    <a:pt x="170883" y="228351"/>
                  </a:lnTo>
                  <a:lnTo>
                    <a:pt x="172884" y="223431"/>
                  </a:lnTo>
                  <a:lnTo>
                    <a:pt x="174727" y="218450"/>
                  </a:lnTo>
                  <a:lnTo>
                    <a:pt x="176410" y="213413"/>
                  </a:lnTo>
                  <a:lnTo>
                    <a:pt x="177933" y="208325"/>
                  </a:lnTo>
                  <a:lnTo>
                    <a:pt x="179294" y="203191"/>
                  </a:lnTo>
                  <a:lnTo>
                    <a:pt x="180491" y="198017"/>
                  </a:lnTo>
                  <a:lnTo>
                    <a:pt x="181522" y="192807"/>
                  </a:lnTo>
                  <a:lnTo>
                    <a:pt x="182388" y="187567"/>
                  </a:lnTo>
                  <a:lnTo>
                    <a:pt x="183087" y="182302"/>
                  </a:lnTo>
                  <a:lnTo>
                    <a:pt x="183618" y="177017"/>
                  </a:lnTo>
                  <a:lnTo>
                    <a:pt x="183981" y="171718"/>
                  </a:lnTo>
                  <a:lnTo>
                    <a:pt x="184176" y="166411"/>
                  </a:lnTo>
                  <a:lnTo>
                    <a:pt x="184202" y="161100"/>
                  </a:lnTo>
                  <a:lnTo>
                    <a:pt x="184059" y="155790"/>
                  </a:lnTo>
                  <a:lnTo>
                    <a:pt x="183747" y="150488"/>
                  </a:lnTo>
                  <a:lnTo>
                    <a:pt x="183268" y="145199"/>
                  </a:lnTo>
                  <a:lnTo>
                    <a:pt x="182620" y="139928"/>
                  </a:lnTo>
                  <a:lnTo>
                    <a:pt x="181805" y="134679"/>
                  </a:lnTo>
                  <a:lnTo>
                    <a:pt x="180825" y="129459"/>
                  </a:lnTo>
                  <a:lnTo>
                    <a:pt x="179678" y="124274"/>
                  </a:lnTo>
                  <a:lnTo>
                    <a:pt x="178368" y="119127"/>
                  </a:lnTo>
                  <a:lnTo>
                    <a:pt x="176895" y="114024"/>
                  </a:lnTo>
                  <a:lnTo>
                    <a:pt x="175260" y="108971"/>
                  </a:lnTo>
                  <a:lnTo>
                    <a:pt x="173466" y="103972"/>
                  </a:lnTo>
                  <a:lnTo>
                    <a:pt x="171513" y="99032"/>
                  </a:lnTo>
                  <a:lnTo>
                    <a:pt x="169405" y="94158"/>
                  </a:lnTo>
                  <a:lnTo>
                    <a:pt x="167143" y="89352"/>
                  </a:lnTo>
                  <a:lnTo>
                    <a:pt x="164730" y="84621"/>
                  </a:lnTo>
                  <a:lnTo>
                    <a:pt x="162167" y="79969"/>
                  </a:lnTo>
                  <a:lnTo>
                    <a:pt x="159458" y="75401"/>
                  </a:lnTo>
                  <a:lnTo>
                    <a:pt x="156605" y="70921"/>
                  </a:lnTo>
                  <a:lnTo>
                    <a:pt x="153612" y="66534"/>
                  </a:lnTo>
                  <a:lnTo>
                    <a:pt x="150480" y="62244"/>
                  </a:lnTo>
                  <a:lnTo>
                    <a:pt x="147214" y="58056"/>
                  </a:lnTo>
                  <a:lnTo>
                    <a:pt x="143816" y="53974"/>
                  </a:lnTo>
                  <a:lnTo>
                    <a:pt x="140291" y="50002"/>
                  </a:lnTo>
                  <a:lnTo>
                    <a:pt x="136641" y="46143"/>
                  </a:lnTo>
                  <a:lnTo>
                    <a:pt x="132870" y="42403"/>
                  </a:lnTo>
                  <a:lnTo>
                    <a:pt x="128982" y="38785"/>
                  </a:lnTo>
                  <a:lnTo>
                    <a:pt x="124982" y="35291"/>
                  </a:lnTo>
                  <a:lnTo>
                    <a:pt x="120872" y="31927"/>
                  </a:lnTo>
                  <a:lnTo>
                    <a:pt x="116658" y="28695"/>
                  </a:lnTo>
                  <a:lnTo>
                    <a:pt x="112343" y="25598"/>
                  </a:lnTo>
                  <a:lnTo>
                    <a:pt x="107932" y="22640"/>
                  </a:lnTo>
                  <a:lnTo>
                    <a:pt x="103429" y="19823"/>
                  </a:lnTo>
                  <a:lnTo>
                    <a:pt x="98839" y="17151"/>
                  </a:lnTo>
                  <a:lnTo>
                    <a:pt x="94166" y="14627"/>
                  </a:lnTo>
                  <a:lnTo>
                    <a:pt x="89416" y="12251"/>
                  </a:lnTo>
                  <a:lnTo>
                    <a:pt x="84592" y="10028"/>
                  </a:lnTo>
                  <a:lnTo>
                    <a:pt x="79700" y="7960"/>
                  </a:lnTo>
                  <a:lnTo>
                    <a:pt x="74745" y="6048"/>
                  </a:lnTo>
                  <a:lnTo>
                    <a:pt x="69732" y="4294"/>
                  </a:lnTo>
                  <a:lnTo>
                    <a:pt x="64666" y="2700"/>
                  </a:lnTo>
                  <a:lnTo>
                    <a:pt x="59551" y="1268"/>
                  </a:lnTo>
                  <a:lnTo>
                    <a:pt x="54394" y="0"/>
                  </a:lnTo>
                  <a:lnTo>
                    <a:pt x="17044" y="1629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37349" cy="167167"/>
            </a:xfrm>
            <a:custGeom>
              <a:avLst/>
              <a:pathLst>
                <a:path w="37349" h="167167">
                  <a:moveTo>
                    <a:pt x="37349" y="4225"/>
                  </a:moveTo>
                  <a:lnTo>
                    <a:pt x="31205" y="2938"/>
                  </a:lnTo>
                  <a:lnTo>
                    <a:pt x="25017" y="1882"/>
                  </a:lnTo>
                  <a:lnTo>
                    <a:pt x="18793" y="1059"/>
                  </a:lnTo>
                  <a:lnTo>
                    <a:pt x="12544" y="471"/>
                  </a:lnTo>
                  <a:lnTo>
                    <a:pt x="627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2025-06-26T11:47:47Z</dcterms:modified>
  <cp:category/>
</cp:coreProperties>
</file>