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23774" y="1333628"/>
              <a:ext cx="603476" cy="419609"/>
            </a:xfrm>
            <a:custGeom>
              <a:avLst/>
              <a:pathLst>
                <a:path w="603476" h="419609">
                  <a:moveTo>
                    <a:pt x="603476" y="0"/>
                  </a:moveTo>
                  <a:lnTo>
                    <a:pt x="0" y="41960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34309" y="1926803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754029" y="2633064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1844" y="2648211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919011" y="2633064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675095" y="2126963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561305" y="2135714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28472" y="2126963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375083" y="1681503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256075" y="1688588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23235" y="1681503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22571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133726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4918228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4856376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386041" y="941493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319048" y="974832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53317" y="941493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797341" y="1071028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8749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387473" y="1322571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321553" y="135672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982176" y="1681503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982014" y="1718070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46565" y="2126963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14120" y="2127954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423600" y="263306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6195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215275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20351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614125" y="4213821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380988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919357" y="4659281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924725" y="4826449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931968" y="4659281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3488306" y="5018213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321573" y="5018213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797354" y="5269756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797526" y="5269756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4463622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319059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856379" y="5399291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870197" y="5566459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982171" y="5399291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5446498" y="5269756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408661" y="5302048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378103" y="5269756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879123" y="5018213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854868" y="5097034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256077" y="4659281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14339" y="4826449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561307" y="4213821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380988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318057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751847" y="3707720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8278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tx87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77" name="tx87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78" name="tx87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79" name="tx87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80" name="tx88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81" name="tx88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82" name="tx88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83" name="tx88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84" name="tx88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85" name="tx88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86" name="tx88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87" name="tx88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88" name="tx88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89" name="tx88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90" name="tx89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91" name="tx89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92" name="tx89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93" name="tx89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94" name="tx89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95" name="tx89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96" name="tx89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97" name="tx89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98" name="tx89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99" name="tx89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2025-06-18T00:56:11Z</dcterms:modified>
  <cp:category/>
</cp:coreProperties>
</file>