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9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3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6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79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24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6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762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1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6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4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9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204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60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6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5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3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29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6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2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23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48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76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7318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8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2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4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9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768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6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6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753" y="3170392"/>
              <a:ext cx="3025" cy="167167"/>
            </a:xfrm>
            <a:custGeom>
              <a:avLst/>
              <a:pathLst>
                <a:path w="3025" h="167167">
                  <a:moveTo>
                    <a:pt x="3025" y="0"/>
                  </a:moveTo>
                  <a:lnTo>
                    <a:pt x="0" y="27"/>
                  </a:lnTo>
                  <a:lnTo>
                    <a:pt x="30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0753" y="3170419"/>
              <a:ext cx="3025" cy="167140"/>
            </a:xfrm>
            <a:custGeom>
              <a:avLst/>
              <a:pathLst>
                <a:path w="3025" h="167140">
                  <a:moveTo>
                    <a:pt x="0" y="0"/>
                  </a:moveTo>
                  <a:lnTo>
                    <a:pt x="3025" y="167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16612" y="3170413"/>
              <a:ext cx="334334" cy="334295"/>
            </a:xfrm>
            <a:custGeom>
              <a:avLst/>
              <a:pathLst>
                <a:path w="334334" h="334295">
                  <a:moveTo>
                    <a:pt x="164141" y="6"/>
                  </a:moveTo>
                  <a:lnTo>
                    <a:pt x="158841" y="186"/>
                  </a:lnTo>
                  <a:lnTo>
                    <a:pt x="153550" y="534"/>
                  </a:lnTo>
                  <a:lnTo>
                    <a:pt x="148273" y="1049"/>
                  </a:lnTo>
                  <a:lnTo>
                    <a:pt x="143014" y="1732"/>
                  </a:lnTo>
                  <a:lnTo>
                    <a:pt x="137780" y="2581"/>
                  </a:lnTo>
                  <a:lnTo>
                    <a:pt x="132576" y="3596"/>
                  </a:lnTo>
                  <a:lnTo>
                    <a:pt x="127406" y="4776"/>
                  </a:lnTo>
                  <a:lnTo>
                    <a:pt x="122276" y="6118"/>
                  </a:lnTo>
                  <a:lnTo>
                    <a:pt x="117191" y="7623"/>
                  </a:lnTo>
                  <a:lnTo>
                    <a:pt x="112157" y="9288"/>
                  </a:lnTo>
                  <a:lnTo>
                    <a:pt x="107178" y="11113"/>
                  </a:lnTo>
                  <a:lnTo>
                    <a:pt x="102260" y="13094"/>
                  </a:lnTo>
                  <a:lnTo>
                    <a:pt x="97406" y="15230"/>
                  </a:lnTo>
                  <a:lnTo>
                    <a:pt x="92623" y="17519"/>
                  </a:lnTo>
                  <a:lnTo>
                    <a:pt x="87915" y="19958"/>
                  </a:lnTo>
                  <a:lnTo>
                    <a:pt x="83287" y="22546"/>
                  </a:lnTo>
                  <a:lnTo>
                    <a:pt x="78743" y="25279"/>
                  </a:lnTo>
                  <a:lnTo>
                    <a:pt x="74288" y="28155"/>
                  </a:lnTo>
                  <a:lnTo>
                    <a:pt x="69926" y="31170"/>
                  </a:lnTo>
                  <a:lnTo>
                    <a:pt x="65663" y="34323"/>
                  </a:lnTo>
                  <a:lnTo>
                    <a:pt x="61501" y="37609"/>
                  </a:lnTo>
                  <a:lnTo>
                    <a:pt x="57446" y="41026"/>
                  </a:lnTo>
                  <a:lnTo>
                    <a:pt x="53501" y="44569"/>
                  </a:lnTo>
                  <a:lnTo>
                    <a:pt x="49670" y="48236"/>
                  </a:lnTo>
                  <a:lnTo>
                    <a:pt x="45958" y="52022"/>
                  </a:lnTo>
                  <a:lnTo>
                    <a:pt x="42368" y="55924"/>
                  </a:lnTo>
                  <a:lnTo>
                    <a:pt x="38903" y="59938"/>
                  </a:lnTo>
                  <a:lnTo>
                    <a:pt x="35568" y="64060"/>
                  </a:lnTo>
                  <a:lnTo>
                    <a:pt x="32364" y="68286"/>
                  </a:lnTo>
                  <a:lnTo>
                    <a:pt x="29297" y="72611"/>
                  </a:lnTo>
                  <a:lnTo>
                    <a:pt x="26368" y="77031"/>
                  </a:lnTo>
                  <a:lnTo>
                    <a:pt x="23580" y="81542"/>
                  </a:lnTo>
                  <a:lnTo>
                    <a:pt x="20938" y="86139"/>
                  </a:lnTo>
                  <a:lnTo>
                    <a:pt x="18442" y="90818"/>
                  </a:lnTo>
                  <a:lnTo>
                    <a:pt x="16096" y="95573"/>
                  </a:lnTo>
                  <a:lnTo>
                    <a:pt x="13902" y="100401"/>
                  </a:lnTo>
                  <a:lnTo>
                    <a:pt x="11862" y="105295"/>
                  </a:lnTo>
                  <a:lnTo>
                    <a:pt x="9979" y="110252"/>
                  </a:lnTo>
                  <a:lnTo>
                    <a:pt x="8253" y="115266"/>
                  </a:lnTo>
                  <a:lnTo>
                    <a:pt x="6688" y="120332"/>
                  </a:lnTo>
                  <a:lnTo>
                    <a:pt x="5284" y="125446"/>
                  </a:lnTo>
                  <a:lnTo>
                    <a:pt x="4043" y="130601"/>
                  </a:lnTo>
                  <a:lnTo>
                    <a:pt x="2966" y="135793"/>
                  </a:lnTo>
                  <a:lnTo>
                    <a:pt x="2054" y="141017"/>
                  </a:lnTo>
                  <a:lnTo>
                    <a:pt x="1308" y="146266"/>
                  </a:lnTo>
                  <a:lnTo>
                    <a:pt x="730" y="151537"/>
                  </a:lnTo>
                  <a:lnTo>
                    <a:pt x="318" y="156824"/>
                  </a:lnTo>
                  <a:lnTo>
                    <a:pt x="75" y="162121"/>
                  </a:lnTo>
                  <a:lnTo>
                    <a:pt x="0" y="167423"/>
                  </a:lnTo>
                  <a:lnTo>
                    <a:pt x="92" y="172725"/>
                  </a:lnTo>
                  <a:lnTo>
                    <a:pt x="353" y="178021"/>
                  </a:lnTo>
                  <a:lnTo>
                    <a:pt x="782" y="183306"/>
                  </a:lnTo>
                  <a:lnTo>
                    <a:pt x="1378" y="188575"/>
                  </a:lnTo>
                  <a:lnTo>
                    <a:pt x="2142" y="193822"/>
                  </a:lnTo>
                  <a:lnTo>
                    <a:pt x="3071" y="199043"/>
                  </a:lnTo>
                  <a:lnTo>
                    <a:pt x="4165" y="204231"/>
                  </a:lnTo>
                  <a:lnTo>
                    <a:pt x="5423" y="209383"/>
                  </a:lnTo>
                  <a:lnTo>
                    <a:pt x="6844" y="214491"/>
                  </a:lnTo>
                  <a:lnTo>
                    <a:pt x="8426" y="219552"/>
                  </a:lnTo>
                  <a:lnTo>
                    <a:pt x="10168" y="224560"/>
                  </a:lnTo>
                  <a:lnTo>
                    <a:pt x="12068" y="229511"/>
                  </a:lnTo>
                  <a:lnTo>
                    <a:pt x="14124" y="234399"/>
                  </a:lnTo>
                  <a:lnTo>
                    <a:pt x="16334" y="239219"/>
                  </a:lnTo>
                  <a:lnTo>
                    <a:pt x="18696" y="243966"/>
                  </a:lnTo>
                  <a:lnTo>
                    <a:pt x="21207" y="248637"/>
                  </a:lnTo>
                  <a:lnTo>
                    <a:pt x="23865" y="253225"/>
                  </a:lnTo>
                  <a:lnTo>
                    <a:pt x="26667" y="257727"/>
                  </a:lnTo>
                  <a:lnTo>
                    <a:pt x="29611" y="262137"/>
                  </a:lnTo>
                  <a:lnTo>
                    <a:pt x="32693" y="266452"/>
                  </a:lnTo>
                  <a:lnTo>
                    <a:pt x="35910" y="270667"/>
                  </a:lnTo>
                  <a:lnTo>
                    <a:pt x="39260" y="274778"/>
                  </a:lnTo>
                  <a:lnTo>
                    <a:pt x="42738" y="278781"/>
                  </a:lnTo>
                  <a:lnTo>
                    <a:pt x="46341" y="282671"/>
                  </a:lnTo>
                  <a:lnTo>
                    <a:pt x="50066" y="286445"/>
                  </a:lnTo>
                  <a:lnTo>
                    <a:pt x="53908" y="290099"/>
                  </a:lnTo>
                  <a:lnTo>
                    <a:pt x="57865" y="293629"/>
                  </a:lnTo>
                  <a:lnTo>
                    <a:pt x="61931" y="297032"/>
                  </a:lnTo>
                  <a:lnTo>
                    <a:pt x="66104" y="300304"/>
                  </a:lnTo>
                  <a:lnTo>
                    <a:pt x="70378" y="303443"/>
                  </a:lnTo>
                  <a:lnTo>
                    <a:pt x="74749" y="306444"/>
                  </a:lnTo>
                  <a:lnTo>
                    <a:pt x="79214" y="309305"/>
                  </a:lnTo>
                  <a:lnTo>
                    <a:pt x="83767" y="312023"/>
                  </a:lnTo>
                  <a:lnTo>
                    <a:pt x="88404" y="314595"/>
                  </a:lnTo>
                  <a:lnTo>
                    <a:pt x="93120" y="317019"/>
                  </a:lnTo>
                  <a:lnTo>
                    <a:pt x="97911" y="319292"/>
                  </a:lnTo>
                  <a:lnTo>
                    <a:pt x="102771" y="321412"/>
                  </a:lnTo>
                  <a:lnTo>
                    <a:pt x="107696" y="323377"/>
                  </a:lnTo>
                  <a:lnTo>
                    <a:pt x="112681" y="325184"/>
                  </a:lnTo>
                  <a:lnTo>
                    <a:pt x="117721" y="326833"/>
                  </a:lnTo>
                  <a:lnTo>
                    <a:pt x="122810" y="328321"/>
                  </a:lnTo>
                  <a:lnTo>
                    <a:pt x="127945" y="329647"/>
                  </a:lnTo>
                  <a:lnTo>
                    <a:pt x="133118" y="330809"/>
                  </a:lnTo>
                  <a:lnTo>
                    <a:pt x="138326" y="331806"/>
                  </a:lnTo>
                  <a:lnTo>
                    <a:pt x="143563" y="332638"/>
                  </a:lnTo>
                  <a:lnTo>
                    <a:pt x="148824" y="333304"/>
                  </a:lnTo>
                  <a:lnTo>
                    <a:pt x="154103" y="333802"/>
                  </a:lnTo>
                  <a:lnTo>
                    <a:pt x="159395" y="334132"/>
                  </a:lnTo>
                  <a:lnTo>
                    <a:pt x="164695" y="334295"/>
                  </a:lnTo>
                  <a:lnTo>
                    <a:pt x="169998" y="334289"/>
                  </a:lnTo>
                  <a:lnTo>
                    <a:pt x="175297" y="334115"/>
                  </a:lnTo>
                  <a:lnTo>
                    <a:pt x="180589" y="333773"/>
                  </a:lnTo>
                  <a:lnTo>
                    <a:pt x="185867" y="333264"/>
                  </a:lnTo>
                  <a:lnTo>
                    <a:pt x="191126" y="332587"/>
                  </a:lnTo>
                  <a:lnTo>
                    <a:pt x="196361" y="331744"/>
                  </a:lnTo>
                  <a:lnTo>
                    <a:pt x="201567" y="330735"/>
                  </a:lnTo>
                  <a:lnTo>
                    <a:pt x="206738" y="329562"/>
                  </a:lnTo>
                  <a:lnTo>
                    <a:pt x="211870" y="328225"/>
                  </a:lnTo>
                  <a:lnTo>
                    <a:pt x="216956" y="326726"/>
                  </a:lnTo>
                  <a:lnTo>
                    <a:pt x="221992" y="325067"/>
                  </a:lnTo>
                  <a:lnTo>
                    <a:pt x="226973" y="323249"/>
                  </a:lnTo>
                  <a:lnTo>
                    <a:pt x="231894" y="321273"/>
                  </a:lnTo>
                  <a:lnTo>
                    <a:pt x="236750" y="319143"/>
                  </a:lnTo>
                  <a:lnTo>
                    <a:pt x="241536" y="316859"/>
                  </a:lnTo>
                  <a:lnTo>
                    <a:pt x="246247" y="314425"/>
                  </a:lnTo>
                  <a:lnTo>
                    <a:pt x="250878" y="311843"/>
                  </a:lnTo>
                  <a:lnTo>
                    <a:pt x="255425" y="309115"/>
                  </a:lnTo>
                  <a:lnTo>
                    <a:pt x="259883" y="306245"/>
                  </a:lnTo>
                  <a:lnTo>
                    <a:pt x="264248" y="303234"/>
                  </a:lnTo>
                  <a:lnTo>
                    <a:pt x="268516" y="300087"/>
                  </a:lnTo>
                  <a:lnTo>
                    <a:pt x="272681" y="296805"/>
                  </a:lnTo>
                  <a:lnTo>
                    <a:pt x="276740" y="293394"/>
                  </a:lnTo>
                  <a:lnTo>
                    <a:pt x="280689" y="289855"/>
                  </a:lnTo>
                  <a:lnTo>
                    <a:pt x="284524" y="286193"/>
                  </a:lnTo>
                  <a:lnTo>
                    <a:pt x="288241" y="282411"/>
                  </a:lnTo>
                  <a:lnTo>
                    <a:pt x="291836" y="278513"/>
                  </a:lnTo>
                  <a:lnTo>
                    <a:pt x="295305" y="274503"/>
                  </a:lnTo>
                  <a:lnTo>
                    <a:pt x="298646" y="270385"/>
                  </a:lnTo>
                  <a:lnTo>
                    <a:pt x="301854" y="266163"/>
                  </a:lnTo>
                  <a:lnTo>
                    <a:pt x="304926" y="261841"/>
                  </a:lnTo>
                  <a:lnTo>
                    <a:pt x="307861" y="257424"/>
                  </a:lnTo>
                  <a:lnTo>
                    <a:pt x="310653" y="252916"/>
                  </a:lnTo>
                  <a:lnTo>
                    <a:pt x="313301" y="248322"/>
                  </a:lnTo>
                  <a:lnTo>
                    <a:pt x="315802" y="243647"/>
                  </a:lnTo>
                  <a:lnTo>
                    <a:pt x="318154" y="238894"/>
                  </a:lnTo>
                  <a:lnTo>
                    <a:pt x="320353" y="234069"/>
                  </a:lnTo>
                  <a:lnTo>
                    <a:pt x="322399" y="229177"/>
                  </a:lnTo>
                  <a:lnTo>
                    <a:pt x="324288" y="224223"/>
                  </a:lnTo>
                  <a:lnTo>
                    <a:pt x="326019" y="219211"/>
                  </a:lnTo>
                  <a:lnTo>
                    <a:pt x="327591" y="214146"/>
                  </a:lnTo>
                  <a:lnTo>
                    <a:pt x="329001" y="209035"/>
                  </a:lnTo>
                  <a:lnTo>
                    <a:pt x="330248" y="203881"/>
                  </a:lnTo>
                  <a:lnTo>
                    <a:pt x="331331" y="198690"/>
                  </a:lnTo>
                  <a:lnTo>
                    <a:pt x="332249" y="193467"/>
                  </a:lnTo>
                  <a:lnTo>
                    <a:pt x="333001" y="188218"/>
                  </a:lnTo>
                  <a:lnTo>
                    <a:pt x="333586" y="182948"/>
                  </a:lnTo>
                  <a:lnTo>
                    <a:pt x="334003" y="177662"/>
                  </a:lnTo>
                  <a:lnTo>
                    <a:pt x="334253" y="172365"/>
                  </a:lnTo>
                  <a:lnTo>
                    <a:pt x="334334" y="167063"/>
                  </a:lnTo>
                  <a:lnTo>
                    <a:pt x="334247" y="161762"/>
                  </a:lnTo>
                  <a:lnTo>
                    <a:pt x="333993" y="156465"/>
                  </a:lnTo>
                  <a:lnTo>
                    <a:pt x="333570" y="151179"/>
                  </a:lnTo>
                  <a:lnTo>
                    <a:pt x="332980" y="145910"/>
                  </a:lnTo>
                  <a:lnTo>
                    <a:pt x="332223" y="140661"/>
                  </a:lnTo>
                  <a:lnTo>
                    <a:pt x="331300" y="135440"/>
                  </a:lnTo>
                  <a:lnTo>
                    <a:pt x="330212" y="130250"/>
                  </a:lnTo>
                  <a:lnTo>
                    <a:pt x="328959" y="125098"/>
                  </a:lnTo>
                  <a:lnTo>
                    <a:pt x="327544" y="119987"/>
                  </a:lnTo>
                  <a:lnTo>
                    <a:pt x="325968" y="114924"/>
                  </a:lnTo>
                  <a:lnTo>
                    <a:pt x="324232" y="109914"/>
                  </a:lnTo>
                  <a:lnTo>
                    <a:pt x="322338" y="104961"/>
                  </a:lnTo>
                  <a:lnTo>
                    <a:pt x="320287" y="100071"/>
                  </a:lnTo>
                  <a:lnTo>
                    <a:pt x="318083" y="95249"/>
                  </a:lnTo>
                  <a:lnTo>
                    <a:pt x="315727" y="90498"/>
                  </a:lnTo>
                  <a:lnTo>
                    <a:pt x="313221" y="85825"/>
                  </a:lnTo>
                  <a:lnTo>
                    <a:pt x="310569" y="81234"/>
                  </a:lnTo>
                  <a:lnTo>
                    <a:pt x="307772" y="76729"/>
                  </a:lnTo>
                  <a:lnTo>
                    <a:pt x="304833" y="72315"/>
                  </a:lnTo>
                  <a:lnTo>
                    <a:pt x="301756" y="67996"/>
                  </a:lnTo>
                  <a:lnTo>
                    <a:pt x="298544" y="63777"/>
                  </a:lnTo>
                  <a:lnTo>
                    <a:pt x="295199" y="59663"/>
                  </a:lnTo>
                  <a:lnTo>
                    <a:pt x="291726" y="55656"/>
                  </a:lnTo>
                  <a:lnTo>
                    <a:pt x="288127" y="51762"/>
                  </a:lnTo>
                  <a:lnTo>
                    <a:pt x="284407" y="47983"/>
                  </a:lnTo>
                  <a:lnTo>
                    <a:pt x="280569" y="44325"/>
                  </a:lnTo>
                  <a:lnTo>
                    <a:pt x="276616" y="40790"/>
                  </a:lnTo>
                  <a:lnTo>
                    <a:pt x="272554" y="37382"/>
                  </a:lnTo>
                  <a:lnTo>
                    <a:pt x="268385" y="34105"/>
                  </a:lnTo>
                  <a:lnTo>
                    <a:pt x="264114" y="30962"/>
                  </a:lnTo>
                  <a:lnTo>
                    <a:pt x="259746" y="27955"/>
                  </a:lnTo>
                  <a:lnTo>
                    <a:pt x="255285" y="25089"/>
                  </a:lnTo>
                  <a:lnTo>
                    <a:pt x="250735" y="22366"/>
                  </a:lnTo>
                  <a:lnTo>
                    <a:pt x="246102" y="19788"/>
                  </a:lnTo>
                  <a:lnTo>
                    <a:pt x="241388" y="17359"/>
                  </a:lnTo>
                  <a:lnTo>
                    <a:pt x="236600" y="15080"/>
                  </a:lnTo>
                  <a:lnTo>
                    <a:pt x="231742" y="12954"/>
                  </a:lnTo>
                  <a:lnTo>
                    <a:pt x="226820" y="10984"/>
                  </a:lnTo>
                  <a:lnTo>
                    <a:pt x="221837" y="9171"/>
                  </a:lnTo>
                  <a:lnTo>
                    <a:pt x="216799" y="7516"/>
                  </a:lnTo>
                  <a:lnTo>
                    <a:pt x="211711" y="6022"/>
                  </a:lnTo>
                  <a:lnTo>
                    <a:pt x="206578" y="4691"/>
                  </a:lnTo>
                  <a:lnTo>
                    <a:pt x="201406" y="3522"/>
                  </a:lnTo>
                  <a:lnTo>
                    <a:pt x="196199" y="2519"/>
                  </a:lnTo>
                  <a:lnTo>
                    <a:pt x="190963" y="1681"/>
                  </a:lnTo>
                  <a:lnTo>
                    <a:pt x="185704" y="1009"/>
                  </a:lnTo>
                  <a:lnTo>
                    <a:pt x="180425" y="505"/>
                  </a:lnTo>
                  <a:lnTo>
                    <a:pt x="175133" y="168"/>
                  </a:lnTo>
                  <a:lnTo>
                    <a:pt x="169833" y="0"/>
                  </a:lnTo>
                  <a:lnTo>
                    <a:pt x="167167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83779" y="3170392"/>
              <a:ext cx="2666" cy="167167"/>
            </a:xfrm>
            <a:custGeom>
              <a:avLst/>
              <a:pathLst>
                <a:path w="2666" h="167167">
                  <a:moveTo>
                    <a:pt x="2666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309" y="2633064"/>
              <a:ext cx="36701" cy="167167"/>
            </a:xfrm>
            <a:custGeom>
              <a:avLst/>
              <a:pathLst>
                <a:path w="36701" h="167167">
                  <a:moveTo>
                    <a:pt x="36701" y="0"/>
                  </a:moveTo>
                  <a:lnTo>
                    <a:pt x="30535" y="113"/>
                  </a:lnTo>
                  <a:lnTo>
                    <a:pt x="24378" y="454"/>
                  </a:lnTo>
                  <a:lnTo>
                    <a:pt x="18237" y="1022"/>
                  </a:lnTo>
                  <a:lnTo>
                    <a:pt x="12122" y="1816"/>
                  </a:lnTo>
                  <a:lnTo>
                    <a:pt x="6040" y="2835"/>
                  </a:lnTo>
                  <a:lnTo>
                    <a:pt x="0" y="4078"/>
                  </a:lnTo>
                  <a:lnTo>
                    <a:pt x="367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82309" y="26371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1864" y="2637142"/>
              <a:ext cx="334297" cy="330256"/>
            </a:xfrm>
            <a:custGeom>
              <a:avLst/>
              <a:pathLst>
                <a:path w="334297" h="330256">
                  <a:moveTo>
                    <a:pt x="130444" y="0"/>
                  </a:moveTo>
                  <a:lnTo>
                    <a:pt x="125286" y="1247"/>
                  </a:lnTo>
                  <a:lnTo>
                    <a:pt x="120169" y="2657"/>
                  </a:lnTo>
                  <a:lnTo>
                    <a:pt x="115100" y="4229"/>
                  </a:lnTo>
                  <a:lnTo>
                    <a:pt x="110083" y="5962"/>
                  </a:lnTo>
                  <a:lnTo>
                    <a:pt x="105124" y="7852"/>
                  </a:lnTo>
                  <a:lnTo>
                    <a:pt x="100227" y="9900"/>
                  </a:lnTo>
                  <a:lnTo>
                    <a:pt x="95398" y="12101"/>
                  </a:lnTo>
                  <a:lnTo>
                    <a:pt x="90641" y="14455"/>
                  </a:lnTo>
                  <a:lnTo>
                    <a:pt x="85961" y="16958"/>
                  </a:lnTo>
                  <a:lnTo>
                    <a:pt x="81363" y="19609"/>
                  </a:lnTo>
                  <a:lnTo>
                    <a:pt x="76851" y="22405"/>
                  </a:lnTo>
                  <a:lnTo>
                    <a:pt x="72431" y="25342"/>
                  </a:lnTo>
                  <a:lnTo>
                    <a:pt x="68106" y="28418"/>
                  </a:lnTo>
                  <a:lnTo>
                    <a:pt x="63880" y="31630"/>
                  </a:lnTo>
                  <a:lnTo>
                    <a:pt x="59759" y="34975"/>
                  </a:lnTo>
                  <a:lnTo>
                    <a:pt x="55746" y="38448"/>
                  </a:lnTo>
                  <a:lnTo>
                    <a:pt x="51846" y="42048"/>
                  </a:lnTo>
                  <a:lnTo>
                    <a:pt x="48062" y="45769"/>
                  </a:lnTo>
                  <a:lnTo>
                    <a:pt x="44397" y="49608"/>
                  </a:lnTo>
                  <a:lnTo>
                    <a:pt x="40857" y="53562"/>
                  </a:lnTo>
                  <a:lnTo>
                    <a:pt x="37443" y="57627"/>
                  </a:lnTo>
                  <a:lnTo>
                    <a:pt x="34161" y="61797"/>
                  </a:lnTo>
                  <a:lnTo>
                    <a:pt x="31012" y="66070"/>
                  </a:lnTo>
                  <a:lnTo>
                    <a:pt x="28001" y="70440"/>
                  </a:lnTo>
                  <a:lnTo>
                    <a:pt x="25130" y="74904"/>
                  </a:lnTo>
                  <a:lnTo>
                    <a:pt x="22402" y="79457"/>
                  </a:lnTo>
                  <a:lnTo>
                    <a:pt x="19820" y="84094"/>
                  </a:lnTo>
                  <a:lnTo>
                    <a:pt x="17387" y="88811"/>
                  </a:lnTo>
                  <a:lnTo>
                    <a:pt x="15104" y="93602"/>
                  </a:lnTo>
                  <a:lnTo>
                    <a:pt x="12975" y="98464"/>
                  </a:lnTo>
                  <a:lnTo>
                    <a:pt x="11001" y="103391"/>
                  </a:lnTo>
                  <a:lnTo>
                    <a:pt x="9185" y="108378"/>
                  </a:lnTo>
                  <a:lnTo>
                    <a:pt x="7528" y="113420"/>
                  </a:lnTo>
                  <a:lnTo>
                    <a:pt x="6031" y="118512"/>
                  </a:lnTo>
                  <a:lnTo>
                    <a:pt x="4697" y="123649"/>
                  </a:lnTo>
                  <a:lnTo>
                    <a:pt x="3527" y="128826"/>
                  </a:lnTo>
                  <a:lnTo>
                    <a:pt x="2522" y="134037"/>
                  </a:lnTo>
                  <a:lnTo>
                    <a:pt x="1683" y="139278"/>
                  </a:lnTo>
                  <a:lnTo>
                    <a:pt x="1010" y="144543"/>
                  </a:lnTo>
                  <a:lnTo>
                    <a:pt x="505" y="149826"/>
                  </a:lnTo>
                  <a:lnTo>
                    <a:pt x="168" y="155123"/>
                  </a:lnTo>
                  <a:lnTo>
                    <a:pt x="0" y="160428"/>
                  </a:lnTo>
                  <a:lnTo>
                    <a:pt x="0" y="165735"/>
                  </a:lnTo>
                  <a:lnTo>
                    <a:pt x="168" y="171040"/>
                  </a:lnTo>
                  <a:lnTo>
                    <a:pt x="504" y="176337"/>
                  </a:lnTo>
                  <a:lnTo>
                    <a:pt x="1009" y="181620"/>
                  </a:lnTo>
                  <a:lnTo>
                    <a:pt x="1681" y="186885"/>
                  </a:lnTo>
                  <a:lnTo>
                    <a:pt x="2520" y="192126"/>
                  </a:lnTo>
                  <a:lnTo>
                    <a:pt x="3525" y="197337"/>
                  </a:lnTo>
                  <a:lnTo>
                    <a:pt x="4694" y="202514"/>
                  </a:lnTo>
                  <a:lnTo>
                    <a:pt x="6028" y="207651"/>
                  </a:lnTo>
                  <a:lnTo>
                    <a:pt x="7524" y="212744"/>
                  </a:lnTo>
                  <a:lnTo>
                    <a:pt x="9180" y="217786"/>
                  </a:lnTo>
                  <a:lnTo>
                    <a:pt x="10996" y="222773"/>
                  </a:lnTo>
                  <a:lnTo>
                    <a:pt x="12970" y="227700"/>
                  </a:lnTo>
                  <a:lnTo>
                    <a:pt x="15099" y="232562"/>
                  </a:lnTo>
                  <a:lnTo>
                    <a:pt x="17381" y="237353"/>
                  </a:lnTo>
                  <a:lnTo>
                    <a:pt x="19814" y="242070"/>
                  </a:lnTo>
                  <a:lnTo>
                    <a:pt x="22395" y="246708"/>
                  </a:lnTo>
                  <a:lnTo>
                    <a:pt x="25123" y="251261"/>
                  </a:lnTo>
                  <a:lnTo>
                    <a:pt x="27993" y="255725"/>
                  </a:lnTo>
                  <a:lnTo>
                    <a:pt x="31004" y="260095"/>
                  </a:lnTo>
                  <a:lnTo>
                    <a:pt x="34152" y="264368"/>
                  </a:lnTo>
                  <a:lnTo>
                    <a:pt x="37435" y="268539"/>
                  </a:lnTo>
                  <a:lnTo>
                    <a:pt x="40848" y="272604"/>
                  </a:lnTo>
                  <a:lnTo>
                    <a:pt x="44388" y="276558"/>
                  </a:lnTo>
                  <a:lnTo>
                    <a:pt x="48052" y="280398"/>
                  </a:lnTo>
                  <a:lnTo>
                    <a:pt x="51836" y="284119"/>
                  </a:lnTo>
                  <a:lnTo>
                    <a:pt x="55736" y="287719"/>
                  </a:lnTo>
                  <a:lnTo>
                    <a:pt x="59749" y="291193"/>
                  </a:lnTo>
                  <a:lnTo>
                    <a:pt x="63870" y="294538"/>
                  </a:lnTo>
                  <a:lnTo>
                    <a:pt x="68095" y="297750"/>
                  </a:lnTo>
                  <a:lnTo>
                    <a:pt x="72419" y="300827"/>
                  </a:lnTo>
                  <a:lnTo>
                    <a:pt x="76840" y="303764"/>
                  </a:lnTo>
                  <a:lnTo>
                    <a:pt x="81351" y="306560"/>
                  </a:lnTo>
                  <a:lnTo>
                    <a:pt x="85949" y="309211"/>
                  </a:lnTo>
                  <a:lnTo>
                    <a:pt x="90628" y="311715"/>
                  </a:lnTo>
                  <a:lnTo>
                    <a:pt x="95385" y="314070"/>
                  </a:lnTo>
                  <a:lnTo>
                    <a:pt x="100214" y="316272"/>
                  </a:lnTo>
                  <a:lnTo>
                    <a:pt x="105111" y="318319"/>
                  </a:lnTo>
                  <a:lnTo>
                    <a:pt x="110070" y="320210"/>
                  </a:lnTo>
                  <a:lnTo>
                    <a:pt x="115087" y="321943"/>
                  </a:lnTo>
                  <a:lnTo>
                    <a:pt x="120156" y="323515"/>
                  </a:lnTo>
                  <a:lnTo>
                    <a:pt x="125272" y="324926"/>
                  </a:lnTo>
                  <a:lnTo>
                    <a:pt x="130431" y="326174"/>
                  </a:lnTo>
                  <a:lnTo>
                    <a:pt x="135627" y="327257"/>
                  </a:lnTo>
                  <a:lnTo>
                    <a:pt x="140854" y="328175"/>
                  </a:lnTo>
                  <a:lnTo>
                    <a:pt x="146108" y="328927"/>
                  </a:lnTo>
                  <a:lnTo>
                    <a:pt x="151383" y="329511"/>
                  </a:lnTo>
                  <a:lnTo>
                    <a:pt x="156675" y="329927"/>
                  </a:lnTo>
                  <a:lnTo>
                    <a:pt x="161976" y="330176"/>
                  </a:lnTo>
                  <a:lnTo>
                    <a:pt x="167283" y="330256"/>
                  </a:lnTo>
                  <a:lnTo>
                    <a:pt x="172590" y="330167"/>
                  </a:lnTo>
                  <a:lnTo>
                    <a:pt x="177891" y="329910"/>
                  </a:lnTo>
                  <a:lnTo>
                    <a:pt x="183181" y="329485"/>
                  </a:lnTo>
                  <a:lnTo>
                    <a:pt x="188456" y="328892"/>
                  </a:lnTo>
                  <a:lnTo>
                    <a:pt x="193708" y="328132"/>
                  </a:lnTo>
                  <a:lnTo>
                    <a:pt x="198934" y="327205"/>
                  </a:lnTo>
                  <a:lnTo>
                    <a:pt x="204128" y="326114"/>
                  </a:lnTo>
                  <a:lnTo>
                    <a:pt x="209285" y="324857"/>
                  </a:lnTo>
                  <a:lnTo>
                    <a:pt x="214399" y="323438"/>
                  </a:lnTo>
                  <a:lnTo>
                    <a:pt x="219466" y="321857"/>
                  </a:lnTo>
                  <a:lnTo>
                    <a:pt x="224479" y="320116"/>
                  </a:lnTo>
                  <a:lnTo>
                    <a:pt x="229435" y="318217"/>
                  </a:lnTo>
                  <a:lnTo>
                    <a:pt x="234329" y="316162"/>
                  </a:lnTo>
                  <a:lnTo>
                    <a:pt x="239154" y="313952"/>
                  </a:lnTo>
                  <a:lnTo>
                    <a:pt x="243907" y="311590"/>
                  </a:lnTo>
                  <a:lnTo>
                    <a:pt x="248583" y="309078"/>
                  </a:lnTo>
                  <a:lnTo>
                    <a:pt x="253176" y="306419"/>
                  </a:lnTo>
                  <a:lnTo>
                    <a:pt x="257683" y="303616"/>
                  </a:lnTo>
                  <a:lnTo>
                    <a:pt x="262098" y="300671"/>
                  </a:lnTo>
                  <a:lnTo>
                    <a:pt x="266418" y="297587"/>
                  </a:lnTo>
                  <a:lnTo>
                    <a:pt x="270638" y="294368"/>
                  </a:lnTo>
                  <a:lnTo>
                    <a:pt x="274753" y="291017"/>
                  </a:lnTo>
                  <a:lnTo>
                    <a:pt x="278760" y="287536"/>
                  </a:lnTo>
                  <a:lnTo>
                    <a:pt x="282654" y="283930"/>
                  </a:lnTo>
                  <a:lnTo>
                    <a:pt x="286432" y="280202"/>
                  </a:lnTo>
                  <a:lnTo>
                    <a:pt x="290090" y="276357"/>
                  </a:lnTo>
                  <a:lnTo>
                    <a:pt x="293624" y="272397"/>
                  </a:lnTo>
                  <a:lnTo>
                    <a:pt x="297030" y="268327"/>
                  </a:lnTo>
                  <a:lnTo>
                    <a:pt x="300305" y="264150"/>
                  </a:lnTo>
                  <a:lnTo>
                    <a:pt x="303447" y="259872"/>
                  </a:lnTo>
                  <a:lnTo>
                    <a:pt x="306450" y="255496"/>
                  </a:lnTo>
                  <a:lnTo>
                    <a:pt x="309314" y="251028"/>
                  </a:lnTo>
                  <a:lnTo>
                    <a:pt x="312034" y="246470"/>
                  </a:lnTo>
                  <a:lnTo>
                    <a:pt x="314608" y="241829"/>
                  </a:lnTo>
                  <a:lnTo>
                    <a:pt x="317033" y="237108"/>
                  </a:lnTo>
                  <a:lnTo>
                    <a:pt x="319307" y="232312"/>
                  </a:lnTo>
                  <a:lnTo>
                    <a:pt x="321428" y="227447"/>
                  </a:lnTo>
                  <a:lnTo>
                    <a:pt x="323393" y="222517"/>
                  </a:lnTo>
                  <a:lnTo>
                    <a:pt x="325201" y="217527"/>
                  </a:lnTo>
                  <a:lnTo>
                    <a:pt x="326850" y="212482"/>
                  </a:lnTo>
                  <a:lnTo>
                    <a:pt x="328337" y="207387"/>
                  </a:lnTo>
                  <a:lnTo>
                    <a:pt x="329662" y="202248"/>
                  </a:lnTo>
                  <a:lnTo>
                    <a:pt x="330823" y="197069"/>
                  </a:lnTo>
                  <a:lnTo>
                    <a:pt x="331820" y="191856"/>
                  </a:lnTo>
                  <a:lnTo>
                    <a:pt x="332650" y="186614"/>
                  </a:lnTo>
                  <a:lnTo>
                    <a:pt x="333313" y="181348"/>
                  </a:lnTo>
                  <a:lnTo>
                    <a:pt x="333809" y="176063"/>
                  </a:lnTo>
                  <a:lnTo>
                    <a:pt x="334137" y="170766"/>
                  </a:lnTo>
                  <a:lnTo>
                    <a:pt x="334297" y="165461"/>
                  </a:lnTo>
                  <a:lnTo>
                    <a:pt x="334288" y="160154"/>
                  </a:lnTo>
                  <a:lnTo>
                    <a:pt x="334110" y="154849"/>
                  </a:lnTo>
                  <a:lnTo>
                    <a:pt x="333765" y="149553"/>
                  </a:lnTo>
                  <a:lnTo>
                    <a:pt x="333251" y="144270"/>
                  </a:lnTo>
                  <a:lnTo>
                    <a:pt x="332570" y="139007"/>
                  </a:lnTo>
                  <a:lnTo>
                    <a:pt x="331722" y="133768"/>
                  </a:lnTo>
                  <a:lnTo>
                    <a:pt x="330708" y="128558"/>
                  </a:lnTo>
                  <a:lnTo>
                    <a:pt x="329530" y="123383"/>
                  </a:lnTo>
                  <a:lnTo>
                    <a:pt x="328187" y="118248"/>
                  </a:lnTo>
                  <a:lnTo>
                    <a:pt x="326683" y="113158"/>
                  </a:lnTo>
                  <a:lnTo>
                    <a:pt x="325017" y="108119"/>
                  </a:lnTo>
                  <a:lnTo>
                    <a:pt x="323193" y="103135"/>
                  </a:lnTo>
                  <a:lnTo>
                    <a:pt x="321211" y="98211"/>
                  </a:lnTo>
                  <a:lnTo>
                    <a:pt x="319074" y="93353"/>
                  </a:lnTo>
                  <a:lnTo>
                    <a:pt x="316783" y="88565"/>
                  </a:lnTo>
                  <a:lnTo>
                    <a:pt x="314342" y="83853"/>
                  </a:lnTo>
                  <a:lnTo>
                    <a:pt x="311752" y="79220"/>
                  </a:lnTo>
                  <a:lnTo>
                    <a:pt x="309017" y="74672"/>
                  </a:lnTo>
                  <a:lnTo>
                    <a:pt x="306139" y="70212"/>
                  </a:lnTo>
                  <a:lnTo>
                    <a:pt x="303120" y="65847"/>
                  </a:lnTo>
                  <a:lnTo>
                    <a:pt x="299965" y="61579"/>
                  </a:lnTo>
                  <a:lnTo>
                    <a:pt x="296676" y="57414"/>
                  </a:lnTo>
                  <a:lnTo>
                    <a:pt x="293256" y="53355"/>
                  </a:lnTo>
                  <a:lnTo>
                    <a:pt x="289709" y="49407"/>
                  </a:lnTo>
                  <a:lnTo>
                    <a:pt x="286038" y="45574"/>
                  </a:lnTo>
                  <a:lnTo>
                    <a:pt x="282247" y="41859"/>
                  </a:lnTo>
                  <a:lnTo>
                    <a:pt x="278341" y="38266"/>
                  </a:lnTo>
                  <a:lnTo>
                    <a:pt x="274322" y="34799"/>
                  </a:lnTo>
                  <a:lnTo>
                    <a:pt x="270196" y="31461"/>
                  </a:lnTo>
                  <a:lnTo>
                    <a:pt x="265965" y="28256"/>
                  </a:lnTo>
                  <a:lnTo>
                    <a:pt x="261635" y="25187"/>
                  </a:lnTo>
                  <a:lnTo>
                    <a:pt x="257210" y="22257"/>
                  </a:lnTo>
                  <a:lnTo>
                    <a:pt x="252694" y="19469"/>
                  </a:lnTo>
                  <a:lnTo>
                    <a:pt x="248091" y="16826"/>
                  </a:lnTo>
                  <a:lnTo>
                    <a:pt x="243407" y="14330"/>
                  </a:lnTo>
                  <a:lnTo>
                    <a:pt x="238647" y="11984"/>
                  </a:lnTo>
                  <a:lnTo>
                    <a:pt x="233814" y="9790"/>
                  </a:lnTo>
                  <a:lnTo>
                    <a:pt x="228914" y="7751"/>
                  </a:lnTo>
                  <a:lnTo>
                    <a:pt x="223951" y="5868"/>
                  </a:lnTo>
                  <a:lnTo>
                    <a:pt x="218932" y="4144"/>
                  </a:lnTo>
                  <a:lnTo>
                    <a:pt x="213860" y="2580"/>
                  </a:lnTo>
                  <a:lnTo>
                    <a:pt x="208741" y="1178"/>
                  </a:lnTo>
                  <a:lnTo>
                    <a:pt x="167146" y="163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9011" y="2633064"/>
              <a:ext cx="41594" cy="167167"/>
            </a:xfrm>
            <a:custGeom>
              <a:avLst/>
              <a:pathLst>
                <a:path w="41594" h="167167">
                  <a:moveTo>
                    <a:pt x="41594" y="5257"/>
                  </a:moveTo>
                  <a:lnTo>
                    <a:pt x="35752" y="3868"/>
                  </a:lnTo>
                  <a:lnTo>
                    <a:pt x="29864" y="2689"/>
                  </a:lnTo>
                  <a:lnTo>
                    <a:pt x="23938" y="1722"/>
                  </a:lnTo>
                  <a:lnTo>
                    <a:pt x="17980" y="969"/>
                  </a:lnTo>
                  <a:lnTo>
                    <a:pt x="12000" y="431"/>
                  </a:lnTo>
                  <a:lnTo>
                    <a:pt x="600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193" y="2126963"/>
              <a:ext cx="7278" cy="167167"/>
            </a:xfrm>
            <a:custGeom>
              <a:avLst/>
              <a:pathLst>
                <a:path w="7278" h="167167">
                  <a:moveTo>
                    <a:pt x="7278" y="0"/>
                  </a:moveTo>
                  <a:lnTo>
                    <a:pt x="0" y="158"/>
                  </a:lnTo>
                  <a:lnTo>
                    <a:pt x="72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1193" y="2127122"/>
              <a:ext cx="7278" cy="167008"/>
            </a:xfrm>
            <a:custGeom>
              <a:avLst/>
              <a:pathLst>
                <a:path w="7278" h="167008">
                  <a:moveTo>
                    <a:pt x="0" y="0"/>
                  </a:moveTo>
                  <a:lnTo>
                    <a:pt x="7278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561308" y="2127122"/>
              <a:ext cx="167164" cy="332832"/>
            </a:xfrm>
            <a:custGeom>
              <a:avLst/>
              <a:pathLst>
                <a:path w="167164" h="332832">
                  <a:moveTo>
                    <a:pt x="159885" y="0"/>
                  </a:moveTo>
                  <a:lnTo>
                    <a:pt x="154554" y="317"/>
                  </a:lnTo>
                  <a:lnTo>
                    <a:pt x="149236" y="805"/>
                  </a:lnTo>
                  <a:lnTo>
                    <a:pt x="143936" y="1463"/>
                  </a:lnTo>
                  <a:lnTo>
                    <a:pt x="138660" y="2289"/>
                  </a:lnTo>
                  <a:lnTo>
                    <a:pt x="133413" y="3283"/>
                  </a:lnTo>
                  <a:lnTo>
                    <a:pt x="128201" y="4445"/>
                  </a:lnTo>
                  <a:lnTo>
                    <a:pt x="123028" y="5773"/>
                  </a:lnTo>
                  <a:lnTo>
                    <a:pt x="117900" y="7265"/>
                  </a:lnTo>
                  <a:lnTo>
                    <a:pt x="112823" y="8920"/>
                  </a:lnTo>
                  <a:lnTo>
                    <a:pt x="107801" y="10736"/>
                  </a:lnTo>
                  <a:lnTo>
                    <a:pt x="102840" y="12712"/>
                  </a:lnTo>
                  <a:lnTo>
                    <a:pt x="97944" y="14845"/>
                  </a:lnTo>
                  <a:lnTo>
                    <a:pt x="93119" y="17134"/>
                  </a:lnTo>
                  <a:lnTo>
                    <a:pt x="88369" y="19576"/>
                  </a:lnTo>
                  <a:lnTo>
                    <a:pt x="83700" y="22168"/>
                  </a:lnTo>
                  <a:lnTo>
                    <a:pt x="79116" y="24908"/>
                  </a:lnTo>
                  <a:lnTo>
                    <a:pt x="74622" y="27793"/>
                  </a:lnTo>
                  <a:lnTo>
                    <a:pt x="70222" y="30820"/>
                  </a:lnTo>
                  <a:lnTo>
                    <a:pt x="65922" y="33986"/>
                  </a:lnTo>
                  <a:lnTo>
                    <a:pt x="61724" y="37288"/>
                  </a:lnTo>
                  <a:lnTo>
                    <a:pt x="57634" y="40722"/>
                  </a:lnTo>
                  <a:lnTo>
                    <a:pt x="53656" y="44285"/>
                  </a:lnTo>
                  <a:lnTo>
                    <a:pt x="49794" y="47973"/>
                  </a:lnTo>
                  <a:lnTo>
                    <a:pt x="46052" y="51783"/>
                  </a:lnTo>
                  <a:lnTo>
                    <a:pt x="42433" y="55710"/>
                  </a:lnTo>
                  <a:lnTo>
                    <a:pt x="38942" y="59751"/>
                  </a:lnTo>
                  <a:lnTo>
                    <a:pt x="35581" y="63902"/>
                  </a:lnTo>
                  <a:lnTo>
                    <a:pt x="32355" y="68158"/>
                  </a:lnTo>
                  <a:lnTo>
                    <a:pt x="29266" y="72514"/>
                  </a:lnTo>
                  <a:lnTo>
                    <a:pt x="26318" y="76967"/>
                  </a:lnTo>
                  <a:lnTo>
                    <a:pt x="23514" y="81512"/>
                  </a:lnTo>
                  <a:lnTo>
                    <a:pt x="20856" y="86144"/>
                  </a:lnTo>
                  <a:lnTo>
                    <a:pt x="18348" y="90859"/>
                  </a:lnTo>
                  <a:lnTo>
                    <a:pt x="15991" y="95651"/>
                  </a:lnTo>
                  <a:lnTo>
                    <a:pt x="13789" y="100516"/>
                  </a:lnTo>
                  <a:lnTo>
                    <a:pt x="11743" y="105449"/>
                  </a:lnTo>
                  <a:lnTo>
                    <a:pt x="9856" y="110445"/>
                  </a:lnTo>
                  <a:lnTo>
                    <a:pt x="8130" y="115499"/>
                  </a:lnTo>
                  <a:lnTo>
                    <a:pt x="6566" y="120605"/>
                  </a:lnTo>
                  <a:lnTo>
                    <a:pt x="5165" y="125759"/>
                  </a:lnTo>
                  <a:lnTo>
                    <a:pt x="3931" y="130954"/>
                  </a:lnTo>
                  <a:lnTo>
                    <a:pt x="2862" y="136187"/>
                  </a:lnTo>
                  <a:lnTo>
                    <a:pt x="1962" y="141451"/>
                  </a:lnTo>
                  <a:lnTo>
                    <a:pt x="1229" y="146741"/>
                  </a:lnTo>
                  <a:lnTo>
                    <a:pt x="667" y="152051"/>
                  </a:lnTo>
                  <a:lnTo>
                    <a:pt x="274" y="157377"/>
                  </a:lnTo>
                  <a:lnTo>
                    <a:pt x="51" y="162713"/>
                  </a:lnTo>
                  <a:lnTo>
                    <a:pt x="0" y="168053"/>
                  </a:lnTo>
                  <a:lnTo>
                    <a:pt x="118" y="173392"/>
                  </a:lnTo>
                  <a:lnTo>
                    <a:pt x="407" y="178725"/>
                  </a:lnTo>
                  <a:lnTo>
                    <a:pt x="867" y="184045"/>
                  </a:lnTo>
                  <a:lnTo>
                    <a:pt x="1496" y="189349"/>
                  </a:lnTo>
                  <a:lnTo>
                    <a:pt x="2294" y="194629"/>
                  </a:lnTo>
                  <a:lnTo>
                    <a:pt x="3260" y="199881"/>
                  </a:lnTo>
                  <a:lnTo>
                    <a:pt x="4394" y="205100"/>
                  </a:lnTo>
                  <a:lnTo>
                    <a:pt x="5694" y="210280"/>
                  </a:lnTo>
                  <a:lnTo>
                    <a:pt x="7158" y="215415"/>
                  </a:lnTo>
                  <a:lnTo>
                    <a:pt x="8786" y="220502"/>
                  </a:lnTo>
                  <a:lnTo>
                    <a:pt x="10576" y="225533"/>
                  </a:lnTo>
                  <a:lnTo>
                    <a:pt x="12525" y="230505"/>
                  </a:lnTo>
                  <a:lnTo>
                    <a:pt x="14632" y="235412"/>
                  </a:lnTo>
                  <a:lnTo>
                    <a:pt x="16895" y="240250"/>
                  </a:lnTo>
                  <a:lnTo>
                    <a:pt x="19311" y="245012"/>
                  </a:lnTo>
                  <a:lnTo>
                    <a:pt x="21878" y="249695"/>
                  </a:lnTo>
                  <a:lnTo>
                    <a:pt x="24594" y="254294"/>
                  </a:lnTo>
                  <a:lnTo>
                    <a:pt x="27454" y="258803"/>
                  </a:lnTo>
                  <a:lnTo>
                    <a:pt x="30458" y="263219"/>
                  </a:lnTo>
                  <a:lnTo>
                    <a:pt x="33601" y="267537"/>
                  </a:lnTo>
                  <a:lnTo>
                    <a:pt x="36880" y="271752"/>
                  </a:lnTo>
                  <a:lnTo>
                    <a:pt x="40292" y="275860"/>
                  </a:lnTo>
                  <a:lnTo>
                    <a:pt x="43834" y="279857"/>
                  </a:lnTo>
                  <a:lnTo>
                    <a:pt x="47502" y="283739"/>
                  </a:lnTo>
                  <a:lnTo>
                    <a:pt x="51291" y="287501"/>
                  </a:lnTo>
                  <a:lnTo>
                    <a:pt x="55199" y="291141"/>
                  </a:lnTo>
                  <a:lnTo>
                    <a:pt x="59221" y="294654"/>
                  </a:lnTo>
                  <a:lnTo>
                    <a:pt x="63354" y="298037"/>
                  </a:lnTo>
                  <a:lnTo>
                    <a:pt x="67592" y="301286"/>
                  </a:lnTo>
                  <a:lnTo>
                    <a:pt x="71932" y="304398"/>
                  </a:lnTo>
                  <a:lnTo>
                    <a:pt x="76369" y="307370"/>
                  </a:lnTo>
                  <a:lnTo>
                    <a:pt x="80899" y="310198"/>
                  </a:lnTo>
                  <a:lnTo>
                    <a:pt x="85517" y="312881"/>
                  </a:lnTo>
                  <a:lnTo>
                    <a:pt x="90218" y="315414"/>
                  </a:lnTo>
                  <a:lnTo>
                    <a:pt x="94998" y="317796"/>
                  </a:lnTo>
                  <a:lnTo>
                    <a:pt x="99851" y="320025"/>
                  </a:lnTo>
                  <a:lnTo>
                    <a:pt x="104773" y="322097"/>
                  </a:lnTo>
                  <a:lnTo>
                    <a:pt x="109759" y="324010"/>
                  </a:lnTo>
                  <a:lnTo>
                    <a:pt x="114803" y="325764"/>
                  </a:lnTo>
                  <a:lnTo>
                    <a:pt x="119901" y="327356"/>
                  </a:lnTo>
                  <a:lnTo>
                    <a:pt x="125047" y="328783"/>
                  </a:lnTo>
                  <a:lnTo>
                    <a:pt x="130236" y="330046"/>
                  </a:lnTo>
                  <a:lnTo>
                    <a:pt x="135463" y="331142"/>
                  </a:lnTo>
                  <a:lnTo>
                    <a:pt x="140722" y="332071"/>
                  </a:lnTo>
                  <a:lnTo>
                    <a:pt x="146008" y="332832"/>
                  </a:lnTo>
                  <a:lnTo>
                    <a:pt x="167164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07316" y="2126963"/>
              <a:ext cx="188302" cy="334334"/>
            </a:xfrm>
            <a:custGeom>
              <a:avLst/>
              <a:pathLst>
                <a:path w="188302" h="334334">
                  <a:moveTo>
                    <a:pt x="0" y="332990"/>
                  </a:moveTo>
                  <a:lnTo>
                    <a:pt x="5271" y="333578"/>
                  </a:lnTo>
                  <a:lnTo>
                    <a:pt x="10559" y="333998"/>
                  </a:lnTo>
                  <a:lnTo>
                    <a:pt x="15858" y="334250"/>
                  </a:lnTo>
                  <a:lnTo>
                    <a:pt x="21161" y="334334"/>
                  </a:lnTo>
                  <a:lnTo>
                    <a:pt x="26465" y="334250"/>
                  </a:lnTo>
                  <a:lnTo>
                    <a:pt x="31764" y="333997"/>
                  </a:lnTo>
                  <a:lnTo>
                    <a:pt x="37052" y="333577"/>
                  </a:lnTo>
                  <a:lnTo>
                    <a:pt x="42323" y="332989"/>
                  </a:lnTo>
                  <a:lnTo>
                    <a:pt x="47574" y="332234"/>
                  </a:lnTo>
                  <a:lnTo>
                    <a:pt x="52798" y="331312"/>
                  </a:lnTo>
                  <a:lnTo>
                    <a:pt x="57990" y="330226"/>
                  </a:lnTo>
                  <a:lnTo>
                    <a:pt x="63145" y="328975"/>
                  </a:lnTo>
                  <a:lnTo>
                    <a:pt x="68257" y="327561"/>
                  </a:lnTo>
                  <a:lnTo>
                    <a:pt x="73322" y="325986"/>
                  </a:lnTo>
                  <a:lnTo>
                    <a:pt x="78335" y="324251"/>
                  </a:lnTo>
                  <a:lnTo>
                    <a:pt x="83290" y="322358"/>
                  </a:lnTo>
                  <a:lnTo>
                    <a:pt x="88183" y="320308"/>
                  </a:lnTo>
                  <a:lnTo>
                    <a:pt x="93008" y="318105"/>
                  </a:lnTo>
                  <a:lnTo>
                    <a:pt x="97761" y="315749"/>
                  </a:lnTo>
                  <a:lnTo>
                    <a:pt x="102436" y="313244"/>
                  </a:lnTo>
                  <a:lnTo>
                    <a:pt x="107030" y="310591"/>
                  </a:lnTo>
                  <a:lnTo>
                    <a:pt x="111537" y="307795"/>
                  </a:lnTo>
                  <a:lnTo>
                    <a:pt x="115953" y="304856"/>
                  </a:lnTo>
                  <a:lnTo>
                    <a:pt x="120274" y="301779"/>
                  </a:lnTo>
                  <a:lnTo>
                    <a:pt x="124495" y="298567"/>
                  </a:lnTo>
                  <a:lnTo>
                    <a:pt x="128612" y="295222"/>
                  </a:lnTo>
                  <a:lnTo>
                    <a:pt x="132621" y="291748"/>
                  </a:lnTo>
                  <a:lnTo>
                    <a:pt x="136518" y="288149"/>
                  </a:lnTo>
                  <a:lnTo>
                    <a:pt x="140298" y="284428"/>
                  </a:lnTo>
                  <a:lnTo>
                    <a:pt x="143958" y="280588"/>
                  </a:lnTo>
                  <a:lnTo>
                    <a:pt x="147495" y="276635"/>
                  </a:lnTo>
                  <a:lnTo>
                    <a:pt x="150905" y="272572"/>
                  </a:lnTo>
                  <a:lnTo>
                    <a:pt x="154184" y="268402"/>
                  </a:lnTo>
                  <a:lnTo>
                    <a:pt x="157329" y="264130"/>
                  </a:lnTo>
                  <a:lnTo>
                    <a:pt x="160336" y="259761"/>
                  </a:lnTo>
                  <a:lnTo>
                    <a:pt x="163204" y="255299"/>
                  </a:lnTo>
                  <a:lnTo>
                    <a:pt x="165929" y="250747"/>
                  </a:lnTo>
                  <a:lnTo>
                    <a:pt x="168508" y="246112"/>
                  </a:lnTo>
                  <a:lnTo>
                    <a:pt x="170938" y="241397"/>
                  </a:lnTo>
                  <a:lnTo>
                    <a:pt x="173218" y="236607"/>
                  </a:lnTo>
                  <a:lnTo>
                    <a:pt x="175345" y="231748"/>
                  </a:lnTo>
                  <a:lnTo>
                    <a:pt x="177316" y="226823"/>
                  </a:lnTo>
                  <a:lnTo>
                    <a:pt x="179130" y="221839"/>
                  </a:lnTo>
                  <a:lnTo>
                    <a:pt x="180785" y="216799"/>
                  </a:lnTo>
                  <a:lnTo>
                    <a:pt x="182280" y="211709"/>
                  </a:lnTo>
                  <a:lnTo>
                    <a:pt x="183612" y="206575"/>
                  </a:lnTo>
                  <a:lnTo>
                    <a:pt x="184780" y="201401"/>
                  </a:lnTo>
                  <a:lnTo>
                    <a:pt x="185784" y="196192"/>
                  </a:lnTo>
                  <a:lnTo>
                    <a:pt x="186622" y="190954"/>
                  </a:lnTo>
                  <a:lnTo>
                    <a:pt x="187293" y="185692"/>
                  </a:lnTo>
                  <a:lnTo>
                    <a:pt x="187798" y="180412"/>
                  </a:lnTo>
                  <a:lnTo>
                    <a:pt x="188134" y="175118"/>
                  </a:lnTo>
                  <a:lnTo>
                    <a:pt x="188302" y="169816"/>
                  </a:lnTo>
                  <a:lnTo>
                    <a:pt x="188302" y="164512"/>
                  </a:lnTo>
                  <a:lnTo>
                    <a:pt x="188134" y="159210"/>
                  </a:lnTo>
                  <a:lnTo>
                    <a:pt x="187797" y="153916"/>
                  </a:lnTo>
                  <a:lnTo>
                    <a:pt x="187293" y="148636"/>
                  </a:lnTo>
                  <a:lnTo>
                    <a:pt x="186621" y="143374"/>
                  </a:lnTo>
                  <a:lnTo>
                    <a:pt x="185783" y="138136"/>
                  </a:lnTo>
                  <a:lnTo>
                    <a:pt x="184779" y="132927"/>
                  </a:lnTo>
                  <a:lnTo>
                    <a:pt x="183610" y="127753"/>
                  </a:lnTo>
                  <a:lnTo>
                    <a:pt x="182278" y="122619"/>
                  </a:lnTo>
                  <a:lnTo>
                    <a:pt x="180783" y="117529"/>
                  </a:lnTo>
                  <a:lnTo>
                    <a:pt x="179128" y="112490"/>
                  </a:lnTo>
                  <a:lnTo>
                    <a:pt x="177314" y="107505"/>
                  </a:lnTo>
                  <a:lnTo>
                    <a:pt x="175342" y="102581"/>
                  </a:lnTo>
                  <a:lnTo>
                    <a:pt x="173216" y="97721"/>
                  </a:lnTo>
                  <a:lnTo>
                    <a:pt x="170936" y="92932"/>
                  </a:lnTo>
                  <a:lnTo>
                    <a:pt x="168505" y="88217"/>
                  </a:lnTo>
                  <a:lnTo>
                    <a:pt x="165926" y="83582"/>
                  </a:lnTo>
                  <a:lnTo>
                    <a:pt x="163201" y="79030"/>
                  </a:lnTo>
                  <a:lnTo>
                    <a:pt x="160333" y="74568"/>
                  </a:lnTo>
                  <a:lnTo>
                    <a:pt x="157325" y="70199"/>
                  </a:lnTo>
                  <a:lnTo>
                    <a:pt x="154180" y="65927"/>
                  </a:lnTo>
                  <a:lnTo>
                    <a:pt x="150901" y="61758"/>
                  </a:lnTo>
                  <a:lnTo>
                    <a:pt x="147491" y="57694"/>
                  </a:lnTo>
                  <a:lnTo>
                    <a:pt x="143954" y="53741"/>
                  </a:lnTo>
                  <a:lnTo>
                    <a:pt x="140294" y="49902"/>
                  </a:lnTo>
                  <a:lnTo>
                    <a:pt x="136513" y="46181"/>
                  </a:lnTo>
                  <a:lnTo>
                    <a:pt x="132617" y="42582"/>
                  </a:lnTo>
                  <a:lnTo>
                    <a:pt x="128608" y="39108"/>
                  </a:lnTo>
                  <a:lnTo>
                    <a:pt x="124491" y="35764"/>
                  </a:lnTo>
                  <a:lnTo>
                    <a:pt x="120270" y="32551"/>
                  </a:lnTo>
                  <a:lnTo>
                    <a:pt x="115949" y="29474"/>
                  </a:lnTo>
                  <a:lnTo>
                    <a:pt x="111532" y="26536"/>
                  </a:lnTo>
                  <a:lnTo>
                    <a:pt x="107025" y="23740"/>
                  </a:lnTo>
                  <a:lnTo>
                    <a:pt x="102431" y="21087"/>
                  </a:lnTo>
                  <a:lnTo>
                    <a:pt x="97755" y="18582"/>
                  </a:lnTo>
                  <a:lnTo>
                    <a:pt x="93003" y="16227"/>
                  </a:lnTo>
                  <a:lnTo>
                    <a:pt x="88177" y="14023"/>
                  </a:lnTo>
                  <a:lnTo>
                    <a:pt x="83285" y="11974"/>
                  </a:lnTo>
                  <a:lnTo>
                    <a:pt x="78330" y="10081"/>
                  </a:lnTo>
                  <a:lnTo>
                    <a:pt x="73317" y="8346"/>
                  </a:lnTo>
                  <a:lnTo>
                    <a:pt x="68252" y="6771"/>
                  </a:lnTo>
                  <a:lnTo>
                    <a:pt x="63139" y="5357"/>
                  </a:lnTo>
                  <a:lnTo>
                    <a:pt x="57984" y="4107"/>
                  </a:lnTo>
                  <a:lnTo>
                    <a:pt x="52792" y="3020"/>
                  </a:lnTo>
                  <a:lnTo>
                    <a:pt x="47568" y="2099"/>
                  </a:lnTo>
                  <a:lnTo>
                    <a:pt x="42318" y="1344"/>
                  </a:lnTo>
                  <a:lnTo>
                    <a:pt x="37046" y="756"/>
                  </a:lnTo>
                  <a:lnTo>
                    <a:pt x="31758" y="336"/>
                  </a:lnTo>
                  <a:lnTo>
                    <a:pt x="26459" y="84"/>
                  </a:lnTo>
                  <a:lnTo>
                    <a:pt x="21156" y="0"/>
                  </a:lnTo>
                  <a:lnTo>
                    <a:pt x="21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886" y="1681503"/>
              <a:ext cx="15348" cy="167167"/>
            </a:xfrm>
            <a:custGeom>
              <a:avLst/>
              <a:pathLst>
                <a:path w="15348" h="167167">
                  <a:moveTo>
                    <a:pt x="15348" y="0"/>
                  </a:moveTo>
                  <a:lnTo>
                    <a:pt x="0" y="706"/>
                  </a:lnTo>
                  <a:lnTo>
                    <a:pt x="1534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56081" y="1682209"/>
              <a:ext cx="334304" cy="333628"/>
            </a:xfrm>
            <a:custGeom>
              <a:avLst/>
              <a:pathLst>
                <a:path w="334304" h="333628">
                  <a:moveTo>
                    <a:pt x="151804" y="0"/>
                  </a:moveTo>
                  <a:lnTo>
                    <a:pt x="146528" y="570"/>
                  </a:lnTo>
                  <a:lnTo>
                    <a:pt x="141274" y="1309"/>
                  </a:lnTo>
                  <a:lnTo>
                    <a:pt x="136045" y="2213"/>
                  </a:lnTo>
                  <a:lnTo>
                    <a:pt x="130848" y="3283"/>
                  </a:lnTo>
                  <a:lnTo>
                    <a:pt x="125687" y="4518"/>
                  </a:lnTo>
                  <a:lnTo>
                    <a:pt x="120569" y="5915"/>
                  </a:lnTo>
                  <a:lnTo>
                    <a:pt x="115497" y="7475"/>
                  </a:lnTo>
                  <a:lnTo>
                    <a:pt x="110477" y="9194"/>
                  </a:lnTo>
                  <a:lnTo>
                    <a:pt x="105514" y="11072"/>
                  </a:lnTo>
                  <a:lnTo>
                    <a:pt x="100613" y="13107"/>
                  </a:lnTo>
                  <a:lnTo>
                    <a:pt x="95780" y="15296"/>
                  </a:lnTo>
                  <a:lnTo>
                    <a:pt x="91018" y="17637"/>
                  </a:lnTo>
                  <a:lnTo>
                    <a:pt x="86333" y="20128"/>
                  </a:lnTo>
                  <a:lnTo>
                    <a:pt x="81730" y="22767"/>
                  </a:lnTo>
                  <a:lnTo>
                    <a:pt x="77212" y="25551"/>
                  </a:lnTo>
                  <a:lnTo>
                    <a:pt x="72785" y="28476"/>
                  </a:lnTo>
                  <a:lnTo>
                    <a:pt x="68453" y="31541"/>
                  </a:lnTo>
                  <a:lnTo>
                    <a:pt x="64221" y="34741"/>
                  </a:lnTo>
                  <a:lnTo>
                    <a:pt x="60092" y="38074"/>
                  </a:lnTo>
                  <a:lnTo>
                    <a:pt x="56072" y="41537"/>
                  </a:lnTo>
                  <a:lnTo>
                    <a:pt x="52163" y="45125"/>
                  </a:lnTo>
                  <a:lnTo>
                    <a:pt x="48370" y="48836"/>
                  </a:lnTo>
                  <a:lnTo>
                    <a:pt x="44697" y="52665"/>
                  </a:lnTo>
                  <a:lnTo>
                    <a:pt x="41147" y="56609"/>
                  </a:lnTo>
                  <a:lnTo>
                    <a:pt x="37724" y="60663"/>
                  </a:lnTo>
                  <a:lnTo>
                    <a:pt x="34431" y="64825"/>
                  </a:lnTo>
                  <a:lnTo>
                    <a:pt x="31272" y="69088"/>
                  </a:lnTo>
                  <a:lnTo>
                    <a:pt x="28250" y="73450"/>
                  </a:lnTo>
                  <a:lnTo>
                    <a:pt x="25368" y="77905"/>
                  </a:lnTo>
                  <a:lnTo>
                    <a:pt x="22629" y="82450"/>
                  </a:lnTo>
                  <a:lnTo>
                    <a:pt x="20036" y="87079"/>
                  </a:lnTo>
                  <a:lnTo>
                    <a:pt x="17590" y="91788"/>
                  </a:lnTo>
                  <a:lnTo>
                    <a:pt x="15296" y="96572"/>
                  </a:lnTo>
                  <a:lnTo>
                    <a:pt x="13154" y="101427"/>
                  </a:lnTo>
                  <a:lnTo>
                    <a:pt x="11168" y="106347"/>
                  </a:lnTo>
                  <a:lnTo>
                    <a:pt x="9338" y="111328"/>
                  </a:lnTo>
                  <a:lnTo>
                    <a:pt x="7668" y="116365"/>
                  </a:lnTo>
                  <a:lnTo>
                    <a:pt x="6158" y="121452"/>
                  </a:lnTo>
                  <a:lnTo>
                    <a:pt x="4811" y="126584"/>
                  </a:lnTo>
                  <a:lnTo>
                    <a:pt x="3627" y="131757"/>
                  </a:lnTo>
                  <a:lnTo>
                    <a:pt x="2608" y="136964"/>
                  </a:lnTo>
                  <a:lnTo>
                    <a:pt x="1755" y="142201"/>
                  </a:lnTo>
                  <a:lnTo>
                    <a:pt x="1068" y="147463"/>
                  </a:lnTo>
                  <a:lnTo>
                    <a:pt x="549" y="152743"/>
                  </a:lnTo>
                  <a:lnTo>
                    <a:pt x="198" y="158038"/>
                  </a:lnTo>
                  <a:lnTo>
                    <a:pt x="14" y="163341"/>
                  </a:lnTo>
                  <a:lnTo>
                    <a:pt x="0" y="168647"/>
                  </a:lnTo>
                  <a:lnTo>
                    <a:pt x="153" y="173951"/>
                  </a:lnTo>
                  <a:lnTo>
                    <a:pt x="475" y="179248"/>
                  </a:lnTo>
                  <a:lnTo>
                    <a:pt x="965" y="184531"/>
                  </a:lnTo>
                  <a:lnTo>
                    <a:pt x="1622" y="189796"/>
                  </a:lnTo>
                  <a:lnTo>
                    <a:pt x="2446" y="195038"/>
                  </a:lnTo>
                  <a:lnTo>
                    <a:pt x="3436" y="200251"/>
                  </a:lnTo>
                  <a:lnTo>
                    <a:pt x="4591" y="205430"/>
                  </a:lnTo>
                  <a:lnTo>
                    <a:pt x="5910" y="210570"/>
                  </a:lnTo>
                  <a:lnTo>
                    <a:pt x="7391" y="215665"/>
                  </a:lnTo>
                  <a:lnTo>
                    <a:pt x="9033" y="220711"/>
                  </a:lnTo>
                  <a:lnTo>
                    <a:pt x="10834" y="225702"/>
                  </a:lnTo>
                  <a:lnTo>
                    <a:pt x="12793" y="230633"/>
                  </a:lnTo>
                  <a:lnTo>
                    <a:pt x="14908" y="235500"/>
                  </a:lnTo>
                  <a:lnTo>
                    <a:pt x="17176" y="240297"/>
                  </a:lnTo>
                  <a:lnTo>
                    <a:pt x="19595" y="245020"/>
                  </a:lnTo>
                  <a:lnTo>
                    <a:pt x="22162" y="249664"/>
                  </a:lnTo>
                  <a:lnTo>
                    <a:pt x="24876" y="254223"/>
                  </a:lnTo>
                  <a:lnTo>
                    <a:pt x="27733" y="258695"/>
                  </a:lnTo>
                  <a:lnTo>
                    <a:pt x="30731" y="263073"/>
                  </a:lnTo>
                  <a:lnTo>
                    <a:pt x="33866" y="267354"/>
                  </a:lnTo>
                  <a:lnTo>
                    <a:pt x="37135" y="271534"/>
                  </a:lnTo>
                  <a:lnTo>
                    <a:pt x="40535" y="275607"/>
                  </a:lnTo>
                  <a:lnTo>
                    <a:pt x="44063" y="279571"/>
                  </a:lnTo>
                  <a:lnTo>
                    <a:pt x="47715" y="283420"/>
                  </a:lnTo>
                  <a:lnTo>
                    <a:pt x="51487" y="287152"/>
                  </a:lnTo>
                  <a:lnTo>
                    <a:pt x="55376" y="290762"/>
                  </a:lnTo>
                  <a:lnTo>
                    <a:pt x="59377" y="294247"/>
                  </a:lnTo>
                  <a:lnTo>
                    <a:pt x="63487" y="297604"/>
                  </a:lnTo>
                  <a:lnTo>
                    <a:pt x="67702" y="300828"/>
                  </a:lnTo>
                  <a:lnTo>
                    <a:pt x="72016" y="303916"/>
                  </a:lnTo>
                  <a:lnTo>
                    <a:pt x="76427" y="306866"/>
                  </a:lnTo>
                  <a:lnTo>
                    <a:pt x="80928" y="309675"/>
                  </a:lnTo>
                  <a:lnTo>
                    <a:pt x="85517" y="312340"/>
                  </a:lnTo>
                  <a:lnTo>
                    <a:pt x="90188" y="314857"/>
                  </a:lnTo>
                  <a:lnTo>
                    <a:pt x="94937" y="317225"/>
                  </a:lnTo>
                  <a:lnTo>
                    <a:pt x="99758" y="319441"/>
                  </a:lnTo>
                  <a:lnTo>
                    <a:pt x="104647" y="321503"/>
                  </a:lnTo>
                  <a:lnTo>
                    <a:pt x="109600" y="323409"/>
                  </a:lnTo>
                  <a:lnTo>
                    <a:pt x="114610" y="325156"/>
                  </a:lnTo>
                  <a:lnTo>
                    <a:pt x="119673" y="326744"/>
                  </a:lnTo>
                  <a:lnTo>
                    <a:pt x="124784" y="328170"/>
                  </a:lnTo>
                  <a:lnTo>
                    <a:pt x="129937" y="329433"/>
                  </a:lnTo>
                  <a:lnTo>
                    <a:pt x="135129" y="330532"/>
                  </a:lnTo>
                  <a:lnTo>
                    <a:pt x="140352" y="331466"/>
                  </a:lnTo>
                  <a:lnTo>
                    <a:pt x="145602" y="332233"/>
                  </a:lnTo>
                  <a:lnTo>
                    <a:pt x="150874" y="332834"/>
                  </a:lnTo>
                  <a:lnTo>
                    <a:pt x="156163" y="333267"/>
                  </a:lnTo>
                  <a:lnTo>
                    <a:pt x="161463" y="333531"/>
                  </a:lnTo>
                  <a:lnTo>
                    <a:pt x="166768" y="333628"/>
                  </a:lnTo>
                  <a:lnTo>
                    <a:pt x="172074" y="333556"/>
                  </a:lnTo>
                  <a:lnTo>
                    <a:pt x="177374" y="333315"/>
                  </a:lnTo>
                  <a:lnTo>
                    <a:pt x="182665" y="332907"/>
                  </a:lnTo>
                  <a:lnTo>
                    <a:pt x="187940" y="332331"/>
                  </a:lnTo>
                  <a:lnTo>
                    <a:pt x="193194" y="331588"/>
                  </a:lnTo>
                  <a:lnTo>
                    <a:pt x="198421" y="330678"/>
                  </a:lnTo>
                  <a:lnTo>
                    <a:pt x="203617" y="329603"/>
                  </a:lnTo>
                  <a:lnTo>
                    <a:pt x="208777" y="328363"/>
                  </a:lnTo>
                  <a:lnTo>
                    <a:pt x="213894" y="326961"/>
                  </a:lnTo>
                  <a:lnTo>
                    <a:pt x="218965" y="325396"/>
                  </a:lnTo>
                  <a:lnTo>
                    <a:pt x="223983" y="323672"/>
                  </a:lnTo>
                  <a:lnTo>
                    <a:pt x="228944" y="321789"/>
                  </a:lnTo>
                  <a:lnTo>
                    <a:pt x="233842" y="319750"/>
                  </a:lnTo>
                  <a:lnTo>
                    <a:pt x="238674" y="317556"/>
                  </a:lnTo>
                  <a:lnTo>
                    <a:pt x="243433" y="315210"/>
                  </a:lnTo>
                  <a:lnTo>
                    <a:pt x="248116" y="312714"/>
                  </a:lnTo>
                  <a:lnTo>
                    <a:pt x="252717" y="310071"/>
                  </a:lnTo>
                  <a:lnTo>
                    <a:pt x="257231" y="307283"/>
                  </a:lnTo>
                  <a:lnTo>
                    <a:pt x="261655" y="304353"/>
                  </a:lnTo>
                  <a:lnTo>
                    <a:pt x="265984" y="301284"/>
                  </a:lnTo>
                  <a:lnTo>
                    <a:pt x="270213" y="298079"/>
                  </a:lnTo>
                  <a:lnTo>
                    <a:pt x="274339" y="294742"/>
                  </a:lnTo>
                  <a:lnTo>
                    <a:pt x="278356" y="291276"/>
                  </a:lnTo>
                  <a:lnTo>
                    <a:pt x="282261" y="287683"/>
                  </a:lnTo>
                  <a:lnTo>
                    <a:pt x="286051" y="283969"/>
                  </a:lnTo>
                  <a:lnTo>
                    <a:pt x="289720" y="280136"/>
                  </a:lnTo>
                  <a:lnTo>
                    <a:pt x="293266" y="276189"/>
                  </a:lnTo>
                  <a:lnTo>
                    <a:pt x="296685" y="272131"/>
                  </a:lnTo>
                  <a:lnTo>
                    <a:pt x="299974" y="267967"/>
                  </a:lnTo>
                  <a:lnTo>
                    <a:pt x="303129" y="263700"/>
                  </a:lnTo>
                  <a:lnTo>
                    <a:pt x="306146" y="259336"/>
                  </a:lnTo>
                  <a:lnTo>
                    <a:pt x="309024" y="254877"/>
                  </a:lnTo>
                  <a:lnTo>
                    <a:pt x="311759" y="250330"/>
                  </a:lnTo>
                  <a:lnTo>
                    <a:pt x="314348" y="245698"/>
                  </a:lnTo>
                  <a:lnTo>
                    <a:pt x="316788" y="240987"/>
                  </a:lnTo>
                  <a:lnTo>
                    <a:pt x="319078" y="236200"/>
                  </a:lnTo>
                  <a:lnTo>
                    <a:pt x="321215" y="231343"/>
                  </a:lnTo>
                  <a:lnTo>
                    <a:pt x="323197" y="226421"/>
                  </a:lnTo>
                  <a:lnTo>
                    <a:pt x="325021" y="221438"/>
                  </a:lnTo>
                  <a:lnTo>
                    <a:pt x="326686" y="216400"/>
                  </a:lnTo>
                  <a:lnTo>
                    <a:pt x="328191" y="211312"/>
                  </a:lnTo>
                  <a:lnTo>
                    <a:pt x="329533" y="206178"/>
                  </a:lnTo>
                  <a:lnTo>
                    <a:pt x="330712" y="201005"/>
                  </a:lnTo>
                  <a:lnTo>
                    <a:pt x="331726" y="195796"/>
                  </a:lnTo>
                  <a:lnTo>
                    <a:pt x="332574" y="190558"/>
                  </a:lnTo>
                  <a:lnTo>
                    <a:pt x="333256" y="185296"/>
                  </a:lnTo>
                  <a:lnTo>
                    <a:pt x="333770" y="180015"/>
                  </a:lnTo>
                  <a:lnTo>
                    <a:pt x="334116" y="174720"/>
                  </a:lnTo>
                  <a:lnTo>
                    <a:pt x="334294" y="169417"/>
                  </a:lnTo>
                  <a:lnTo>
                    <a:pt x="334304" y="164110"/>
                  </a:lnTo>
                  <a:lnTo>
                    <a:pt x="334145" y="158807"/>
                  </a:lnTo>
                  <a:lnTo>
                    <a:pt x="333818" y="153510"/>
                  </a:lnTo>
                  <a:lnTo>
                    <a:pt x="333323" y="148227"/>
                  </a:lnTo>
                  <a:lnTo>
                    <a:pt x="332660" y="142963"/>
                  </a:lnTo>
                  <a:lnTo>
                    <a:pt x="331831" y="137722"/>
                  </a:lnTo>
                  <a:lnTo>
                    <a:pt x="330836" y="132510"/>
                  </a:lnTo>
                  <a:lnTo>
                    <a:pt x="329676" y="127332"/>
                  </a:lnTo>
                  <a:lnTo>
                    <a:pt x="328352" y="122193"/>
                  </a:lnTo>
                  <a:lnTo>
                    <a:pt x="326866" y="117099"/>
                  </a:lnTo>
                  <a:lnTo>
                    <a:pt x="325219" y="112055"/>
                  </a:lnTo>
                  <a:lnTo>
                    <a:pt x="323413" y="107066"/>
                  </a:lnTo>
                  <a:lnTo>
                    <a:pt x="321449" y="102137"/>
                  </a:lnTo>
                  <a:lnTo>
                    <a:pt x="319330" y="97272"/>
                  </a:lnTo>
                  <a:lnTo>
                    <a:pt x="317057" y="92477"/>
                  </a:lnTo>
                  <a:lnTo>
                    <a:pt x="314634" y="87757"/>
                  </a:lnTo>
                  <a:lnTo>
                    <a:pt x="312061" y="83116"/>
                  </a:lnTo>
                  <a:lnTo>
                    <a:pt x="309343" y="78559"/>
                  </a:lnTo>
                  <a:lnTo>
                    <a:pt x="306482" y="74090"/>
                  </a:lnTo>
                  <a:lnTo>
                    <a:pt x="303480" y="69715"/>
                  </a:lnTo>
                  <a:lnTo>
                    <a:pt x="300341" y="65437"/>
                  </a:lnTo>
                  <a:lnTo>
                    <a:pt x="297067" y="61260"/>
                  </a:lnTo>
                  <a:lnTo>
                    <a:pt x="293663" y="57190"/>
                  </a:lnTo>
                  <a:lnTo>
                    <a:pt x="290131" y="53230"/>
                  </a:lnTo>
                  <a:lnTo>
                    <a:pt x="286476" y="49384"/>
                  </a:lnTo>
                  <a:lnTo>
                    <a:pt x="282700" y="45656"/>
                  </a:lnTo>
                  <a:lnTo>
                    <a:pt x="278807" y="42050"/>
                  </a:lnTo>
                  <a:lnTo>
                    <a:pt x="274803" y="38569"/>
                  </a:lnTo>
                  <a:lnTo>
                    <a:pt x="270689" y="35216"/>
                  </a:lnTo>
                  <a:lnTo>
                    <a:pt x="266472" y="31996"/>
                  </a:lnTo>
                  <a:lnTo>
                    <a:pt x="262154" y="28912"/>
                  </a:lnTo>
                  <a:lnTo>
                    <a:pt x="257741" y="25966"/>
                  </a:lnTo>
                  <a:lnTo>
                    <a:pt x="253236" y="23162"/>
                  </a:lnTo>
                  <a:lnTo>
                    <a:pt x="248645" y="20502"/>
                  </a:lnTo>
                  <a:lnTo>
                    <a:pt x="243971" y="17989"/>
                  </a:lnTo>
                  <a:lnTo>
                    <a:pt x="239220" y="15626"/>
                  </a:lnTo>
                  <a:lnTo>
                    <a:pt x="234397" y="13415"/>
                  </a:lnTo>
                  <a:lnTo>
                    <a:pt x="229506" y="11357"/>
                  </a:lnTo>
                  <a:lnTo>
                    <a:pt x="224552" y="9457"/>
                  </a:lnTo>
                  <a:lnTo>
                    <a:pt x="219540" y="7714"/>
                  </a:lnTo>
                  <a:lnTo>
                    <a:pt x="214475" y="6131"/>
                  </a:lnTo>
                  <a:lnTo>
                    <a:pt x="209363" y="4710"/>
                  </a:lnTo>
                  <a:lnTo>
                    <a:pt x="204208" y="3452"/>
                  </a:lnTo>
                  <a:lnTo>
                    <a:pt x="199016" y="2358"/>
                  </a:lnTo>
                  <a:lnTo>
                    <a:pt x="167153" y="1664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23235" y="1681503"/>
              <a:ext cx="31863" cy="167167"/>
            </a:xfrm>
            <a:custGeom>
              <a:avLst/>
              <a:pathLst>
                <a:path w="31863" h="167167">
                  <a:moveTo>
                    <a:pt x="31863" y="3064"/>
                  </a:moveTo>
                  <a:lnTo>
                    <a:pt x="25546" y="1963"/>
                  </a:lnTo>
                  <a:lnTo>
                    <a:pt x="19193" y="1105"/>
                  </a:lnTo>
                  <a:lnTo>
                    <a:pt x="12811" y="491"/>
                  </a:lnTo>
                  <a:lnTo>
                    <a:pt x="6410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853888" y="1322571"/>
              <a:ext cx="167150" cy="330341"/>
            </a:xfrm>
            <a:custGeom>
              <a:avLst/>
              <a:pathLst>
                <a:path w="167150" h="330341">
                  <a:moveTo>
                    <a:pt x="167150" y="0"/>
                  </a:moveTo>
                  <a:lnTo>
                    <a:pt x="161841" y="84"/>
                  </a:lnTo>
                  <a:lnTo>
                    <a:pt x="156536" y="337"/>
                  </a:lnTo>
                  <a:lnTo>
                    <a:pt x="151243" y="758"/>
                  </a:lnTo>
                  <a:lnTo>
                    <a:pt x="145966" y="1347"/>
                  </a:lnTo>
                  <a:lnTo>
                    <a:pt x="140709" y="2104"/>
                  </a:lnTo>
                  <a:lnTo>
                    <a:pt x="135480" y="3027"/>
                  </a:lnTo>
                  <a:lnTo>
                    <a:pt x="130283" y="4116"/>
                  </a:lnTo>
                  <a:lnTo>
                    <a:pt x="125123" y="5369"/>
                  </a:lnTo>
                  <a:lnTo>
                    <a:pt x="120005" y="6785"/>
                  </a:lnTo>
                  <a:lnTo>
                    <a:pt x="114935" y="8364"/>
                  </a:lnTo>
                  <a:lnTo>
                    <a:pt x="109917" y="10102"/>
                  </a:lnTo>
                  <a:lnTo>
                    <a:pt x="104957" y="11999"/>
                  </a:lnTo>
                  <a:lnTo>
                    <a:pt x="100060" y="14053"/>
                  </a:lnTo>
                  <a:lnTo>
                    <a:pt x="95231" y="16261"/>
                  </a:lnTo>
                  <a:lnTo>
                    <a:pt x="90474" y="18621"/>
                  </a:lnTo>
                  <a:lnTo>
                    <a:pt x="85795" y="21132"/>
                  </a:lnTo>
                  <a:lnTo>
                    <a:pt x="81198" y="23789"/>
                  </a:lnTo>
                  <a:lnTo>
                    <a:pt x="76687" y="26592"/>
                  </a:lnTo>
                  <a:lnTo>
                    <a:pt x="72268" y="29536"/>
                  </a:lnTo>
                  <a:lnTo>
                    <a:pt x="67944" y="32619"/>
                  </a:lnTo>
                  <a:lnTo>
                    <a:pt x="63721" y="35838"/>
                  </a:lnTo>
                  <a:lnTo>
                    <a:pt x="59602" y="39189"/>
                  </a:lnTo>
                  <a:lnTo>
                    <a:pt x="55591" y="42670"/>
                  </a:lnTo>
                  <a:lnTo>
                    <a:pt x="51693" y="46276"/>
                  </a:lnTo>
                  <a:lnTo>
                    <a:pt x="47912" y="50004"/>
                  </a:lnTo>
                  <a:lnTo>
                    <a:pt x="44251" y="53850"/>
                  </a:lnTo>
                  <a:lnTo>
                    <a:pt x="40713" y="57811"/>
                  </a:lnTo>
                  <a:lnTo>
                    <a:pt x="37304" y="61882"/>
                  </a:lnTo>
                  <a:lnTo>
                    <a:pt x="34025" y="66059"/>
                  </a:lnTo>
                  <a:lnTo>
                    <a:pt x="30881" y="70338"/>
                  </a:lnTo>
                  <a:lnTo>
                    <a:pt x="27875" y="74715"/>
                  </a:lnTo>
                  <a:lnTo>
                    <a:pt x="25008" y="79186"/>
                  </a:lnTo>
                  <a:lnTo>
                    <a:pt x="22286" y="83745"/>
                  </a:lnTo>
                  <a:lnTo>
                    <a:pt x="19709" y="88388"/>
                  </a:lnTo>
                  <a:lnTo>
                    <a:pt x="17281" y="93111"/>
                  </a:lnTo>
                  <a:lnTo>
                    <a:pt x="15005" y="97908"/>
                  </a:lnTo>
                  <a:lnTo>
                    <a:pt x="12882" y="102776"/>
                  </a:lnTo>
                  <a:lnTo>
                    <a:pt x="10914" y="107708"/>
                  </a:lnTo>
                  <a:lnTo>
                    <a:pt x="9105" y="112700"/>
                  </a:lnTo>
                  <a:lnTo>
                    <a:pt x="7455" y="117747"/>
                  </a:lnTo>
                  <a:lnTo>
                    <a:pt x="5965" y="122845"/>
                  </a:lnTo>
                  <a:lnTo>
                    <a:pt x="4639" y="127986"/>
                  </a:lnTo>
                  <a:lnTo>
                    <a:pt x="3477" y="133168"/>
                  </a:lnTo>
                  <a:lnTo>
                    <a:pt x="2479" y="138384"/>
                  </a:lnTo>
                  <a:lnTo>
                    <a:pt x="1648" y="143628"/>
                  </a:lnTo>
                  <a:lnTo>
                    <a:pt x="984" y="148897"/>
                  </a:lnTo>
                  <a:lnTo>
                    <a:pt x="488" y="154184"/>
                  </a:lnTo>
                  <a:lnTo>
                    <a:pt x="159" y="159484"/>
                  </a:lnTo>
                  <a:lnTo>
                    <a:pt x="0" y="164792"/>
                  </a:lnTo>
                  <a:lnTo>
                    <a:pt x="8" y="170102"/>
                  </a:lnTo>
                  <a:lnTo>
                    <a:pt x="186" y="175409"/>
                  </a:lnTo>
                  <a:lnTo>
                    <a:pt x="532" y="180708"/>
                  </a:lnTo>
                  <a:lnTo>
                    <a:pt x="1046" y="185993"/>
                  </a:lnTo>
                  <a:lnTo>
                    <a:pt x="1728" y="191259"/>
                  </a:lnTo>
                  <a:lnTo>
                    <a:pt x="2577" y="196501"/>
                  </a:lnTo>
                  <a:lnTo>
                    <a:pt x="3591" y="201714"/>
                  </a:lnTo>
                  <a:lnTo>
                    <a:pt x="4771" y="206891"/>
                  </a:lnTo>
                  <a:lnTo>
                    <a:pt x="6115" y="212029"/>
                  </a:lnTo>
                  <a:lnTo>
                    <a:pt x="7621" y="217121"/>
                  </a:lnTo>
                  <a:lnTo>
                    <a:pt x="9288" y="222162"/>
                  </a:lnTo>
                  <a:lnTo>
                    <a:pt x="11114" y="227149"/>
                  </a:lnTo>
                  <a:lnTo>
                    <a:pt x="13098" y="232074"/>
                  </a:lnTo>
                  <a:lnTo>
                    <a:pt x="15237" y="236935"/>
                  </a:lnTo>
                  <a:lnTo>
                    <a:pt x="17530" y="241724"/>
                  </a:lnTo>
                  <a:lnTo>
                    <a:pt x="19974" y="246439"/>
                  </a:lnTo>
                  <a:lnTo>
                    <a:pt x="22566" y="251073"/>
                  </a:lnTo>
                  <a:lnTo>
                    <a:pt x="25304" y="255623"/>
                  </a:lnTo>
                  <a:lnTo>
                    <a:pt x="28185" y="260084"/>
                  </a:lnTo>
                  <a:lnTo>
                    <a:pt x="31206" y="264451"/>
                  </a:lnTo>
                  <a:lnTo>
                    <a:pt x="34365" y="268720"/>
                  </a:lnTo>
                  <a:lnTo>
                    <a:pt x="37657" y="272886"/>
                  </a:lnTo>
                  <a:lnTo>
                    <a:pt x="41080" y="276946"/>
                  </a:lnTo>
                  <a:lnTo>
                    <a:pt x="44631" y="280894"/>
                  </a:lnTo>
                  <a:lnTo>
                    <a:pt x="48305" y="284728"/>
                  </a:lnTo>
                  <a:lnTo>
                    <a:pt x="52098" y="288444"/>
                  </a:lnTo>
                  <a:lnTo>
                    <a:pt x="56008" y="292037"/>
                  </a:lnTo>
                  <a:lnTo>
                    <a:pt x="60031" y="295504"/>
                  </a:lnTo>
                  <a:lnTo>
                    <a:pt x="64161" y="298841"/>
                  </a:lnTo>
                  <a:lnTo>
                    <a:pt x="68395" y="302046"/>
                  </a:lnTo>
                  <a:lnTo>
                    <a:pt x="72729" y="305115"/>
                  </a:lnTo>
                  <a:lnTo>
                    <a:pt x="77158" y="308044"/>
                  </a:lnTo>
                  <a:lnTo>
                    <a:pt x="81678" y="310831"/>
                  </a:lnTo>
                  <a:lnTo>
                    <a:pt x="86284" y="313474"/>
                  </a:lnTo>
                  <a:lnTo>
                    <a:pt x="90972" y="315968"/>
                  </a:lnTo>
                  <a:lnTo>
                    <a:pt x="95736" y="318313"/>
                  </a:lnTo>
                  <a:lnTo>
                    <a:pt x="100573" y="320505"/>
                  </a:lnTo>
                  <a:lnTo>
                    <a:pt x="105477" y="322542"/>
                  </a:lnTo>
                  <a:lnTo>
                    <a:pt x="110443" y="324422"/>
                  </a:lnTo>
                  <a:lnTo>
                    <a:pt x="115466" y="326144"/>
                  </a:lnTo>
                  <a:lnTo>
                    <a:pt x="120542" y="327705"/>
                  </a:lnTo>
                  <a:lnTo>
                    <a:pt x="125664" y="329105"/>
                  </a:lnTo>
                  <a:lnTo>
                    <a:pt x="130829" y="33034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84717" y="1489739"/>
              <a:ext cx="36321" cy="163173"/>
            </a:xfrm>
            <a:custGeom>
              <a:avLst/>
              <a:pathLst>
                <a:path w="36321" h="163173">
                  <a:moveTo>
                    <a:pt x="0" y="163173"/>
                  </a:moveTo>
                  <a:lnTo>
                    <a:pt x="363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84717" y="1325434"/>
              <a:ext cx="203477" cy="331471"/>
            </a:xfrm>
            <a:custGeom>
              <a:avLst/>
              <a:pathLst>
                <a:path w="203477" h="331471">
                  <a:moveTo>
                    <a:pt x="0" y="327478"/>
                  </a:moveTo>
                  <a:lnTo>
                    <a:pt x="5198" y="328549"/>
                  </a:lnTo>
                  <a:lnTo>
                    <a:pt x="10428" y="329454"/>
                  </a:lnTo>
                  <a:lnTo>
                    <a:pt x="15684" y="330193"/>
                  </a:lnTo>
                  <a:lnTo>
                    <a:pt x="20961" y="330765"/>
                  </a:lnTo>
                  <a:lnTo>
                    <a:pt x="26254" y="331168"/>
                  </a:lnTo>
                  <a:lnTo>
                    <a:pt x="31556" y="331404"/>
                  </a:lnTo>
                  <a:lnTo>
                    <a:pt x="36864" y="331471"/>
                  </a:lnTo>
                  <a:lnTo>
                    <a:pt x="42171" y="331369"/>
                  </a:lnTo>
                  <a:lnTo>
                    <a:pt x="47472" y="331100"/>
                  </a:lnTo>
                  <a:lnTo>
                    <a:pt x="52761" y="330661"/>
                  </a:lnTo>
                  <a:lnTo>
                    <a:pt x="58034" y="330056"/>
                  </a:lnTo>
                  <a:lnTo>
                    <a:pt x="63286" y="329283"/>
                  </a:lnTo>
                  <a:lnTo>
                    <a:pt x="68510" y="328343"/>
                  </a:lnTo>
                  <a:lnTo>
                    <a:pt x="73701" y="327239"/>
                  </a:lnTo>
                  <a:lnTo>
                    <a:pt x="78855" y="325970"/>
                  </a:lnTo>
                  <a:lnTo>
                    <a:pt x="83966" y="324538"/>
                  </a:lnTo>
                  <a:lnTo>
                    <a:pt x="89029" y="322945"/>
                  </a:lnTo>
                  <a:lnTo>
                    <a:pt x="94039" y="321191"/>
                  </a:lnTo>
                  <a:lnTo>
                    <a:pt x="98991" y="319280"/>
                  </a:lnTo>
                  <a:lnTo>
                    <a:pt x="103879" y="317212"/>
                  </a:lnTo>
                  <a:lnTo>
                    <a:pt x="108700" y="314990"/>
                  </a:lnTo>
                  <a:lnTo>
                    <a:pt x="113447" y="312616"/>
                  </a:lnTo>
                  <a:lnTo>
                    <a:pt x="118117" y="310093"/>
                  </a:lnTo>
                  <a:lnTo>
                    <a:pt x="122704" y="307423"/>
                  </a:lnTo>
                  <a:lnTo>
                    <a:pt x="127204" y="304608"/>
                  </a:lnTo>
                  <a:lnTo>
                    <a:pt x="131613" y="301652"/>
                  </a:lnTo>
                  <a:lnTo>
                    <a:pt x="135925" y="298558"/>
                  </a:lnTo>
                  <a:lnTo>
                    <a:pt x="140137" y="295328"/>
                  </a:lnTo>
                  <a:lnTo>
                    <a:pt x="144245" y="291966"/>
                  </a:lnTo>
                  <a:lnTo>
                    <a:pt x="148243" y="288475"/>
                  </a:lnTo>
                  <a:lnTo>
                    <a:pt x="152129" y="284859"/>
                  </a:lnTo>
                  <a:lnTo>
                    <a:pt x="155898" y="281122"/>
                  </a:lnTo>
                  <a:lnTo>
                    <a:pt x="159546" y="277267"/>
                  </a:lnTo>
                  <a:lnTo>
                    <a:pt x="163070" y="273298"/>
                  </a:lnTo>
                  <a:lnTo>
                    <a:pt x="166467" y="269219"/>
                  </a:lnTo>
                  <a:lnTo>
                    <a:pt x="169732" y="265034"/>
                  </a:lnTo>
                  <a:lnTo>
                    <a:pt x="172862" y="260748"/>
                  </a:lnTo>
                  <a:lnTo>
                    <a:pt x="175856" y="256364"/>
                  </a:lnTo>
                  <a:lnTo>
                    <a:pt x="178708" y="251888"/>
                  </a:lnTo>
                  <a:lnTo>
                    <a:pt x="181417" y="247324"/>
                  </a:lnTo>
                  <a:lnTo>
                    <a:pt x="183979" y="242675"/>
                  </a:lnTo>
                  <a:lnTo>
                    <a:pt x="186393" y="237948"/>
                  </a:lnTo>
                  <a:lnTo>
                    <a:pt x="188655" y="233146"/>
                  </a:lnTo>
                  <a:lnTo>
                    <a:pt x="190764" y="228275"/>
                  </a:lnTo>
                  <a:lnTo>
                    <a:pt x="192717" y="223340"/>
                  </a:lnTo>
                  <a:lnTo>
                    <a:pt x="194512" y="218345"/>
                  </a:lnTo>
                  <a:lnTo>
                    <a:pt x="196148" y="213296"/>
                  </a:lnTo>
                  <a:lnTo>
                    <a:pt x="197623" y="208197"/>
                  </a:lnTo>
                  <a:lnTo>
                    <a:pt x="198935" y="203054"/>
                  </a:lnTo>
                  <a:lnTo>
                    <a:pt x="200084" y="197872"/>
                  </a:lnTo>
                  <a:lnTo>
                    <a:pt x="201067" y="192656"/>
                  </a:lnTo>
                  <a:lnTo>
                    <a:pt x="201884" y="187411"/>
                  </a:lnTo>
                  <a:lnTo>
                    <a:pt x="202534" y="182143"/>
                  </a:lnTo>
                  <a:lnTo>
                    <a:pt x="203016" y="176857"/>
                  </a:lnTo>
                  <a:lnTo>
                    <a:pt x="203331" y="171559"/>
                  </a:lnTo>
                  <a:lnTo>
                    <a:pt x="203477" y="166253"/>
                  </a:lnTo>
                  <a:lnTo>
                    <a:pt x="203455" y="160945"/>
                  </a:lnTo>
                  <a:lnTo>
                    <a:pt x="203264" y="155641"/>
                  </a:lnTo>
                  <a:lnTo>
                    <a:pt x="202905" y="150345"/>
                  </a:lnTo>
                  <a:lnTo>
                    <a:pt x="202377" y="145064"/>
                  </a:lnTo>
                  <a:lnTo>
                    <a:pt x="201683" y="139801"/>
                  </a:lnTo>
                  <a:lnTo>
                    <a:pt x="200822" y="134564"/>
                  </a:lnTo>
                  <a:lnTo>
                    <a:pt x="199794" y="129356"/>
                  </a:lnTo>
                  <a:lnTo>
                    <a:pt x="198603" y="124184"/>
                  </a:lnTo>
                  <a:lnTo>
                    <a:pt x="197247" y="119052"/>
                  </a:lnTo>
                  <a:lnTo>
                    <a:pt x="195729" y="113966"/>
                  </a:lnTo>
                  <a:lnTo>
                    <a:pt x="194051" y="108931"/>
                  </a:lnTo>
                  <a:lnTo>
                    <a:pt x="192213" y="103951"/>
                  </a:lnTo>
                  <a:lnTo>
                    <a:pt x="190219" y="99032"/>
                  </a:lnTo>
                  <a:lnTo>
                    <a:pt x="188069" y="94179"/>
                  </a:lnTo>
                  <a:lnTo>
                    <a:pt x="185766" y="89397"/>
                  </a:lnTo>
                  <a:lnTo>
                    <a:pt x="183313" y="84690"/>
                  </a:lnTo>
                  <a:lnTo>
                    <a:pt x="180711" y="80064"/>
                  </a:lnTo>
                  <a:lnTo>
                    <a:pt x="177964" y="75522"/>
                  </a:lnTo>
                  <a:lnTo>
                    <a:pt x="175074" y="71070"/>
                  </a:lnTo>
                  <a:lnTo>
                    <a:pt x="172044" y="66712"/>
                  </a:lnTo>
                  <a:lnTo>
                    <a:pt x="168877" y="62452"/>
                  </a:lnTo>
                  <a:lnTo>
                    <a:pt x="165577" y="58295"/>
                  </a:lnTo>
                  <a:lnTo>
                    <a:pt x="162146" y="54245"/>
                  </a:lnTo>
                  <a:lnTo>
                    <a:pt x="158589" y="50306"/>
                  </a:lnTo>
                  <a:lnTo>
                    <a:pt x="154908" y="46482"/>
                  </a:lnTo>
                  <a:lnTo>
                    <a:pt x="151107" y="42777"/>
                  </a:lnTo>
                  <a:lnTo>
                    <a:pt x="147191" y="39194"/>
                  </a:lnTo>
                  <a:lnTo>
                    <a:pt x="143163" y="35737"/>
                  </a:lnTo>
                  <a:lnTo>
                    <a:pt x="139028" y="32410"/>
                  </a:lnTo>
                  <a:lnTo>
                    <a:pt x="134789" y="29215"/>
                  </a:lnTo>
                  <a:lnTo>
                    <a:pt x="130450" y="26157"/>
                  </a:lnTo>
                  <a:lnTo>
                    <a:pt x="126017" y="23239"/>
                  </a:lnTo>
                  <a:lnTo>
                    <a:pt x="121493" y="20462"/>
                  </a:lnTo>
                  <a:lnTo>
                    <a:pt x="116884" y="17831"/>
                  </a:lnTo>
                  <a:lnTo>
                    <a:pt x="112193" y="15347"/>
                  </a:lnTo>
                  <a:lnTo>
                    <a:pt x="107426" y="13013"/>
                  </a:lnTo>
                  <a:lnTo>
                    <a:pt x="102587" y="10832"/>
                  </a:lnTo>
                  <a:lnTo>
                    <a:pt x="97681" y="8806"/>
                  </a:lnTo>
                  <a:lnTo>
                    <a:pt x="92713" y="6936"/>
                  </a:lnTo>
                  <a:lnTo>
                    <a:pt x="87689" y="5225"/>
                  </a:lnTo>
                  <a:lnTo>
                    <a:pt x="82613" y="3674"/>
                  </a:lnTo>
                  <a:lnTo>
                    <a:pt x="77490" y="2286"/>
                  </a:lnTo>
                  <a:lnTo>
                    <a:pt x="72325" y="1060"/>
                  </a:lnTo>
                  <a:lnTo>
                    <a:pt x="67124" y="0"/>
                  </a:lnTo>
                  <a:lnTo>
                    <a:pt x="36321" y="164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30803" cy="167167"/>
            </a:xfrm>
            <a:custGeom>
              <a:avLst/>
              <a:pathLst>
                <a:path w="30803" h="167167">
                  <a:moveTo>
                    <a:pt x="30803" y="2862"/>
                  </a:moveTo>
                  <a:lnTo>
                    <a:pt x="23160" y="1612"/>
                  </a:lnTo>
                  <a:lnTo>
                    <a:pt x="15468" y="717"/>
                  </a:lnTo>
                  <a:lnTo>
                    <a:pt x="7742" y="17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378098" y="1071028"/>
              <a:ext cx="167159" cy="305819"/>
            </a:xfrm>
            <a:custGeom>
              <a:avLst/>
              <a:pathLst>
                <a:path w="167159" h="305819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2" y="1355"/>
                  </a:lnTo>
                  <a:lnTo>
                    <a:pt x="140641" y="2116"/>
                  </a:lnTo>
                  <a:lnTo>
                    <a:pt x="135397" y="3045"/>
                  </a:lnTo>
                  <a:lnTo>
                    <a:pt x="130185" y="4140"/>
                  </a:lnTo>
                  <a:lnTo>
                    <a:pt x="125010" y="5400"/>
                  </a:lnTo>
                  <a:lnTo>
                    <a:pt x="119879" y="6825"/>
                  </a:lnTo>
                  <a:lnTo>
                    <a:pt x="114795" y="8413"/>
                  </a:lnTo>
                  <a:lnTo>
                    <a:pt x="109764" y="10161"/>
                  </a:lnTo>
                  <a:lnTo>
                    <a:pt x="104792" y="12069"/>
                  </a:lnTo>
                  <a:lnTo>
                    <a:pt x="99883" y="14135"/>
                  </a:lnTo>
                  <a:lnTo>
                    <a:pt x="95042" y="16356"/>
                  </a:lnTo>
                  <a:lnTo>
                    <a:pt x="90274" y="18729"/>
                  </a:lnTo>
                  <a:lnTo>
                    <a:pt x="85585" y="21254"/>
                  </a:lnTo>
                  <a:lnTo>
                    <a:pt x="80978" y="23927"/>
                  </a:lnTo>
                  <a:lnTo>
                    <a:pt x="76459" y="26745"/>
                  </a:lnTo>
                  <a:lnTo>
                    <a:pt x="72032" y="29705"/>
                  </a:lnTo>
                  <a:lnTo>
                    <a:pt x="67701" y="32805"/>
                  </a:lnTo>
                  <a:lnTo>
                    <a:pt x="63471" y="36042"/>
                  </a:lnTo>
                  <a:lnTo>
                    <a:pt x="59347" y="39411"/>
                  </a:lnTo>
                  <a:lnTo>
                    <a:pt x="55332" y="42911"/>
                  </a:lnTo>
                  <a:lnTo>
                    <a:pt x="51430" y="46536"/>
                  </a:lnTo>
                  <a:lnTo>
                    <a:pt x="47646" y="50284"/>
                  </a:lnTo>
                  <a:lnTo>
                    <a:pt x="43984" y="54150"/>
                  </a:lnTo>
                  <a:lnTo>
                    <a:pt x="40446" y="58131"/>
                  </a:lnTo>
                  <a:lnTo>
                    <a:pt x="37037" y="62223"/>
                  </a:lnTo>
                  <a:lnTo>
                    <a:pt x="33760" y="66422"/>
                  </a:lnTo>
                  <a:lnTo>
                    <a:pt x="30618" y="70722"/>
                  </a:lnTo>
                  <a:lnTo>
                    <a:pt x="27615" y="75121"/>
                  </a:lnTo>
                  <a:lnTo>
                    <a:pt x="24754" y="79613"/>
                  </a:lnTo>
                  <a:lnTo>
                    <a:pt x="22037" y="84194"/>
                  </a:lnTo>
                  <a:lnTo>
                    <a:pt x="19468" y="88859"/>
                  </a:lnTo>
                  <a:lnTo>
                    <a:pt x="17048" y="93603"/>
                  </a:lnTo>
                  <a:lnTo>
                    <a:pt x="14781" y="98422"/>
                  </a:lnTo>
                  <a:lnTo>
                    <a:pt x="12668" y="103311"/>
                  </a:lnTo>
                  <a:lnTo>
                    <a:pt x="10713" y="108265"/>
                  </a:lnTo>
                  <a:lnTo>
                    <a:pt x="8916" y="113279"/>
                  </a:lnTo>
                  <a:lnTo>
                    <a:pt x="7279" y="118347"/>
                  </a:lnTo>
                  <a:lnTo>
                    <a:pt x="5805" y="123465"/>
                  </a:lnTo>
                  <a:lnTo>
                    <a:pt x="4495" y="128627"/>
                  </a:lnTo>
                  <a:lnTo>
                    <a:pt x="3350" y="133828"/>
                  </a:lnTo>
                  <a:lnTo>
                    <a:pt x="2371" y="139063"/>
                  </a:lnTo>
                  <a:lnTo>
                    <a:pt x="1559" y="144327"/>
                  </a:lnTo>
                  <a:lnTo>
                    <a:pt x="916" y="149614"/>
                  </a:lnTo>
                  <a:lnTo>
                    <a:pt x="441" y="154919"/>
                  </a:lnTo>
                  <a:lnTo>
                    <a:pt x="136" y="160236"/>
                  </a:lnTo>
                  <a:lnTo>
                    <a:pt x="0" y="165560"/>
                  </a:lnTo>
                  <a:lnTo>
                    <a:pt x="33" y="170886"/>
                  </a:lnTo>
                  <a:lnTo>
                    <a:pt x="236" y="176208"/>
                  </a:lnTo>
                  <a:lnTo>
                    <a:pt x="609" y="181520"/>
                  </a:lnTo>
                  <a:lnTo>
                    <a:pt x="1151" y="186819"/>
                  </a:lnTo>
                  <a:lnTo>
                    <a:pt x="1861" y="192097"/>
                  </a:lnTo>
                  <a:lnTo>
                    <a:pt x="2739" y="197350"/>
                  </a:lnTo>
                  <a:lnTo>
                    <a:pt x="3784" y="202572"/>
                  </a:lnTo>
                  <a:lnTo>
                    <a:pt x="4995" y="207759"/>
                  </a:lnTo>
                  <a:lnTo>
                    <a:pt x="6370" y="212904"/>
                  </a:lnTo>
                  <a:lnTo>
                    <a:pt x="7909" y="218003"/>
                  </a:lnTo>
                  <a:lnTo>
                    <a:pt x="9609" y="223050"/>
                  </a:lnTo>
                  <a:lnTo>
                    <a:pt x="11469" y="228040"/>
                  </a:lnTo>
                  <a:lnTo>
                    <a:pt x="13487" y="232969"/>
                  </a:lnTo>
                  <a:lnTo>
                    <a:pt x="15662" y="237831"/>
                  </a:lnTo>
                  <a:lnTo>
                    <a:pt x="17989" y="242621"/>
                  </a:lnTo>
                  <a:lnTo>
                    <a:pt x="20469" y="247335"/>
                  </a:lnTo>
                  <a:lnTo>
                    <a:pt x="23097" y="251967"/>
                  </a:lnTo>
                  <a:lnTo>
                    <a:pt x="25872" y="256513"/>
                  </a:lnTo>
                  <a:lnTo>
                    <a:pt x="28789" y="260969"/>
                  </a:lnTo>
                  <a:lnTo>
                    <a:pt x="31848" y="265329"/>
                  </a:lnTo>
                  <a:lnTo>
                    <a:pt x="35043" y="269589"/>
                  </a:lnTo>
                  <a:lnTo>
                    <a:pt x="38373" y="273746"/>
                  </a:lnTo>
                  <a:lnTo>
                    <a:pt x="41834" y="277794"/>
                  </a:lnTo>
                  <a:lnTo>
                    <a:pt x="45421" y="281731"/>
                  </a:lnTo>
                  <a:lnTo>
                    <a:pt x="49133" y="285551"/>
                  </a:lnTo>
                  <a:lnTo>
                    <a:pt x="52964" y="289250"/>
                  </a:lnTo>
                  <a:lnTo>
                    <a:pt x="56911" y="292826"/>
                  </a:lnTo>
                  <a:lnTo>
                    <a:pt x="60970" y="296274"/>
                  </a:lnTo>
                  <a:lnTo>
                    <a:pt x="65136" y="299591"/>
                  </a:lnTo>
                  <a:lnTo>
                    <a:pt x="69406" y="302774"/>
                  </a:lnTo>
                  <a:lnTo>
                    <a:pt x="73776" y="30581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451875" y="1238196"/>
              <a:ext cx="93383" cy="138652"/>
            </a:xfrm>
            <a:custGeom>
              <a:avLst/>
              <a:pathLst>
                <a:path w="93383" h="138652">
                  <a:moveTo>
                    <a:pt x="0" y="138652"/>
                  </a:moveTo>
                  <a:lnTo>
                    <a:pt x="9338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451875" y="1118999"/>
              <a:ext cx="260550" cy="286353"/>
            </a:xfrm>
            <a:custGeom>
              <a:avLst/>
              <a:pathLst>
                <a:path w="260550" h="286353">
                  <a:moveTo>
                    <a:pt x="0" y="257849"/>
                  </a:moveTo>
                  <a:lnTo>
                    <a:pt x="4455" y="260748"/>
                  </a:lnTo>
                  <a:lnTo>
                    <a:pt x="9000" y="263503"/>
                  </a:lnTo>
                  <a:lnTo>
                    <a:pt x="13631" y="266113"/>
                  </a:lnTo>
                  <a:lnTo>
                    <a:pt x="18343" y="268575"/>
                  </a:lnTo>
                  <a:lnTo>
                    <a:pt x="23130" y="270885"/>
                  </a:lnTo>
                  <a:lnTo>
                    <a:pt x="27988" y="273042"/>
                  </a:lnTo>
                  <a:lnTo>
                    <a:pt x="32913" y="275043"/>
                  </a:lnTo>
                  <a:lnTo>
                    <a:pt x="37898" y="276887"/>
                  </a:lnTo>
                  <a:lnTo>
                    <a:pt x="42940" y="278572"/>
                  </a:lnTo>
                  <a:lnTo>
                    <a:pt x="48033" y="280095"/>
                  </a:lnTo>
                  <a:lnTo>
                    <a:pt x="53171" y="281455"/>
                  </a:lnTo>
                  <a:lnTo>
                    <a:pt x="58350" y="282652"/>
                  </a:lnTo>
                  <a:lnTo>
                    <a:pt x="63565" y="283683"/>
                  </a:lnTo>
                  <a:lnTo>
                    <a:pt x="68810" y="284548"/>
                  </a:lnTo>
                  <a:lnTo>
                    <a:pt x="74079" y="285245"/>
                  </a:lnTo>
                  <a:lnTo>
                    <a:pt x="79368" y="285775"/>
                  </a:lnTo>
                  <a:lnTo>
                    <a:pt x="84672" y="286137"/>
                  </a:lnTo>
                  <a:lnTo>
                    <a:pt x="89984" y="286329"/>
                  </a:lnTo>
                  <a:lnTo>
                    <a:pt x="95299" y="286353"/>
                  </a:lnTo>
                  <a:lnTo>
                    <a:pt x="100613" y="286207"/>
                  </a:lnTo>
                  <a:lnTo>
                    <a:pt x="105919" y="285893"/>
                  </a:lnTo>
                  <a:lnTo>
                    <a:pt x="111213" y="285410"/>
                  </a:lnTo>
                  <a:lnTo>
                    <a:pt x="116488" y="284759"/>
                  </a:lnTo>
                  <a:lnTo>
                    <a:pt x="121741" y="283941"/>
                  </a:lnTo>
                  <a:lnTo>
                    <a:pt x="126964" y="282956"/>
                  </a:lnTo>
                  <a:lnTo>
                    <a:pt x="132154" y="281806"/>
                  </a:lnTo>
                  <a:lnTo>
                    <a:pt x="137304" y="280491"/>
                  </a:lnTo>
                  <a:lnTo>
                    <a:pt x="142410" y="279013"/>
                  </a:lnTo>
                  <a:lnTo>
                    <a:pt x="147467" y="277373"/>
                  </a:lnTo>
                  <a:lnTo>
                    <a:pt x="152468" y="275574"/>
                  </a:lnTo>
                  <a:lnTo>
                    <a:pt x="157410" y="273616"/>
                  </a:lnTo>
                  <a:lnTo>
                    <a:pt x="162288" y="271502"/>
                  </a:lnTo>
                  <a:lnTo>
                    <a:pt x="167095" y="269234"/>
                  </a:lnTo>
                  <a:lnTo>
                    <a:pt x="171828" y="266815"/>
                  </a:lnTo>
                  <a:lnTo>
                    <a:pt x="176482" y="264246"/>
                  </a:lnTo>
                  <a:lnTo>
                    <a:pt x="181052" y="261531"/>
                  </a:lnTo>
                  <a:lnTo>
                    <a:pt x="185533" y="258672"/>
                  </a:lnTo>
                  <a:lnTo>
                    <a:pt x="189921" y="255671"/>
                  </a:lnTo>
                  <a:lnTo>
                    <a:pt x="194211" y="252533"/>
                  </a:lnTo>
                  <a:lnTo>
                    <a:pt x="198399" y="249260"/>
                  </a:lnTo>
                  <a:lnTo>
                    <a:pt x="202481" y="245855"/>
                  </a:lnTo>
                  <a:lnTo>
                    <a:pt x="206453" y="242322"/>
                  </a:lnTo>
                  <a:lnTo>
                    <a:pt x="210311" y="238665"/>
                  </a:lnTo>
                  <a:lnTo>
                    <a:pt x="214050" y="234887"/>
                  </a:lnTo>
                  <a:lnTo>
                    <a:pt x="217667" y="230992"/>
                  </a:lnTo>
                  <a:lnTo>
                    <a:pt x="221159" y="226984"/>
                  </a:lnTo>
                  <a:lnTo>
                    <a:pt x="224521" y="222867"/>
                  </a:lnTo>
                  <a:lnTo>
                    <a:pt x="227751" y="218645"/>
                  </a:lnTo>
                  <a:lnTo>
                    <a:pt x="230845" y="214323"/>
                  </a:lnTo>
                  <a:lnTo>
                    <a:pt x="233800" y="209904"/>
                  </a:lnTo>
                  <a:lnTo>
                    <a:pt x="236613" y="205394"/>
                  </a:lnTo>
                  <a:lnTo>
                    <a:pt x="239281" y="200797"/>
                  </a:lnTo>
                  <a:lnTo>
                    <a:pt x="241802" y="196117"/>
                  </a:lnTo>
                  <a:lnTo>
                    <a:pt x="244172" y="191359"/>
                  </a:lnTo>
                  <a:lnTo>
                    <a:pt x="246391" y="186528"/>
                  </a:lnTo>
                  <a:lnTo>
                    <a:pt x="248454" y="181629"/>
                  </a:lnTo>
                  <a:lnTo>
                    <a:pt x="250361" y="176668"/>
                  </a:lnTo>
                  <a:lnTo>
                    <a:pt x="252108" y="171648"/>
                  </a:lnTo>
                  <a:lnTo>
                    <a:pt x="253696" y="166575"/>
                  </a:lnTo>
                  <a:lnTo>
                    <a:pt x="255121" y="161454"/>
                  </a:lnTo>
                  <a:lnTo>
                    <a:pt x="256383" y="156290"/>
                  </a:lnTo>
                  <a:lnTo>
                    <a:pt x="257480" y="151089"/>
                  </a:lnTo>
                  <a:lnTo>
                    <a:pt x="258411" y="145855"/>
                  </a:lnTo>
                  <a:lnTo>
                    <a:pt x="259175" y="140595"/>
                  </a:lnTo>
                  <a:lnTo>
                    <a:pt x="259772" y="135313"/>
                  </a:lnTo>
                  <a:lnTo>
                    <a:pt x="260200" y="130015"/>
                  </a:lnTo>
                  <a:lnTo>
                    <a:pt x="260459" y="124705"/>
                  </a:lnTo>
                  <a:lnTo>
                    <a:pt x="260550" y="119391"/>
                  </a:lnTo>
                  <a:lnTo>
                    <a:pt x="260472" y="114076"/>
                  </a:lnTo>
                  <a:lnTo>
                    <a:pt x="260225" y="108766"/>
                  </a:lnTo>
                  <a:lnTo>
                    <a:pt x="259809" y="103466"/>
                  </a:lnTo>
                  <a:lnTo>
                    <a:pt x="259224" y="98183"/>
                  </a:lnTo>
                  <a:lnTo>
                    <a:pt x="258472" y="92921"/>
                  </a:lnTo>
                  <a:lnTo>
                    <a:pt x="257554" y="87685"/>
                  </a:lnTo>
                  <a:lnTo>
                    <a:pt x="256469" y="82482"/>
                  </a:lnTo>
                  <a:lnTo>
                    <a:pt x="255219" y="77315"/>
                  </a:lnTo>
                  <a:lnTo>
                    <a:pt x="253806" y="72191"/>
                  </a:lnTo>
                  <a:lnTo>
                    <a:pt x="252230" y="67114"/>
                  </a:lnTo>
                  <a:lnTo>
                    <a:pt x="250494" y="62090"/>
                  </a:lnTo>
                  <a:lnTo>
                    <a:pt x="248599" y="57124"/>
                  </a:lnTo>
                  <a:lnTo>
                    <a:pt x="246547" y="52220"/>
                  </a:lnTo>
                  <a:lnTo>
                    <a:pt x="244340" y="47384"/>
                  </a:lnTo>
                  <a:lnTo>
                    <a:pt x="241980" y="42621"/>
                  </a:lnTo>
                  <a:lnTo>
                    <a:pt x="239470" y="37935"/>
                  </a:lnTo>
                  <a:lnTo>
                    <a:pt x="236813" y="33332"/>
                  </a:lnTo>
                  <a:lnTo>
                    <a:pt x="234011" y="28815"/>
                  </a:lnTo>
                  <a:lnTo>
                    <a:pt x="231066" y="24389"/>
                  </a:lnTo>
                  <a:lnTo>
                    <a:pt x="227982" y="20060"/>
                  </a:lnTo>
                  <a:lnTo>
                    <a:pt x="224762" y="15831"/>
                  </a:lnTo>
                  <a:lnTo>
                    <a:pt x="221409" y="11706"/>
                  </a:lnTo>
                  <a:lnTo>
                    <a:pt x="217927" y="7690"/>
                  </a:lnTo>
                  <a:lnTo>
                    <a:pt x="214319" y="3786"/>
                  </a:lnTo>
                  <a:lnTo>
                    <a:pt x="210588" y="0"/>
                  </a:lnTo>
                  <a:lnTo>
                    <a:pt x="93383" y="1191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117205" cy="167167"/>
            </a:xfrm>
            <a:custGeom>
              <a:avLst/>
              <a:pathLst>
                <a:path w="117205" h="167167">
                  <a:moveTo>
                    <a:pt x="117205" y="47970"/>
                  </a:moveTo>
                  <a:lnTo>
                    <a:pt x="113112" y="44080"/>
                  </a:lnTo>
                  <a:lnTo>
                    <a:pt x="108890" y="40329"/>
                  </a:lnTo>
                  <a:lnTo>
                    <a:pt x="104544" y="36724"/>
                  </a:lnTo>
                  <a:lnTo>
                    <a:pt x="100079" y="33267"/>
                  </a:lnTo>
                  <a:lnTo>
                    <a:pt x="95499" y="29964"/>
                  </a:lnTo>
                  <a:lnTo>
                    <a:pt x="90811" y="26816"/>
                  </a:lnTo>
                  <a:lnTo>
                    <a:pt x="86019" y="23829"/>
                  </a:lnTo>
                  <a:lnTo>
                    <a:pt x="81128" y="21006"/>
                  </a:lnTo>
                  <a:lnTo>
                    <a:pt x="76145" y="18349"/>
                  </a:lnTo>
                  <a:lnTo>
                    <a:pt x="71076" y="15862"/>
                  </a:lnTo>
                  <a:lnTo>
                    <a:pt x="65925" y="13548"/>
                  </a:lnTo>
                  <a:lnTo>
                    <a:pt x="60699" y="11409"/>
                  </a:lnTo>
                  <a:lnTo>
                    <a:pt x="55403" y="9448"/>
                  </a:lnTo>
                  <a:lnTo>
                    <a:pt x="50045" y="7666"/>
                  </a:lnTo>
                  <a:lnTo>
                    <a:pt x="44629" y="6067"/>
                  </a:lnTo>
                  <a:lnTo>
                    <a:pt x="39162" y="4652"/>
                  </a:lnTo>
                  <a:lnTo>
                    <a:pt x="33651" y="3422"/>
                  </a:lnTo>
                  <a:lnTo>
                    <a:pt x="28101" y="2378"/>
                  </a:lnTo>
                  <a:lnTo>
                    <a:pt x="22519" y="1523"/>
                  </a:lnTo>
                  <a:lnTo>
                    <a:pt x="16912" y="857"/>
                  </a:lnTo>
                  <a:lnTo>
                    <a:pt x="11285" y="381"/>
                  </a:lnTo>
                  <a:lnTo>
                    <a:pt x="564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030" y="941493"/>
              <a:ext cx="85513" cy="167167"/>
            </a:xfrm>
            <a:custGeom>
              <a:avLst/>
              <a:pathLst>
                <a:path w="85513" h="167167">
                  <a:moveTo>
                    <a:pt x="85513" y="0"/>
                  </a:moveTo>
                  <a:lnTo>
                    <a:pt x="79904" y="94"/>
                  </a:lnTo>
                  <a:lnTo>
                    <a:pt x="74301" y="376"/>
                  </a:lnTo>
                  <a:lnTo>
                    <a:pt x="68710" y="846"/>
                  </a:lnTo>
                  <a:lnTo>
                    <a:pt x="63139" y="1504"/>
                  </a:lnTo>
                  <a:lnTo>
                    <a:pt x="57593" y="2348"/>
                  </a:lnTo>
                  <a:lnTo>
                    <a:pt x="52078" y="3377"/>
                  </a:lnTo>
                  <a:lnTo>
                    <a:pt x="46601" y="4591"/>
                  </a:lnTo>
                  <a:lnTo>
                    <a:pt x="41168" y="5989"/>
                  </a:lnTo>
                  <a:lnTo>
                    <a:pt x="35784" y="7567"/>
                  </a:lnTo>
                  <a:lnTo>
                    <a:pt x="30457" y="9326"/>
                  </a:lnTo>
                  <a:lnTo>
                    <a:pt x="25191" y="11262"/>
                  </a:lnTo>
                  <a:lnTo>
                    <a:pt x="19994" y="13374"/>
                  </a:lnTo>
                  <a:lnTo>
                    <a:pt x="14870" y="15659"/>
                  </a:lnTo>
                  <a:lnTo>
                    <a:pt x="9826" y="18115"/>
                  </a:lnTo>
                  <a:lnTo>
                    <a:pt x="4867" y="20739"/>
                  </a:lnTo>
                  <a:lnTo>
                    <a:pt x="0" y="23527"/>
                  </a:lnTo>
                  <a:lnTo>
                    <a:pt x="8551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38030" y="965021"/>
              <a:ext cx="85513" cy="143639"/>
            </a:xfrm>
            <a:custGeom>
              <a:avLst/>
              <a:pathLst>
                <a:path w="85513" h="143639">
                  <a:moveTo>
                    <a:pt x="0" y="0"/>
                  </a:moveTo>
                  <a:lnTo>
                    <a:pt x="85513" y="1436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856387" y="950472"/>
              <a:ext cx="334320" cy="325351"/>
            </a:xfrm>
            <a:custGeom>
              <a:avLst/>
              <a:pathLst>
                <a:path w="334320" h="325351">
                  <a:moveTo>
                    <a:pt x="81642" y="14548"/>
                  </a:moveTo>
                  <a:lnTo>
                    <a:pt x="77136" y="17328"/>
                  </a:lnTo>
                  <a:lnTo>
                    <a:pt x="72719" y="20250"/>
                  </a:lnTo>
                  <a:lnTo>
                    <a:pt x="68398" y="23310"/>
                  </a:lnTo>
                  <a:lnTo>
                    <a:pt x="64175" y="26506"/>
                  </a:lnTo>
                  <a:lnTo>
                    <a:pt x="60056" y="29834"/>
                  </a:lnTo>
                  <a:lnTo>
                    <a:pt x="56045" y="33290"/>
                  </a:lnTo>
                  <a:lnTo>
                    <a:pt x="52145" y="36872"/>
                  </a:lnTo>
                  <a:lnTo>
                    <a:pt x="48360" y="40576"/>
                  </a:lnTo>
                  <a:lnTo>
                    <a:pt x="44695" y="44397"/>
                  </a:lnTo>
                  <a:lnTo>
                    <a:pt x="41152" y="48333"/>
                  </a:lnTo>
                  <a:lnTo>
                    <a:pt x="37736" y="52379"/>
                  </a:lnTo>
                  <a:lnTo>
                    <a:pt x="34449" y="56531"/>
                  </a:lnTo>
                  <a:lnTo>
                    <a:pt x="31296" y="60785"/>
                  </a:lnTo>
                  <a:lnTo>
                    <a:pt x="28279" y="65137"/>
                  </a:lnTo>
                  <a:lnTo>
                    <a:pt x="25402" y="69583"/>
                  </a:lnTo>
                  <a:lnTo>
                    <a:pt x="22667" y="74117"/>
                  </a:lnTo>
                  <a:lnTo>
                    <a:pt x="20076" y="78735"/>
                  </a:lnTo>
                  <a:lnTo>
                    <a:pt x="17634" y="83434"/>
                  </a:lnTo>
                  <a:lnTo>
                    <a:pt x="15341" y="88207"/>
                  </a:lnTo>
                  <a:lnTo>
                    <a:pt x="13201" y="93050"/>
                  </a:lnTo>
                  <a:lnTo>
                    <a:pt x="11215" y="97959"/>
                  </a:lnTo>
                  <a:lnTo>
                    <a:pt x="9386" y="102929"/>
                  </a:lnTo>
                  <a:lnTo>
                    <a:pt x="7715" y="107953"/>
                  </a:lnTo>
                  <a:lnTo>
                    <a:pt x="6204" y="113029"/>
                  </a:lnTo>
                  <a:lnTo>
                    <a:pt x="4854" y="118149"/>
                  </a:lnTo>
                  <a:lnTo>
                    <a:pt x="3667" y="123310"/>
                  </a:lnTo>
                  <a:lnTo>
                    <a:pt x="2645" y="128505"/>
                  </a:lnTo>
                  <a:lnTo>
                    <a:pt x="1787" y="133731"/>
                  </a:lnTo>
                  <a:lnTo>
                    <a:pt x="1095" y="138981"/>
                  </a:lnTo>
                  <a:lnTo>
                    <a:pt x="570" y="144250"/>
                  </a:lnTo>
                  <a:lnTo>
                    <a:pt x="213" y="149533"/>
                  </a:lnTo>
                  <a:lnTo>
                    <a:pt x="22" y="154825"/>
                  </a:lnTo>
                  <a:lnTo>
                    <a:pt x="0" y="160120"/>
                  </a:lnTo>
                  <a:lnTo>
                    <a:pt x="145" y="165414"/>
                  </a:lnTo>
                  <a:lnTo>
                    <a:pt x="457" y="170700"/>
                  </a:lnTo>
                  <a:lnTo>
                    <a:pt x="937" y="175973"/>
                  </a:lnTo>
                  <a:lnTo>
                    <a:pt x="1584" y="181229"/>
                  </a:lnTo>
                  <a:lnTo>
                    <a:pt x="2397" y="186461"/>
                  </a:lnTo>
                  <a:lnTo>
                    <a:pt x="3375" y="191666"/>
                  </a:lnTo>
                  <a:lnTo>
                    <a:pt x="4517" y="196836"/>
                  </a:lnTo>
                  <a:lnTo>
                    <a:pt x="5823" y="201968"/>
                  </a:lnTo>
                  <a:lnTo>
                    <a:pt x="7291" y="207056"/>
                  </a:lnTo>
                  <a:lnTo>
                    <a:pt x="8919" y="212095"/>
                  </a:lnTo>
                  <a:lnTo>
                    <a:pt x="10706" y="217080"/>
                  </a:lnTo>
                  <a:lnTo>
                    <a:pt x="12649" y="222005"/>
                  </a:lnTo>
                  <a:lnTo>
                    <a:pt x="14748" y="226867"/>
                  </a:lnTo>
                  <a:lnTo>
                    <a:pt x="17000" y="231660"/>
                  </a:lnTo>
                  <a:lnTo>
                    <a:pt x="19402" y="236379"/>
                  </a:lnTo>
                  <a:lnTo>
                    <a:pt x="21953" y="241019"/>
                  </a:lnTo>
                  <a:lnTo>
                    <a:pt x="24649" y="245577"/>
                  </a:lnTo>
                  <a:lnTo>
                    <a:pt x="27489" y="250046"/>
                  </a:lnTo>
                  <a:lnTo>
                    <a:pt x="30468" y="254424"/>
                  </a:lnTo>
                  <a:lnTo>
                    <a:pt x="33585" y="258705"/>
                  </a:lnTo>
                  <a:lnTo>
                    <a:pt x="36835" y="262885"/>
                  </a:lnTo>
                  <a:lnTo>
                    <a:pt x="40217" y="266960"/>
                  </a:lnTo>
                  <a:lnTo>
                    <a:pt x="43726" y="270926"/>
                  </a:lnTo>
                  <a:lnTo>
                    <a:pt x="47358" y="274779"/>
                  </a:lnTo>
                  <a:lnTo>
                    <a:pt x="51111" y="278515"/>
                  </a:lnTo>
                  <a:lnTo>
                    <a:pt x="54981" y="282130"/>
                  </a:lnTo>
                  <a:lnTo>
                    <a:pt x="58962" y="285620"/>
                  </a:lnTo>
                  <a:lnTo>
                    <a:pt x="63053" y="288983"/>
                  </a:lnTo>
                  <a:lnTo>
                    <a:pt x="67248" y="292215"/>
                  </a:lnTo>
                  <a:lnTo>
                    <a:pt x="71543" y="295312"/>
                  </a:lnTo>
                  <a:lnTo>
                    <a:pt x="75934" y="298272"/>
                  </a:lnTo>
                  <a:lnTo>
                    <a:pt x="80417" y="301091"/>
                  </a:lnTo>
                  <a:lnTo>
                    <a:pt x="84986" y="303766"/>
                  </a:lnTo>
                  <a:lnTo>
                    <a:pt x="89638" y="306296"/>
                  </a:lnTo>
                  <a:lnTo>
                    <a:pt x="94368" y="308677"/>
                  </a:lnTo>
                  <a:lnTo>
                    <a:pt x="99171" y="310906"/>
                  </a:lnTo>
                  <a:lnTo>
                    <a:pt x="104042" y="312983"/>
                  </a:lnTo>
                  <a:lnTo>
                    <a:pt x="108977" y="314904"/>
                  </a:lnTo>
                  <a:lnTo>
                    <a:pt x="113970" y="316668"/>
                  </a:lnTo>
                  <a:lnTo>
                    <a:pt x="119016" y="318273"/>
                  </a:lnTo>
                  <a:lnTo>
                    <a:pt x="124110" y="319718"/>
                  </a:lnTo>
                  <a:lnTo>
                    <a:pt x="129248" y="321000"/>
                  </a:lnTo>
                  <a:lnTo>
                    <a:pt x="134424" y="322119"/>
                  </a:lnTo>
                  <a:lnTo>
                    <a:pt x="139632" y="323074"/>
                  </a:lnTo>
                  <a:lnTo>
                    <a:pt x="144869" y="323863"/>
                  </a:lnTo>
                  <a:lnTo>
                    <a:pt x="150127" y="324485"/>
                  </a:lnTo>
                  <a:lnTo>
                    <a:pt x="155403" y="324941"/>
                  </a:lnTo>
                  <a:lnTo>
                    <a:pt x="160690" y="325230"/>
                  </a:lnTo>
                  <a:lnTo>
                    <a:pt x="165984" y="325351"/>
                  </a:lnTo>
                  <a:lnTo>
                    <a:pt x="171279" y="325304"/>
                  </a:lnTo>
                  <a:lnTo>
                    <a:pt x="176570" y="325090"/>
                  </a:lnTo>
                  <a:lnTo>
                    <a:pt x="181852" y="324708"/>
                  </a:lnTo>
                  <a:lnTo>
                    <a:pt x="187119" y="324159"/>
                  </a:lnTo>
                  <a:lnTo>
                    <a:pt x="192365" y="323443"/>
                  </a:lnTo>
                  <a:lnTo>
                    <a:pt x="197587" y="322562"/>
                  </a:lnTo>
                  <a:lnTo>
                    <a:pt x="202778" y="321515"/>
                  </a:lnTo>
                  <a:lnTo>
                    <a:pt x="207933" y="320305"/>
                  </a:lnTo>
                  <a:lnTo>
                    <a:pt x="213047" y="318932"/>
                  </a:lnTo>
                  <a:lnTo>
                    <a:pt x="218115" y="317398"/>
                  </a:lnTo>
                  <a:lnTo>
                    <a:pt x="223133" y="315704"/>
                  </a:lnTo>
                  <a:lnTo>
                    <a:pt x="228093" y="313852"/>
                  </a:lnTo>
                  <a:lnTo>
                    <a:pt x="232993" y="311844"/>
                  </a:lnTo>
                  <a:lnTo>
                    <a:pt x="237827" y="309682"/>
                  </a:lnTo>
                  <a:lnTo>
                    <a:pt x="242590" y="307368"/>
                  </a:lnTo>
                  <a:lnTo>
                    <a:pt x="247277" y="304903"/>
                  </a:lnTo>
                  <a:lnTo>
                    <a:pt x="251884" y="302292"/>
                  </a:lnTo>
                  <a:lnTo>
                    <a:pt x="256405" y="299536"/>
                  </a:lnTo>
                  <a:lnTo>
                    <a:pt x="260837" y="296639"/>
                  </a:lnTo>
                  <a:lnTo>
                    <a:pt x="265176" y="293602"/>
                  </a:lnTo>
                  <a:lnTo>
                    <a:pt x="269415" y="290430"/>
                  </a:lnTo>
                  <a:lnTo>
                    <a:pt x="273552" y="287124"/>
                  </a:lnTo>
                  <a:lnTo>
                    <a:pt x="277583" y="283690"/>
                  </a:lnTo>
                  <a:lnTo>
                    <a:pt x="281502" y="280129"/>
                  </a:lnTo>
                  <a:lnTo>
                    <a:pt x="285307" y="276446"/>
                  </a:lnTo>
                  <a:lnTo>
                    <a:pt x="288994" y="272645"/>
                  </a:lnTo>
                  <a:lnTo>
                    <a:pt x="292558" y="268729"/>
                  </a:lnTo>
                  <a:lnTo>
                    <a:pt x="295996" y="264701"/>
                  </a:lnTo>
                  <a:lnTo>
                    <a:pt x="299305" y="260567"/>
                  </a:lnTo>
                  <a:lnTo>
                    <a:pt x="302481" y="256330"/>
                  </a:lnTo>
                  <a:lnTo>
                    <a:pt x="305522" y="251995"/>
                  </a:lnTo>
                  <a:lnTo>
                    <a:pt x="308423" y="247565"/>
                  </a:lnTo>
                  <a:lnTo>
                    <a:pt x="311183" y="243046"/>
                  </a:lnTo>
                  <a:lnTo>
                    <a:pt x="313799" y="238442"/>
                  </a:lnTo>
                  <a:lnTo>
                    <a:pt x="316267" y="233757"/>
                  </a:lnTo>
                  <a:lnTo>
                    <a:pt x="318586" y="228996"/>
                  </a:lnTo>
                  <a:lnTo>
                    <a:pt x="320753" y="224164"/>
                  </a:lnTo>
                  <a:lnTo>
                    <a:pt x="322765" y="219267"/>
                  </a:lnTo>
                  <a:lnTo>
                    <a:pt x="324622" y="214307"/>
                  </a:lnTo>
                  <a:lnTo>
                    <a:pt x="326320" y="209292"/>
                  </a:lnTo>
                  <a:lnTo>
                    <a:pt x="327859" y="204225"/>
                  </a:lnTo>
                  <a:lnTo>
                    <a:pt x="329236" y="199112"/>
                  </a:lnTo>
                  <a:lnTo>
                    <a:pt x="330451" y="193958"/>
                  </a:lnTo>
                  <a:lnTo>
                    <a:pt x="331502" y="188768"/>
                  </a:lnTo>
                  <a:lnTo>
                    <a:pt x="332388" y="183547"/>
                  </a:lnTo>
                  <a:lnTo>
                    <a:pt x="333109" y="178301"/>
                  </a:lnTo>
                  <a:lnTo>
                    <a:pt x="333663" y="173035"/>
                  </a:lnTo>
                  <a:lnTo>
                    <a:pt x="334049" y="167754"/>
                  </a:lnTo>
                  <a:lnTo>
                    <a:pt x="334269" y="162463"/>
                  </a:lnTo>
                  <a:lnTo>
                    <a:pt x="334320" y="157168"/>
                  </a:lnTo>
                  <a:lnTo>
                    <a:pt x="334204" y="151874"/>
                  </a:lnTo>
                  <a:lnTo>
                    <a:pt x="333920" y="146586"/>
                  </a:lnTo>
                  <a:lnTo>
                    <a:pt x="333469" y="141310"/>
                  </a:lnTo>
                  <a:lnTo>
                    <a:pt x="332851" y="136051"/>
                  </a:lnTo>
                  <a:lnTo>
                    <a:pt x="332067" y="130814"/>
                  </a:lnTo>
                  <a:lnTo>
                    <a:pt x="331117" y="125604"/>
                  </a:lnTo>
                  <a:lnTo>
                    <a:pt x="330003" y="120428"/>
                  </a:lnTo>
                  <a:lnTo>
                    <a:pt x="328725" y="115289"/>
                  </a:lnTo>
                  <a:lnTo>
                    <a:pt x="327285" y="110193"/>
                  </a:lnTo>
                  <a:lnTo>
                    <a:pt x="325685" y="105145"/>
                  </a:lnTo>
                  <a:lnTo>
                    <a:pt x="323925" y="100151"/>
                  </a:lnTo>
                  <a:lnTo>
                    <a:pt x="322008" y="95215"/>
                  </a:lnTo>
                  <a:lnTo>
                    <a:pt x="319936" y="90342"/>
                  </a:lnTo>
                  <a:lnTo>
                    <a:pt x="317711" y="85537"/>
                  </a:lnTo>
                  <a:lnTo>
                    <a:pt x="315334" y="80805"/>
                  </a:lnTo>
                  <a:lnTo>
                    <a:pt x="312809" y="76150"/>
                  </a:lnTo>
                  <a:lnTo>
                    <a:pt x="310137" y="71578"/>
                  </a:lnTo>
                  <a:lnTo>
                    <a:pt x="307323" y="67093"/>
                  </a:lnTo>
                  <a:lnTo>
                    <a:pt x="304367" y="62699"/>
                  </a:lnTo>
                  <a:lnTo>
                    <a:pt x="301274" y="58401"/>
                  </a:lnTo>
                  <a:lnTo>
                    <a:pt x="298046" y="54203"/>
                  </a:lnTo>
                  <a:lnTo>
                    <a:pt x="294687" y="50110"/>
                  </a:lnTo>
                  <a:lnTo>
                    <a:pt x="291200" y="46125"/>
                  </a:lnTo>
                  <a:lnTo>
                    <a:pt x="287588" y="42252"/>
                  </a:lnTo>
                  <a:lnTo>
                    <a:pt x="283856" y="38496"/>
                  </a:lnTo>
                  <a:lnTo>
                    <a:pt x="280006" y="34860"/>
                  </a:lnTo>
                  <a:lnTo>
                    <a:pt x="276044" y="31347"/>
                  </a:lnTo>
                  <a:lnTo>
                    <a:pt x="271972" y="27962"/>
                  </a:lnTo>
                  <a:lnTo>
                    <a:pt x="267794" y="24708"/>
                  </a:lnTo>
                  <a:lnTo>
                    <a:pt x="263516" y="21587"/>
                  </a:lnTo>
                  <a:lnTo>
                    <a:pt x="259141" y="18604"/>
                  </a:lnTo>
                  <a:lnTo>
                    <a:pt x="254674" y="15760"/>
                  </a:lnTo>
                  <a:lnTo>
                    <a:pt x="250119" y="13060"/>
                  </a:lnTo>
                  <a:lnTo>
                    <a:pt x="245481" y="10505"/>
                  </a:lnTo>
                  <a:lnTo>
                    <a:pt x="240764" y="8098"/>
                  </a:lnTo>
                  <a:lnTo>
                    <a:pt x="235973" y="5842"/>
                  </a:lnTo>
                  <a:lnTo>
                    <a:pt x="231114" y="3739"/>
                  </a:lnTo>
                  <a:lnTo>
                    <a:pt x="226190" y="1791"/>
                  </a:lnTo>
                  <a:lnTo>
                    <a:pt x="221207" y="0"/>
                  </a:lnTo>
                  <a:lnTo>
                    <a:pt x="167156" y="1581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54050" cy="167167"/>
            </a:xfrm>
            <a:custGeom>
              <a:avLst/>
              <a:pathLst>
                <a:path w="54050" h="167167">
                  <a:moveTo>
                    <a:pt x="54050" y="8979"/>
                  </a:moveTo>
                  <a:lnTo>
                    <a:pt x="48228" y="7108"/>
                  </a:lnTo>
                  <a:lnTo>
                    <a:pt x="42342" y="5451"/>
                  </a:lnTo>
                  <a:lnTo>
                    <a:pt x="36399" y="4010"/>
                  </a:lnTo>
                  <a:lnTo>
                    <a:pt x="30407" y="2788"/>
                  </a:lnTo>
                  <a:lnTo>
                    <a:pt x="24375" y="1786"/>
                  </a:lnTo>
                  <a:lnTo>
                    <a:pt x="18309" y="1005"/>
                  </a:lnTo>
                  <a:lnTo>
                    <a:pt x="12220" y="447"/>
                  </a:lnTo>
                  <a:lnTo>
                    <a:pt x="611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087" y="941493"/>
              <a:ext cx="167128" cy="167167"/>
            </a:xfrm>
            <a:custGeom>
              <a:avLst/>
              <a:pathLst>
                <a:path w="167128" h="167167">
                  <a:moveTo>
                    <a:pt x="167128" y="0"/>
                  </a:moveTo>
                  <a:lnTo>
                    <a:pt x="161734" y="87"/>
                  </a:lnTo>
                  <a:lnTo>
                    <a:pt x="156344" y="348"/>
                  </a:lnTo>
                  <a:lnTo>
                    <a:pt x="150967" y="783"/>
                  </a:lnTo>
                  <a:lnTo>
                    <a:pt x="145606" y="1391"/>
                  </a:lnTo>
                  <a:lnTo>
                    <a:pt x="140267" y="2172"/>
                  </a:lnTo>
                  <a:lnTo>
                    <a:pt x="134956" y="3124"/>
                  </a:lnTo>
                  <a:lnTo>
                    <a:pt x="129679" y="4248"/>
                  </a:lnTo>
                  <a:lnTo>
                    <a:pt x="124441" y="5542"/>
                  </a:lnTo>
                  <a:lnTo>
                    <a:pt x="119248" y="7003"/>
                  </a:lnTo>
                  <a:lnTo>
                    <a:pt x="114104" y="8632"/>
                  </a:lnTo>
                  <a:lnTo>
                    <a:pt x="109015" y="10426"/>
                  </a:lnTo>
                  <a:lnTo>
                    <a:pt x="103987" y="12383"/>
                  </a:lnTo>
                  <a:lnTo>
                    <a:pt x="99025" y="14501"/>
                  </a:lnTo>
                  <a:lnTo>
                    <a:pt x="94134" y="16778"/>
                  </a:lnTo>
                  <a:lnTo>
                    <a:pt x="89319" y="19212"/>
                  </a:lnTo>
                  <a:lnTo>
                    <a:pt x="84585" y="21800"/>
                  </a:lnTo>
                  <a:lnTo>
                    <a:pt x="79936" y="24540"/>
                  </a:lnTo>
                  <a:lnTo>
                    <a:pt x="75379" y="27428"/>
                  </a:lnTo>
                  <a:lnTo>
                    <a:pt x="70917" y="30461"/>
                  </a:lnTo>
                  <a:lnTo>
                    <a:pt x="66556" y="33637"/>
                  </a:lnTo>
                  <a:lnTo>
                    <a:pt x="62299" y="36953"/>
                  </a:lnTo>
                  <a:lnTo>
                    <a:pt x="58151" y="40403"/>
                  </a:lnTo>
                  <a:lnTo>
                    <a:pt x="54117" y="43986"/>
                  </a:lnTo>
                  <a:lnTo>
                    <a:pt x="50201" y="47697"/>
                  </a:lnTo>
                  <a:lnTo>
                    <a:pt x="46407" y="51533"/>
                  </a:lnTo>
                  <a:lnTo>
                    <a:pt x="42738" y="55489"/>
                  </a:lnTo>
                  <a:lnTo>
                    <a:pt x="39199" y="59561"/>
                  </a:lnTo>
                  <a:lnTo>
                    <a:pt x="35793" y="63746"/>
                  </a:lnTo>
                  <a:lnTo>
                    <a:pt x="32523" y="68038"/>
                  </a:lnTo>
                  <a:lnTo>
                    <a:pt x="29395" y="72434"/>
                  </a:lnTo>
                  <a:lnTo>
                    <a:pt x="26409" y="76928"/>
                  </a:lnTo>
                  <a:lnTo>
                    <a:pt x="23570" y="81516"/>
                  </a:lnTo>
                  <a:lnTo>
                    <a:pt x="20881" y="86193"/>
                  </a:lnTo>
                  <a:lnTo>
                    <a:pt x="18344" y="90955"/>
                  </a:lnTo>
                  <a:lnTo>
                    <a:pt x="15962" y="95796"/>
                  </a:lnTo>
                  <a:lnTo>
                    <a:pt x="13738" y="100712"/>
                  </a:lnTo>
                  <a:lnTo>
                    <a:pt x="11673" y="105697"/>
                  </a:lnTo>
                  <a:lnTo>
                    <a:pt x="9770" y="110745"/>
                  </a:lnTo>
                  <a:lnTo>
                    <a:pt x="8031" y="115853"/>
                  </a:lnTo>
                  <a:lnTo>
                    <a:pt x="6458" y="121014"/>
                  </a:lnTo>
                  <a:lnTo>
                    <a:pt x="5053" y="126223"/>
                  </a:lnTo>
                  <a:lnTo>
                    <a:pt x="3816" y="131475"/>
                  </a:lnTo>
                  <a:lnTo>
                    <a:pt x="2749" y="136763"/>
                  </a:lnTo>
                  <a:lnTo>
                    <a:pt x="1853" y="142084"/>
                  </a:lnTo>
                  <a:lnTo>
                    <a:pt x="1130" y="147431"/>
                  </a:lnTo>
                  <a:lnTo>
                    <a:pt x="580" y="152798"/>
                  </a:lnTo>
                  <a:lnTo>
                    <a:pt x="203" y="158180"/>
                  </a:lnTo>
                  <a:lnTo>
                    <a:pt x="0" y="163572"/>
                  </a:lnTo>
                  <a:lnTo>
                    <a:pt x="16712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19087" y="1105065"/>
              <a:ext cx="167128" cy="3595"/>
            </a:xfrm>
            <a:custGeom>
              <a:avLst/>
              <a:pathLst>
                <a:path w="167128" h="3595">
                  <a:moveTo>
                    <a:pt x="0" y="0"/>
                  </a:moveTo>
                  <a:lnTo>
                    <a:pt x="167128" y="35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319058" y="1105065"/>
              <a:ext cx="167157" cy="170061"/>
            </a:xfrm>
            <a:custGeom>
              <a:avLst/>
              <a:pathLst>
                <a:path w="167157" h="170061">
                  <a:moveTo>
                    <a:pt x="28" y="0"/>
                  </a:moveTo>
                  <a:lnTo>
                    <a:pt x="0" y="5453"/>
                  </a:lnTo>
                  <a:lnTo>
                    <a:pt x="149" y="10904"/>
                  </a:lnTo>
                  <a:lnTo>
                    <a:pt x="476" y="16348"/>
                  </a:lnTo>
                  <a:lnTo>
                    <a:pt x="981" y="21778"/>
                  </a:lnTo>
                  <a:lnTo>
                    <a:pt x="1663" y="27189"/>
                  </a:lnTo>
                  <a:lnTo>
                    <a:pt x="2520" y="32574"/>
                  </a:lnTo>
                  <a:lnTo>
                    <a:pt x="3553" y="37929"/>
                  </a:lnTo>
                  <a:lnTo>
                    <a:pt x="4760" y="43247"/>
                  </a:lnTo>
                  <a:lnTo>
                    <a:pt x="6140" y="48523"/>
                  </a:lnTo>
                  <a:lnTo>
                    <a:pt x="7691" y="53752"/>
                  </a:lnTo>
                  <a:lnTo>
                    <a:pt x="9412" y="58926"/>
                  </a:lnTo>
                  <a:lnTo>
                    <a:pt x="11301" y="64042"/>
                  </a:lnTo>
                  <a:lnTo>
                    <a:pt x="13355" y="69094"/>
                  </a:lnTo>
                  <a:lnTo>
                    <a:pt x="15574" y="74076"/>
                  </a:lnTo>
                  <a:lnTo>
                    <a:pt x="17953" y="78983"/>
                  </a:lnTo>
                  <a:lnTo>
                    <a:pt x="20492" y="83809"/>
                  </a:lnTo>
                  <a:lnTo>
                    <a:pt x="23186" y="88551"/>
                  </a:lnTo>
                  <a:lnTo>
                    <a:pt x="26034" y="93202"/>
                  </a:lnTo>
                  <a:lnTo>
                    <a:pt x="29032" y="97757"/>
                  </a:lnTo>
                  <a:lnTo>
                    <a:pt x="32177" y="102212"/>
                  </a:lnTo>
                  <a:lnTo>
                    <a:pt x="35466" y="106563"/>
                  </a:lnTo>
                  <a:lnTo>
                    <a:pt x="38894" y="110804"/>
                  </a:lnTo>
                  <a:lnTo>
                    <a:pt x="42460" y="114930"/>
                  </a:lnTo>
                  <a:lnTo>
                    <a:pt x="46158" y="118938"/>
                  </a:lnTo>
                  <a:lnTo>
                    <a:pt x="49984" y="122824"/>
                  </a:lnTo>
                  <a:lnTo>
                    <a:pt x="53936" y="126582"/>
                  </a:lnTo>
                  <a:lnTo>
                    <a:pt x="58008" y="130210"/>
                  </a:lnTo>
                  <a:lnTo>
                    <a:pt x="62196" y="133703"/>
                  </a:lnTo>
                  <a:lnTo>
                    <a:pt x="66496" y="137057"/>
                  </a:lnTo>
                  <a:lnTo>
                    <a:pt x="70902" y="140270"/>
                  </a:lnTo>
                  <a:lnTo>
                    <a:pt x="75412" y="143337"/>
                  </a:lnTo>
                  <a:lnTo>
                    <a:pt x="80019" y="146255"/>
                  </a:lnTo>
                  <a:lnTo>
                    <a:pt x="84719" y="149021"/>
                  </a:lnTo>
                  <a:lnTo>
                    <a:pt x="89506" y="151633"/>
                  </a:lnTo>
                  <a:lnTo>
                    <a:pt x="94376" y="154087"/>
                  </a:lnTo>
                  <a:lnTo>
                    <a:pt x="99324" y="156381"/>
                  </a:lnTo>
                  <a:lnTo>
                    <a:pt x="104343" y="158512"/>
                  </a:lnTo>
                  <a:lnTo>
                    <a:pt x="109430" y="160479"/>
                  </a:lnTo>
                  <a:lnTo>
                    <a:pt x="114578" y="162278"/>
                  </a:lnTo>
                  <a:lnTo>
                    <a:pt x="119782" y="163909"/>
                  </a:lnTo>
                  <a:lnTo>
                    <a:pt x="125036" y="165369"/>
                  </a:lnTo>
                  <a:lnTo>
                    <a:pt x="130336" y="166657"/>
                  </a:lnTo>
                  <a:lnTo>
                    <a:pt x="135674" y="167771"/>
                  </a:lnTo>
                  <a:lnTo>
                    <a:pt x="141046" y="168710"/>
                  </a:lnTo>
                  <a:lnTo>
                    <a:pt x="146446" y="169474"/>
                  </a:lnTo>
                  <a:lnTo>
                    <a:pt x="151867" y="170061"/>
                  </a:lnTo>
                  <a:lnTo>
                    <a:pt x="167157" y="35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70926" y="941493"/>
              <a:ext cx="182456" cy="334333"/>
            </a:xfrm>
            <a:custGeom>
              <a:avLst/>
              <a:pathLst>
                <a:path w="182456" h="334333">
                  <a:moveTo>
                    <a:pt x="0" y="333634"/>
                  </a:moveTo>
                  <a:lnTo>
                    <a:pt x="5335" y="334038"/>
                  </a:lnTo>
                  <a:lnTo>
                    <a:pt x="10681" y="334271"/>
                  </a:lnTo>
                  <a:lnTo>
                    <a:pt x="16032" y="334333"/>
                  </a:lnTo>
                  <a:lnTo>
                    <a:pt x="21382" y="334223"/>
                  </a:lnTo>
                  <a:lnTo>
                    <a:pt x="26726" y="333943"/>
                  </a:lnTo>
                  <a:lnTo>
                    <a:pt x="32058" y="333491"/>
                  </a:lnTo>
                  <a:lnTo>
                    <a:pt x="37373" y="332869"/>
                  </a:lnTo>
                  <a:lnTo>
                    <a:pt x="42665" y="332078"/>
                  </a:lnTo>
                  <a:lnTo>
                    <a:pt x="47929" y="331117"/>
                  </a:lnTo>
                  <a:lnTo>
                    <a:pt x="53160" y="329988"/>
                  </a:lnTo>
                  <a:lnTo>
                    <a:pt x="58351" y="328693"/>
                  </a:lnTo>
                  <a:lnTo>
                    <a:pt x="63499" y="327232"/>
                  </a:lnTo>
                  <a:lnTo>
                    <a:pt x="68598" y="325607"/>
                  </a:lnTo>
                  <a:lnTo>
                    <a:pt x="73641" y="323819"/>
                  </a:lnTo>
                  <a:lnTo>
                    <a:pt x="78625" y="321871"/>
                  </a:lnTo>
                  <a:lnTo>
                    <a:pt x="83544" y="319765"/>
                  </a:lnTo>
                  <a:lnTo>
                    <a:pt x="88393" y="317502"/>
                  </a:lnTo>
                  <a:lnTo>
                    <a:pt x="93168" y="315085"/>
                  </a:lnTo>
                  <a:lnTo>
                    <a:pt x="97862" y="312517"/>
                  </a:lnTo>
                  <a:lnTo>
                    <a:pt x="102472" y="309799"/>
                  </a:lnTo>
                  <a:lnTo>
                    <a:pt x="106992" y="306936"/>
                  </a:lnTo>
                  <a:lnTo>
                    <a:pt x="111419" y="303929"/>
                  </a:lnTo>
                  <a:lnTo>
                    <a:pt x="115747" y="300782"/>
                  </a:lnTo>
                  <a:lnTo>
                    <a:pt x="119972" y="297499"/>
                  </a:lnTo>
                  <a:lnTo>
                    <a:pt x="124090" y="294081"/>
                  </a:lnTo>
                  <a:lnTo>
                    <a:pt x="128096" y="290534"/>
                  </a:lnTo>
                  <a:lnTo>
                    <a:pt x="131987" y="286860"/>
                  </a:lnTo>
                  <a:lnTo>
                    <a:pt x="135758" y="283064"/>
                  </a:lnTo>
                  <a:lnTo>
                    <a:pt x="139406" y="279149"/>
                  </a:lnTo>
                  <a:lnTo>
                    <a:pt x="142926" y="275119"/>
                  </a:lnTo>
                  <a:lnTo>
                    <a:pt x="146316" y="270978"/>
                  </a:lnTo>
                  <a:lnTo>
                    <a:pt x="149571" y="266732"/>
                  </a:lnTo>
                  <a:lnTo>
                    <a:pt x="152689" y="262383"/>
                  </a:lnTo>
                  <a:lnTo>
                    <a:pt x="155666" y="257936"/>
                  </a:lnTo>
                  <a:lnTo>
                    <a:pt x="158500" y="253397"/>
                  </a:lnTo>
                  <a:lnTo>
                    <a:pt x="161186" y="248769"/>
                  </a:lnTo>
                  <a:lnTo>
                    <a:pt x="163723" y="244058"/>
                  </a:lnTo>
                  <a:lnTo>
                    <a:pt x="166108" y="239267"/>
                  </a:lnTo>
                  <a:lnTo>
                    <a:pt x="168338" y="234403"/>
                  </a:lnTo>
                  <a:lnTo>
                    <a:pt x="170412" y="229470"/>
                  </a:lnTo>
                  <a:lnTo>
                    <a:pt x="172327" y="224473"/>
                  </a:lnTo>
                  <a:lnTo>
                    <a:pt x="174080" y="219418"/>
                  </a:lnTo>
                  <a:lnTo>
                    <a:pt x="175671" y="214309"/>
                  </a:lnTo>
                  <a:lnTo>
                    <a:pt x="177098" y="209151"/>
                  </a:lnTo>
                  <a:lnTo>
                    <a:pt x="178359" y="203951"/>
                  </a:lnTo>
                  <a:lnTo>
                    <a:pt x="179453" y="198713"/>
                  </a:lnTo>
                  <a:lnTo>
                    <a:pt x="180378" y="193442"/>
                  </a:lnTo>
                  <a:lnTo>
                    <a:pt x="181135" y="188145"/>
                  </a:lnTo>
                  <a:lnTo>
                    <a:pt x="181721" y="182826"/>
                  </a:lnTo>
                  <a:lnTo>
                    <a:pt x="182137" y="177491"/>
                  </a:lnTo>
                  <a:lnTo>
                    <a:pt x="182382" y="172146"/>
                  </a:lnTo>
                  <a:lnTo>
                    <a:pt x="182456" y="166795"/>
                  </a:lnTo>
                  <a:lnTo>
                    <a:pt x="182358" y="161445"/>
                  </a:lnTo>
                  <a:lnTo>
                    <a:pt x="182089" y="156101"/>
                  </a:lnTo>
                  <a:lnTo>
                    <a:pt x="181650" y="150768"/>
                  </a:lnTo>
                  <a:lnTo>
                    <a:pt x="181040" y="145452"/>
                  </a:lnTo>
                  <a:lnTo>
                    <a:pt x="180260" y="140158"/>
                  </a:lnTo>
                  <a:lnTo>
                    <a:pt x="179311" y="134891"/>
                  </a:lnTo>
                  <a:lnTo>
                    <a:pt x="178194" y="129658"/>
                  </a:lnTo>
                  <a:lnTo>
                    <a:pt x="176910" y="124463"/>
                  </a:lnTo>
                  <a:lnTo>
                    <a:pt x="175460" y="119312"/>
                  </a:lnTo>
                  <a:lnTo>
                    <a:pt x="173846" y="114210"/>
                  </a:lnTo>
                  <a:lnTo>
                    <a:pt x="172070" y="109163"/>
                  </a:lnTo>
                  <a:lnTo>
                    <a:pt x="170133" y="104174"/>
                  </a:lnTo>
                  <a:lnTo>
                    <a:pt x="168038" y="99251"/>
                  </a:lnTo>
                  <a:lnTo>
                    <a:pt x="165786" y="94397"/>
                  </a:lnTo>
                  <a:lnTo>
                    <a:pt x="163380" y="89617"/>
                  </a:lnTo>
                  <a:lnTo>
                    <a:pt x="160822" y="84917"/>
                  </a:lnTo>
                  <a:lnTo>
                    <a:pt x="158115" y="80301"/>
                  </a:lnTo>
                  <a:lnTo>
                    <a:pt x="155261" y="75774"/>
                  </a:lnTo>
                  <a:lnTo>
                    <a:pt x="152264" y="71341"/>
                  </a:lnTo>
                  <a:lnTo>
                    <a:pt x="149127" y="67006"/>
                  </a:lnTo>
                  <a:lnTo>
                    <a:pt x="145853" y="62774"/>
                  </a:lnTo>
                  <a:lnTo>
                    <a:pt x="142445" y="58648"/>
                  </a:lnTo>
                  <a:lnTo>
                    <a:pt x="138906" y="54634"/>
                  </a:lnTo>
                  <a:lnTo>
                    <a:pt x="135241" y="50735"/>
                  </a:lnTo>
                  <a:lnTo>
                    <a:pt x="131453" y="46956"/>
                  </a:lnTo>
                  <a:lnTo>
                    <a:pt x="127546" y="43299"/>
                  </a:lnTo>
                  <a:lnTo>
                    <a:pt x="123524" y="39770"/>
                  </a:lnTo>
                  <a:lnTo>
                    <a:pt x="119391" y="36371"/>
                  </a:lnTo>
                  <a:lnTo>
                    <a:pt x="115152" y="33106"/>
                  </a:lnTo>
                  <a:lnTo>
                    <a:pt x="110810" y="29978"/>
                  </a:lnTo>
                  <a:lnTo>
                    <a:pt x="106370" y="26991"/>
                  </a:lnTo>
                  <a:lnTo>
                    <a:pt x="101837" y="24148"/>
                  </a:lnTo>
                  <a:lnTo>
                    <a:pt x="97215" y="21451"/>
                  </a:lnTo>
                  <a:lnTo>
                    <a:pt x="92509" y="18904"/>
                  </a:lnTo>
                  <a:lnTo>
                    <a:pt x="87724" y="16508"/>
                  </a:lnTo>
                  <a:lnTo>
                    <a:pt x="82865" y="14267"/>
                  </a:lnTo>
                  <a:lnTo>
                    <a:pt x="77937" y="12183"/>
                  </a:lnTo>
                  <a:lnTo>
                    <a:pt x="72944" y="10257"/>
                  </a:lnTo>
                  <a:lnTo>
                    <a:pt x="67892" y="8492"/>
                  </a:lnTo>
                  <a:lnTo>
                    <a:pt x="62787" y="6889"/>
                  </a:lnTo>
                  <a:lnTo>
                    <a:pt x="57633" y="5451"/>
                  </a:lnTo>
                  <a:lnTo>
                    <a:pt x="52435" y="4179"/>
                  </a:lnTo>
                  <a:lnTo>
                    <a:pt x="47199" y="3074"/>
                  </a:lnTo>
                  <a:lnTo>
                    <a:pt x="41931" y="2136"/>
                  </a:lnTo>
                  <a:lnTo>
                    <a:pt x="36635" y="1368"/>
                  </a:lnTo>
                  <a:lnTo>
                    <a:pt x="31318" y="770"/>
                  </a:lnTo>
                  <a:lnTo>
                    <a:pt x="25984" y="342"/>
                  </a:lnTo>
                  <a:lnTo>
                    <a:pt x="20639" y="85"/>
                  </a:lnTo>
                  <a:lnTo>
                    <a:pt x="15289" y="0"/>
                  </a:lnTo>
                  <a:lnTo>
                    <a:pt x="1528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4" y="1071028"/>
              <a:ext cx="167167" cy="199324"/>
            </a:xfrm>
            <a:custGeom>
              <a:avLst/>
              <a:pathLst>
                <a:path w="167167" h="199324">
                  <a:moveTo>
                    <a:pt x="167167" y="0"/>
                  </a:moveTo>
                  <a:lnTo>
                    <a:pt x="161805" y="86"/>
                  </a:lnTo>
                  <a:lnTo>
                    <a:pt x="156449" y="343"/>
                  </a:lnTo>
                  <a:lnTo>
                    <a:pt x="151104" y="773"/>
                  </a:lnTo>
                  <a:lnTo>
                    <a:pt x="145775" y="1374"/>
                  </a:lnTo>
                  <a:lnTo>
                    <a:pt x="140468" y="2145"/>
                  </a:lnTo>
                  <a:lnTo>
                    <a:pt x="135189" y="3086"/>
                  </a:lnTo>
                  <a:lnTo>
                    <a:pt x="129943" y="4197"/>
                  </a:lnTo>
                  <a:lnTo>
                    <a:pt x="124735" y="5474"/>
                  </a:lnTo>
                  <a:lnTo>
                    <a:pt x="119571" y="6918"/>
                  </a:lnTo>
                  <a:lnTo>
                    <a:pt x="114456" y="8527"/>
                  </a:lnTo>
                  <a:lnTo>
                    <a:pt x="109394" y="10300"/>
                  </a:lnTo>
                  <a:lnTo>
                    <a:pt x="104393" y="12233"/>
                  </a:lnTo>
                  <a:lnTo>
                    <a:pt x="99456" y="14327"/>
                  </a:lnTo>
                  <a:lnTo>
                    <a:pt x="94588" y="16577"/>
                  </a:lnTo>
                  <a:lnTo>
                    <a:pt x="89796" y="18982"/>
                  </a:lnTo>
                  <a:lnTo>
                    <a:pt x="85083" y="21540"/>
                  </a:lnTo>
                  <a:lnTo>
                    <a:pt x="80454" y="24248"/>
                  </a:lnTo>
                  <a:lnTo>
                    <a:pt x="75915" y="27103"/>
                  </a:lnTo>
                  <a:lnTo>
                    <a:pt x="71469" y="30101"/>
                  </a:lnTo>
                  <a:lnTo>
                    <a:pt x="67122" y="33241"/>
                  </a:lnTo>
                  <a:lnTo>
                    <a:pt x="62878" y="36519"/>
                  </a:lnTo>
                  <a:lnTo>
                    <a:pt x="58742" y="39931"/>
                  </a:lnTo>
                  <a:lnTo>
                    <a:pt x="54716" y="43474"/>
                  </a:lnTo>
                  <a:lnTo>
                    <a:pt x="50807" y="47145"/>
                  </a:lnTo>
                  <a:lnTo>
                    <a:pt x="47017" y="50939"/>
                  </a:lnTo>
                  <a:lnTo>
                    <a:pt x="43351" y="54852"/>
                  </a:lnTo>
                  <a:lnTo>
                    <a:pt x="39813" y="58881"/>
                  </a:lnTo>
                  <a:lnTo>
                    <a:pt x="36405" y="63022"/>
                  </a:lnTo>
                  <a:lnTo>
                    <a:pt x="33132" y="67269"/>
                  </a:lnTo>
                  <a:lnTo>
                    <a:pt x="29997" y="71620"/>
                  </a:lnTo>
                  <a:lnTo>
                    <a:pt x="27003" y="76068"/>
                  </a:lnTo>
                  <a:lnTo>
                    <a:pt x="24153" y="80611"/>
                  </a:lnTo>
                  <a:lnTo>
                    <a:pt x="21450" y="85242"/>
                  </a:lnTo>
                  <a:lnTo>
                    <a:pt x="18898" y="89958"/>
                  </a:lnTo>
                  <a:lnTo>
                    <a:pt x="16497" y="94754"/>
                  </a:lnTo>
                  <a:lnTo>
                    <a:pt x="14252" y="99623"/>
                  </a:lnTo>
                  <a:lnTo>
                    <a:pt x="12165" y="104563"/>
                  </a:lnTo>
                  <a:lnTo>
                    <a:pt x="10237" y="109566"/>
                  </a:lnTo>
                  <a:lnTo>
                    <a:pt x="8470" y="114629"/>
                  </a:lnTo>
                  <a:lnTo>
                    <a:pt x="6866" y="119746"/>
                  </a:lnTo>
                  <a:lnTo>
                    <a:pt x="5428" y="124912"/>
                  </a:lnTo>
                  <a:lnTo>
                    <a:pt x="4156" y="130122"/>
                  </a:lnTo>
                  <a:lnTo>
                    <a:pt x="3051" y="135369"/>
                  </a:lnTo>
                  <a:lnTo>
                    <a:pt x="2116" y="140649"/>
                  </a:lnTo>
                  <a:lnTo>
                    <a:pt x="1350" y="145957"/>
                  </a:lnTo>
                  <a:lnTo>
                    <a:pt x="755" y="151286"/>
                  </a:lnTo>
                  <a:lnTo>
                    <a:pt x="332" y="156632"/>
                  </a:lnTo>
                  <a:lnTo>
                    <a:pt x="80" y="161988"/>
                  </a:lnTo>
                  <a:lnTo>
                    <a:pt x="0" y="167350"/>
                  </a:lnTo>
                  <a:lnTo>
                    <a:pt x="91" y="172712"/>
                  </a:lnTo>
                  <a:lnTo>
                    <a:pt x="355" y="178068"/>
                  </a:lnTo>
                  <a:lnTo>
                    <a:pt x="791" y="183412"/>
                  </a:lnTo>
                  <a:lnTo>
                    <a:pt x="1397" y="188740"/>
                  </a:lnTo>
                  <a:lnTo>
                    <a:pt x="2175" y="194046"/>
                  </a:lnTo>
                  <a:lnTo>
                    <a:pt x="3122" y="19932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800456" y="1238196"/>
              <a:ext cx="164045" cy="32157"/>
            </a:xfrm>
            <a:custGeom>
              <a:avLst/>
              <a:pathLst>
                <a:path w="164045" h="32157">
                  <a:moveTo>
                    <a:pt x="0" y="32157"/>
                  </a:moveTo>
                  <a:lnTo>
                    <a:pt x="1640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800456" y="1071264"/>
              <a:ext cx="331212" cy="334080"/>
            </a:xfrm>
            <a:custGeom>
              <a:avLst/>
              <a:pathLst>
                <a:path w="331212" h="334080">
                  <a:moveTo>
                    <a:pt x="0" y="199089"/>
                  </a:moveTo>
                  <a:lnTo>
                    <a:pt x="1100" y="204268"/>
                  </a:lnTo>
                  <a:lnTo>
                    <a:pt x="2364" y="209409"/>
                  </a:lnTo>
                  <a:lnTo>
                    <a:pt x="3790" y="214507"/>
                  </a:lnTo>
                  <a:lnTo>
                    <a:pt x="5377" y="219558"/>
                  </a:lnTo>
                  <a:lnTo>
                    <a:pt x="7123" y="224556"/>
                  </a:lnTo>
                  <a:lnTo>
                    <a:pt x="9027" y="229497"/>
                  </a:lnTo>
                  <a:lnTo>
                    <a:pt x="11086" y="234374"/>
                  </a:lnTo>
                  <a:lnTo>
                    <a:pt x="13298" y="239184"/>
                  </a:lnTo>
                  <a:lnTo>
                    <a:pt x="15662" y="243922"/>
                  </a:lnTo>
                  <a:lnTo>
                    <a:pt x="18174" y="248582"/>
                  </a:lnTo>
                  <a:lnTo>
                    <a:pt x="20833" y="253160"/>
                  </a:lnTo>
                  <a:lnTo>
                    <a:pt x="23635" y="257652"/>
                  </a:lnTo>
                  <a:lnTo>
                    <a:pt x="26579" y="262053"/>
                  </a:lnTo>
                  <a:lnTo>
                    <a:pt x="29660" y="266358"/>
                  </a:lnTo>
                  <a:lnTo>
                    <a:pt x="32876" y="270564"/>
                  </a:lnTo>
                  <a:lnTo>
                    <a:pt x="36223" y="274665"/>
                  </a:lnTo>
                  <a:lnTo>
                    <a:pt x="39699" y="278659"/>
                  </a:lnTo>
                  <a:lnTo>
                    <a:pt x="43299" y="282541"/>
                  </a:lnTo>
                  <a:lnTo>
                    <a:pt x="47021" y="286306"/>
                  </a:lnTo>
                  <a:lnTo>
                    <a:pt x="50860" y="289952"/>
                  </a:lnTo>
                  <a:lnTo>
                    <a:pt x="54812" y="293475"/>
                  </a:lnTo>
                  <a:lnTo>
                    <a:pt x="58874" y="296870"/>
                  </a:lnTo>
                  <a:lnTo>
                    <a:pt x="63042" y="300136"/>
                  </a:lnTo>
                  <a:lnTo>
                    <a:pt x="67310" y="303267"/>
                  </a:lnTo>
                  <a:lnTo>
                    <a:pt x="71676" y="306262"/>
                  </a:lnTo>
                  <a:lnTo>
                    <a:pt x="76135" y="309117"/>
                  </a:lnTo>
                  <a:lnTo>
                    <a:pt x="80681" y="311830"/>
                  </a:lnTo>
                  <a:lnTo>
                    <a:pt x="85312" y="314397"/>
                  </a:lnTo>
                  <a:lnTo>
                    <a:pt x="90021" y="316816"/>
                  </a:lnTo>
                  <a:lnTo>
                    <a:pt x="94804" y="319085"/>
                  </a:lnTo>
                  <a:lnTo>
                    <a:pt x="99657" y="321202"/>
                  </a:lnTo>
                  <a:lnTo>
                    <a:pt x="104575" y="323163"/>
                  </a:lnTo>
                  <a:lnTo>
                    <a:pt x="109552" y="324968"/>
                  </a:lnTo>
                  <a:lnTo>
                    <a:pt x="114584" y="326614"/>
                  </a:lnTo>
                  <a:lnTo>
                    <a:pt x="119665" y="328101"/>
                  </a:lnTo>
                  <a:lnTo>
                    <a:pt x="124791" y="329425"/>
                  </a:lnTo>
                  <a:lnTo>
                    <a:pt x="129957" y="330587"/>
                  </a:lnTo>
                  <a:lnTo>
                    <a:pt x="135156" y="331584"/>
                  </a:lnTo>
                  <a:lnTo>
                    <a:pt x="140385" y="332416"/>
                  </a:lnTo>
                  <a:lnTo>
                    <a:pt x="145637" y="333083"/>
                  </a:lnTo>
                  <a:lnTo>
                    <a:pt x="150907" y="333582"/>
                  </a:lnTo>
                  <a:lnTo>
                    <a:pt x="156191" y="333915"/>
                  </a:lnTo>
                  <a:lnTo>
                    <a:pt x="161483" y="334080"/>
                  </a:lnTo>
                  <a:lnTo>
                    <a:pt x="166777" y="334077"/>
                  </a:lnTo>
                  <a:lnTo>
                    <a:pt x="172069" y="333906"/>
                  </a:lnTo>
                  <a:lnTo>
                    <a:pt x="177353" y="333569"/>
                  </a:lnTo>
                  <a:lnTo>
                    <a:pt x="182623" y="333064"/>
                  </a:lnTo>
                  <a:lnTo>
                    <a:pt x="187874" y="332392"/>
                  </a:lnTo>
                  <a:lnTo>
                    <a:pt x="193102" y="331554"/>
                  </a:lnTo>
                  <a:lnTo>
                    <a:pt x="198300" y="330552"/>
                  </a:lnTo>
                  <a:lnTo>
                    <a:pt x="203465" y="329385"/>
                  </a:lnTo>
                  <a:lnTo>
                    <a:pt x="208589" y="328055"/>
                  </a:lnTo>
                  <a:lnTo>
                    <a:pt x="213669" y="326564"/>
                  </a:lnTo>
                  <a:lnTo>
                    <a:pt x="218699" y="324912"/>
                  </a:lnTo>
                  <a:lnTo>
                    <a:pt x="223675" y="323102"/>
                  </a:lnTo>
                  <a:lnTo>
                    <a:pt x="228590" y="321136"/>
                  </a:lnTo>
                  <a:lnTo>
                    <a:pt x="233441" y="319014"/>
                  </a:lnTo>
                  <a:lnTo>
                    <a:pt x="238222" y="316741"/>
                  </a:lnTo>
                  <a:lnTo>
                    <a:pt x="242929" y="314317"/>
                  </a:lnTo>
                  <a:lnTo>
                    <a:pt x="247556" y="311745"/>
                  </a:lnTo>
                  <a:lnTo>
                    <a:pt x="252100" y="309027"/>
                  </a:lnTo>
                  <a:lnTo>
                    <a:pt x="256556" y="306168"/>
                  </a:lnTo>
                  <a:lnTo>
                    <a:pt x="260919" y="303168"/>
                  </a:lnTo>
                  <a:lnTo>
                    <a:pt x="265184" y="300032"/>
                  </a:lnTo>
                  <a:lnTo>
                    <a:pt x="269348" y="296763"/>
                  </a:lnTo>
                  <a:lnTo>
                    <a:pt x="273407" y="293363"/>
                  </a:lnTo>
                  <a:lnTo>
                    <a:pt x="277356" y="289837"/>
                  </a:lnTo>
                  <a:lnTo>
                    <a:pt x="281191" y="286187"/>
                  </a:lnTo>
                  <a:lnTo>
                    <a:pt x="284909" y="282417"/>
                  </a:lnTo>
                  <a:lnTo>
                    <a:pt x="288505" y="278532"/>
                  </a:lnTo>
                  <a:lnTo>
                    <a:pt x="291977" y="274535"/>
                  </a:lnTo>
                  <a:lnTo>
                    <a:pt x="295320" y="270430"/>
                  </a:lnTo>
                  <a:lnTo>
                    <a:pt x="298531" y="266221"/>
                  </a:lnTo>
                  <a:lnTo>
                    <a:pt x="301608" y="261912"/>
                  </a:lnTo>
                  <a:lnTo>
                    <a:pt x="304547" y="257508"/>
                  </a:lnTo>
                  <a:lnTo>
                    <a:pt x="307345" y="253014"/>
                  </a:lnTo>
                  <a:lnTo>
                    <a:pt x="309999" y="248433"/>
                  </a:lnTo>
                  <a:lnTo>
                    <a:pt x="312506" y="243770"/>
                  </a:lnTo>
                  <a:lnTo>
                    <a:pt x="314865" y="239030"/>
                  </a:lnTo>
                  <a:lnTo>
                    <a:pt x="317073" y="234218"/>
                  </a:lnTo>
                  <a:lnTo>
                    <a:pt x="319127" y="229338"/>
                  </a:lnTo>
                  <a:lnTo>
                    <a:pt x="321025" y="224396"/>
                  </a:lnTo>
                  <a:lnTo>
                    <a:pt x="322766" y="219396"/>
                  </a:lnTo>
                  <a:lnTo>
                    <a:pt x="324348" y="214344"/>
                  </a:lnTo>
                  <a:lnTo>
                    <a:pt x="325769" y="209243"/>
                  </a:lnTo>
                  <a:lnTo>
                    <a:pt x="327028" y="204101"/>
                  </a:lnTo>
                  <a:lnTo>
                    <a:pt x="328123" y="198921"/>
                  </a:lnTo>
                  <a:lnTo>
                    <a:pt x="329054" y="193709"/>
                  </a:lnTo>
                  <a:lnTo>
                    <a:pt x="329819" y="188471"/>
                  </a:lnTo>
                  <a:lnTo>
                    <a:pt x="330418" y="183210"/>
                  </a:lnTo>
                  <a:lnTo>
                    <a:pt x="330850" y="177934"/>
                  </a:lnTo>
                  <a:lnTo>
                    <a:pt x="331115" y="172646"/>
                  </a:lnTo>
                  <a:lnTo>
                    <a:pt x="331212" y="167352"/>
                  </a:lnTo>
                  <a:lnTo>
                    <a:pt x="331141" y="162059"/>
                  </a:lnTo>
                  <a:lnTo>
                    <a:pt x="330903" y="156770"/>
                  </a:lnTo>
                  <a:lnTo>
                    <a:pt x="330498" y="151491"/>
                  </a:lnTo>
                  <a:lnTo>
                    <a:pt x="329925" y="146228"/>
                  </a:lnTo>
                  <a:lnTo>
                    <a:pt x="329186" y="140985"/>
                  </a:lnTo>
                  <a:lnTo>
                    <a:pt x="328282" y="135769"/>
                  </a:lnTo>
                  <a:lnTo>
                    <a:pt x="327213" y="130583"/>
                  </a:lnTo>
                  <a:lnTo>
                    <a:pt x="325980" y="125435"/>
                  </a:lnTo>
                  <a:lnTo>
                    <a:pt x="324585" y="120327"/>
                  </a:lnTo>
                  <a:lnTo>
                    <a:pt x="323028" y="115267"/>
                  </a:lnTo>
                  <a:lnTo>
                    <a:pt x="321312" y="110258"/>
                  </a:lnTo>
                  <a:lnTo>
                    <a:pt x="319439" y="105307"/>
                  </a:lnTo>
                  <a:lnTo>
                    <a:pt x="317409" y="100417"/>
                  </a:lnTo>
                  <a:lnTo>
                    <a:pt x="315226" y="95594"/>
                  </a:lnTo>
                  <a:lnTo>
                    <a:pt x="312891" y="90842"/>
                  </a:lnTo>
                  <a:lnTo>
                    <a:pt x="310407" y="86167"/>
                  </a:lnTo>
                  <a:lnTo>
                    <a:pt x="307776" y="81572"/>
                  </a:lnTo>
                  <a:lnTo>
                    <a:pt x="305001" y="77064"/>
                  </a:lnTo>
                  <a:lnTo>
                    <a:pt x="302085" y="72645"/>
                  </a:lnTo>
                  <a:lnTo>
                    <a:pt x="299030" y="68321"/>
                  </a:lnTo>
                  <a:lnTo>
                    <a:pt x="295839" y="64096"/>
                  </a:lnTo>
                  <a:lnTo>
                    <a:pt x="292517" y="59974"/>
                  </a:lnTo>
                  <a:lnTo>
                    <a:pt x="289065" y="55959"/>
                  </a:lnTo>
                  <a:lnTo>
                    <a:pt x="285488" y="52056"/>
                  </a:lnTo>
                  <a:lnTo>
                    <a:pt x="281790" y="48268"/>
                  </a:lnTo>
                  <a:lnTo>
                    <a:pt x="277973" y="44599"/>
                  </a:lnTo>
                  <a:lnTo>
                    <a:pt x="274042" y="41052"/>
                  </a:lnTo>
                  <a:lnTo>
                    <a:pt x="270001" y="37632"/>
                  </a:lnTo>
                  <a:lnTo>
                    <a:pt x="265853" y="34342"/>
                  </a:lnTo>
                  <a:lnTo>
                    <a:pt x="261603" y="31184"/>
                  </a:lnTo>
                  <a:lnTo>
                    <a:pt x="257256" y="28163"/>
                  </a:lnTo>
                  <a:lnTo>
                    <a:pt x="252814" y="25281"/>
                  </a:lnTo>
                  <a:lnTo>
                    <a:pt x="248284" y="22541"/>
                  </a:lnTo>
                  <a:lnTo>
                    <a:pt x="243670" y="19946"/>
                  </a:lnTo>
                  <a:lnTo>
                    <a:pt x="238975" y="17498"/>
                  </a:lnTo>
                  <a:lnTo>
                    <a:pt x="234205" y="15200"/>
                  </a:lnTo>
                  <a:lnTo>
                    <a:pt x="229365" y="13055"/>
                  </a:lnTo>
                  <a:lnTo>
                    <a:pt x="224460" y="11063"/>
                  </a:lnTo>
                  <a:lnTo>
                    <a:pt x="219494" y="9228"/>
                  </a:lnTo>
                  <a:lnTo>
                    <a:pt x="214472" y="7552"/>
                  </a:lnTo>
                  <a:lnTo>
                    <a:pt x="209400" y="6035"/>
                  </a:lnTo>
                  <a:lnTo>
                    <a:pt x="204282" y="4679"/>
                  </a:lnTo>
                  <a:lnTo>
                    <a:pt x="199124" y="3486"/>
                  </a:lnTo>
                  <a:lnTo>
                    <a:pt x="193930" y="2457"/>
                  </a:lnTo>
                  <a:lnTo>
                    <a:pt x="188707" y="1593"/>
                  </a:lnTo>
                  <a:lnTo>
                    <a:pt x="183459" y="895"/>
                  </a:lnTo>
                  <a:lnTo>
                    <a:pt x="178191" y="364"/>
                  </a:lnTo>
                  <a:lnTo>
                    <a:pt x="172909" y="0"/>
                  </a:lnTo>
                  <a:lnTo>
                    <a:pt x="164045" y="1669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8864" cy="167167"/>
            </a:xfrm>
            <a:custGeom>
              <a:avLst/>
              <a:pathLst>
                <a:path w="8864" h="167167">
                  <a:moveTo>
                    <a:pt x="8864" y="2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2153" y="1322571"/>
              <a:ext cx="56567" cy="167167"/>
            </a:xfrm>
            <a:custGeom>
              <a:avLst/>
              <a:pathLst>
                <a:path w="56567" h="167167">
                  <a:moveTo>
                    <a:pt x="56567" y="0"/>
                  </a:moveTo>
                  <a:lnTo>
                    <a:pt x="50157" y="122"/>
                  </a:lnTo>
                  <a:lnTo>
                    <a:pt x="43756" y="491"/>
                  </a:lnTo>
                  <a:lnTo>
                    <a:pt x="37374" y="1105"/>
                  </a:lnTo>
                  <a:lnTo>
                    <a:pt x="31020" y="1963"/>
                  </a:lnTo>
                  <a:lnTo>
                    <a:pt x="24704" y="3064"/>
                  </a:lnTo>
                  <a:lnTo>
                    <a:pt x="18434" y="4407"/>
                  </a:lnTo>
                  <a:lnTo>
                    <a:pt x="12221" y="5989"/>
                  </a:lnTo>
                  <a:lnTo>
                    <a:pt x="6073" y="7808"/>
                  </a:lnTo>
                  <a:lnTo>
                    <a:pt x="0" y="9861"/>
                  </a:lnTo>
                  <a:lnTo>
                    <a:pt x="565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32153" y="1332433"/>
              <a:ext cx="56567" cy="157305"/>
            </a:xfrm>
            <a:custGeom>
              <a:avLst/>
              <a:pathLst>
                <a:path w="56567" h="157305">
                  <a:moveTo>
                    <a:pt x="0" y="0"/>
                  </a:moveTo>
                  <a:lnTo>
                    <a:pt x="56567" y="1573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321564" y="1332433"/>
              <a:ext cx="334313" cy="324471"/>
            </a:xfrm>
            <a:custGeom>
              <a:avLst/>
              <a:pathLst>
                <a:path w="334313" h="324471">
                  <a:moveTo>
                    <a:pt x="110588" y="0"/>
                  </a:moveTo>
                  <a:lnTo>
                    <a:pt x="105627" y="1873"/>
                  </a:lnTo>
                  <a:lnTo>
                    <a:pt x="100727" y="3903"/>
                  </a:lnTo>
                  <a:lnTo>
                    <a:pt x="95895" y="6087"/>
                  </a:lnTo>
                  <a:lnTo>
                    <a:pt x="91134" y="8424"/>
                  </a:lnTo>
                  <a:lnTo>
                    <a:pt x="86449" y="10910"/>
                  </a:lnTo>
                  <a:lnTo>
                    <a:pt x="81846" y="13544"/>
                  </a:lnTo>
                  <a:lnTo>
                    <a:pt x="77329" y="16322"/>
                  </a:lnTo>
                  <a:lnTo>
                    <a:pt x="72902" y="19243"/>
                  </a:lnTo>
                  <a:lnTo>
                    <a:pt x="68570" y="22302"/>
                  </a:lnTo>
                  <a:lnTo>
                    <a:pt x="64337" y="25497"/>
                  </a:lnTo>
                  <a:lnTo>
                    <a:pt x="60208" y="28825"/>
                  </a:lnTo>
                  <a:lnTo>
                    <a:pt x="56186" y="32282"/>
                  </a:lnTo>
                  <a:lnTo>
                    <a:pt x="52276" y="35865"/>
                  </a:lnTo>
                  <a:lnTo>
                    <a:pt x="48482" y="39570"/>
                  </a:lnTo>
                  <a:lnTo>
                    <a:pt x="44807" y="43394"/>
                  </a:lnTo>
                  <a:lnTo>
                    <a:pt x="41255" y="47332"/>
                  </a:lnTo>
                  <a:lnTo>
                    <a:pt x="37830" y="51381"/>
                  </a:lnTo>
                  <a:lnTo>
                    <a:pt x="34535" y="55537"/>
                  </a:lnTo>
                  <a:lnTo>
                    <a:pt x="31374" y="59795"/>
                  </a:lnTo>
                  <a:lnTo>
                    <a:pt x="28349" y="64151"/>
                  </a:lnTo>
                  <a:lnTo>
                    <a:pt x="25464" y="68601"/>
                  </a:lnTo>
                  <a:lnTo>
                    <a:pt x="22721" y="73141"/>
                  </a:lnTo>
                  <a:lnTo>
                    <a:pt x="20124" y="77764"/>
                  </a:lnTo>
                  <a:lnTo>
                    <a:pt x="17675" y="82468"/>
                  </a:lnTo>
                  <a:lnTo>
                    <a:pt x="15376" y="87248"/>
                  </a:lnTo>
                  <a:lnTo>
                    <a:pt x="13230" y="92098"/>
                  </a:lnTo>
                  <a:lnTo>
                    <a:pt x="11239" y="97013"/>
                  </a:lnTo>
                  <a:lnTo>
                    <a:pt x="9405" y="101989"/>
                  </a:lnTo>
                  <a:lnTo>
                    <a:pt x="7730" y="107021"/>
                  </a:lnTo>
                  <a:lnTo>
                    <a:pt x="6215" y="112103"/>
                  </a:lnTo>
                  <a:lnTo>
                    <a:pt x="4862" y="117231"/>
                  </a:lnTo>
                  <a:lnTo>
                    <a:pt x="3673" y="122400"/>
                  </a:lnTo>
                  <a:lnTo>
                    <a:pt x="2648" y="127603"/>
                  </a:lnTo>
                  <a:lnTo>
                    <a:pt x="1789" y="132836"/>
                  </a:lnTo>
                  <a:lnTo>
                    <a:pt x="1096" y="138094"/>
                  </a:lnTo>
                  <a:lnTo>
                    <a:pt x="570" y="143371"/>
                  </a:lnTo>
                  <a:lnTo>
                    <a:pt x="212" y="148663"/>
                  </a:lnTo>
                  <a:lnTo>
                    <a:pt x="21" y="153963"/>
                  </a:lnTo>
                  <a:lnTo>
                    <a:pt x="0" y="159266"/>
                  </a:lnTo>
                  <a:lnTo>
                    <a:pt x="146" y="164567"/>
                  </a:lnTo>
                  <a:lnTo>
                    <a:pt x="460" y="169861"/>
                  </a:lnTo>
                  <a:lnTo>
                    <a:pt x="942" y="175143"/>
                  </a:lnTo>
                  <a:lnTo>
                    <a:pt x="1592" y="180406"/>
                  </a:lnTo>
                  <a:lnTo>
                    <a:pt x="2408" y="185646"/>
                  </a:lnTo>
                  <a:lnTo>
                    <a:pt x="3390" y="190858"/>
                  </a:lnTo>
                  <a:lnTo>
                    <a:pt x="4537" y="196036"/>
                  </a:lnTo>
                  <a:lnTo>
                    <a:pt x="5847" y="201175"/>
                  </a:lnTo>
                  <a:lnTo>
                    <a:pt x="7320" y="206270"/>
                  </a:lnTo>
                  <a:lnTo>
                    <a:pt x="8953" y="211315"/>
                  </a:lnTo>
                  <a:lnTo>
                    <a:pt x="10746" y="216306"/>
                  </a:lnTo>
                  <a:lnTo>
                    <a:pt x="12697" y="221238"/>
                  </a:lnTo>
                  <a:lnTo>
                    <a:pt x="14802" y="226106"/>
                  </a:lnTo>
                  <a:lnTo>
                    <a:pt x="17061" y="230904"/>
                  </a:lnTo>
                  <a:lnTo>
                    <a:pt x="19472" y="235628"/>
                  </a:lnTo>
                  <a:lnTo>
                    <a:pt x="22030" y="240273"/>
                  </a:lnTo>
                  <a:lnTo>
                    <a:pt x="24735" y="244835"/>
                  </a:lnTo>
                  <a:lnTo>
                    <a:pt x="27583" y="249308"/>
                  </a:lnTo>
                  <a:lnTo>
                    <a:pt x="30572" y="253689"/>
                  </a:lnTo>
                  <a:lnTo>
                    <a:pt x="33698" y="257974"/>
                  </a:lnTo>
                  <a:lnTo>
                    <a:pt x="36959" y="262156"/>
                  </a:lnTo>
                  <a:lnTo>
                    <a:pt x="40350" y="266233"/>
                  </a:lnTo>
                  <a:lnTo>
                    <a:pt x="43869" y="270201"/>
                  </a:lnTo>
                  <a:lnTo>
                    <a:pt x="47512" y="274055"/>
                  </a:lnTo>
                  <a:lnTo>
                    <a:pt x="51276" y="277791"/>
                  </a:lnTo>
                  <a:lnTo>
                    <a:pt x="55156" y="281407"/>
                  </a:lnTo>
                  <a:lnTo>
                    <a:pt x="59149" y="284897"/>
                  </a:lnTo>
                  <a:lnTo>
                    <a:pt x="63251" y="288259"/>
                  </a:lnTo>
                  <a:lnTo>
                    <a:pt x="67457" y="291489"/>
                  </a:lnTo>
                  <a:lnTo>
                    <a:pt x="71764" y="294584"/>
                  </a:lnTo>
                  <a:lnTo>
                    <a:pt x="76166" y="297541"/>
                  </a:lnTo>
                  <a:lnTo>
                    <a:pt x="80661" y="300356"/>
                  </a:lnTo>
                  <a:lnTo>
                    <a:pt x="85242" y="303028"/>
                  </a:lnTo>
                  <a:lnTo>
                    <a:pt x="89905" y="305553"/>
                  </a:lnTo>
                  <a:lnTo>
                    <a:pt x="94647" y="307929"/>
                  </a:lnTo>
                  <a:lnTo>
                    <a:pt x="99461" y="310153"/>
                  </a:lnTo>
                  <a:lnTo>
                    <a:pt x="104344" y="312223"/>
                  </a:lnTo>
                  <a:lnTo>
                    <a:pt x="109290" y="314138"/>
                  </a:lnTo>
                  <a:lnTo>
                    <a:pt x="114294" y="315895"/>
                  </a:lnTo>
                  <a:lnTo>
                    <a:pt x="119351" y="317492"/>
                  </a:lnTo>
                  <a:lnTo>
                    <a:pt x="124456" y="318927"/>
                  </a:lnTo>
                  <a:lnTo>
                    <a:pt x="129604" y="320201"/>
                  </a:lnTo>
                  <a:lnTo>
                    <a:pt x="134791" y="321310"/>
                  </a:lnTo>
                  <a:lnTo>
                    <a:pt x="140009" y="322254"/>
                  </a:lnTo>
                  <a:lnTo>
                    <a:pt x="145255" y="323032"/>
                  </a:lnTo>
                  <a:lnTo>
                    <a:pt x="150523" y="323643"/>
                  </a:lnTo>
                  <a:lnTo>
                    <a:pt x="155808" y="324087"/>
                  </a:lnTo>
                  <a:lnTo>
                    <a:pt x="161104" y="324363"/>
                  </a:lnTo>
                  <a:lnTo>
                    <a:pt x="166406" y="324471"/>
                  </a:lnTo>
                  <a:lnTo>
                    <a:pt x="171709" y="324411"/>
                  </a:lnTo>
                  <a:lnTo>
                    <a:pt x="177008" y="324182"/>
                  </a:lnTo>
                  <a:lnTo>
                    <a:pt x="182296" y="323786"/>
                  </a:lnTo>
                  <a:lnTo>
                    <a:pt x="187570" y="323222"/>
                  </a:lnTo>
                  <a:lnTo>
                    <a:pt x="192822" y="322490"/>
                  </a:lnTo>
                  <a:lnTo>
                    <a:pt x="198049" y="321593"/>
                  </a:lnTo>
                  <a:lnTo>
                    <a:pt x="203245" y="320530"/>
                  </a:lnTo>
                  <a:lnTo>
                    <a:pt x="208405" y="319304"/>
                  </a:lnTo>
                  <a:lnTo>
                    <a:pt x="213523" y="317914"/>
                  </a:lnTo>
                  <a:lnTo>
                    <a:pt x="218594" y="316362"/>
                  </a:lnTo>
                  <a:lnTo>
                    <a:pt x="223613" y="314650"/>
                  </a:lnTo>
                  <a:lnTo>
                    <a:pt x="228576" y="312780"/>
                  </a:lnTo>
                  <a:lnTo>
                    <a:pt x="233477" y="310754"/>
                  </a:lnTo>
                  <a:lnTo>
                    <a:pt x="238311" y="308573"/>
                  </a:lnTo>
                  <a:lnTo>
                    <a:pt x="243074" y="306239"/>
                  </a:lnTo>
                  <a:lnTo>
                    <a:pt x="247760" y="303756"/>
                  </a:lnTo>
                  <a:lnTo>
                    <a:pt x="252365" y="301126"/>
                  </a:lnTo>
                  <a:lnTo>
                    <a:pt x="256884" y="298350"/>
                  </a:lnTo>
                  <a:lnTo>
                    <a:pt x="261313" y="295433"/>
                  </a:lnTo>
                  <a:lnTo>
                    <a:pt x="265647" y="292377"/>
                  </a:lnTo>
                  <a:lnTo>
                    <a:pt x="269882" y="289185"/>
                  </a:lnTo>
                  <a:lnTo>
                    <a:pt x="274014" y="285860"/>
                  </a:lnTo>
                  <a:lnTo>
                    <a:pt x="278038" y="282405"/>
                  </a:lnTo>
                  <a:lnTo>
                    <a:pt x="281950" y="278825"/>
                  </a:lnTo>
                  <a:lnTo>
                    <a:pt x="285747" y="275122"/>
                  </a:lnTo>
                  <a:lnTo>
                    <a:pt x="289425" y="271301"/>
                  </a:lnTo>
                  <a:lnTo>
                    <a:pt x="292980" y="267365"/>
                  </a:lnTo>
                  <a:lnTo>
                    <a:pt x="296407" y="263319"/>
                  </a:lnTo>
                  <a:lnTo>
                    <a:pt x="299705" y="259165"/>
                  </a:lnTo>
                  <a:lnTo>
                    <a:pt x="302870" y="254910"/>
                  </a:lnTo>
                  <a:lnTo>
                    <a:pt x="305897" y="250556"/>
                  </a:lnTo>
                  <a:lnTo>
                    <a:pt x="308786" y="246108"/>
                  </a:lnTo>
                  <a:lnTo>
                    <a:pt x="311531" y="241570"/>
                  </a:lnTo>
                  <a:lnTo>
                    <a:pt x="314132" y="236948"/>
                  </a:lnTo>
                  <a:lnTo>
                    <a:pt x="316584" y="232246"/>
                  </a:lnTo>
                  <a:lnTo>
                    <a:pt x="318886" y="227468"/>
                  </a:lnTo>
                  <a:lnTo>
                    <a:pt x="321035" y="222620"/>
                  </a:lnTo>
                  <a:lnTo>
                    <a:pt x="323030" y="217706"/>
                  </a:lnTo>
                  <a:lnTo>
                    <a:pt x="324867" y="212731"/>
                  </a:lnTo>
                  <a:lnTo>
                    <a:pt x="326546" y="207700"/>
                  </a:lnTo>
                  <a:lnTo>
                    <a:pt x="328064" y="202619"/>
                  </a:lnTo>
                  <a:lnTo>
                    <a:pt x="329421" y="197492"/>
                  </a:lnTo>
                  <a:lnTo>
                    <a:pt x="330614" y="192324"/>
                  </a:lnTo>
                  <a:lnTo>
                    <a:pt x="331642" y="187122"/>
                  </a:lnTo>
                  <a:lnTo>
                    <a:pt x="332505" y="181889"/>
                  </a:lnTo>
                  <a:lnTo>
                    <a:pt x="333202" y="176632"/>
                  </a:lnTo>
                  <a:lnTo>
                    <a:pt x="333731" y="171355"/>
                  </a:lnTo>
                  <a:lnTo>
                    <a:pt x="334093" y="166064"/>
                  </a:lnTo>
                  <a:lnTo>
                    <a:pt x="334287" y="160764"/>
                  </a:lnTo>
                  <a:lnTo>
                    <a:pt x="334313" y="155461"/>
                  </a:lnTo>
                  <a:lnTo>
                    <a:pt x="334170" y="150159"/>
                  </a:lnTo>
                  <a:lnTo>
                    <a:pt x="333859" y="144865"/>
                  </a:lnTo>
                  <a:lnTo>
                    <a:pt x="333381" y="139583"/>
                  </a:lnTo>
                  <a:lnTo>
                    <a:pt x="332735" y="134319"/>
                  </a:lnTo>
                  <a:lnTo>
                    <a:pt x="331923" y="129078"/>
                  </a:lnTo>
                  <a:lnTo>
                    <a:pt x="330944" y="123866"/>
                  </a:lnTo>
                  <a:lnTo>
                    <a:pt x="329801" y="118687"/>
                  </a:lnTo>
                  <a:lnTo>
                    <a:pt x="328494" y="113548"/>
                  </a:lnTo>
                  <a:lnTo>
                    <a:pt x="327025" y="108452"/>
                  </a:lnTo>
                  <a:lnTo>
                    <a:pt x="325395" y="103405"/>
                  </a:lnTo>
                  <a:lnTo>
                    <a:pt x="323606" y="98413"/>
                  </a:lnTo>
                  <a:lnTo>
                    <a:pt x="321659" y="93480"/>
                  </a:lnTo>
                  <a:lnTo>
                    <a:pt x="319556" y="88611"/>
                  </a:lnTo>
                  <a:lnTo>
                    <a:pt x="317301" y="83811"/>
                  </a:lnTo>
                  <a:lnTo>
                    <a:pt x="314894" y="79085"/>
                  </a:lnTo>
                  <a:lnTo>
                    <a:pt x="312338" y="74438"/>
                  </a:lnTo>
                  <a:lnTo>
                    <a:pt x="309636" y="69875"/>
                  </a:lnTo>
                  <a:lnTo>
                    <a:pt x="306791" y="65399"/>
                  </a:lnTo>
                  <a:lnTo>
                    <a:pt x="303806" y="61016"/>
                  </a:lnTo>
                  <a:lnTo>
                    <a:pt x="300683" y="56730"/>
                  </a:lnTo>
                  <a:lnTo>
                    <a:pt x="297425" y="52545"/>
                  </a:lnTo>
                  <a:lnTo>
                    <a:pt x="294036" y="48465"/>
                  </a:lnTo>
                  <a:lnTo>
                    <a:pt x="290520" y="44495"/>
                  </a:lnTo>
                  <a:lnTo>
                    <a:pt x="286880" y="40639"/>
                  </a:lnTo>
                  <a:lnTo>
                    <a:pt x="283119" y="36900"/>
                  </a:lnTo>
                  <a:lnTo>
                    <a:pt x="279241" y="33282"/>
                  </a:lnTo>
                  <a:lnTo>
                    <a:pt x="275250" y="29789"/>
                  </a:lnTo>
                  <a:lnTo>
                    <a:pt x="271151" y="26424"/>
                  </a:lnTo>
                  <a:lnTo>
                    <a:pt x="266947" y="23191"/>
                  </a:lnTo>
                  <a:lnTo>
                    <a:pt x="262642" y="20093"/>
                  </a:lnTo>
                  <a:lnTo>
                    <a:pt x="258242" y="17133"/>
                  </a:lnTo>
                  <a:lnTo>
                    <a:pt x="253750" y="14314"/>
                  </a:lnTo>
                  <a:lnTo>
                    <a:pt x="249170" y="11639"/>
                  </a:lnTo>
                  <a:lnTo>
                    <a:pt x="244508" y="9111"/>
                  </a:lnTo>
                  <a:lnTo>
                    <a:pt x="239769" y="6732"/>
                  </a:lnTo>
                  <a:lnTo>
                    <a:pt x="234956" y="4504"/>
                  </a:lnTo>
                  <a:lnTo>
                    <a:pt x="230075" y="2431"/>
                  </a:lnTo>
                  <a:lnTo>
                    <a:pt x="225130" y="513"/>
                  </a:lnTo>
                  <a:lnTo>
                    <a:pt x="167155" y="1573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57974" cy="167167"/>
            </a:xfrm>
            <a:custGeom>
              <a:avLst/>
              <a:pathLst>
                <a:path w="57974" h="167167">
                  <a:moveTo>
                    <a:pt x="57974" y="10374"/>
                  </a:moveTo>
                  <a:lnTo>
                    <a:pt x="52386" y="8420"/>
                  </a:lnTo>
                  <a:lnTo>
                    <a:pt x="46732" y="6665"/>
                  </a:lnTo>
                  <a:lnTo>
                    <a:pt x="41020" y="5110"/>
                  </a:lnTo>
                  <a:lnTo>
                    <a:pt x="35256" y="3760"/>
                  </a:lnTo>
                  <a:lnTo>
                    <a:pt x="29447" y="2614"/>
                  </a:lnTo>
                  <a:lnTo>
                    <a:pt x="23602" y="1674"/>
                  </a:lnTo>
                  <a:lnTo>
                    <a:pt x="17728" y="942"/>
                  </a:lnTo>
                  <a:lnTo>
                    <a:pt x="11831" y="419"/>
                  </a:lnTo>
                  <a:lnTo>
                    <a:pt x="5919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6848" y="1681503"/>
              <a:ext cx="39676" cy="167167"/>
            </a:xfrm>
            <a:custGeom>
              <a:avLst/>
              <a:pathLst>
                <a:path w="39676" h="167167">
                  <a:moveTo>
                    <a:pt x="39676" y="0"/>
                  </a:moveTo>
                  <a:lnTo>
                    <a:pt x="33002" y="133"/>
                  </a:lnTo>
                  <a:lnTo>
                    <a:pt x="26337" y="533"/>
                  </a:lnTo>
                  <a:lnTo>
                    <a:pt x="19695" y="1198"/>
                  </a:lnTo>
                  <a:lnTo>
                    <a:pt x="13084" y="2128"/>
                  </a:lnTo>
                  <a:lnTo>
                    <a:pt x="6515" y="3322"/>
                  </a:lnTo>
                  <a:lnTo>
                    <a:pt x="0" y="4776"/>
                  </a:lnTo>
                  <a:lnTo>
                    <a:pt x="396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46848" y="1686280"/>
              <a:ext cx="39676" cy="162390"/>
            </a:xfrm>
            <a:custGeom>
              <a:avLst/>
              <a:pathLst>
                <a:path w="39676" h="162390">
                  <a:moveTo>
                    <a:pt x="0" y="0"/>
                  </a:moveTo>
                  <a:lnTo>
                    <a:pt x="39676" y="1623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989814" y="1686280"/>
              <a:ext cx="96710" cy="162390"/>
            </a:xfrm>
            <a:custGeom>
              <a:avLst/>
              <a:pathLst>
                <a:path w="96710" h="162390">
                  <a:moveTo>
                    <a:pt x="57033" y="0"/>
                  </a:moveTo>
                  <a:lnTo>
                    <a:pt x="51488" y="1456"/>
                  </a:lnTo>
                  <a:lnTo>
                    <a:pt x="45996" y="3101"/>
                  </a:lnTo>
                  <a:lnTo>
                    <a:pt x="40563" y="4934"/>
                  </a:lnTo>
                  <a:lnTo>
                    <a:pt x="35197" y="6952"/>
                  </a:lnTo>
                  <a:lnTo>
                    <a:pt x="29903" y="9153"/>
                  </a:lnTo>
                  <a:lnTo>
                    <a:pt x="24687" y="11534"/>
                  </a:lnTo>
                  <a:lnTo>
                    <a:pt x="19556" y="14092"/>
                  </a:lnTo>
                  <a:lnTo>
                    <a:pt x="14516" y="16825"/>
                  </a:lnTo>
                  <a:lnTo>
                    <a:pt x="9573" y="19729"/>
                  </a:lnTo>
                  <a:lnTo>
                    <a:pt x="4732" y="22801"/>
                  </a:lnTo>
                  <a:lnTo>
                    <a:pt x="0" y="26038"/>
                  </a:lnTo>
                  <a:lnTo>
                    <a:pt x="96710" y="1623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919359" y="1681503"/>
              <a:ext cx="334321" cy="334329"/>
            </a:xfrm>
            <a:custGeom>
              <a:avLst/>
              <a:pathLst>
                <a:path w="334321" h="334329">
                  <a:moveTo>
                    <a:pt x="70455" y="30814"/>
                  </a:moveTo>
                  <a:lnTo>
                    <a:pt x="66188" y="33944"/>
                  </a:lnTo>
                  <a:lnTo>
                    <a:pt x="62022" y="37206"/>
                  </a:lnTo>
                  <a:lnTo>
                    <a:pt x="57961" y="40599"/>
                  </a:lnTo>
                  <a:lnTo>
                    <a:pt x="54010" y="44119"/>
                  </a:lnTo>
                  <a:lnTo>
                    <a:pt x="50172" y="47762"/>
                  </a:lnTo>
                  <a:lnTo>
                    <a:pt x="46452" y="51524"/>
                  </a:lnTo>
                  <a:lnTo>
                    <a:pt x="42852" y="55403"/>
                  </a:lnTo>
                  <a:lnTo>
                    <a:pt x="39377" y="59393"/>
                  </a:lnTo>
                  <a:lnTo>
                    <a:pt x="36030" y="63492"/>
                  </a:lnTo>
                  <a:lnTo>
                    <a:pt x="32815" y="67694"/>
                  </a:lnTo>
                  <a:lnTo>
                    <a:pt x="29734" y="71996"/>
                  </a:lnTo>
                  <a:lnTo>
                    <a:pt x="26790" y="76394"/>
                  </a:lnTo>
                  <a:lnTo>
                    <a:pt x="23988" y="80882"/>
                  </a:lnTo>
                  <a:lnTo>
                    <a:pt x="21329" y="85457"/>
                  </a:lnTo>
                  <a:lnTo>
                    <a:pt x="18816" y="90113"/>
                  </a:lnTo>
                  <a:lnTo>
                    <a:pt x="16451" y="94847"/>
                  </a:lnTo>
                  <a:lnTo>
                    <a:pt x="14238" y="99654"/>
                  </a:lnTo>
                  <a:lnTo>
                    <a:pt x="12178" y="104527"/>
                  </a:lnTo>
                  <a:lnTo>
                    <a:pt x="10273" y="109464"/>
                  </a:lnTo>
                  <a:lnTo>
                    <a:pt x="8525" y="114459"/>
                  </a:lnTo>
                  <a:lnTo>
                    <a:pt x="6936" y="119506"/>
                  </a:lnTo>
                  <a:lnTo>
                    <a:pt x="5508" y="124601"/>
                  </a:lnTo>
                  <a:lnTo>
                    <a:pt x="4242" y="129739"/>
                  </a:lnTo>
                  <a:lnTo>
                    <a:pt x="3139" y="134914"/>
                  </a:lnTo>
                  <a:lnTo>
                    <a:pt x="2200" y="140122"/>
                  </a:lnTo>
                  <a:lnTo>
                    <a:pt x="1427" y="145356"/>
                  </a:lnTo>
                  <a:lnTo>
                    <a:pt x="820" y="150613"/>
                  </a:lnTo>
                  <a:lnTo>
                    <a:pt x="379" y="155886"/>
                  </a:lnTo>
                  <a:lnTo>
                    <a:pt x="106" y="161170"/>
                  </a:lnTo>
                  <a:lnTo>
                    <a:pt x="0" y="166461"/>
                  </a:lnTo>
                  <a:lnTo>
                    <a:pt x="61" y="171752"/>
                  </a:lnTo>
                  <a:lnTo>
                    <a:pt x="290" y="177039"/>
                  </a:lnTo>
                  <a:lnTo>
                    <a:pt x="686" y="182315"/>
                  </a:lnTo>
                  <a:lnTo>
                    <a:pt x="1249" y="187577"/>
                  </a:lnTo>
                  <a:lnTo>
                    <a:pt x="1978" y="192818"/>
                  </a:lnTo>
                  <a:lnTo>
                    <a:pt x="2872" y="198033"/>
                  </a:lnTo>
                  <a:lnTo>
                    <a:pt x="3932" y="203217"/>
                  </a:lnTo>
                  <a:lnTo>
                    <a:pt x="5154" y="208366"/>
                  </a:lnTo>
                  <a:lnTo>
                    <a:pt x="6539" y="213473"/>
                  </a:lnTo>
                  <a:lnTo>
                    <a:pt x="8085" y="218533"/>
                  </a:lnTo>
                  <a:lnTo>
                    <a:pt x="9791" y="223542"/>
                  </a:lnTo>
                  <a:lnTo>
                    <a:pt x="11654" y="228495"/>
                  </a:lnTo>
                  <a:lnTo>
                    <a:pt x="13673" y="233386"/>
                  </a:lnTo>
                  <a:lnTo>
                    <a:pt x="15846" y="238211"/>
                  </a:lnTo>
                  <a:lnTo>
                    <a:pt x="18170" y="242965"/>
                  </a:lnTo>
                  <a:lnTo>
                    <a:pt x="20644" y="247642"/>
                  </a:lnTo>
                  <a:lnTo>
                    <a:pt x="23264" y="252239"/>
                  </a:lnTo>
                  <a:lnTo>
                    <a:pt x="26029" y="256751"/>
                  </a:lnTo>
                  <a:lnTo>
                    <a:pt x="28935" y="261173"/>
                  </a:lnTo>
                  <a:lnTo>
                    <a:pt x="31979" y="265501"/>
                  </a:lnTo>
                  <a:lnTo>
                    <a:pt x="35159" y="269731"/>
                  </a:lnTo>
                  <a:lnTo>
                    <a:pt x="38471" y="273857"/>
                  </a:lnTo>
                  <a:lnTo>
                    <a:pt x="41913" y="277877"/>
                  </a:lnTo>
                  <a:lnTo>
                    <a:pt x="45479" y="281786"/>
                  </a:lnTo>
                  <a:lnTo>
                    <a:pt x="49168" y="285580"/>
                  </a:lnTo>
                  <a:lnTo>
                    <a:pt x="52975" y="289255"/>
                  </a:lnTo>
                  <a:lnTo>
                    <a:pt x="56896" y="292808"/>
                  </a:lnTo>
                  <a:lnTo>
                    <a:pt x="60928" y="296235"/>
                  </a:lnTo>
                  <a:lnTo>
                    <a:pt x="65066" y="299533"/>
                  </a:lnTo>
                  <a:lnTo>
                    <a:pt x="69307" y="302698"/>
                  </a:lnTo>
                  <a:lnTo>
                    <a:pt x="73645" y="305727"/>
                  </a:lnTo>
                  <a:lnTo>
                    <a:pt x="78077" y="308618"/>
                  </a:lnTo>
                  <a:lnTo>
                    <a:pt x="82599" y="311366"/>
                  </a:lnTo>
                  <a:lnTo>
                    <a:pt x="87205" y="313971"/>
                  </a:lnTo>
                  <a:lnTo>
                    <a:pt x="91892" y="316428"/>
                  </a:lnTo>
                  <a:lnTo>
                    <a:pt x="96653" y="318735"/>
                  </a:lnTo>
                  <a:lnTo>
                    <a:pt x="101486" y="320891"/>
                  </a:lnTo>
                  <a:lnTo>
                    <a:pt x="106384" y="322893"/>
                  </a:lnTo>
                  <a:lnTo>
                    <a:pt x="111343" y="324739"/>
                  </a:lnTo>
                  <a:lnTo>
                    <a:pt x="116358" y="326426"/>
                  </a:lnTo>
                  <a:lnTo>
                    <a:pt x="121424" y="327955"/>
                  </a:lnTo>
                  <a:lnTo>
                    <a:pt x="126536" y="329322"/>
                  </a:lnTo>
                  <a:lnTo>
                    <a:pt x="131689" y="330527"/>
                  </a:lnTo>
                  <a:lnTo>
                    <a:pt x="136877" y="331567"/>
                  </a:lnTo>
                  <a:lnTo>
                    <a:pt x="142095" y="332444"/>
                  </a:lnTo>
                  <a:lnTo>
                    <a:pt x="147339" y="333154"/>
                  </a:lnTo>
                  <a:lnTo>
                    <a:pt x="152602" y="333699"/>
                  </a:lnTo>
                  <a:lnTo>
                    <a:pt x="157880" y="334076"/>
                  </a:lnTo>
                  <a:lnTo>
                    <a:pt x="163167" y="334287"/>
                  </a:lnTo>
                  <a:lnTo>
                    <a:pt x="168459" y="334329"/>
                  </a:lnTo>
                  <a:lnTo>
                    <a:pt x="173749" y="334205"/>
                  </a:lnTo>
                  <a:lnTo>
                    <a:pt x="179032" y="333913"/>
                  </a:lnTo>
                  <a:lnTo>
                    <a:pt x="184304" y="333454"/>
                  </a:lnTo>
                  <a:lnTo>
                    <a:pt x="189558" y="332828"/>
                  </a:lnTo>
                  <a:lnTo>
                    <a:pt x="194790" y="332036"/>
                  </a:lnTo>
                  <a:lnTo>
                    <a:pt x="199994" y="331079"/>
                  </a:lnTo>
                  <a:lnTo>
                    <a:pt x="205165" y="329958"/>
                  </a:lnTo>
                  <a:lnTo>
                    <a:pt x="210299" y="328674"/>
                  </a:lnTo>
                  <a:lnTo>
                    <a:pt x="215389" y="327228"/>
                  </a:lnTo>
                  <a:lnTo>
                    <a:pt x="220431" y="325621"/>
                  </a:lnTo>
                  <a:lnTo>
                    <a:pt x="225419" y="323856"/>
                  </a:lnTo>
                  <a:lnTo>
                    <a:pt x="230349" y="321934"/>
                  </a:lnTo>
                  <a:lnTo>
                    <a:pt x="235216" y="319857"/>
                  </a:lnTo>
                  <a:lnTo>
                    <a:pt x="240014" y="317626"/>
                  </a:lnTo>
                  <a:lnTo>
                    <a:pt x="244740" y="315245"/>
                  </a:lnTo>
                  <a:lnTo>
                    <a:pt x="249387" y="312716"/>
                  </a:lnTo>
                  <a:lnTo>
                    <a:pt x="253953" y="310041"/>
                  </a:lnTo>
                  <a:lnTo>
                    <a:pt x="258431" y="307222"/>
                  </a:lnTo>
                  <a:lnTo>
                    <a:pt x="262818" y="304264"/>
                  </a:lnTo>
                  <a:lnTo>
                    <a:pt x="267109" y="301167"/>
                  </a:lnTo>
                  <a:lnTo>
                    <a:pt x="271300" y="297937"/>
                  </a:lnTo>
                  <a:lnTo>
                    <a:pt x="275387" y="294576"/>
                  </a:lnTo>
                  <a:lnTo>
                    <a:pt x="279365" y="291087"/>
                  </a:lnTo>
                  <a:lnTo>
                    <a:pt x="283231" y="287474"/>
                  </a:lnTo>
                  <a:lnTo>
                    <a:pt x="286981" y="283740"/>
                  </a:lnTo>
                  <a:lnTo>
                    <a:pt x="290610" y="279889"/>
                  </a:lnTo>
                  <a:lnTo>
                    <a:pt x="294116" y="275926"/>
                  </a:lnTo>
                  <a:lnTo>
                    <a:pt x="297495" y="271853"/>
                  </a:lnTo>
                  <a:lnTo>
                    <a:pt x="300743" y="267676"/>
                  </a:lnTo>
                  <a:lnTo>
                    <a:pt x="303857" y="263398"/>
                  </a:lnTo>
                  <a:lnTo>
                    <a:pt x="306834" y="259023"/>
                  </a:lnTo>
                  <a:lnTo>
                    <a:pt x="309671" y="254557"/>
                  </a:lnTo>
                  <a:lnTo>
                    <a:pt x="312366" y="250003"/>
                  </a:lnTo>
                  <a:lnTo>
                    <a:pt x="314915" y="245366"/>
                  </a:lnTo>
                  <a:lnTo>
                    <a:pt x="317316" y="240650"/>
                  </a:lnTo>
                  <a:lnTo>
                    <a:pt x="319566" y="235861"/>
                  </a:lnTo>
                  <a:lnTo>
                    <a:pt x="321664" y="231004"/>
                  </a:lnTo>
                  <a:lnTo>
                    <a:pt x="323607" y="226082"/>
                  </a:lnTo>
                  <a:lnTo>
                    <a:pt x="325393" y="221101"/>
                  </a:lnTo>
                  <a:lnTo>
                    <a:pt x="327021" y="216066"/>
                  </a:lnTo>
                  <a:lnTo>
                    <a:pt x="328489" y="210982"/>
                  </a:lnTo>
                  <a:lnTo>
                    <a:pt x="329795" y="205854"/>
                  </a:lnTo>
                  <a:lnTo>
                    <a:pt x="330938" y="200688"/>
                  </a:lnTo>
                  <a:lnTo>
                    <a:pt x="331916" y="195487"/>
                  </a:lnTo>
                  <a:lnTo>
                    <a:pt x="332730" y="190259"/>
                  </a:lnTo>
                  <a:lnTo>
                    <a:pt x="333378" y="185007"/>
                  </a:lnTo>
                  <a:lnTo>
                    <a:pt x="333860" y="179738"/>
                  </a:lnTo>
                  <a:lnTo>
                    <a:pt x="334174" y="174456"/>
                  </a:lnTo>
                  <a:lnTo>
                    <a:pt x="334321" y="169166"/>
                  </a:lnTo>
                  <a:lnTo>
                    <a:pt x="334300" y="163875"/>
                  </a:lnTo>
                  <a:lnTo>
                    <a:pt x="334113" y="158587"/>
                  </a:lnTo>
                  <a:lnTo>
                    <a:pt x="333757" y="153307"/>
                  </a:lnTo>
                  <a:lnTo>
                    <a:pt x="333235" y="148041"/>
                  </a:lnTo>
                  <a:lnTo>
                    <a:pt x="332547" y="142795"/>
                  </a:lnTo>
                  <a:lnTo>
                    <a:pt x="331692" y="137573"/>
                  </a:lnTo>
                  <a:lnTo>
                    <a:pt x="330673" y="132380"/>
                  </a:lnTo>
                  <a:lnTo>
                    <a:pt x="329490" y="127223"/>
                  </a:lnTo>
                  <a:lnTo>
                    <a:pt x="328145" y="122105"/>
                  </a:lnTo>
                  <a:lnTo>
                    <a:pt x="326638" y="117033"/>
                  </a:lnTo>
                  <a:lnTo>
                    <a:pt x="324971" y="112011"/>
                  </a:lnTo>
                  <a:lnTo>
                    <a:pt x="323147" y="107044"/>
                  </a:lnTo>
                  <a:lnTo>
                    <a:pt x="321166" y="102137"/>
                  </a:lnTo>
                  <a:lnTo>
                    <a:pt x="319030" y="97296"/>
                  </a:lnTo>
                  <a:lnTo>
                    <a:pt x="316743" y="92524"/>
                  </a:lnTo>
                  <a:lnTo>
                    <a:pt x="314305" y="87827"/>
                  </a:lnTo>
                  <a:lnTo>
                    <a:pt x="311721" y="83210"/>
                  </a:lnTo>
                  <a:lnTo>
                    <a:pt x="308991" y="78677"/>
                  </a:lnTo>
                  <a:lnTo>
                    <a:pt x="306119" y="74233"/>
                  </a:lnTo>
                  <a:lnTo>
                    <a:pt x="303108" y="69881"/>
                  </a:lnTo>
                  <a:lnTo>
                    <a:pt x="299961" y="65628"/>
                  </a:lnTo>
                  <a:lnTo>
                    <a:pt x="296681" y="61475"/>
                  </a:lnTo>
                  <a:lnTo>
                    <a:pt x="293271" y="57429"/>
                  </a:lnTo>
                  <a:lnTo>
                    <a:pt x="289735" y="53493"/>
                  </a:lnTo>
                  <a:lnTo>
                    <a:pt x="286075" y="49671"/>
                  </a:lnTo>
                  <a:lnTo>
                    <a:pt x="282297" y="45966"/>
                  </a:lnTo>
                  <a:lnTo>
                    <a:pt x="278403" y="42383"/>
                  </a:lnTo>
                  <a:lnTo>
                    <a:pt x="274398" y="38925"/>
                  </a:lnTo>
                  <a:lnTo>
                    <a:pt x="270286" y="35595"/>
                  </a:lnTo>
                  <a:lnTo>
                    <a:pt x="266070" y="32397"/>
                  </a:lnTo>
                  <a:lnTo>
                    <a:pt x="261755" y="29334"/>
                  </a:lnTo>
                  <a:lnTo>
                    <a:pt x="257345" y="26410"/>
                  </a:lnTo>
                  <a:lnTo>
                    <a:pt x="252845" y="23626"/>
                  </a:lnTo>
                  <a:lnTo>
                    <a:pt x="248259" y="20986"/>
                  </a:lnTo>
                  <a:lnTo>
                    <a:pt x="243592" y="18493"/>
                  </a:lnTo>
                  <a:lnTo>
                    <a:pt x="238848" y="16149"/>
                  </a:lnTo>
                  <a:lnTo>
                    <a:pt x="234032" y="13955"/>
                  </a:lnTo>
                  <a:lnTo>
                    <a:pt x="229150" y="11916"/>
                  </a:lnTo>
                  <a:lnTo>
                    <a:pt x="224205" y="10032"/>
                  </a:lnTo>
                  <a:lnTo>
                    <a:pt x="219203" y="8305"/>
                  </a:lnTo>
                  <a:lnTo>
                    <a:pt x="214149" y="6738"/>
                  </a:lnTo>
                  <a:lnTo>
                    <a:pt x="209048" y="5331"/>
                  </a:lnTo>
                  <a:lnTo>
                    <a:pt x="203905" y="4087"/>
                  </a:lnTo>
                  <a:lnTo>
                    <a:pt x="198725" y="3006"/>
                  </a:lnTo>
                  <a:lnTo>
                    <a:pt x="193514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839" y="2126963"/>
              <a:ext cx="29447" cy="167167"/>
            </a:xfrm>
            <a:custGeom>
              <a:avLst/>
              <a:pathLst>
                <a:path w="29447" h="167167">
                  <a:moveTo>
                    <a:pt x="29447" y="0"/>
                  </a:moveTo>
                  <a:lnTo>
                    <a:pt x="22049" y="163"/>
                  </a:lnTo>
                  <a:lnTo>
                    <a:pt x="14666" y="654"/>
                  </a:lnTo>
                  <a:lnTo>
                    <a:pt x="7311" y="1472"/>
                  </a:lnTo>
                  <a:lnTo>
                    <a:pt x="0" y="2614"/>
                  </a:lnTo>
                  <a:lnTo>
                    <a:pt x="294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51839" y="2129577"/>
              <a:ext cx="29447" cy="164553"/>
            </a:xfrm>
            <a:custGeom>
              <a:avLst/>
              <a:pathLst>
                <a:path w="29447" h="164553">
                  <a:moveTo>
                    <a:pt x="0" y="0"/>
                  </a:moveTo>
                  <a:lnTo>
                    <a:pt x="29447" y="1645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614121" y="2128512"/>
              <a:ext cx="334319" cy="332784"/>
            </a:xfrm>
            <a:custGeom>
              <a:avLst/>
              <a:pathLst>
                <a:path w="334319" h="332784">
                  <a:moveTo>
                    <a:pt x="137718" y="1065"/>
                  </a:moveTo>
                  <a:lnTo>
                    <a:pt x="132536" y="2077"/>
                  </a:lnTo>
                  <a:lnTo>
                    <a:pt x="127388" y="3253"/>
                  </a:lnTo>
                  <a:lnTo>
                    <a:pt x="122280" y="4590"/>
                  </a:lnTo>
                  <a:lnTo>
                    <a:pt x="117217" y="6088"/>
                  </a:lnTo>
                  <a:lnTo>
                    <a:pt x="112204" y="7745"/>
                  </a:lnTo>
                  <a:lnTo>
                    <a:pt x="107245" y="9559"/>
                  </a:lnTo>
                  <a:lnTo>
                    <a:pt x="102347" y="11529"/>
                  </a:lnTo>
                  <a:lnTo>
                    <a:pt x="97513" y="13653"/>
                  </a:lnTo>
                  <a:lnTo>
                    <a:pt x="92748" y="15929"/>
                  </a:lnTo>
                  <a:lnTo>
                    <a:pt x="88058" y="18354"/>
                  </a:lnTo>
                  <a:lnTo>
                    <a:pt x="83446" y="20926"/>
                  </a:lnTo>
                  <a:lnTo>
                    <a:pt x="78918" y="23642"/>
                  </a:lnTo>
                  <a:lnTo>
                    <a:pt x="74479" y="26500"/>
                  </a:lnTo>
                  <a:lnTo>
                    <a:pt x="70131" y="29496"/>
                  </a:lnTo>
                  <a:lnTo>
                    <a:pt x="65881" y="32628"/>
                  </a:lnTo>
                  <a:lnTo>
                    <a:pt x="61731" y="35894"/>
                  </a:lnTo>
                  <a:lnTo>
                    <a:pt x="57687" y="39288"/>
                  </a:lnTo>
                  <a:lnTo>
                    <a:pt x="53752" y="42809"/>
                  </a:lnTo>
                  <a:lnTo>
                    <a:pt x="49930" y="46452"/>
                  </a:lnTo>
                  <a:lnTo>
                    <a:pt x="46225" y="50213"/>
                  </a:lnTo>
                  <a:lnTo>
                    <a:pt x="42641" y="54091"/>
                  </a:lnTo>
                  <a:lnTo>
                    <a:pt x="39181" y="58079"/>
                  </a:lnTo>
                  <a:lnTo>
                    <a:pt x="35848" y="62174"/>
                  </a:lnTo>
                  <a:lnTo>
                    <a:pt x="32647" y="66373"/>
                  </a:lnTo>
                  <a:lnTo>
                    <a:pt x="29580" y="70671"/>
                  </a:lnTo>
                  <a:lnTo>
                    <a:pt x="26650" y="75064"/>
                  </a:lnTo>
                  <a:lnTo>
                    <a:pt x="23860" y="79546"/>
                  </a:lnTo>
                  <a:lnTo>
                    <a:pt x="21213" y="84115"/>
                  </a:lnTo>
                  <a:lnTo>
                    <a:pt x="18712" y="88765"/>
                  </a:lnTo>
                  <a:lnTo>
                    <a:pt x="16359" y="93492"/>
                  </a:lnTo>
                  <a:lnTo>
                    <a:pt x="14156" y="98291"/>
                  </a:lnTo>
                  <a:lnTo>
                    <a:pt x="12106" y="103156"/>
                  </a:lnTo>
                  <a:lnTo>
                    <a:pt x="10211" y="108085"/>
                  </a:lnTo>
                  <a:lnTo>
                    <a:pt x="8472" y="113070"/>
                  </a:lnTo>
                  <a:lnTo>
                    <a:pt x="6892" y="118108"/>
                  </a:lnTo>
                  <a:lnTo>
                    <a:pt x="5471" y="123194"/>
                  </a:lnTo>
                  <a:lnTo>
                    <a:pt x="4212" y="128321"/>
                  </a:lnTo>
                  <a:lnTo>
                    <a:pt x="3115" y="133486"/>
                  </a:lnTo>
                  <a:lnTo>
                    <a:pt x="2183" y="138683"/>
                  </a:lnTo>
                  <a:lnTo>
                    <a:pt x="1414" y="143907"/>
                  </a:lnTo>
                  <a:lnTo>
                    <a:pt x="811" y="149153"/>
                  </a:lnTo>
                  <a:lnTo>
                    <a:pt x="374" y="154414"/>
                  </a:lnTo>
                  <a:lnTo>
                    <a:pt x="103" y="159688"/>
                  </a:lnTo>
                  <a:lnTo>
                    <a:pt x="0" y="164967"/>
                  </a:lnTo>
                  <a:lnTo>
                    <a:pt x="62" y="170246"/>
                  </a:lnTo>
                  <a:lnTo>
                    <a:pt x="292" y="175521"/>
                  </a:lnTo>
                  <a:lnTo>
                    <a:pt x="688" y="180786"/>
                  </a:lnTo>
                  <a:lnTo>
                    <a:pt x="1250" y="186037"/>
                  </a:lnTo>
                  <a:lnTo>
                    <a:pt x="1977" y="191266"/>
                  </a:lnTo>
                  <a:lnTo>
                    <a:pt x="2870" y="196470"/>
                  </a:lnTo>
                  <a:lnTo>
                    <a:pt x="3926" y="201644"/>
                  </a:lnTo>
                  <a:lnTo>
                    <a:pt x="5145" y="206781"/>
                  </a:lnTo>
                  <a:lnTo>
                    <a:pt x="6526" y="211877"/>
                  </a:lnTo>
                  <a:lnTo>
                    <a:pt x="8067" y="216927"/>
                  </a:lnTo>
                  <a:lnTo>
                    <a:pt x="9767" y="221926"/>
                  </a:lnTo>
                  <a:lnTo>
                    <a:pt x="11624" y="226869"/>
                  </a:lnTo>
                  <a:lnTo>
                    <a:pt x="13636" y="231751"/>
                  </a:lnTo>
                  <a:lnTo>
                    <a:pt x="15801" y="236567"/>
                  </a:lnTo>
                  <a:lnTo>
                    <a:pt x="18117" y="241312"/>
                  </a:lnTo>
                  <a:lnTo>
                    <a:pt x="20582" y="245981"/>
                  </a:lnTo>
                  <a:lnTo>
                    <a:pt x="23193" y="250570"/>
                  </a:lnTo>
                  <a:lnTo>
                    <a:pt x="25948" y="255075"/>
                  </a:lnTo>
                  <a:lnTo>
                    <a:pt x="28843" y="259490"/>
                  </a:lnTo>
                  <a:lnTo>
                    <a:pt x="31877" y="263812"/>
                  </a:lnTo>
                  <a:lnTo>
                    <a:pt x="35045" y="268035"/>
                  </a:lnTo>
                  <a:lnTo>
                    <a:pt x="38346" y="272157"/>
                  </a:lnTo>
                  <a:lnTo>
                    <a:pt x="41775" y="276172"/>
                  </a:lnTo>
                  <a:lnTo>
                    <a:pt x="45329" y="280077"/>
                  </a:lnTo>
                  <a:lnTo>
                    <a:pt x="49004" y="283867"/>
                  </a:lnTo>
                  <a:lnTo>
                    <a:pt x="52798" y="287540"/>
                  </a:lnTo>
                  <a:lnTo>
                    <a:pt x="56705" y="291091"/>
                  </a:lnTo>
                  <a:lnTo>
                    <a:pt x="60723" y="294517"/>
                  </a:lnTo>
                  <a:lnTo>
                    <a:pt x="64847" y="297814"/>
                  </a:lnTo>
                  <a:lnTo>
                    <a:pt x="69073" y="300980"/>
                  </a:lnTo>
                  <a:lnTo>
                    <a:pt x="73397" y="304010"/>
                  </a:lnTo>
                  <a:lnTo>
                    <a:pt x="77814" y="306903"/>
                  </a:lnTo>
                  <a:lnTo>
                    <a:pt x="82320" y="309654"/>
                  </a:lnTo>
                  <a:lnTo>
                    <a:pt x="86912" y="312262"/>
                  </a:lnTo>
                  <a:lnTo>
                    <a:pt x="91583" y="314723"/>
                  </a:lnTo>
                  <a:lnTo>
                    <a:pt x="96329" y="317036"/>
                  </a:lnTo>
                  <a:lnTo>
                    <a:pt x="101147" y="319197"/>
                  </a:lnTo>
                  <a:lnTo>
                    <a:pt x="106030" y="321206"/>
                  </a:lnTo>
                  <a:lnTo>
                    <a:pt x="110974" y="323059"/>
                  </a:lnTo>
                  <a:lnTo>
                    <a:pt x="115974" y="324755"/>
                  </a:lnTo>
                  <a:lnTo>
                    <a:pt x="121026" y="326292"/>
                  </a:lnTo>
                  <a:lnTo>
                    <a:pt x="126123" y="327669"/>
                  </a:lnTo>
                  <a:lnTo>
                    <a:pt x="131261" y="328885"/>
                  </a:lnTo>
                  <a:lnTo>
                    <a:pt x="136435" y="329937"/>
                  </a:lnTo>
                  <a:lnTo>
                    <a:pt x="141640" y="330826"/>
                  </a:lnTo>
                  <a:lnTo>
                    <a:pt x="146870" y="331549"/>
                  </a:lnTo>
                  <a:lnTo>
                    <a:pt x="152121" y="332107"/>
                  </a:lnTo>
                  <a:lnTo>
                    <a:pt x="157386" y="332500"/>
                  </a:lnTo>
                  <a:lnTo>
                    <a:pt x="162661" y="332725"/>
                  </a:lnTo>
                  <a:lnTo>
                    <a:pt x="167941" y="332784"/>
                  </a:lnTo>
                  <a:lnTo>
                    <a:pt x="173220" y="332676"/>
                  </a:lnTo>
                  <a:lnTo>
                    <a:pt x="178493" y="332402"/>
                  </a:lnTo>
                  <a:lnTo>
                    <a:pt x="183755" y="331961"/>
                  </a:lnTo>
                  <a:lnTo>
                    <a:pt x="189000" y="331354"/>
                  </a:lnTo>
                  <a:lnTo>
                    <a:pt x="194223" y="330582"/>
                  </a:lnTo>
                  <a:lnTo>
                    <a:pt x="199419" y="329645"/>
                  </a:lnTo>
                  <a:lnTo>
                    <a:pt x="204583" y="328544"/>
                  </a:lnTo>
                  <a:lnTo>
                    <a:pt x="209710" y="327281"/>
                  </a:lnTo>
                  <a:lnTo>
                    <a:pt x="214794" y="325857"/>
                  </a:lnTo>
                  <a:lnTo>
                    <a:pt x="219831" y="324273"/>
                  </a:lnTo>
                  <a:lnTo>
                    <a:pt x="224816" y="322531"/>
                  </a:lnTo>
                  <a:lnTo>
                    <a:pt x="229742" y="320632"/>
                  </a:lnTo>
                  <a:lnTo>
                    <a:pt x="234607" y="318578"/>
                  </a:lnTo>
                  <a:lnTo>
                    <a:pt x="239404" y="316372"/>
                  </a:lnTo>
                  <a:lnTo>
                    <a:pt x="244129" y="314015"/>
                  </a:lnTo>
                  <a:lnTo>
                    <a:pt x="248777" y="311511"/>
                  </a:lnTo>
                  <a:lnTo>
                    <a:pt x="253344" y="308861"/>
                  </a:lnTo>
                  <a:lnTo>
                    <a:pt x="257824" y="306068"/>
                  </a:lnTo>
                  <a:lnTo>
                    <a:pt x="262215" y="303134"/>
                  </a:lnTo>
                  <a:lnTo>
                    <a:pt x="266510" y="300064"/>
                  </a:lnTo>
                  <a:lnTo>
                    <a:pt x="270707" y="296859"/>
                  </a:lnTo>
                  <a:lnTo>
                    <a:pt x="274800" y="293524"/>
                  </a:lnTo>
                  <a:lnTo>
                    <a:pt x="278786" y="290061"/>
                  </a:lnTo>
                  <a:lnTo>
                    <a:pt x="282660" y="286474"/>
                  </a:lnTo>
                  <a:lnTo>
                    <a:pt x="286419" y="282766"/>
                  </a:lnTo>
                  <a:lnTo>
                    <a:pt x="290059" y="278941"/>
                  </a:lnTo>
                  <a:lnTo>
                    <a:pt x="293577" y="275004"/>
                  </a:lnTo>
                  <a:lnTo>
                    <a:pt x="296969" y="270957"/>
                  </a:lnTo>
                  <a:lnTo>
                    <a:pt x="300231" y="266805"/>
                  </a:lnTo>
                  <a:lnTo>
                    <a:pt x="303360" y="262552"/>
                  </a:lnTo>
                  <a:lnTo>
                    <a:pt x="306353" y="258202"/>
                  </a:lnTo>
                  <a:lnTo>
                    <a:pt x="309208" y="253761"/>
                  </a:lnTo>
                  <a:lnTo>
                    <a:pt x="311920" y="249231"/>
                  </a:lnTo>
                  <a:lnTo>
                    <a:pt x="314489" y="244617"/>
                  </a:lnTo>
                  <a:lnTo>
                    <a:pt x="316910" y="239925"/>
                  </a:lnTo>
                  <a:lnTo>
                    <a:pt x="319182" y="235159"/>
                  </a:lnTo>
                  <a:lnTo>
                    <a:pt x="321303" y="230324"/>
                  </a:lnTo>
                  <a:lnTo>
                    <a:pt x="323269" y="225423"/>
                  </a:lnTo>
                  <a:lnTo>
                    <a:pt x="325080" y="220464"/>
                  </a:lnTo>
                  <a:lnTo>
                    <a:pt x="326733" y="215449"/>
                  </a:lnTo>
                  <a:lnTo>
                    <a:pt x="328228" y="210385"/>
                  </a:lnTo>
                  <a:lnTo>
                    <a:pt x="329561" y="205276"/>
                  </a:lnTo>
                  <a:lnTo>
                    <a:pt x="330732" y="200127"/>
                  </a:lnTo>
                  <a:lnTo>
                    <a:pt x="331741" y="194945"/>
                  </a:lnTo>
                  <a:lnTo>
                    <a:pt x="332585" y="189732"/>
                  </a:lnTo>
                  <a:lnTo>
                    <a:pt x="333264" y="184496"/>
                  </a:lnTo>
                  <a:lnTo>
                    <a:pt x="333777" y="179241"/>
                  </a:lnTo>
                  <a:lnTo>
                    <a:pt x="334124" y="173973"/>
                  </a:lnTo>
                  <a:lnTo>
                    <a:pt x="334305" y="168696"/>
                  </a:lnTo>
                  <a:lnTo>
                    <a:pt x="334319" y="163416"/>
                  </a:lnTo>
                  <a:lnTo>
                    <a:pt x="334166" y="158138"/>
                  </a:lnTo>
                  <a:lnTo>
                    <a:pt x="333846" y="152867"/>
                  </a:lnTo>
                  <a:lnTo>
                    <a:pt x="333360" y="147610"/>
                  </a:lnTo>
                  <a:lnTo>
                    <a:pt x="332709" y="142370"/>
                  </a:lnTo>
                  <a:lnTo>
                    <a:pt x="331892" y="137154"/>
                  </a:lnTo>
                  <a:lnTo>
                    <a:pt x="330911" y="131965"/>
                  </a:lnTo>
                  <a:lnTo>
                    <a:pt x="329766" y="126811"/>
                  </a:lnTo>
                  <a:lnTo>
                    <a:pt x="328459" y="121695"/>
                  </a:lnTo>
                  <a:lnTo>
                    <a:pt x="326992" y="116623"/>
                  </a:lnTo>
                  <a:lnTo>
                    <a:pt x="325365" y="111600"/>
                  </a:lnTo>
                  <a:lnTo>
                    <a:pt x="323580" y="106631"/>
                  </a:lnTo>
                  <a:lnTo>
                    <a:pt x="321639" y="101720"/>
                  </a:lnTo>
                  <a:lnTo>
                    <a:pt x="319544" y="96874"/>
                  </a:lnTo>
                  <a:lnTo>
                    <a:pt x="317297" y="92096"/>
                  </a:lnTo>
                  <a:lnTo>
                    <a:pt x="314900" y="87391"/>
                  </a:lnTo>
                  <a:lnTo>
                    <a:pt x="312356" y="82765"/>
                  </a:lnTo>
                  <a:lnTo>
                    <a:pt x="309667" y="78221"/>
                  </a:lnTo>
                  <a:lnTo>
                    <a:pt x="306836" y="73764"/>
                  </a:lnTo>
                  <a:lnTo>
                    <a:pt x="303865" y="69399"/>
                  </a:lnTo>
                  <a:lnTo>
                    <a:pt x="300758" y="65129"/>
                  </a:lnTo>
                  <a:lnTo>
                    <a:pt x="297518" y="60960"/>
                  </a:lnTo>
                  <a:lnTo>
                    <a:pt x="294147" y="56896"/>
                  </a:lnTo>
                  <a:lnTo>
                    <a:pt x="290651" y="52940"/>
                  </a:lnTo>
                  <a:lnTo>
                    <a:pt x="287030" y="49096"/>
                  </a:lnTo>
                  <a:lnTo>
                    <a:pt x="283291" y="45369"/>
                  </a:lnTo>
                  <a:lnTo>
                    <a:pt x="279435" y="41762"/>
                  </a:lnTo>
                  <a:lnTo>
                    <a:pt x="275468" y="38278"/>
                  </a:lnTo>
                  <a:lnTo>
                    <a:pt x="271392" y="34921"/>
                  </a:lnTo>
                  <a:lnTo>
                    <a:pt x="267212" y="31694"/>
                  </a:lnTo>
                  <a:lnTo>
                    <a:pt x="262933" y="28602"/>
                  </a:lnTo>
                  <a:lnTo>
                    <a:pt x="258558" y="25646"/>
                  </a:lnTo>
                  <a:lnTo>
                    <a:pt x="254092" y="22829"/>
                  </a:lnTo>
                  <a:lnTo>
                    <a:pt x="249539" y="20155"/>
                  </a:lnTo>
                  <a:lnTo>
                    <a:pt x="244904" y="17626"/>
                  </a:lnTo>
                  <a:lnTo>
                    <a:pt x="240191" y="15245"/>
                  </a:lnTo>
                  <a:lnTo>
                    <a:pt x="235406" y="13014"/>
                  </a:lnTo>
                  <a:lnTo>
                    <a:pt x="230552" y="10935"/>
                  </a:lnTo>
                  <a:lnTo>
                    <a:pt x="225636" y="9010"/>
                  </a:lnTo>
                  <a:lnTo>
                    <a:pt x="220660" y="7241"/>
                  </a:lnTo>
                  <a:lnTo>
                    <a:pt x="215632" y="5631"/>
                  </a:lnTo>
                  <a:lnTo>
                    <a:pt x="210555" y="4180"/>
                  </a:lnTo>
                  <a:lnTo>
                    <a:pt x="205435" y="2890"/>
                  </a:lnTo>
                  <a:lnTo>
                    <a:pt x="200277" y="1763"/>
                  </a:lnTo>
                  <a:lnTo>
                    <a:pt x="195086" y="799"/>
                  </a:lnTo>
                  <a:lnTo>
                    <a:pt x="189866" y="0"/>
                  </a:lnTo>
                  <a:lnTo>
                    <a:pt x="167166" y="165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22700" cy="167167"/>
            </a:xfrm>
            <a:custGeom>
              <a:avLst/>
              <a:pathLst>
                <a:path w="22700" h="167167">
                  <a:moveTo>
                    <a:pt x="22700" y="1548"/>
                  </a:moveTo>
                  <a:lnTo>
                    <a:pt x="15159" y="688"/>
                  </a:lnTo>
                  <a:lnTo>
                    <a:pt x="7587" y="17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625" y="2633064"/>
              <a:ext cx="5122" cy="167167"/>
            </a:xfrm>
            <a:custGeom>
              <a:avLst/>
              <a:pathLst>
                <a:path w="5122" h="167167">
                  <a:moveTo>
                    <a:pt x="5122" y="0"/>
                  </a:moveTo>
                  <a:lnTo>
                    <a:pt x="0" y="78"/>
                  </a:lnTo>
                  <a:lnTo>
                    <a:pt x="512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85625" y="2633142"/>
              <a:ext cx="5122" cy="167088"/>
            </a:xfrm>
            <a:custGeom>
              <a:avLst/>
              <a:pathLst>
                <a:path w="5122" h="167088">
                  <a:moveTo>
                    <a:pt x="0" y="0"/>
                  </a:moveTo>
                  <a:lnTo>
                    <a:pt x="5122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423586" y="2633142"/>
              <a:ext cx="334326" cy="334238"/>
            </a:xfrm>
            <a:custGeom>
              <a:avLst/>
              <a:pathLst>
                <a:path w="334326" h="334238">
                  <a:moveTo>
                    <a:pt x="162039" y="0"/>
                  </a:moveTo>
                  <a:lnTo>
                    <a:pt x="156763" y="245"/>
                  </a:lnTo>
                  <a:lnTo>
                    <a:pt x="151498" y="656"/>
                  </a:lnTo>
                  <a:lnTo>
                    <a:pt x="146248" y="1234"/>
                  </a:lnTo>
                  <a:lnTo>
                    <a:pt x="141019" y="1978"/>
                  </a:lnTo>
                  <a:lnTo>
                    <a:pt x="135816" y="2886"/>
                  </a:lnTo>
                  <a:lnTo>
                    <a:pt x="130644" y="3958"/>
                  </a:lnTo>
                  <a:lnTo>
                    <a:pt x="125509" y="5193"/>
                  </a:lnTo>
                  <a:lnTo>
                    <a:pt x="120416" y="6590"/>
                  </a:lnTo>
                  <a:lnTo>
                    <a:pt x="115369" y="8147"/>
                  </a:lnTo>
                  <a:lnTo>
                    <a:pt x="110374" y="9862"/>
                  </a:lnTo>
                  <a:lnTo>
                    <a:pt x="105435" y="11735"/>
                  </a:lnTo>
                  <a:lnTo>
                    <a:pt x="100559" y="13762"/>
                  </a:lnTo>
                  <a:lnTo>
                    <a:pt x="95748" y="15943"/>
                  </a:lnTo>
                  <a:lnTo>
                    <a:pt x="91009" y="18274"/>
                  </a:lnTo>
                  <a:lnTo>
                    <a:pt x="86346" y="20754"/>
                  </a:lnTo>
                  <a:lnTo>
                    <a:pt x="81764" y="23380"/>
                  </a:lnTo>
                  <a:lnTo>
                    <a:pt x="77266" y="26149"/>
                  </a:lnTo>
                  <a:lnTo>
                    <a:pt x="72859" y="29060"/>
                  </a:lnTo>
                  <a:lnTo>
                    <a:pt x="68546" y="32107"/>
                  </a:lnTo>
                  <a:lnTo>
                    <a:pt x="64331" y="35290"/>
                  </a:lnTo>
                  <a:lnTo>
                    <a:pt x="60219" y="38604"/>
                  </a:lnTo>
                  <a:lnTo>
                    <a:pt x="56213" y="42047"/>
                  </a:lnTo>
                  <a:lnTo>
                    <a:pt x="52318" y="45614"/>
                  </a:lnTo>
                  <a:lnTo>
                    <a:pt x="48538" y="49303"/>
                  </a:lnTo>
                  <a:lnTo>
                    <a:pt x="44877" y="53109"/>
                  </a:lnTo>
                  <a:lnTo>
                    <a:pt x="41337" y="57029"/>
                  </a:lnTo>
                  <a:lnTo>
                    <a:pt x="37923" y="61058"/>
                  </a:lnTo>
                  <a:lnTo>
                    <a:pt x="34638" y="65194"/>
                  </a:lnTo>
                  <a:lnTo>
                    <a:pt x="31485" y="69431"/>
                  </a:lnTo>
                  <a:lnTo>
                    <a:pt x="28468" y="73766"/>
                  </a:lnTo>
                  <a:lnTo>
                    <a:pt x="25589" y="78194"/>
                  </a:lnTo>
                  <a:lnTo>
                    <a:pt x="22852" y="82711"/>
                  </a:lnTo>
                  <a:lnTo>
                    <a:pt x="20258" y="87312"/>
                  </a:lnTo>
                  <a:lnTo>
                    <a:pt x="17811" y="91992"/>
                  </a:lnTo>
                  <a:lnTo>
                    <a:pt x="15513" y="96748"/>
                  </a:lnTo>
                  <a:lnTo>
                    <a:pt x="13367" y="101573"/>
                  </a:lnTo>
                  <a:lnTo>
                    <a:pt x="11374" y="106465"/>
                  </a:lnTo>
                  <a:lnTo>
                    <a:pt x="9537" y="111416"/>
                  </a:lnTo>
                  <a:lnTo>
                    <a:pt x="7857" y="116423"/>
                  </a:lnTo>
                  <a:lnTo>
                    <a:pt x="6336" y="121481"/>
                  </a:lnTo>
                  <a:lnTo>
                    <a:pt x="4975" y="126584"/>
                  </a:lnTo>
                  <a:lnTo>
                    <a:pt x="3777" y="131728"/>
                  </a:lnTo>
                  <a:lnTo>
                    <a:pt x="2741" y="136907"/>
                  </a:lnTo>
                  <a:lnTo>
                    <a:pt x="1870" y="142116"/>
                  </a:lnTo>
                  <a:lnTo>
                    <a:pt x="1163" y="147350"/>
                  </a:lnTo>
                  <a:lnTo>
                    <a:pt x="623" y="152604"/>
                  </a:lnTo>
                  <a:lnTo>
                    <a:pt x="248" y="157872"/>
                  </a:lnTo>
                  <a:lnTo>
                    <a:pt x="41" y="163150"/>
                  </a:lnTo>
                  <a:lnTo>
                    <a:pt x="0" y="168431"/>
                  </a:lnTo>
                  <a:lnTo>
                    <a:pt x="125" y="173711"/>
                  </a:lnTo>
                  <a:lnTo>
                    <a:pt x="418" y="178985"/>
                  </a:lnTo>
                  <a:lnTo>
                    <a:pt x="877" y="184246"/>
                  </a:lnTo>
                  <a:lnTo>
                    <a:pt x="1502" y="189490"/>
                  </a:lnTo>
                  <a:lnTo>
                    <a:pt x="2292" y="194713"/>
                  </a:lnTo>
                  <a:lnTo>
                    <a:pt x="3247" y="199907"/>
                  </a:lnTo>
                  <a:lnTo>
                    <a:pt x="4366" y="205069"/>
                  </a:lnTo>
                  <a:lnTo>
                    <a:pt x="5647" y="210193"/>
                  </a:lnTo>
                  <a:lnTo>
                    <a:pt x="7089" y="215273"/>
                  </a:lnTo>
                  <a:lnTo>
                    <a:pt x="8691" y="220306"/>
                  </a:lnTo>
                  <a:lnTo>
                    <a:pt x="10451" y="225286"/>
                  </a:lnTo>
                  <a:lnTo>
                    <a:pt x="12368" y="230207"/>
                  </a:lnTo>
                  <a:lnTo>
                    <a:pt x="14439" y="235065"/>
                  </a:lnTo>
                  <a:lnTo>
                    <a:pt x="16663" y="239856"/>
                  </a:lnTo>
                  <a:lnTo>
                    <a:pt x="19037" y="244574"/>
                  </a:lnTo>
                  <a:lnTo>
                    <a:pt x="21559" y="249215"/>
                  </a:lnTo>
                  <a:lnTo>
                    <a:pt x="24226" y="253773"/>
                  </a:lnTo>
                  <a:lnTo>
                    <a:pt x="27035" y="258245"/>
                  </a:lnTo>
                  <a:lnTo>
                    <a:pt x="29985" y="262627"/>
                  </a:lnTo>
                  <a:lnTo>
                    <a:pt x="33071" y="266912"/>
                  </a:lnTo>
                  <a:lnTo>
                    <a:pt x="36292" y="271098"/>
                  </a:lnTo>
                  <a:lnTo>
                    <a:pt x="39643" y="275181"/>
                  </a:lnTo>
                  <a:lnTo>
                    <a:pt x="43121" y="279155"/>
                  </a:lnTo>
                  <a:lnTo>
                    <a:pt x="46723" y="283018"/>
                  </a:lnTo>
                  <a:lnTo>
                    <a:pt x="50446" y="286764"/>
                  </a:lnTo>
                  <a:lnTo>
                    <a:pt x="54285" y="290392"/>
                  </a:lnTo>
                  <a:lnTo>
                    <a:pt x="58236" y="293896"/>
                  </a:lnTo>
                  <a:lnTo>
                    <a:pt x="62296" y="297274"/>
                  </a:lnTo>
                  <a:lnTo>
                    <a:pt x="66461" y="300522"/>
                  </a:lnTo>
                  <a:lnTo>
                    <a:pt x="70727" y="303636"/>
                  </a:lnTo>
                  <a:lnTo>
                    <a:pt x="75088" y="306614"/>
                  </a:lnTo>
                  <a:lnTo>
                    <a:pt x="79542" y="309453"/>
                  </a:lnTo>
                  <a:lnTo>
                    <a:pt x="84083" y="312150"/>
                  </a:lnTo>
                  <a:lnTo>
                    <a:pt x="88707" y="314702"/>
                  </a:lnTo>
                  <a:lnTo>
                    <a:pt x="93409" y="317107"/>
                  </a:lnTo>
                  <a:lnTo>
                    <a:pt x="98185" y="319362"/>
                  </a:lnTo>
                  <a:lnTo>
                    <a:pt x="103030" y="321465"/>
                  </a:lnTo>
                  <a:lnTo>
                    <a:pt x="107939" y="323414"/>
                  </a:lnTo>
                  <a:lnTo>
                    <a:pt x="112907" y="325207"/>
                  </a:lnTo>
                  <a:lnTo>
                    <a:pt x="117929" y="326842"/>
                  </a:lnTo>
                  <a:lnTo>
                    <a:pt x="123000" y="328317"/>
                  </a:lnTo>
                  <a:lnTo>
                    <a:pt x="128115" y="329632"/>
                  </a:lnTo>
                  <a:lnTo>
                    <a:pt x="133270" y="330784"/>
                  </a:lnTo>
                  <a:lnTo>
                    <a:pt x="138458" y="331773"/>
                  </a:lnTo>
                  <a:lnTo>
                    <a:pt x="143674" y="332598"/>
                  </a:lnTo>
                  <a:lnTo>
                    <a:pt x="148915" y="333257"/>
                  </a:lnTo>
                  <a:lnTo>
                    <a:pt x="154173" y="333751"/>
                  </a:lnTo>
                  <a:lnTo>
                    <a:pt x="159444" y="334078"/>
                  </a:lnTo>
                  <a:lnTo>
                    <a:pt x="164724" y="334238"/>
                  </a:lnTo>
                  <a:lnTo>
                    <a:pt x="170005" y="334232"/>
                  </a:lnTo>
                  <a:lnTo>
                    <a:pt x="175284" y="334058"/>
                  </a:lnTo>
                  <a:lnTo>
                    <a:pt x="180554" y="333719"/>
                  </a:lnTo>
                  <a:lnTo>
                    <a:pt x="185812" y="333212"/>
                  </a:lnTo>
                  <a:lnTo>
                    <a:pt x="191050" y="332540"/>
                  </a:lnTo>
                  <a:lnTo>
                    <a:pt x="196265" y="331703"/>
                  </a:lnTo>
                  <a:lnTo>
                    <a:pt x="201451" y="330701"/>
                  </a:lnTo>
                  <a:lnTo>
                    <a:pt x="206602" y="329537"/>
                  </a:lnTo>
                  <a:lnTo>
                    <a:pt x="211714" y="328210"/>
                  </a:lnTo>
                  <a:lnTo>
                    <a:pt x="216782" y="326722"/>
                  </a:lnTo>
                  <a:lnTo>
                    <a:pt x="221800" y="325075"/>
                  </a:lnTo>
                  <a:lnTo>
                    <a:pt x="226763" y="323270"/>
                  </a:lnTo>
                  <a:lnTo>
                    <a:pt x="231667" y="321309"/>
                  </a:lnTo>
                  <a:lnTo>
                    <a:pt x="236507" y="319194"/>
                  </a:lnTo>
                  <a:lnTo>
                    <a:pt x="241278" y="316928"/>
                  </a:lnTo>
                  <a:lnTo>
                    <a:pt x="245974" y="314511"/>
                  </a:lnTo>
                  <a:lnTo>
                    <a:pt x="250592" y="311948"/>
                  </a:lnTo>
                  <a:lnTo>
                    <a:pt x="255126" y="309240"/>
                  </a:lnTo>
                  <a:lnTo>
                    <a:pt x="259573" y="306391"/>
                  </a:lnTo>
                  <a:lnTo>
                    <a:pt x="263927" y="303402"/>
                  </a:lnTo>
                  <a:lnTo>
                    <a:pt x="268185" y="300277"/>
                  </a:lnTo>
                  <a:lnTo>
                    <a:pt x="272342" y="297019"/>
                  </a:lnTo>
                  <a:lnTo>
                    <a:pt x="276394" y="293631"/>
                  </a:lnTo>
                  <a:lnTo>
                    <a:pt x="280337" y="290118"/>
                  </a:lnTo>
                  <a:lnTo>
                    <a:pt x="284167" y="286481"/>
                  </a:lnTo>
                  <a:lnTo>
                    <a:pt x="287881" y="282725"/>
                  </a:lnTo>
                  <a:lnTo>
                    <a:pt x="291473" y="278854"/>
                  </a:lnTo>
                  <a:lnTo>
                    <a:pt x="294942" y="274871"/>
                  </a:lnTo>
                  <a:lnTo>
                    <a:pt x="298283" y="270781"/>
                  </a:lnTo>
                  <a:lnTo>
                    <a:pt x="301493" y="266587"/>
                  </a:lnTo>
                  <a:lnTo>
                    <a:pt x="304570" y="262293"/>
                  </a:lnTo>
                  <a:lnTo>
                    <a:pt x="307509" y="257905"/>
                  </a:lnTo>
                  <a:lnTo>
                    <a:pt x="310307" y="253426"/>
                  </a:lnTo>
                  <a:lnTo>
                    <a:pt x="312963" y="248861"/>
                  </a:lnTo>
                  <a:lnTo>
                    <a:pt x="315474" y="244214"/>
                  </a:lnTo>
                  <a:lnTo>
                    <a:pt x="317836" y="239491"/>
                  </a:lnTo>
                  <a:lnTo>
                    <a:pt x="320048" y="234695"/>
                  </a:lnTo>
                  <a:lnTo>
                    <a:pt x="322108" y="229831"/>
                  </a:lnTo>
                  <a:lnTo>
                    <a:pt x="324012" y="224905"/>
                  </a:lnTo>
                  <a:lnTo>
                    <a:pt x="325761" y="219921"/>
                  </a:lnTo>
                  <a:lnTo>
                    <a:pt x="327350" y="214885"/>
                  </a:lnTo>
                  <a:lnTo>
                    <a:pt x="328780" y="209801"/>
                  </a:lnTo>
                  <a:lnTo>
                    <a:pt x="330049" y="204674"/>
                  </a:lnTo>
                  <a:lnTo>
                    <a:pt x="331155" y="199509"/>
                  </a:lnTo>
                  <a:lnTo>
                    <a:pt x="332097" y="194312"/>
                  </a:lnTo>
                  <a:lnTo>
                    <a:pt x="332875" y="189088"/>
                  </a:lnTo>
                  <a:lnTo>
                    <a:pt x="333487" y="183843"/>
                  </a:lnTo>
                  <a:lnTo>
                    <a:pt x="333934" y="178580"/>
                  </a:lnTo>
                  <a:lnTo>
                    <a:pt x="334213" y="173306"/>
                  </a:lnTo>
                  <a:lnTo>
                    <a:pt x="334326" y="168026"/>
                  </a:lnTo>
                  <a:lnTo>
                    <a:pt x="334273" y="162744"/>
                  </a:lnTo>
                  <a:lnTo>
                    <a:pt x="334052" y="157467"/>
                  </a:lnTo>
                  <a:lnTo>
                    <a:pt x="333665" y="152200"/>
                  </a:lnTo>
                  <a:lnTo>
                    <a:pt x="333111" y="146948"/>
                  </a:lnTo>
                  <a:lnTo>
                    <a:pt x="332392" y="141715"/>
                  </a:lnTo>
                  <a:lnTo>
                    <a:pt x="331508" y="136508"/>
                  </a:lnTo>
                  <a:lnTo>
                    <a:pt x="330460" y="131332"/>
                  </a:lnTo>
                  <a:lnTo>
                    <a:pt x="329249" y="126191"/>
                  </a:lnTo>
                  <a:lnTo>
                    <a:pt x="327876" y="121091"/>
                  </a:lnTo>
                  <a:lnTo>
                    <a:pt x="326343" y="116037"/>
                  </a:lnTo>
                  <a:lnTo>
                    <a:pt x="324651" y="111034"/>
                  </a:lnTo>
                  <a:lnTo>
                    <a:pt x="322801" y="106087"/>
                  </a:lnTo>
                  <a:lnTo>
                    <a:pt x="320797" y="101200"/>
                  </a:lnTo>
                  <a:lnTo>
                    <a:pt x="318639" y="96380"/>
                  </a:lnTo>
                  <a:lnTo>
                    <a:pt x="316329" y="91630"/>
                  </a:lnTo>
                  <a:lnTo>
                    <a:pt x="313871" y="86955"/>
                  </a:lnTo>
                  <a:lnTo>
                    <a:pt x="311266" y="82361"/>
                  </a:lnTo>
                  <a:lnTo>
                    <a:pt x="308518" y="77851"/>
                  </a:lnTo>
                  <a:lnTo>
                    <a:pt x="305628" y="73430"/>
                  </a:lnTo>
                  <a:lnTo>
                    <a:pt x="302600" y="69102"/>
                  </a:lnTo>
                  <a:lnTo>
                    <a:pt x="299437" y="64873"/>
                  </a:lnTo>
                  <a:lnTo>
                    <a:pt x="296142" y="60745"/>
                  </a:lnTo>
                  <a:lnTo>
                    <a:pt x="292719" y="56724"/>
                  </a:lnTo>
                  <a:lnTo>
                    <a:pt x="289170" y="52812"/>
                  </a:lnTo>
                  <a:lnTo>
                    <a:pt x="285499" y="49015"/>
                  </a:lnTo>
                  <a:lnTo>
                    <a:pt x="281710" y="45336"/>
                  </a:lnTo>
                  <a:lnTo>
                    <a:pt x="277806" y="41778"/>
                  </a:lnTo>
                  <a:lnTo>
                    <a:pt x="273792" y="38345"/>
                  </a:lnTo>
                  <a:lnTo>
                    <a:pt x="269672" y="35041"/>
                  </a:lnTo>
                  <a:lnTo>
                    <a:pt x="265450" y="31869"/>
                  </a:lnTo>
                  <a:lnTo>
                    <a:pt x="261129" y="28831"/>
                  </a:lnTo>
                  <a:lnTo>
                    <a:pt x="256714" y="25932"/>
                  </a:lnTo>
                  <a:lnTo>
                    <a:pt x="252211" y="23173"/>
                  </a:lnTo>
                  <a:lnTo>
                    <a:pt x="247622" y="20558"/>
                  </a:lnTo>
                  <a:lnTo>
                    <a:pt x="242953" y="18090"/>
                  </a:lnTo>
                  <a:lnTo>
                    <a:pt x="238208" y="15770"/>
                  </a:lnTo>
                  <a:lnTo>
                    <a:pt x="233392" y="13601"/>
                  </a:lnTo>
                  <a:lnTo>
                    <a:pt x="228511" y="11585"/>
                  </a:lnTo>
                  <a:lnTo>
                    <a:pt x="223568" y="9725"/>
                  </a:lnTo>
                  <a:lnTo>
                    <a:pt x="218568" y="8021"/>
                  </a:lnTo>
                  <a:lnTo>
                    <a:pt x="167162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51406" cy="167167"/>
            </a:xfrm>
            <a:custGeom>
              <a:avLst/>
              <a:pathLst>
                <a:path w="51406" h="167167">
                  <a:moveTo>
                    <a:pt x="51406" y="8100"/>
                  </a:moveTo>
                  <a:lnTo>
                    <a:pt x="45153" y="6213"/>
                  </a:lnTo>
                  <a:lnTo>
                    <a:pt x="38832" y="4572"/>
                  </a:lnTo>
                  <a:lnTo>
                    <a:pt x="32451" y="3180"/>
                  </a:lnTo>
                  <a:lnTo>
                    <a:pt x="26020" y="2037"/>
                  </a:lnTo>
                  <a:lnTo>
                    <a:pt x="19550" y="1147"/>
                  </a:lnTo>
                  <a:lnTo>
                    <a:pt x="13050" y="510"/>
                  </a:lnTo>
                  <a:lnTo>
                    <a:pt x="6530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618" y="3170392"/>
              <a:ext cx="24361" cy="167167"/>
            </a:xfrm>
            <a:custGeom>
              <a:avLst/>
              <a:pathLst>
                <a:path w="24361" h="167167">
                  <a:moveTo>
                    <a:pt x="24361" y="0"/>
                  </a:moveTo>
                  <a:lnTo>
                    <a:pt x="16215" y="198"/>
                  </a:lnTo>
                  <a:lnTo>
                    <a:pt x="8088" y="793"/>
                  </a:lnTo>
                  <a:lnTo>
                    <a:pt x="0" y="1784"/>
                  </a:lnTo>
                  <a:lnTo>
                    <a:pt x="243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01618" y="3172177"/>
              <a:ext cx="24361" cy="165382"/>
            </a:xfrm>
            <a:custGeom>
              <a:avLst/>
              <a:pathLst>
                <a:path w="24361" h="165382">
                  <a:moveTo>
                    <a:pt x="0" y="0"/>
                  </a:moveTo>
                  <a:lnTo>
                    <a:pt x="24361" y="1653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358814" y="3172177"/>
              <a:ext cx="334333" cy="332534"/>
            </a:xfrm>
            <a:custGeom>
              <a:avLst/>
              <a:pathLst>
                <a:path w="334333" h="332534">
                  <a:moveTo>
                    <a:pt x="142804" y="0"/>
                  </a:moveTo>
                  <a:lnTo>
                    <a:pt x="137572" y="855"/>
                  </a:lnTo>
                  <a:lnTo>
                    <a:pt x="132368" y="1877"/>
                  </a:lnTo>
                  <a:lnTo>
                    <a:pt x="127200" y="3063"/>
                  </a:lnTo>
                  <a:lnTo>
                    <a:pt x="122073" y="4412"/>
                  </a:lnTo>
                  <a:lnTo>
                    <a:pt x="116990" y="5923"/>
                  </a:lnTo>
                  <a:lnTo>
                    <a:pt x="111958" y="7594"/>
                  </a:lnTo>
                  <a:lnTo>
                    <a:pt x="106982" y="9425"/>
                  </a:lnTo>
                  <a:lnTo>
                    <a:pt x="102066" y="11412"/>
                  </a:lnTo>
                  <a:lnTo>
                    <a:pt x="97215" y="13554"/>
                  </a:lnTo>
                  <a:lnTo>
                    <a:pt x="92435" y="15849"/>
                  </a:lnTo>
                  <a:lnTo>
                    <a:pt x="87730" y="18294"/>
                  </a:lnTo>
                  <a:lnTo>
                    <a:pt x="83105" y="20887"/>
                  </a:lnTo>
                  <a:lnTo>
                    <a:pt x="78565" y="23626"/>
                  </a:lnTo>
                  <a:lnTo>
                    <a:pt x="74114" y="26507"/>
                  </a:lnTo>
                  <a:lnTo>
                    <a:pt x="69756" y="29528"/>
                  </a:lnTo>
                  <a:lnTo>
                    <a:pt x="65497" y="32686"/>
                  </a:lnTo>
                  <a:lnTo>
                    <a:pt x="61339" y="35977"/>
                  </a:lnTo>
                  <a:lnTo>
                    <a:pt x="57289" y="39399"/>
                  </a:lnTo>
                  <a:lnTo>
                    <a:pt x="53348" y="42947"/>
                  </a:lnTo>
                  <a:lnTo>
                    <a:pt x="49523" y="46618"/>
                  </a:lnTo>
                  <a:lnTo>
                    <a:pt x="45815" y="50409"/>
                  </a:lnTo>
                  <a:lnTo>
                    <a:pt x="42230" y="54315"/>
                  </a:lnTo>
                  <a:lnTo>
                    <a:pt x="38770" y="58334"/>
                  </a:lnTo>
                  <a:lnTo>
                    <a:pt x="35440" y="62460"/>
                  </a:lnTo>
                  <a:lnTo>
                    <a:pt x="32242" y="66689"/>
                  </a:lnTo>
                  <a:lnTo>
                    <a:pt x="29180" y="71018"/>
                  </a:lnTo>
                  <a:lnTo>
                    <a:pt x="26256" y="75442"/>
                  </a:lnTo>
                  <a:lnTo>
                    <a:pt x="23475" y="79956"/>
                  </a:lnTo>
                  <a:lnTo>
                    <a:pt x="20838" y="84556"/>
                  </a:lnTo>
                  <a:lnTo>
                    <a:pt x="18348" y="89237"/>
                  </a:lnTo>
                  <a:lnTo>
                    <a:pt x="16008" y="93995"/>
                  </a:lnTo>
                  <a:lnTo>
                    <a:pt x="13820" y="98825"/>
                  </a:lnTo>
                  <a:lnTo>
                    <a:pt x="11786" y="103722"/>
                  </a:lnTo>
                  <a:lnTo>
                    <a:pt x="9909" y="108681"/>
                  </a:lnTo>
                  <a:lnTo>
                    <a:pt x="8190" y="113697"/>
                  </a:lnTo>
                  <a:lnTo>
                    <a:pt x="6630" y="118765"/>
                  </a:lnTo>
                  <a:lnTo>
                    <a:pt x="5233" y="123880"/>
                  </a:lnTo>
                  <a:lnTo>
                    <a:pt x="3998" y="129036"/>
                  </a:lnTo>
                  <a:lnTo>
                    <a:pt x="2927" y="134230"/>
                  </a:lnTo>
                  <a:lnTo>
                    <a:pt x="2022" y="139454"/>
                  </a:lnTo>
                  <a:lnTo>
                    <a:pt x="1283" y="144705"/>
                  </a:lnTo>
                  <a:lnTo>
                    <a:pt x="710" y="149976"/>
                  </a:lnTo>
                  <a:lnTo>
                    <a:pt x="305" y="155263"/>
                  </a:lnTo>
                  <a:lnTo>
                    <a:pt x="68" y="160560"/>
                  </a:lnTo>
                  <a:lnTo>
                    <a:pt x="0" y="165862"/>
                  </a:lnTo>
                  <a:lnTo>
                    <a:pt x="99" y="171163"/>
                  </a:lnTo>
                  <a:lnTo>
                    <a:pt x="366" y="176459"/>
                  </a:lnTo>
                  <a:lnTo>
                    <a:pt x="801" y="181744"/>
                  </a:lnTo>
                  <a:lnTo>
                    <a:pt x="1404" y="187012"/>
                  </a:lnTo>
                  <a:lnTo>
                    <a:pt x="2173" y="192258"/>
                  </a:lnTo>
                  <a:lnTo>
                    <a:pt x="3109" y="197477"/>
                  </a:lnTo>
                  <a:lnTo>
                    <a:pt x="4209" y="202664"/>
                  </a:lnTo>
                  <a:lnTo>
                    <a:pt x="5473" y="207813"/>
                  </a:lnTo>
                  <a:lnTo>
                    <a:pt x="6901" y="212920"/>
                  </a:lnTo>
                  <a:lnTo>
                    <a:pt x="8489" y="217979"/>
                  </a:lnTo>
                  <a:lnTo>
                    <a:pt x="10237" y="222985"/>
                  </a:lnTo>
                  <a:lnTo>
                    <a:pt x="12143" y="227933"/>
                  </a:lnTo>
                  <a:lnTo>
                    <a:pt x="14204" y="232818"/>
                  </a:lnTo>
                  <a:lnTo>
                    <a:pt x="16420" y="237635"/>
                  </a:lnTo>
                  <a:lnTo>
                    <a:pt x="18787" y="242380"/>
                  </a:lnTo>
                  <a:lnTo>
                    <a:pt x="21304" y="247047"/>
                  </a:lnTo>
                  <a:lnTo>
                    <a:pt x="23967" y="251632"/>
                  </a:lnTo>
                  <a:lnTo>
                    <a:pt x="26775" y="256130"/>
                  </a:lnTo>
                  <a:lnTo>
                    <a:pt x="29723" y="260537"/>
                  </a:lnTo>
                  <a:lnTo>
                    <a:pt x="32810" y="264848"/>
                  </a:lnTo>
                  <a:lnTo>
                    <a:pt x="36033" y="269059"/>
                  </a:lnTo>
                  <a:lnTo>
                    <a:pt x="39387" y="273166"/>
                  </a:lnTo>
                  <a:lnTo>
                    <a:pt x="42869" y="277164"/>
                  </a:lnTo>
                  <a:lnTo>
                    <a:pt x="46477" y="281050"/>
                  </a:lnTo>
                  <a:lnTo>
                    <a:pt x="50206" y="284820"/>
                  </a:lnTo>
                  <a:lnTo>
                    <a:pt x="54053" y="288469"/>
                  </a:lnTo>
                  <a:lnTo>
                    <a:pt x="58013" y="291994"/>
                  </a:lnTo>
                  <a:lnTo>
                    <a:pt x="62084" y="295392"/>
                  </a:lnTo>
                  <a:lnTo>
                    <a:pt x="66260" y="298660"/>
                  </a:lnTo>
                  <a:lnTo>
                    <a:pt x="70538" y="301793"/>
                  </a:lnTo>
                  <a:lnTo>
                    <a:pt x="74912" y="304789"/>
                  </a:lnTo>
                  <a:lnTo>
                    <a:pt x="79380" y="307645"/>
                  </a:lnTo>
                  <a:lnTo>
                    <a:pt x="83936" y="310357"/>
                  </a:lnTo>
                  <a:lnTo>
                    <a:pt x="88576" y="312924"/>
                  </a:lnTo>
                  <a:lnTo>
                    <a:pt x="93295" y="315342"/>
                  </a:lnTo>
                  <a:lnTo>
                    <a:pt x="98088" y="317609"/>
                  </a:lnTo>
                  <a:lnTo>
                    <a:pt x="102950" y="319724"/>
                  </a:lnTo>
                  <a:lnTo>
                    <a:pt x="107878" y="321683"/>
                  </a:lnTo>
                  <a:lnTo>
                    <a:pt x="112865" y="323484"/>
                  </a:lnTo>
                  <a:lnTo>
                    <a:pt x="117906" y="325127"/>
                  </a:lnTo>
                  <a:lnTo>
                    <a:pt x="122997" y="326609"/>
                  </a:lnTo>
                  <a:lnTo>
                    <a:pt x="128133" y="327929"/>
                  </a:lnTo>
                  <a:lnTo>
                    <a:pt x="133307" y="329085"/>
                  </a:lnTo>
                  <a:lnTo>
                    <a:pt x="138516" y="330076"/>
                  </a:lnTo>
                  <a:lnTo>
                    <a:pt x="143754" y="330902"/>
                  </a:lnTo>
                  <a:lnTo>
                    <a:pt x="149015" y="331561"/>
                  </a:lnTo>
                  <a:lnTo>
                    <a:pt x="154295" y="332053"/>
                  </a:lnTo>
                  <a:lnTo>
                    <a:pt x="159587" y="332378"/>
                  </a:lnTo>
                  <a:lnTo>
                    <a:pt x="164887" y="332534"/>
                  </a:lnTo>
                  <a:lnTo>
                    <a:pt x="170190" y="332522"/>
                  </a:lnTo>
                  <a:lnTo>
                    <a:pt x="175489" y="332342"/>
                  </a:lnTo>
                  <a:lnTo>
                    <a:pt x="180780" y="331994"/>
                  </a:lnTo>
                  <a:lnTo>
                    <a:pt x="186057" y="331479"/>
                  </a:lnTo>
                  <a:lnTo>
                    <a:pt x="191315" y="330796"/>
                  </a:lnTo>
                  <a:lnTo>
                    <a:pt x="196549" y="329947"/>
                  </a:lnTo>
                  <a:lnTo>
                    <a:pt x="201754" y="328932"/>
                  </a:lnTo>
                  <a:lnTo>
                    <a:pt x="206923" y="327753"/>
                  </a:lnTo>
                  <a:lnTo>
                    <a:pt x="212053" y="326411"/>
                  </a:lnTo>
                  <a:lnTo>
                    <a:pt x="217137" y="324906"/>
                  </a:lnTo>
                  <a:lnTo>
                    <a:pt x="222171" y="323241"/>
                  </a:lnTo>
                  <a:lnTo>
                    <a:pt x="227150" y="321417"/>
                  </a:lnTo>
                  <a:lnTo>
                    <a:pt x="232069" y="319436"/>
                  </a:lnTo>
                  <a:lnTo>
                    <a:pt x="236922" y="317300"/>
                  </a:lnTo>
                  <a:lnTo>
                    <a:pt x="241705" y="315012"/>
                  </a:lnTo>
                  <a:lnTo>
                    <a:pt x="246413" y="312572"/>
                  </a:lnTo>
                  <a:lnTo>
                    <a:pt x="251041" y="309985"/>
                  </a:lnTo>
                  <a:lnTo>
                    <a:pt x="255585" y="307252"/>
                  </a:lnTo>
                  <a:lnTo>
                    <a:pt x="260040" y="304377"/>
                  </a:lnTo>
                  <a:lnTo>
                    <a:pt x="264401" y="301361"/>
                  </a:lnTo>
                  <a:lnTo>
                    <a:pt x="268665" y="298209"/>
                  </a:lnTo>
                  <a:lnTo>
                    <a:pt x="272827" y="294923"/>
                  </a:lnTo>
                  <a:lnTo>
                    <a:pt x="276882" y="291507"/>
                  </a:lnTo>
                  <a:lnTo>
                    <a:pt x="280827" y="287964"/>
                  </a:lnTo>
                  <a:lnTo>
                    <a:pt x="284657" y="284298"/>
                  </a:lnTo>
                  <a:lnTo>
                    <a:pt x="288369" y="280511"/>
                  </a:lnTo>
                  <a:lnTo>
                    <a:pt x="291960" y="276610"/>
                  </a:lnTo>
                  <a:lnTo>
                    <a:pt x="295425" y="272596"/>
                  </a:lnTo>
                  <a:lnTo>
                    <a:pt x="298760" y="268474"/>
                  </a:lnTo>
                  <a:lnTo>
                    <a:pt x="301964" y="264249"/>
                  </a:lnTo>
                  <a:lnTo>
                    <a:pt x="305031" y="259924"/>
                  </a:lnTo>
                  <a:lnTo>
                    <a:pt x="307960" y="255504"/>
                  </a:lnTo>
                  <a:lnTo>
                    <a:pt x="310748" y="250993"/>
                  </a:lnTo>
                  <a:lnTo>
                    <a:pt x="313391" y="246397"/>
                  </a:lnTo>
                  <a:lnTo>
                    <a:pt x="315887" y="241718"/>
                  </a:lnTo>
                  <a:lnTo>
                    <a:pt x="318233" y="236963"/>
                  </a:lnTo>
                  <a:lnTo>
                    <a:pt x="320427" y="232136"/>
                  </a:lnTo>
                  <a:lnTo>
                    <a:pt x="322467" y="227242"/>
                  </a:lnTo>
                  <a:lnTo>
                    <a:pt x="324351" y="222286"/>
                  </a:lnTo>
                  <a:lnTo>
                    <a:pt x="326076" y="217272"/>
                  </a:lnTo>
                  <a:lnTo>
                    <a:pt x="327642" y="212206"/>
                  </a:lnTo>
                  <a:lnTo>
                    <a:pt x="329046" y="207093"/>
                  </a:lnTo>
                  <a:lnTo>
                    <a:pt x="330288" y="201938"/>
                  </a:lnTo>
                  <a:lnTo>
                    <a:pt x="331365" y="196746"/>
                  </a:lnTo>
                  <a:lnTo>
                    <a:pt x="332277" y="191523"/>
                  </a:lnTo>
                  <a:lnTo>
                    <a:pt x="333023" y="186273"/>
                  </a:lnTo>
                  <a:lnTo>
                    <a:pt x="333602" y="181003"/>
                  </a:lnTo>
                  <a:lnTo>
                    <a:pt x="334014" y="175716"/>
                  </a:lnTo>
                  <a:lnTo>
                    <a:pt x="334258" y="170419"/>
                  </a:lnTo>
                  <a:lnTo>
                    <a:pt x="334333" y="165118"/>
                  </a:lnTo>
                  <a:lnTo>
                    <a:pt x="334241" y="159816"/>
                  </a:lnTo>
                  <a:lnTo>
                    <a:pt x="333980" y="154520"/>
                  </a:lnTo>
                  <a:lnTo>
                    <a:pt x="333552" y="149235"/>
                  </a:lnTo>
                  <a:lnTo>
                    <a:pt x="332956" y="143966"/>
                  </a:lnTo>
                  <a:lnTo>
                    <a:pt x="332194" y="138719"/>
                  </a:lnTo>
                  <a:lnTo>
                    <a:pt x="331265" y="133499"/>
                  </a:lnTo>
                  <a:lnTo>
                    <a:pt x="330171" y="128310"/>
                  </a:lnTo>
                  <a:lnTo>
                    <a:pt x="328913" y="123159"/>
                  </a:lnTo>
                  <a:lnTo>
                    <a:pt x="327493" y="118051"/>
                  </a:lnTo>
                  <a:lnTo>
                    <a:pt x="325911" y="112990"/>
                  </a:lnTo>
                  <a:lnTo>
                    <a:pt x="324170" y="107981"/>
                  </a:lnTo>
                  <a:lnTo>
                    <a:pt x="322270" y="103031"/>
                  </a:lnTo>
                  <a:lnTo>
                    <a:pt x="320215" y="98143"/>
                  </a:lnTo>
                  <a:lnTo>
                    <a:pt x="318005" y="93323"/>
                  </a:lnTo>
                  <a:lnTo>
                    <a:pt x="315644" y="88575"/>
                  </a:lnTo>
                  <a:lnTo>
                    <a:pt x="313133" y="83905"/>
                  </a:lnTo>
                  <a:lnTo>
                    <a:pt x="310476" y="79317"/>
                  </a:lnTo>
                  <a:lnTo>
                    <a:pt x="307674" y="74815"/>
                  </a:lnTo>
                  <a:lnTo>
                    <a:pt x="304731" y="70404"/>
                  </a:lnTo>
                  <a:lnTo>
                    <a:pt x="301650" y="66089"/>
                  </a:lnTo>
                  <a:lnTo>
                    <a:pt x="298433" y="61874"/>
                  </a:lnTo>
                  <a:lnTo>
                    <a:pt x="295084" y="57763"/>
                  </a:lnTo>
                  <a:lnTo>
                    <a:pt x="291607" y="53760"/>
                  </a:lnTo>
                  <a:lnTo>
                    <a:pt x="288004" y="49870"/>
                  </a:lnTo>
                  <a:lnTo>
                    <a:pt x="284280" y="46095"/>
                  </a:lnTo>
                  <a:lnTo>
                    <a:pt x="280438" y="42441"/>
                  </a:lnTo>
                  <a:lnTo>
                    <a:pt x="276482" y="38911"/>
                  </a:lnTo>
                  <a:lnTo>
                    <a:pt x="272416" y="35507"/>
                  </a:lnTo>
                  <a:lnTo>
                    <a:pt x="268244" y="32235"/>
                  </a:lnTo>
                  <a:lnTo>
                    <a:pt x="263970" y="29096"/>
                  </a:lnTo>
                  <a:lnTo>
                    <a:pt x="259599" y="26094"/>
                  </a:lnTo>
                  <a:lnTo>
                    <a:pt x="255135" y="23233"/>
                  </a:lnTo>
                  <a:lnTo>
                    <a:pt x="250583" y="20515"/>
                  </a:lnTo>
                  <a:lnTo>
                    <a:pt x="245946" y="17942"/>
                  </a:lnTo>
                  <a:lnTo>
                    <a:pt x="241231" y="15518"/>
                  </a:lnTo>
                  <a:lnTo>
                    <a:pt x="236440" y="13244"/>
                  </a:lnTo>
                  <a:lnTo>
                    <a:pt x="231580" y="11124"/>
                  </a:lnTo>
                  <a:lnTo>
                    <a:pt x="226656" y="9158"/>
                  </a:lnTo>
                  <a:lnTo>
                    <a:pt x="167166" y="1653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59489" cy="167167"/>
            </a:xfrm>
            <a:custGeom>
              <a:avLst/>
              <a:pathLst>
                <a:path w="59489" h="167167">
                  <a:moveTo>
                    <a:pt x="59489" y="10943"/>
                  </a:moveTo>
                  <a:lnTo>
                    <a:pt x="53767" y="8882"/>
                  </a:lnTo>
                  <a:lnTo>
                    <a:pt x="47973" y="7031"/>
                  </a:lnTo>
                  <a:lnTo>
                    <a:pt x="42117" y="5392"/>
                  </a:lnTo>
                  <a:lnTo>
                    <a:pt x="36204" y="3967"/>
                  </a:lnTo>
                  <a:lnTo>
                    <a:pt x="30243" y="2758"/>
                  </a:lnTo>
                  <a:lnTo>
                    <a:pt x="24243" y="1767"/>
                  </a:lnTo>
                  <a:lnTo>
                    <a:pt x="18210" y="994"/>
                  </a:lnTo>
                  <a:lnTo>
                    <a:pt x="12153" y="442"/>
                  </a:lnTo>
                  <a:lnTo>
                    <a:pt x="6080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386" y="3707720"/>
              <a:ext cx="5362" cy="167167"/>
            </a:xfrm>
            <a:custGeom>
              <a:avLst/>
              <a:pathLst>
                <a:path w="5362" h="167167">
                  <a:moveTo>
                    <a:pt x="5362" y="0"/>
                  </a:moveTo>
                  <a:lnTo>
                    <a:pt x="0" y="86"/>
                  </a:lnTo>
                  <a:lnTo>
                    <a:pt x="53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85386" y="3707806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423601" y="3707720"/>
              <a:ext cx="334293" cy="334334"/>
            </a:xfrm>
            <a:custGeom>
              <a:avLst/>
              <a:pathLst>
                <a:path w="334293" h="334334">
                  <a:moveTo>
                    <a:pt x="161784" y="86"/>
                  </a:moveTo>
                  <a:lnTo>
                    <a:pt x="156486" y="340"/>
                  </a:lnTo>
                  <a:lnTo>
                    <a:pt x="151199" y="762"/>
                  </a:lnTo>
                  <a:lnTo>
                    <a:pt x="145927" y="1352"/>
                  </a:lnTo>
                  <a:lnTo>
                    <a:pt x="140677" y="2108"/>
                  </a:lnTo>
                  <a:lnTo>
                    <a:pt x="135454" y="3031"/>
                  </a:lnTo>
                  <a:lnTo>
                    <a:pt x="130263" y="4119"/>
                  </a:lnTo>
                  <a:lnTo>
                    <a:pt x="125108" y="5372"/>
                  </a:lnTo>
                  <a:lnTo>
                    <a:pt x="119996" y="6787"/>
                  </a:lnTo>
                  <a:lnTo>
                    <a:pt x="114932" y="8363"/>
                  </a:lnTo>
                  <a:lnTo>
                    <a:pt x="109920" y="10100"/>
                  </a:lnTo>
                  <a:lnTo>
                    <a:pt x="104966" y="11995"/>
                  </a:lnTo>
                  <a:lnTo>
                    <a:pt x="100074" y="14045"/>
                  </a:lnTo>
                  <a:lnTo>
                    <a:pt x="95250" y="16250"/>
                  </a:lnTo>
                  <a:lnTo>
                    <a:pt x="90498" y="18607"/>
                  </a:lnTo>
                  <a:lnTo>
                    <a:pt x="85823" y="21114"/>
                  </a:lnTo>
                  <a:lnTo>
                    <a:pt x="81230" y="23768"/>
                  </a:lnTo>
                  <a:lnTo>
                    <a:pt x="76724" y="26566"/>
                  </a:lnTo>
                  <a:lnTo>
                    <a:pt x="72309" y="29505"/>
                  </a:lnTo>
                  <a:lnTo>
                    <a:pt x="67989" y="32583"/>
                  </a:lnTo>
                  <a:lnTo>
                    <a:pt x="63769" y="35797"/>
                  </a:lnTo>
                  <a:lnTo>
                    <a:pt x="59653" y="39143"/>
                  </a:lnTo>
                  <a:lnTo>
                    <a:pt x="55646" y="42618"/>
                  </a:lnTo>
                  <a:lnTo>
                    <a:pt x="51751" y="46218"/>
                  </a:lnTo>
                  <a:lnTo>
                    <a:pt x="47971" y="49940"/>
                  </a:lnTo>
                  <a:lnTo>
                    <a:pt x="44312" y="53780"/>
                  </a:lnTo>
                  <a:lnTo>
                    <a:pt x="40777" y="57734"/>
                  </a:lnTo>
                  <a:lnTo>
                    <a:pt x="37368" y="61798"/>
                  </a:lnTo>
                  <a:lnTo>
                    <a:pt x="34091" y="65969"/>
                  </a:lnTo>
                  <a:lnTo>
                    <a:pt x="30947" y="70241"/>
                  </a:lnTo>
                  <a:lnTo>
                    <a:pt x="27941" y="74611"/>
                  </a:lnTo>
                  <a:lnTo>
                    <a:pt x="25074" y="79074"/>
                  </a:lnTo>
                  <a:lnTo>
                    <a:pt x="22351" y="83626"/>
                  </a:lnTo>
                  <a:lnTo>
                    <a:pt x="19773" y="88261"/>
                  </a:lnTo>
                  <a:lnTo>
                    <a:pt x="17344" y="92977"/>
                  </a:lnTo>
                  <a:lnTo>
                    <a:pt x="15066" y="97767"/>
                  </a:lnTo>
                  <a:lnTo>
                    <a:pt x="12941" y="102627"/>
                  </a:lnTo>
                  <a:lnTo>
                    <a:pt x="10971" y="107552"/>
                  </a:lnTo>
                  <a:lnTo>
                    <a:pt x="9158" y="112536"/>
                  </a:lnTo>
                  <a:lnTo>
                    <a:pt x="7504" y="117576"/>
                  </a:lnTo>
                  <a:lnTo>
                    <a:pt x="6011" y="122666"/>
                  </a:lnTo>
                  <a:lnTo>
                    <a:pt x="4680" y="127801"/>
                  </a:lnTo>
                  <a:lnTo>
                    <a:pt x="3513" y="132975"/>
                  </a:lnTo>
                  <a:lnTo>
                    <a:pt x="2511" y="138184"/>
                  </a:lnTo>
                  <a:lnTo>
                    <a:pt x="1674" y="143421"/>
                  </a:lnTo>
                  <a:lnTo>
                    <a:pt x="1004" y="148683"/>
                  </a:lnTo>
                  <a:lnTo>
                    <a:pt x="501" y="153964"/>
                  </a:lnTo>
                  <a:lnTo>
                    <a:pt x="166" y="159257"/>
                  </a:lnTo>
                  <a:lnTo>
                    <a:pt x="0" y="164559"/>
                  </a:lnTo>
                  <a:lnTo>
                    <a:pt x="1" y="169863"/>
                  </a:lnTo>
                  <a:lnTo>
                    <a:pt x="171" y="175165"/>
                  </a:lnTo>
                  <a:lnTo>
                    <a:pt x="508" y="180458"/>
                  </a:lnTo>
                  <a:lnTo>
                    <a:pt x="1014" y="185738"/>
                  </a:lnTo>
                  <a:lnTo>
                    <a:pt x="1687" y="191000"/>
                  </a:lnTo>
                  <a:lnTo>
                    <a:pt x="2526" y="196237"/>
                  </a:lnTo>
                  <a:lnTo>
                    <a:pt x="3531" y="201445"/>
                  </a:lnTo>
                  <a:lnTo>
                    <a:pt x="4701" y="206619"/>
                  </a:lnTo>
                  <a:lnTo>
                    <a:pt x="6035" y="211753"/>
                  </a:lnTo>
                  <a:lnTo>
                    <a:pt x="7530" y="216842"/>
                  </a:lnTo>
                  <a:lnTo>
                    <a:pt x="9187" y="221881"/>
                  </a:lnTo>
                  <a:lnTo>
                    <a:pt x="11002" y="226865"/>
                  </a:lnTo>
                  <a:lnTo>
                    <a:pt x="12975" y="231788"/>
                  </a:lnTo>
                  <a:lnTo>
                    <a:pt x="15102" y="236647"/>
                  </a:lnTo>
                  <a:lnTo>
                    <a:pt x="17383" y="241436"/>
                  </a:lnTo>
                  <a:lnTo>
                    <a:pt x="19815" y="246150"/>
                  </a:lnTo>
                  <a:lnTo>
                    <a:pt x="22395" y="250785"/>
                  </a:lnTo>
                  <a:lnTo>
                    <a:pt x="25121" y="255335"/>
                  </a:lnTo>
                  <a:lnTo>
                    <a:pt x="27989" y="259796"/>
                  </a:lnTo>
                  <a:lnTo>
                    <a:pt x="30998" y="264165"/>
                  </a:lnTo>
                  <a:lnTo>
                    <a:pt x="34144" y="268435"/>
                  </a:lnTo>
                  <a:lnTo>
                    <a:pt x="37424" y="272604"/>
                  </a:lnTo>
                  <a:lnTo>
                    <a:pt x="40834" y="276667"/>
                  </a:lnTo>
                  <a:lnTo>
                    <a:pt x="44372" y="280619"/>
                  </a:lnTo>
                  <a:lnTo>
                    <a:pt x="48033" y="284457"/>
                  </a:lnTo>
                  <a:lnTo>
                    <a:pt x="51814" y="288177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1"/>
                  </a:lnTo>
                  <a:lnTo>
                    <a:pt x="68060" y="301803"/>
                  </a:lnTo>
                  <a:lnTo>
                    <a:pt x="72381" y="304879"/>
                  </a:lnTo>
                  <a:lnTo>
                    <a:pt x="76798" y="307816"/>
                  </a:lnTo>
                  <a:lnTo>
                    <a:pt x="81306" y="310611"/>
                  </a:lnTo>
                  <a:lnTo>
                    <a:pt x="85900" y="313263"/>
                  </a:lnTo>
                  <a:lnTo>
                    <a:pt x="90576" y="315767"/>
                  </a:lnTo>
                  <a:lnTo>
                    <a:pt x="95329" y="318121"/>
                  </a:lnTo>
                  <a:lnTo>
                    <a:pt x="100154" y="320324"/>
                  </a:lnTo>
                  <a:lnTo>
                    <a:pt x="105047" y="322372"/>
                  </a:lnTo>
                  <a:lnTo>
                    <a:pt x="110003" y="324264"/>
                  </a:lnTo>
                  <a:lnTo>
                    <a:pt x="115015" y="325998"/>
                  </a:lnTo>
                  <a:lnTo>
                    <a:pt x="120081" y="327572"/>
                  </a:lnTo>
                  <a:lnTo>
                    <a:pt x="125194" y="328984"/>
                  </a:lnTo>
                  <a:lnTo>
                    <a:pt x="130349" y="330234"/>
                  </a:lnTo>
                  <a:lnTo>
                    <a:pt x="135541" y="331319"/>
                  </a:lnTo>
                  <a:lnTo>
                    <a:pt x="140764" y="332239"/>
                  </a:lnTo>
                  <a:lnTo>
                    <a:pt x="146015" y="332993"/>
                  </a:lnTo>
                  <a:lnTo>
                    <a:pt x="151286" y="333580"/>
                  </a:lnTo>
                  <a:lnTo>
                    <a:pt x="156574" y="334000"/>
                  </a:lnTo>
                  <a:lnTo>
                    <a:pt x="161872" y="334251"/>
                  </a:lnTo>
                  <a:lnTo>
                    <a:pt x="167176" y="334334"/>
                  </a:lnTo>
                  <a:lnTo>
                    <a:pt x="172480" y="334249"/>
                  </a:lnTo>
                  <a:lnTo>
                    <a:pt x="177778" y="333996"/>
                  </a:lnTo>
                  <a:lnTo>
                    <a:pt x="183065" y="333575"/>
                  </a:lnTo>
                  <a:lnTo>
                    <a:pt x="188337" y="332986"/>
                  </a:lnTo>
                  <a:lnTo>
                    <a:pt x="193587" y="332230"/>
                  </a:lnTo>
                  <a:lnTo>
                    <a:pt x="198810" y="331308"/>
                  </a:lnTo>
                  <a:lnTo>
                    <a:pt x="204002" y="330221"/>
                  </a:lnTo>
                  <a:lnTo>
                    <a:pt x="209156" y="328970"/>
                  </a:lnTo>
                  <a:lnTo>
                    <a:pt x="214269" y="327555"/>
                  </a:lnTo>
                  <a:lnTo>
                    <a:pt x="219333" y="325980"/>
                  </a:lnTo>
                  <a:lnTo>
                    <a:pt x="224346" y="324244"/>
                  </a:lnTo>
                  <a:lnTo>
                    <a:pt x="229300" y="322350"/>
                  </a:lnTo>
                  <a:lnTo>
                    <a:pt x="234192" y="320300"/>
                  </a:lnTo>
                  <a:lnTo>
                    <a:pt x="239017" y="318096"/>
                  </a:lnTo>
                  <a:lnTo>
                    <a:pt x="243769" y="315740"/>
                  </a:lnTo>
                  <a:lnTo>
                    <a:pt x="248444" y="313234"/>
                  </a:lnTo>
                  <a:lnTo>
                    <a:pt x="253038" y="310581"/>
                  </a:lnTo>
                  <a:lnTo>
                    <a:pt x="257544" y="307784"/>
                  </a:lnTo>
                  <a:lnTo>
                    <a:pt x="261960" y="304845"/>
                  </a:lnTo>
                  <a:lnTo>
                    <a:pt x="266280" y="301768"/>
                  </a:lnTo>
                  <a:lnTo>
                    <a:pt x="270501" y="298555"/>
                  </a:lnTo>
                  <a:lnTo>
                    <a:pt x="274617" y="295210"/>
                  </a:lnTo>
                  <a:lnTo>
                    <a:pt x="278625" y="291736"/>
                  </a:lnTo>
                  <a:lnTo>
                    <a:pt x="282521" y="288136"/>
                  </a:lnTo>
                  <a:lnTo>
                    <a:pt x="286301" y="284415"/>
                  </a:lnTo>
                  <a:lnTo>
                    <a:pt x="289961" y="280576"/>
                  </a:lnTo>
                  <a:lnTo>
                    <a:pt x="293497" y="276622"/>
                  </a:lnTo>
                  <a:lnTo>
                    <a:pt x="296906" y="272558"/>
                  </a:lnTo>
                  <a:lnTo>
                    <a:pt x="300185" y="268389"/>
                  </a:lnTo>
                  <a:lnTo>
                    <a:pt x="303329" y="264117"/>
                  </a:lnTo>
                  <a:lnTo>
                    <a:pt x="306336" y="259748"/>
                  </a:lnTo>
                  <a:lnTo>
                    <a:pt x="309203" y="255285"/>
                  </a:lnTo>
                  <a:lnTo>
                    <a:pt x="311928" y="250734"/>
                  </a:lnTo>
                  <a:lnTo>
                    <a:pt x="314506" y="246098"/>
                  </a:lnTo>
                  <a:lnTo>
                    <a:pt x="316936" y="241383"/>
                  </a:lnTo>
                  <a:lnTo>
                    <a:pt x="319215" y="236594"/>
                  </a:lnTo>
                  <a:lnTo>
                    <a:pt x="321341" y="231734"/>
                  </a:lnTo>
                  <a:lnTo>
                    <a:pt x="323312" y="226810"/>
                  </a:lnTo>
                  <a:lnTo>
                    <a:pt x="325126" y="221825"/>
                  </a:lnTo>
                  <a:lnTo>
                    <a:pt x="326780" y="216786"/>
                  </a:lnTo>
                  <a:lnTo>
                    <a:pt x="328274" y="211696"/>
                  </a:lnTo>
                  <a:lnTo>
                    <a:pt x="329606" y="206562"/>
                  </a:lnTo>
                  <a:lnTo>
                    <a:pt x="330774" y="201388"/>
                  </a:lnTo>
                  <a:lnTo>
                    <a:pt x="331777" y="196179"/>
                  </a:lnTo>
                  <a:lnTo>
                    <a:pt x="332615" y="190942"/>
                  </a:lnTo>
                  <a:lnTo>
                    <a:pt x="333286" y="185680"/>
                  </a:lnTo>
                  <a:lnTo>
                    <a:pt x="333789" y="180400"/>
                  </a:lnTo>
                  <a:lnTo>
                    <a:pt x="334125" y="175106"/>
                  </a:lnTo>
                  <a:lnTo>
                    <a:pt x="334293" y="169804"/>
                  </a:lnTo>
                  <a:lnTo>
                    <a:pt x="334293" y="164500"/>
                  </a:lnTo>
                  <a:lnTo>
                    <a:pt x="334124" y="159199"/>
                  </a:lnTo>
                  <a:lnTo>
                    <a:pt x="333787" y="153905"/>
                  </a:lnTo>
                  <a:lnTo>
                    <a:pt x="333283" y="148625"/>
                  </a:lnTo>
                  <a:lnTo>
                    <a:pt x="332611" y="143363"/>
                  </a:lnTo>
                  <a:lnTo>
                    <a:pt x="331772" y="138126"/>
                  </a:lnTo>
                  <a:lnTo>
                    <a:pt x="330768" y="132917"/>
                  </a:lnTo>
                  <a:lnTo>
                    <a:pt x="329599" y="127744"/>
                  </a:lnTo>
                  <a:lnTo>
                    <a:pt x="328266" y="122609"/>
                  </a:lnTo>
                  <a:lnTo>
                    <a:pt x="326772" y="117520"/>
                  </a:lnTo>
                  <a:lnTo>
                    <a:pt x="325116" y="112481"/>
                  </a:lnTo>
                  <a:lnTo>
                    <a:pt x="323302" y="107497"/>
                  </a:lnTo>
                  <a:lnTo>
                    <a:pt x="321330" y="102572"/>
                  </a:lnTo>
                  <a:lnTo>
                    <a:pt x="319203" y="97713"/>
                  </a:lnTo>
                  <a:lnTo>
                    <a:pt x="316923" y="92924"/>
                  </a:lnTo>
                  <a:lnTo>
                    <a:pt x="314492" y="88210"/>
                  </a:lnTo>
                  <a:lnTo>
                    <a:pt x="311913" y="83575"/>
                  </a:lnTo>
                  <a:lnTo>
                    <a:pt x="309188" y="79024"/>
                  </a:lnTo>
                  <a:lnTo>
                    <a:pt x="306320" y="74562"/>
                  </a:lnTo>
                  <a:lnTo>
                    <a:pt x="303312" y="70193"/>
                  </a:lnTo>
                  <a:lnTo>
                    <a:pt x="300167" y="65922"/>
                  </a:lnTo>
                  <a:lnTo>
                    <a:pt x="296888" y="61753"/>
                  </a:lnTo>
                  <a:lnTo>
                    <a:pt x="293478" y="57689"/>
                  </a:lnTo>
                  <a:lnTo>
                    <a:pt x="289941" y="53737"/>
                  </a:lnTo>
                  <a:lnTo>
                    <a:pt x="286281" y="49898"/>
                  </a:lnTo>
                  <a:lnTo>
                    <a:pt x="282500" y="46177"/>
                  </a:lnTo>
                  <a:lnTo>
                    <a:pt x="278604" y="42578"/>
                  </a:lnTo>
                  <a:lnTo>
                    <a:pt x="274595" y="39105"/>
                  </a:lnTo>
                  <a:lnTo>
                    <a:pt x="270478" y="35761"/>
                  </a:lnTo>
                  <a:lnTo>
                    <a:pt x="266257" y="32548"/>
                  </a:lnTo>
                  <a:lnTo>
                    <a:pt x="261936" y="29472"/>
                  </a:lnTo>
                  <a:lnTo>
                    <a:pt x="257520" y="26534"/>
                  </a:lnTo>
                  <a:lnTo>
                    <a:pt x="253012" y="23737"/>
                  </a:lnTo>
                  <a:lnTo>
                    <a:pt x="248419" y="21085"/>
                  </a:lnTo>
                  <a:lnTo>
                    <a:pt x="243743" y="18581"/>
                  </a:lnTo>
                  <a:lnTo>
                    <a:pt x="238991" y="16225"/>
                  </a:lnTo>
                  <a:lnTo>
                    <a:pt x="234166" y="14022"/>
                  </a:lnTo>
                  <a:lnTo>
                    <a:pt x="229273" y="11973"/>
                  </a:lnTo>
                  <a:lnTo>
                    <a:pt x="224318" y="10080"/>
                  </a:lnTo>
                  <a:lnTo>
                    <a:pt x="219306" y="8345"/>
                  </a:lnTo>
                  <a:lnTo>
                    <a:pt x="214241" y="6770"/>
                  </a:lnTo>
                  <a:lnTo>
                    <a:pt x="209128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5925" y="4213821"/>
              <a:ext cx="5362" cy="167167"/>
            </a:xfrm>
            <a:custGeom>
              <a:avLst/>
              <a:pathLst>
                <a:path w="5362" h="167167">
                  <a:moveTo>
                    <a:pt x="5362" y="0"/>
                  </a:moveTo>
                  <a:lnTo>
                    <a:pt x="0" y="86"/>
                  </a:lnTo>
                  <a:lnTo>
                    <a:pt x="53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75925" y="4213907"/>
              <a:ext cx="5362" cy="167081"/>
            </a:xfrm>
            <a:custGeom>
              <a:avLst/>
              <a:pathLst>
                <a:path w="5362" h="167081">
                  <a:moveTo>
                    <a:pt x="0" y="0"/>
                  </a:moveTo>
                  <a:lnTo>
                    <a:pt x="5362" y="1670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14140" y="4213821"/>
              <a:ext cx="334293" cy="334334"/>
            </a:xfrm>
            <a:custGeom>
              <a:avLst/>
              <a:pathLst>
                <a:path w="334293" h="334334">
                  <a:moveTo>
                    <a:pt x="161784" y="86"/>
                  </a:moveTo>
                  <a:lnTo>
                    <a:pt x="156486" y="340"/>
                  </a:lnTo>
                  <a:lnTo>
                    <a:pt x="151199" y="762"/>
                  </a:lnTo>
                  <a:lnTo>
                    <a:pt x="145927" y="1352"/>
                  </a:lnTo>
                  <a:lnTo>
                    <a:pt x="140677" y="2108"/>
                  </a:lnTo>
                  <a:lnTo>
                    <a:pt x="135454" y="3031"/>
                  </a:lnTo>
                  <a:lnTo>
                    <a:pt x="130263" y="4119"/>
                  </a:lnTo>
                  <a:lnTo>
                    <a:pt x="125108" y="5372"/>
                  </a:lnTo>
                  <a:lnTo>
                    <a:pt x="119996" y="6787"/>
                  </a:lnTo>
                  <a:lnTo>
                    <a:pt x="114932" y="8363"/>
                  </a:lnTo>
                  <a:lnTo>
                    <a:pt x="109920" y="10100"/>
                  </a:lnTo>
                  <a:lnTo>
                    <a:pt x="104966" y="11995"/>
                  </a:lnTo>
                  <a:lnTo>
                    <a:pt x="100074" y="14045"/>
                  </a:lnTo>
                  <a:lnTo>
                    <a:pt x="95250" y="16250"/>
                  </a:lnTo>
                  <a:lnTo>
                    <a:pt x="90498" y="18607"/>
                  </a:lnTo>
                  <a:lnTo>
                    <a:pt x="85823" y="21114"/>
                  </a:lnTo>
                  <a:lnTo>
                    <a:pt x="81230" y="23768"/>
                  </a:lnTo>
                  <a:lnTo>
                    <a:pt x="76724" y="26566"/>
                  </a:lnTo>
                  <a:lnTo>
                    <a:pt x="72309" y="29505"/>
                  </a:lnTo>
                  <a:lnTo>
                    <a:pt x="67989" y="32583"/>
                  </a:lnTo>
                  <a:lnTo>
                    <a:pt x="63769" y="35797"/>
                  </a:lnTo>
                  <a:lnTo>
                    <a:pt x="59653" y="39143"/>
                  </a:lnTo>
                  <a:lnTo>
                    <a:pt x="55646" y="42618"/>
                  </a:lnTo>
                  <a:lnTo>
                    <a:pt x="51751" y="46218"/>
                  </a:lnTo>
                  <a:lnTo>
                    <a:pt x="47971" y="49940"/>
                  </a:lnTo>
                  <a:lnTo>
                    <a:pt x="44312" y="53780"/>
                  </a:lnTo>
                  <a:lnTo>
                    <a:pt x="40777" y="57734"/>
                  </a:lnTo>
                  <a:lnTo>
                    <a:pt x="37368" y="61798"/>
                  </a:lnTo>
                  <a:lnTo>
                    <a:pt x="34091" y="65969"/>
                  </a:lnTo>
                  <a:lnTo>
                    <a:pt x="30947" y="70241"/>
                  </a:lnTo>
                  <a:lnTo>
                    <a:pt x="27941" y="74611"/>
                  </a:lnTo>
                  <a:lnTo>
                    <a:pt x="25074" y="79074"/>
                  </a:lnTo>
                  <a:lnTo>
                    <a:pt x="22351" y="83626"/>
                  </a:lnTo>
                  <a:lnTo>
                    <a:pt x="19773" y="88261"/>
                  </a:lnTo>
                  <a:lnTo>
                    <a:pt x="17344" y="92977"/>
                  </a:lnTo>
                  <a:lnTo>
                    <a:pt x="15066" y="97767"/>
                  </a:lnTo>
                  <a:lnTo>
                    <a:pt x="12941" y="102627"/>
                  </a:lnTo>
                  <a:lnTo>
                    <a:pt x="10971" y="107552"/>
                  </a:lnTo>
                  <a:lnTo>
                    <a:pt x="9158" y="112536"/>
                  </a:lnTo>
                  <a:lnTo>
                    <a:pt x="7504" y="117576"/>
                  </a:lnTo>
                  <a:lnTo>
                    <a:pt x="6011" y="122666"/>
                  </a:lnTo>
                  <a:lnTo>
                    <a:pt x="4680" y="127801"/>
                  </a:lnTo>
                  <a:lnTo>
                    <a:pt x="3513" y="132975"/>
                  </a:lnTo>
                  <a:lnTo>
                    <a:pt x="2511" y="138184"/>
                  </a:lnTo>
                  <a:lnTo>
                    <a:pt x="1674" y="143421"/>
                  </a:lnTo>
                  <a:lnTo>
                    <a:pt x="1004" y="148683"/>
                  </a:lnTo>
                  <a:lnTo>
                    <a:pt x="501" y="153964"/>
                  </a:lnTo>
                  <a:lnTo>
                    <a:pt x="166" y="159257"/>
                  </a:lnTo>
                  <a:lnTo>
                    <a:pt x="0" y="164559"/>
                  </a:lnTo>
                  <a:lnTo>
                    <a:pt x="1" y="169863"/>
                  </a:lnTo>
                  <a:lnTo>
                    <a:pt x="171" y="175165"/>
                  </a:lnTo>
                  <a:lnTo>
                    <a:pt x="508" y="180458"/>
                  </a:lnTo>
                  <a:lnTo>
                    <a:pt x="1014" y="185738"/>
                  </a:lnTo>
                  <a:lnTo>
                    <a:pt x="1687" y="191000"/>
                  </a:lnTo>
                  <a:lnTo>
                    <a:pt x="2526" y="196237"/>
                  </a:lnTo>
                  <a:lnTo>
                    <a:pt x="3531" y="201445"/>
                  </a:lnTo>
                  <a:lnTo>
                    <a:pt x="4701" y="206619"/>
                  </a:lnTo>
                  <a:lnTo>
                    <a:pt x="6035" y="211753"/>
                  </a:lnTo>
                  <a:lnTo>
                    <a:pt x="7530" y="216842"/>
                  </a:lnTo>
                  <a:lnTo>
                    <a:pt x="9187" y="221881"/>
                  </a:lnTo>
                  <a:lnTo>
                    <a:pt x="11002" y="226865"/>
                  </a:lnTo>
                  <a:lnTo>
                    <a:pt x="12975" y="231788"/>
                  </a:lnTo>
                  <a:lnTo>
                    <a:pt x="15102" y="236647"/>
                  </a:lnTo>
                  <a:lnTo>
                    <a:pt x="17383" y="241436"/>
                  </a:lnTo>
                  <a:lnTo>
                    <a:pt x="19815" y="246150"/>
                  </a:lnTo>
                  <a:lnTo>
                    <a:pt x="22395" y="250785"/>
                  </a:lnTo>
                  <a:lnTo>
                    <a:pt x="25121" y="255335"/>
                  </a:lnTo>
                  <a:lnTo>
                    <a:pt x="27989" y="259796"/>
                  </a:lnTo>
                  <a:lnTo>
                    <a:pt x="30998" y="264165"/>
                  </a:lnTo>
                  <a:lnTo>
                    <a:pt x="34144" y="268435"/>
                  </a:lnTo>
                  <a:lnTo>
                    <a:pt x="37424" y="272604"/>
                  </a:lnTo>
                  <a:lnTo>
                    <a:pt x="40834" y="276667"/>
                  </a:lnTo>
                  <a:lnTo>
                    <a:pt x="44372" y="280619"/>
                  </a:lnTo>
                  <a:lnTo>
                    <a:pt x="48033" y="284457"/>
                  </a:lnTo>
                  <a:lnTo>
                    <a:pt x="51814" y="288177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1"/>
                  </a:lnTo>
                  <a:lnTo>
                    <a:pt x="68060" y="301803"/>
                  </a:lnTo>
                  <a:lnTo>
                    <a:pt x="72381" y="304879"/>
                  </a:lnTo>
                  <a:lnTo>
                    <a:pt x="76798" y="307816"/>
                  </a:lnTo>
                  <a:lnTo>
                    <a:pt x="81306" y="310611"/>
                  </a:lnTo>
                  <a:lnTo>
                    <a:pt x="85900" y="313263"/>
                  </a:lnTo>
                  <a:lnTo>
                    <a:pt x="90576" y="315767"/>
                  </a:lnTo>
                  <a:lnTo>
                    <a:pt x="95329" y="318121"/>
                  </a:lnTo>
                  <a:lnTo>
                    <a:pt x="100154" y="320324"/>
                  </a:lnTo>
                  <a:lnTo>
                    <a:pt x="105047" y="322372"/>
                  </a:lnTo>
                  <a:lnTo>
                    <a:pt x="110003" y="324264"/>
                  </a:lnTo>
                  <a:lnTo>
                    <a:pt x="115015" y="325998"/>
                  </a:lnTo>
                  <a:lnTo>
                    <a:pt x="120081" y="327572"/>
                  </a:lnTo>
                  <a:lnTo>
                    <a:pt x="125194" y="328984"/>
                  </a:lnTo>
                  <a:lnTo>
                    <a:pt x="130349" y="330234"/>
                  </a:lnTo>
                  <a:lnTo>
                    <a:pt x="135541" y="331319"/>
                  </a:lnTo>
                  <a:lnTo>
                    <a:pt x="140764" y="332239"/>
                  </a:lnTo>
                  <a:lnTo>
                    <a:pt x="146015" y="332993"/>
                  </a:lnTo>
                  <a:lnTo>
                    <a:pt x="151286" y="333580"/>
                  </a:lnTo>
                  <a:lnTo>
                    <a:pt x="156574" y="334000"/>
                  </a:lnTo>
                  <a:lnTo>
                    <a:pt x="161872" y="334251"/>
                  </a:lnTo>
                  <a:lnTo>
                    <a:pt x="167176" y="334334"/>
                  </a:lnTo>
                  <a:lnTo>
                    <a:pt x="172480" y="334249"/>
                  </a:lnTo>
                  <a:lnTo>
                    <a:pt x="177778" y="333996"/>
                  </a:lnTo>
                  <a:lnTo>
                    <a:pt x="183065" y="333575"/>
                  </a:lnTo>
                  <a:lnTo>
                    <a:pt x="188337" y="332986"/>
                  </a:lnTo>
                  <a:lnTo>
                    <a:pt x="193587" y="332230"/>
                  </a:lnTo>
                  <a:lnTo>
                    <a:pt x="198810" y="331308"/>
                  </a:lnTo>
                  <a:lnTo>
                    <a:pt x="204002" y="330221"/>
                  </a:lnTo>
                  <a:lnTo>
                    <a:pt x="209156" y="328970"/>
                  </a:lnTo>
                  <a:lnTo>
                    <a:pt x="214269" y="327555"/>
                  </a:lnTo>
                  <a:lnTo>
                    <a:pt x="219333" y="325980"/>
                  </a:lnTo>
                  <a:lnTo>
                    <a:pt x="224346" y="324244"/>
                  </a:lnTo>
                  <a:lnTo>
                    <a:pt x="229300" y="322350"/>
                  </a:lnTo>
                  <a:lnTo>
                    <a:pt x="234192" y="320300"/>
                  </a:lnTo>
                  <a:lnTo>
                    <a:pt x="239017" y="318096"/>
                  </a:lnTo>
                  <a:lnTo>
                    <a:pt x="243769" y="315740"/>
                  </a:lnTo>
                  <a:lnTo>
                    <a:pt x="248444" y="313234"/>
                  </a:lnTo>
                  <a:lnTo>
                    <a:pt x="253038" y="310581"/>
                  </a:lnTo>
                  <a:lnTo>
                    <a:pt x="257544" y="307784"/>
                  </a:lnTo>
                  <a:lnTo>
                    <a:pt x="261960" y="304845"/>
                  </a:lnTo>
                  <a:lnTo>
                    <a:pt x="266280" y="301768"/>
                  </a:lnTo>
                  <a:lnTo>
                    <a:pt x="270501" y="298555"/>
                  </a:lnTo>
                  <a:lnTo>
                    <a:pt x="274617" y="295210"/>
                  </a:lnTo>
                  <a:lnTo>
                    <a:pt x="278625" y="291736"/>
                  </a:lnTo>
                  <a:lnTo>
                    <a:pt x="282521" y="288136"/>
                  </a:lnTo>
                  <a:lnTo>
                    <a:pt x="286301" y="284415"/>
                  </a:lnTo>
                  <a:lnTo>
                    <a:pt x="289961" y="280576"/>
                  </a:lnTo>
                  <a:lnTo>
                    <a:pt x="293497" y="276622"/>
                  </a:lnTo>
                  <a:lnTo>
                    <a:pt x="296906" y="272558"/>
                  </a:lnTo>
                  <a:lnTo>
                    <a:pt x="300185" y="268389"/>
                  </a:lnTo>
                  <a:lnTo>
                    <a:pt x="303329" y="264117"/>
                  </a:lnTo>
                  <a:lnTo>
                    <a:pt x="306336" y="259748"/>
                  </a:lnTo>
                  <a:lnTo>
                    <a:pt x="309203" y="255285"/>
                  </a:lnTo>
                  <a:lnTo>
                    <a:pt x="311928" y="250734"/>
                  </a:lnTo>
                  <a:lnTo>
                    <a:pt x="314506" y="246098"/>
                  </a:lnTo>
                  <a:lnTo>
                    <a:pt x="316936" y="241383"/>
                  </a:lnTo>
                  <a:lnTo>
                    <a:pt x="319215" y="236594"/>
                  </a:lnTo>
                  <a:lnTo>
                    <a:pt x="321341" y="231734"/>
                  </a:lnTo>
                  <a:lnTo>
                    <a:pt x="323312" y="226810"/>
                  </a:lnTo>
                  <a:lnTo>
                    <a:pt x="325126" y="221825"/>
                  </a:lnTo>
                  <a:lnTo>
                    <a:pt x="326780" y="216786"/>
                  </a:lnTo>
                  <a:lnTo>
                    <a:pt x="328274" y="211696"/>
                  </a:lnTo>
                  <a:lnTo>
                    <a:pt x="329606" y="206562"/>
                  </a:lnTo>
                  <a:lnTo>
                    <a:pt x="330774" y="201388"/>
                  </a:lnTo>
                  <a:lnTo>
                    <a:pt x="331777" y="196179"/>
                  </a:lnTo>
                  <a:lnTo>
                    <a:pt x="332615" y="190942"/>
                  </a:lnTo>
                  <a:lnTo>
                    <a:pt x="333286" y="185680"/>
                  </a:lnTo>
                  <a:lnTo>
                    <a:pt x="333789" y="180400"/>
                  </a:lnTo>
                  <a:lnTo>
                    <a:pt x="334125" y="175106"/>
                  </a:lnTo>
                  <a:lnTo>
                    <a:pt x="334293" y="169804"/>
                  </a:lnTo>
                  <a:lnTo>
                    <a:pt x="334293" y="164500"/>
                  </a:lnTo>
                  <a:lnTo>
                    <a:pt x="334124" y="159199"/>
                  </a:lnTo>
                  <a:lnTo>
                    <a:pt x="333787" y="153905"/>
                  </a:lnTo>
                  <a:lnTo>
                    <a:pt x="333283" y="148625"/>
                  </a:lnTo>
                  <a:lnTo>
                    <a:pt x="332611" y="143363"/>
                  </a:lnTo>
                  <a:lnTo>
                    <a:pt x="331772" y="138126"/>
                  </a:lnTo>
                  <a:lnTo>
                    <a:pt x="330768" y="132917"/>
                  </a:lnTo>
                  <a:lnTo>
                    <a:pt x="329599" y="127744"/>
                  </a:lnTo>
                  <a:lnTo>
                    <a:pt x="328266" y="122609"/>
                  </a:lnTo>
                  <a:lnTo>
                    <a:pt x="326772" y="117520"/>
                  </a:lnTo>
                  <a:lnTo>
                    <a:pt x="325116" y="112481"/>
                  </a:lnTo>
                  <a:lnTo>
                    <a:pt x="323302" y="107497"/>
                  </a:lnTo>
                  <a:lnTo>
                    <a:pt x="321330" y="102572"/>
                  </a:lnTo>
                  <a:lnTo>
                    <a:pt x="319203" y="97713"/>
                  </a:lnTo>
                  <a:lnTo>
                    <a:pt x="316923" y="92924"/>
                  </a:lnTo>
                  <a:lnTo>
                    <a:pt x="314492" y="88210"/>
                  </a:lnTo>
                  <a:lnTo>
                    <a:pt x="311913" y="83575"/>
                  </a:lnTo>
                  <a:lnTo>
                    <a:pt x="309188" y="79024"/>
                  </a:lnTo>
                  <a:lnTo>
                    <a:pt x="306320" y="74562"/>
                  </a:lnTo>
                  <a:lnTo>
                    <a:pt x="303312" y="70193"/>
                  </a:lnTo>
                  <a:lnTo>
                    <a:pt x="300167" y="65922"/>
                  </a:lnTo>
                  <a:lnTo>
                    <a:pt x="296888" y="61753"/>
                  </a:lnTo>
                  <a:lnTo>
                    <a:pt x="293478" y="57689"/>
                  </a:lnTo>
                  <a:lnTo>
                    <a:pt x="289941" y="53737"/>
                  </a:lnTo>
                  <a:lnTo>
                    <a:pt x="286281" y="49898"/>
                  </a:lnTo>
                  <a:lnTo>
                    <a:pt x="282500" y="46177"/>
                  </a:lnTo>
                  <a:lnTo>
                    <a:pt x="278604" y="42578"/>
                  </a:lnTo>
                  <a:lnTo>
                    <a:pt x="274595" y="39105"/>
                  </a:lnTo>
                  <a:lnTo>
                    <a:pt x="270478" y="35761"/>
                  </a:lnTo>
                  <a:lnTo>
                    <a:pt x="266257" y="32548"/>
                  </a:lnTo>
                  <a:lnTo>
                    <a:pt x="261936" y="29472"/>
                  </a:lnTo>
                  <a:lnTo>
                    <a:pt x="257520" y="26534"/>
                  </a:lnTo>
                  <a:lnTo>
                    <a:pt x="253012" y="23737"/>
                  </a:lnTo>
                  <a:lnTo>
                    <a:pt x="248419" y="21085"/>
                  </a:lnTo>
                  <a:lnTo>
                    <a:pt x="243743" y="18581"/>
                  </a:lnTo>
                  <a:lnTo>
                    <a:pt x="238991" y="16225"/>
                  </a:lnTo>
                  <a:lnTo>
                    <a:pt x="234166" y="14022"/>
                  </a:lnTo>
                  <a:lnTo>
                    <a:pt x="229273" y="11973"/>
                  </a:lnTo>
                  <a:lnTo>
                    <a:pt x="224318" y="10080"/>
                  </a:lnTo>
                  <a:lnTo>
                    <a:pt x="219306" y="8345"/>
                  </a:lnTo>
                  <a:lnTo>
                    <a:pt x="214241" y="6770"/>
                  </a:lnTo>
                  <a:lnTo>
                    <a:pt x="209128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907" y="4659281"/>
              <a:ext cx="1617" cy="167167"/>
            </a:xfrm>
            <a:custGeom>
              <a:avLst/>
              <a:pathLst>
                <a:path w="1617" h="167167">
                  <a:moveTo>
                    <a:pt x="1617" y="0"/>
                  </a:moveTo>
                  <a:lnTo>
                    <a:pt x="0" y="7"/>
                  </a:lnTo>
                  <a:lnTo>
                    <a:pt x="161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084907" y="4659289"/>
              <a:ext cx="1617" cy="167159"/>
            </a:xfrm>
            <a:custGeom>
              <a:avLst/>
              <a:pathLst>
                <a:path w="1617" h="167159">
                  <a:moveTo>
                    <a:pt x="0" y="0"/>
                  </a:moveTo>
                  <a:lnTo>
                    <a:pt x="1617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937115" y="4659289"/>
              <a:ext cx="149409" cy="167159"/>
            </a:xfrm>
            <a:custGeom>
              <a:avLst/>
              <a:pathLst>
                <a:path w="149409" h="167159">
                  <a:moveTo>
                    <a:pt x="147791" y="0"/>
                  </a:moveTo>
                  <a:lnTo>
                    <a:pt x="142241" y="145"/>
                  </a:lnTo>
                  <a:lnTo>
                    <a:pt x="136699" y="476"/>
                  </a:lnTo>
                  <a:lnTo>
                    <a:pt x="131172" y="989"/>
                  </a:lnTo>
                  <a:lnTo>
                    <a:pt x="125664" y="1687"/>
                  </a:lnTo>
                  <a:lnTo>
                    <a:pt x="120182" y="2566"/>
                  </a:lnTo>
                  <a:lnTo>
                    <a:pt x="114733" y="3628"/>
                  </a:lnTo>
                  <a:lnTo>
                    <a:pt x="109322" y="4869"/>
                  </a:lnTo>
                  <a:lnTo>
                    <a:pt x="103955" y="6290"/>
                  </a:lnTo>
                  <a:lnTo>
                    <a:pt x="98638" y="7888"/>
                  </a:lnTo>
                  <a:lnTo>
                    <a:pt x="93377" y="9662"/>
                  </a:lnTo>
                  <a:lnTo>
                    <a:pt x="88178" y="11609"/>
                  </a:lnTo>
                  <a:lnTo>
                    <a:pt x="83047" y="13728"/>
                  </a:lnTo>
                  <a:lnTo>
                    <a:pt x="77988" y="16017"/>
                  </a:lnTo>
                  <a:lnTo>
                    <a:pt x="73009" y="18472"/>
                  </a:lnTo>
                  <a:lnTo>
                    <a:pt x="68114" y="21091"/>
                  </a:lnTo>
                  <a:lnTo>
                    <a:pt x="63308" y="23871"/>
                  </a:lnTo>
                  <a:lnTo>
                    <a:pt x="58597" y="26809"/>
                  </a:lnTo>
                  <a:lnTo>
                    <a:pt x="53987" y="29902"/>
                  </a:lnTo>
                  <a:lnTo>
                    <a:pt x="49482" y="33146"/>
                  </a:lnTo>
                  <a:lnTo>
                    <a:pt x="45087" y="36538"/>
                  </a:lnTo>
                  <a:lnTo>
                    <a:pt x="40807" y="40074"/>
                  </a:lnTo>
                  <a:lnTo>
                    <a:pt x="36647" y="43751"/>
                  </a:lnTo>
                  <a:lnTo>
                    <a:pt x="32611" y="47563"/>
                  </a:lnTo>
                  <a:lnTo>
                    <a:pt x="28704" y="51508"/>
                  </a:lnTo>
                  <a:lnTo>
                    <a:pt x="24930" y="55580"/>
                  </a:lnTo>
                  <a:lnTo>
                    <a:pt x="21294" y="59775"/>
                  </a:lnTo>
                  <a:lnTo>
                    <a:pt x="17799" y="64088"/>
                  </a:lnTo>
                  <a:lnTo>
                    <a:pt x="14449" y="68515"/>
                  </a:lnTo>
                  <a:lnTo>
                    <a:pt x="11248" y="73051"/>
                  </a:lnTo>
                  <a:lnTo>
                    <a:pt x="8199" y="77691"/>
                  </a:lnTo>
                  <a:lnTo>
                    <a:pt x="5306" y="82429"/>
                  </a:lnTo>
                  <a:lnTo>
                    <a:pt x="2572" y="87261"/>
                  </a:lnTo>
                  <a:lnTo>
                    <a:pt x="0" y="92181"/>
                  </a:lnTo>
                  <a:lnTo>
                    <a:pt x="149409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919368" y="4659281"/>
              <a:ext cx="334306" cy="334334"/>
            </a:xfrm>
            <a:custGeom>
              <a:avLst/>
              <a:pathLst>
                <a:path w="334306" h="334334">
                  <a:moveTo>
                    <a:pt x="17746" y="92189"/>
                  </a:moveTo>
                  <a:lnTo>
                    <a:pt x="15441" y="96972"/>
                  </a:lnTo>
                  <a:lnTo>
                    <a:pt x="13288" y="101825"/>
                  </a:lnTo>
                  <a:lnTo>
                    <a:pt x="11290" y="106745"/>
                  </a:lnTo>
                  <a:lnTo>
                    <a:pt x="9450" y="111726"/>
                  </a:lnTo>
                  <a:lnTo>
                    <a:pt x="7769" y="116762"/>
                  </a:lnTo>
                  <a:lnTo>
                    <a:pt x="6249" y="121849"/>
                  </a:lnTo>
                  <a:lnTo>
                    <a:pt x="4890" y="126982"/>
                  </a:lnTo>
                  <a:lnTo>
                    <a:pt x="3696" y="132156"/>
                  </a:lnTo>
                  <a:lnTo>
                    <a:pt x="2667" y="137365"/>
                  </a:lnTo>
                  <a:lnTo>
                    <a:pt x="1803" y="142604"/>
                  </a:lnTo>
                  <a:lnTo>
                    <a:pt x="1107" y="147868"/>
                  </a:lnTo>
                  <a:lnTo>
                    <a:pt x="577" y="153151"/>
                  </a:lnTo>
                  <a:lnTo>
                    <a:pt x="216" y="158448"/>
                  </a:lnTo>
                  <a:lnTo>
                    <a:pt x="24" y="163754"/>
                  </a:lnTo>
                  <a:lnTo>
                    <a:pt x="0" y="169064"/>
                  </a:lnTo>
                  <a:lnTo>
                    <a:pt x="144" y="174372"/>
                  </a:lnTo>
                  <a:lnTo>
                    <a:pt x="457" y="179672"/>
                  </a:lnTo>
                  <a:lnTo>
                    <a:pt x="938" y="184960"/>
                  </a:lnTo>
                  <a:lnTo>
                    <a:pt x="1587" y="190230"/>
                  </a:lnTo>
                  <a:lnTo>
                    <a:pt x="2403" y="195476"/>
                  </a:lnTo>
                  <a:lnTo>
                    <a:pt x="3385" y="200694"/>
                  </a:lnTo>
                  <a:lnTo>
                    <a:pt x="4533" y="205878"/>
                  </a:lnTo>
                  <a:lnTo>
                    <a:pt x="5844" y="211024"/>
                  </a:lnTo>
                  <a:lnTo>
                    <a:pt x="7318" y="216124"/>
                  </a:lnTo>
                  <a:lnTo>
                    <a:pt x="8954" y="221176"/>
                  </a:lnTo>
                  <a:lnTo>
                    <a:pt x="10749" y="226173"/>
                  </a:lnTo>
                  <a:lnTo>
                    <a:pt x="12702" y="231110"/>
                  </a:lnTo>
                  <a:lnTo>
                    <a:pt x="14810" y="235983"/>
                  </a:lnTo>
                  <a:lnTo>
                    <a:pt x="17073" y="240787"/>
                  </a:lnTo>
                  <a:lnTo>
                    <a:pt x="19486" y="245516"/>
                  </a:lnTo>
                  <a:lnTo>
                    <a:pt x="22049" y="250167"/>
                  </a:lnTo>
                  <a:lnTo>
                    <a:pt x="24758" y="254733"/>
                  </a:lnTo>
                  <a:lnTo>
                    <a:pt x="27611" y="259211"/>
                  </a:lnTo>
                  <a:lnTo>
                    <a:pt x="30605" y="263596"/>
                  </a:lnTo>
                  <a:lnTo>
                    <a:pt x="33736" y="267884"/>
                  </a:lnTo>
                  <a:lnTo>
                    <a:pt x="37002" y="272071"/>
                  </a:lnTo>
                  <a:lnTo>
                    <a:pt x="40399" y="276151"/>
                  </a:lnTo>
                  <a:lnTo>
                    <a:pt x="43924" y="280122"/>
                  </a:lnTo>
                  <a:lnTo>
                    <a:pt x="47574" y="283979"/>
                  </a:lnTo>
                  <a:lnTo>
                    <a:pt x="51344" y="287718"/>
                  </a:lnTo>
                  <a:lnTo>
                    <a:pt x="55231" y="291335"/>
                  </a:lnTo>
                  <a:lnTo>
                    <a:pt x="59231" y="294827"/>
                  </a:lnTo>
                  <a:lnTo>
                    <a:pt x="63339" y="298190"/>
                  </a:lnTo>
                  <a:lnTo>
                    <a:pt x="67553" y="301421"/>
                  </a:lnTo>
                  <a:lnTo>
                    <a:pt x="71867" y="304516"/>
                  </a:lnTo>
                  <a:lnTo>
                    <a:pt x="76277" y="307473"/>
                  </a:lnTo>
                  <a:lnTo>
                    <a:pt x="80779" y="310289"/>
                  </a:lnTo>
                  <a:lnTo>
                    <a:pt x="85367" y="312960"/>
                  </a:lnTo>
                  <a:lnTo>
                    <a:pt x="90039" y="315484"/>
                  </a:lnTo>
                  <a:lnTo>
                    <a:pt x="94788" y="317858"/>
                  </a:lnTo>
                  <a:lnTo>
                    <a:pt x="99610" y="320080"/>
                  </a:lnTo>
                  <a:lnTo>
                    <a:pt x="104501" y="322148"/>
                  </a:lnTo>
                  <a:lnTo>
                    <a:pt x="109454" y="324060"/>
                  </a:lnTo>
                  <a:lnTo>
                    <a:pt x="114466" y="325813"/>
                  </a:lnTo>
                  <a:lnTo>
                    <a:pt x="119531" y="327407"/>
                  </a:lnTo>
                  <a:lnTo>
                    <a:pt x="124644" y="328838"/>
                  </a:lnTo>
                  <a:lnTo>
                    <a:pt x="129800" y="330107"/>
                  </a:lnTo>
                  <a:lnTo>
                    <a:pt x="134993" y="331211"/>
                  </a:lnTo>
                  <a:lnTo>
                    <a:pt x="140219" y="332150"/>
                  </a:lnTo>
                  <a:lnTo>
                    <a:pt x="145473" y="332922"/>
                  </a:lnTo>
                  <a:lnTo>
                    <a:pt x="150748" y="333527"/>
                  </a:lnTo>
                  <a:lnTo>
                    <a:pt x="156039" y="333964"/>
                  </a:lnTo>
                  <a:lnTo>
                    <a:pt x="161342" y="334233"/>
                  </a:lnTo>
                  <a:lnTo>
                    <a:pt x="166651" y="334334"/>
                  </a:lnTo>
                  <a:lnTo>
                    <a:pt x="171960" y="334265"/>
                  </a:lnTo>
                  <a:lnTo>
                    <a:pt x="177264" y="334028"/>
                  </a:lnTo>
                  <a:lnTo>
                    <a:pt x="182559" y="333623"/>
                  </a:lnTo>
                  <a:lnTo>
                    <a:pt x="187837" y="333050"/>
                  </a:lnTo>
                  <a:lnTo>
                    <a:pt x="193095" y="332310"/>
                  </a:lnTo>
                  <a:lnTo>
                    <a:pt x="198327" y="331403"/>
                  </a:lnTo>
                  <a:lnTo>
                    <a:pt x="203527" y="330330"/>
                  </a:lnTo>
                  <a:lnTo>
                    <a:pt x="208690" y="329092"/>
                  </a:lnTo>
                  <a:lnTo>
                    <a:pt x="213812" y="327692"/>
                  </a:lnTo>
                  <a:lnTo>
                    <a:pt x="218886" y="326129"/>
                  </a:lnTo>
                  <a:lnTo>
                    <a:pt x="223909" y="324406"/>
                  </a:lnTo>
                  <a:lnTo>
                    <a:pt x="228874" y="322524"/>
                  </a:lnTo>
                  <a:lnTo>
                    <a:pt x="233776" y="320486"/>
                  </a:lnTo>
                  <a:lnTo>
                    <a:pt x="238612" y="318293"/>
                  </a:lnTo>
                  <a:lnTo>
                    <a:pt x="243375" y="315947"/>
                  </a:lnTo>
                  <a:lnTo>
                    <a:pt x="248062" y="313452"/>
                  </a:lnTo>
                  <a:lnTo>
                    <a:pt x="252667" y="310808"/>
                  </a:lnTo>
                  <a:lnTo>
                    <a:pt x="257186" y="308020"/>
                  </a:lnTo>
                  <a:lnTo>
                    <a:pt x="261614" y="305090"/>
                  </a:lnTo>
                  <a:lnTo>
                    <a:pt x="265946" y="302021"/>
                  </a:lnTo>
                  <a:lnTo>
                    <a:pt x="270179" y="298815"/>
                  </a:lnTo>
                  <a:lnTo>
                    <a:pt x="274308" y="295477"/>
                  </a:lnTo>
                  <a:lnTo>
                    <a:pt x="278329" y="292009"/>
                  </a:lnTo>
                  <a:lnTo>
                    <a:pt x="282238" y="288416"/>
                  </a:lnTo>
                  <a:lnTo>
                    <a:pt x="286030" y="284700"/>
                  </a:lnTo>
                  <a:lnTo>
                    <a:pt x="289703" y="280865"/>
                  </a:lnTo>
                  <a:lnTo>
                    <a:pt x="293252" y="276916"/>
                  </a:lnTo>
                  <a:lnTo>
                    <a:pt x="296674" y="272856"/>
                  </a:lnTo>
                  <a:lnTo>
                    <a:pt x="299965" y="268689"/>
                  </a:lnTo>
                  <a:lnTo>
                    <a:pt x="303122" y="264420"/>
                  </a:lnTo>
                  <a:lnTo>
                    <a:pt x="306142" y="260053"/>
                  </a:lnTo>
                  <a:lnTo>
                    <a:pt x="309022" y="255592"/>
                  </a:lnTo>
                  <a:lnTo>
                    <a:pt x="311759" y="251042"/>
                  </a:lnTo>
                  <a:lnTo>
                    <a:pt x="314350" y="246408"/>
                  </a:lnTo>
                  <a:lnTo>
                    <a:pt x="316792" y="241693"/>
                  </a:lnTo>
                  <a:lnTo>
                    <a:pt x="319083" y="236903"/>
                  </a:lnTo>
                  <a:lnTo>
                    <a:pt x="321221" y="232043"/>
                  </a:lnTo>
                  <a:lnTo>
                    <a:pt x="323204" y="227117"/>
                  </a:lnTo>
                  <a:lnTo>
                    <a:pt x="325029" y="222131"/>
                  </a:lnTo>
                  <a:lnTo>
                    <a:pt x="326695" y="217090"/>
                  </a:lnTo>
                  <a:lnTo>
                    <a:pt x="328200" y="211998"/>
                  </a:lnTo>
                  <a:lnTo>
                    <a:pt x="329543" y="206861"/>
                  </a:lnTo>
                  <a:lnTo>
                    <a:pt x="330721" y="201684"/>
                  </a:lnTo>
                  <a:lnTo>
                    <a:pt x="331735" y="196472"/>
                  </a:lnTo>
                  <a:lnTo>
                    <a:pt x="332583" y="191230"/>
                  </a:lnTo>
                  <a:lnTo>
                    <a:pt x="333263" y="185964"/>
                  </a:lnTo>
                  <a:lnTo>
                    <a:pt x="333777" y="180680"/>
                  </a:lnTo>
                  <a:lnTo>
                    <a:pt x="334122" y="175381"/>
                  </a:lnTo>
                  <a:lnTo>
                    <a:pt x="334298" y="170074"/>
                  </a:lnTo>
                  <a:lnTo>
                    <a:pt x="334306" y="164765"/>
                  </a:lnTo>
                  <a:lnTo>
                    <a:pt x="334146" y="159458"/>
                  </a:lnTo>
                  <a:lnTo>
                    <a:pt x="333817" y="154158"/>
                  </a:lnTo>
                  <a:lnTo>
                    <a:pt x="333319" y="148872"/>
                  </a:lnTo>
                  <a:lnTo>
                    <a:pt x="332655" y="143604"/>
                  </a:lnTo>
                  <a:lnTo>
                    <a:pt x="331823" y="138360"/>
                  </a:lnTo>
                  <a:lnTo>
                    <a:pt x="330825" y="133145"/>
                  </a:lnTo>
                  <a:lnTo>
                    <a:pt x="329662" y="127964"/>
                  </a:lnTo>
                  <a:lnTo>
                    <a:pt x="328335" y="122823"/>
                  </a:lnTo>
                  <a:lnTo>
                    <a:pt x="326845" y="117727"/>
                  </a:lnTo>
                  <a:lnTo>
                    <a:pt x="325195" y="112680"/>
                  </a:lnTo>
                  <a:lnTo>
                    <a:pt x="323384" y="107688"/>
                  </a:lnTo>
                  <a:lnTo>
                    <a:pt x="321417" y="102757"/>
                  </a:lnTo>
                  <a:lnTo>
                    <a:pt x="319293" y="97890"/>
                  </a:lnTo>
                  <a:lnTo>
                    <a:pt x="317016" y="93094"/>
                  </a:lnTo>
                  <a:lnTo>
                    <a:pt x="314588" y="88372"/>
                  </a:lnTo>
                  <a:lnTo>
                    <a:pt x="312012" y="83729"/>
                  </a:lnTo>
                  <a:lnTo>
                    <a:pt x="309289" y="79171"/>
                  </a:lnTo>
                  <a:lnTo>
                    <a:pt x="306422" y="74701"/>
                  </a:lnTo>
                  <a:lnTo>
                    <a:pt x="303416" y="70325"/>
                  </a:lnTo>
                  <a:lnTo>
                    <a:pt x="300271" y="66047"/>
                  </a:lnTo>
                  <a:lnTo>
                    <a:pt x="296993" y="61870"/>
                  </a:lnTo>
                  <a:lnTo>
                    <a:pt x="293583" y="57800"/>
                  </a:lnTo>
                  <a:lnTo>
                    <a:pt x="290046" y="53840"/>
                  </a:lnTo>
                  <a:lnTo>
                    <a:pt x="286385" y="49994"/>
                  </a:lnTo>
                  <a:lnTo>
                    <a:pt x="282604" y="46267"/>
                  </a:lnTo>
                  <a:lnTo>
                    <a:pt x="278706" y="42661"/>
                  </a:lnTo>
                  <a:lnTo>
                    <a:pt x="274695" y="39181"/>
                  </a:lnTo>
                  <a:lnTo>
                    <a:pt x="270576" y="35831"/>
                  </a:lnTo>
                  <a:lnTo>
                    <a:pt x="266353" y="32613"/>
                  </a:lnTo>
                  <a:lnTo>
                    <a:pt x="262030" y="29530"/>
                  </a:lnTo>
                  <a:lnTo>
                    <a:pt x="257611" y="26586"/>
                  </a:lnTo>
                  <a:lnTo>
                    <a:pt x="253101" y="23785"/>
                  </a:lnTo>
                  <a:lnTo>
                    <a:pt x="248504" y="21128"/>
                  </a:lnTo>
                  <a:lnTo>
                    <a:pt x="243825" y="18618"/>
                  </a:lnTo>
                  <a:lnTo>
                    <a:pt x="239068" y="16258"/>
                  </a:lnTo>
                  <a:lnTo>
                    <a:pt x="234239" y="14050"/>
                  </a:lnTo>
                  <a:lnTo>
                    <a:pt x="229343" y="11997"/>
                  </a:lnTo>
                  <a:lnTo>
                    <a:pt x="224384" y="10100"/>
                  </a:lnTo>
                  <a:lnTo>
                    <a:pt x="219367" y="8362"/>
                  </a:lnTo>
                  <a:lnTo>
                    <a:pt x="214297" y="6784"/>
                  </a:lnTo>
                  <a:lnTo>
                    <a:pt x="209179" y="5368"/>
                  </a:lnTo>
                  <a:lnTo>
                    <a:pt x="204020" y="4115"/>
                  </a:lnTo>
                  <a:lnTo>
                    <a:pt x="198823" y="3026"/>
                  </a:lnTo>
                  <a:lnTo>
                    <a:pt x="193594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269" y="0"/>
                  </a:moveTo>
                  <a:lnTo>
                    <a:pt x="0" y="0"/>
                  </a:lnTo>
                  <a:lnTo>
                    <a:pt x="2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321573" y="5018213"/>
              <a:ext cx="334305" cy="334334"/>
            </a:xfrm>
            <a:custGeom>
              <a:avLst/>
              <a:pathLst>
                <a:path w="334305" h="334334">
                  <a:moveTo>
                    <a:pt x="166878" y="0"/>
                  </a:moveTo>
                  <a:lnTo>
                    <a:pt x="161581" y="92"/>
                  </a:lnTo>
                  <a:lnTo>
                    <a:pt x="156290" y="352"/>
                  </a:lnTo>
                  <a:lnTo>
                    <a:pt x="151010" y="780"/>
                  </a:lnTo>
                  <a:lnTo>
                    <a:pt x="145747" y="1375"/>
                  </a:lnTo>
                  <a:lnTo>
                    <a:pt x="140504" y="2136"/>
                  </a:lnTo>
                  <a:lnTo>
                    <a:pt x="135289" y="3063"/>
                  </a:lnTo>
                  <a:lnTo>
                    <a:pt x="130105" y="4155"/>
                  </a:lnTo>
                  <a:lnTo>
                    <a:pt x="124959" y="5410"/>
                  </a:lnTo>
                  <a:lnTo>
                    <a:pt x="119855" y="6828"/>
                  </a:lnTo>
                  <a:lnTo>
                    <a:pt x="114798" y="8407"/>
                  </a:lnTo>
                  <a:lnTo>
                    <a:pt x="109794" y="10146"/>
                  </a:lnTo>
                  <a:lnTo>
                    <a:pt x="104848" y="12042"/>
                  </a:lnTo>
                  <a:lnTo>
                    <a:pt x="99964" y="14094"/>
                  </a:lnTo>
                  <a:lnTo>
                    <a:pt x="95148" y="16299"/>
                  </a:lnTo>
                  <a:lnTo>
                    <a:pt x="90404" y="18656"/>
                  </a:lnTo>
                  <a:lnTo>
                    <a:pt x="85737" y="21162"/>
                  </a:lnTo>
                  <a:lnTo>
                    <a:pt x="81152" y="23815"/>
                  </a:lnTo>
                  <a:lnTo>
                    <a:pt x="76653" y="26612"/>
                  </a:lnTo>
                  <a:lnTo>
                    <a:pt x="72245" y="29550"/>
                  </a:lnTo>
                  <a:lnTo>
                    <a:pt x="67932" y="32626"/>
                  </a:lnTo>
                  <a:lnTo>
                    <a:pt x="63719" y="35837"/>
                  </a:lnTo>
                  <a:lnTo>
                    <a:pt x="59610" y="39180"/>
                  </a:lnTo>
                  <a:lnTo>
                    <a:pt x="55609" y="42651"/>
                  </a:lnTo>
                  <a:lnTo>
                    <a:pt x="51720" y="46248"/>
                  </a:lnTo>
                  <a:lnTo>
                    <a:pt x="47946" y="49966"/>
                  </a:lnTo>
                  <a:lnTo>
                    <a:pt x="44293" y="53801"/>
                  </a:lnTo>
                  <a:lnTo>
                    <a:pt x="40762" y="57751"/>
                  </a:lnTo>
                  <a:lnTo>
                    <a:pt x="37359" y="61810"/>
                  </a:lnTo>
                  <a:lnTo>
                    <a:pt x="34086" y="65975"/>
                  </a:lnTo>
                  <a:lnTo>
                    <a:pt x="30947" y="70242"/>
                  </a:lnTo>
                  <a:lnTo>
                    <a:pt x="27944" y="74606"/>
                  </a:lnTo>
                  <a:lnTo>
                    <a:pt x="25081" y="79063"/>
                  </a:lnTo>
                  <a:lnTo>
                    <a:pt x="22361" y="83609"/>
                  </a:lnTo>
                  <a:lnTo>
                    <a:pt x="19786" y="88238"/>
                  </a:lnTo>
                  <a:lnTo>
                    <a:pt x="17360" y="92947"/>
                  </a:lnTo>
                  <a:lnTo>
                    <a:pt x="15083" y="97730"/>
                  </a:lnTo>
                  <a:lnTo>
                    <a:pt x="12959" y="102583"/>
                  </a:lnTo>
                  <a:lnTo>
                    <a:pt x="10991" y="107501"/>
                  </a:lnTo>
                  <a:lnTo>
                    <a:pt x="9178" y="112479"/>
                  </a:lnTo>
                  <a:lnTo>
                    <a:pt x="7525" y="117511"/>
                  </a:lnTo>
                  <a:lnTo>
                    <a:pt x="6032" y="122594"/>
                  </a:lnTo>
                  <a:lnTo>
                    <a:pt x="4700" y="127721"/>
                  </a:lnTo>
                  <a:lnTo>
                    <a:pt x="3532" y="132888"/>
                  </a:lnTo>
                  <a:lnTo>
                    <a:pt x="2528" y="138089"/>
                  </a:lnTo>
                  <a:lnTo>
                    <a:pt x="1690" y="143320"/>
                  </a:lnTo>
                  <a:lnTo>
                    <a:pt x="1017" y="148574"/>
                  </a:lnTo>
                  <a:lnTo>
                    <a:pt x="511" y="153847"/>
                  </a:lnTo>
                  <a:lnTo>
                    <a:pt x="173" y="159134"/>
                  </a:lnTo>
                  <a:lnTo>
                    <a:pt x="2" y="164428"/>
                  </a:lnTo>
                  <a:lnTo>
                    <a:pt x="0" y="169725"/>
                  </a:lnTo>
                  <a:lnTo>
                    <a:pt x="164" y="175020"/>
                  </a:lnTo>
                  <a:lnTo>
                    <a:pt x="497" y="180307"/>
                  </a:lnTo>
                  <a:lnTo>
                    <a:pt x="997" y="185581"/>
                  </a:lnTo>
                  <a:lnTo>
                    <a:pt x="1664" y="190836"/>
                  </a:lnTo>
                  <a:lnTo>
                    <a:pt x="2497" y="196067"/>
                  </a:lnTo>
                  <a:lnTo>
                    <a:pt x="3495" y="201270"/>
                  </a:lnTo>
                  <a:lnTo>
                    <a:pt x="4658" y="206438"/>
                  </a:lnTo>
                  <a:lnTo>
                    <a:pt x="5984" y="211566"/>
                  </a:lnTo>
                  <a:lnTo>
                    <a:pt x="7472" y="216650"/>
                  </a:lnTo>
                  <a:lnTo>
                    <a:pt x="9120" y="221685"/>
                  </a:lnTo>
                  <a:lnTo>
                    <a:pt x="10926" y="226664"/>
                  </a:lnTo>
                  <a:lnTo>
                    <a:pt x="12890" y="231584"/>
                  </a:lnTo>
                  <a:lnTo>
                    <a:pt x="15009" y="236440"/>
                  </a:lnTo>
                  <a:lnTo>
                    <a:pt x="17280" y="241225"/>
                  </a:lnTo>
                  <a:lnTo>
                    <a:pt x="19702" y="245937"/>
                  </a:lnTo>
                  <a:lnTo>
                    <a:pt x="22271" y="250569"/>
                  </a:lnTo>
                  <a:lnTo>
                    <a:pt x="24987" y="255117"/>
                  </a:lnTo>
                  <a:lnTo>
                    <a:pt x="27845" y="259577"/>
                  </a:lnTo>
                  <a:lnTo>
                    <a:pt x="30843" y="263945"/>
                  </a:lnTo>
                  <a:lnTo>
                    <a:pt x="33977" y="268215"/>
                  </a:lnTo>
                  <a:lnTo>
                    <a:pt x="37246" y="272384"/>
                  </a:lnTo>
                  <a:lnTo>
                    <a:pt x="40645" y="276447"/>
                  </a:lnTo>
                  <a:lnTo>
                    <a:pt x="44171" y="280400"/>
                  </a:lnTo>
                  <a:lnTo>
                    <a:pt x="47820" y="284239"/>
                  </a:lnTo>
                  <a:lnTo>
                    <a:pt x="51590" y="287961"/>
                  </a:lnTo>
                  <a:lnTo>
                    <a:pt x="55475" y="291562"/>
                  </a:lnTo>
                  <a:lnTo>
                    <a:pt x="59472" y="295038"/>
                  </a:lnTo>
                  <a:lnTo>
                    <a:pt x="63578" y="298385"/>
                  </a:lnTo>
                  <a:lnTo>
                    <a:pt x="67788" y="301601"/>
                  </a:lnTo>
                  <a:lnTo>
                    <a:pt x="72097" y="304682"/>
                  </a:lnTo>
                  <a:lnTo>
                    <a:pt x="76502" y="307624"/>
                  </a:lnTo>
                  <a:lnTo>
                    <a:pt x="80998" y="310426"/>
                  </a:lnTo>
                  <a:lnTo>
                    <a:pt x="85580" y="313084"/>
                  </a:lnTo>
                  <a:lnTo>
                    <a:pt x="90244" y="315595"/>
                  </a:lnTo>
                  <a:lnTo>
                    <a:pt x="94986" y="317957"/>
                  </a:lnTo>
                  <a:lnTo>
                    <a:pt x="99800" y="320168"/>
                  </a:lnTo>
                  <a:lnTo>
                    <a:pt x="104681" y="322225"/>
                  </a:lnTo>
                  <a:lnTo>
                    <a:pt x="109626" y="324126"/>
                  </a:lnTo>
                  <a:lnTo>
                    <a:pt x="114628" y="325870"/>
                  </a:lnTo>
                  <a:lnTo>
                    <a:pt x="119682" y="327454"/>
                  </a:lnTo>
                  <a:lnTo>
                    <a:pt x="124785" y="328878"/>
                  </a:lnTo>
                  <a:lnTo>
                    <a:pt x="129930" y="330139"/>
                  </a:lnTo>
                  <a:lnTo>
                    <a:pt x="135112" y="331236"/>
                  </a:lnTo>
                  <a:lnTo>
                    <a:pt x="140327" y="332169"/>
                  </a:lnTo>
                  <a:lnTo>
                    <a:pt x="145568" y="332936"/>
                  </a:lnTo>
                  <a:lnTo>
                    <a:pt x="150831" y="333536"/>
                  </a:lnTo>
                  <a:lnTo>
                    <a:pt x="156111" y="333969"/>
                  </a:lnTo>
                  <a:lnTo>
                    <a:pt x="161402" y="334235"/>
                  </a:lnTo>
                  <a:lnTo>
                    <a:pt x="166698" y="334334"/>
                  </a:lnTo>
                  <a:lnTo>
                    <a:pt x="171995" y="334264"/>
                  </a:lnTo>
                  <a:lnTo>
                    <a:pt x="177287" y="334026"/>
                  </a:lnTo>
                  <a:lnTo>
                    <a:pt x="182568" y="333621"/>
                  </a:lnTo>
                  <a:lnTo>
                    <a:pt x="187835" y="333049"/>
                  </a:lnTo>
                  <a:lnTo>
                    <a:pt x="193080" y="332310"/>
                  </a:lnTo>
                  <a:lnTo>
                    <a:pt x="198300" y="331406"/>
                  </a:lnTo>
                  <a:lnTo>
                    <a:pt x="203488" y="330336"/>
                  </a:lnTo>
                  <a:lnTo>
                    <a:pt x="208640" y="329103"/>
                  </a:lnTo>
                  <a:lnTo>
                    <a:pt x="213750" y="327707"/>
                  </a:lnTo>
                  <a:lnTo>
                    <a:pt x="218813" y="326150"/>
                  </a:lnTo>
                  <a:lnTo>
                    <a:pt x="223824" y="324433"/>
                  </a:lnTo>
                  <a:lnTo>
                    <a:pt x="228779" y="322558"/>
                  </a:lnTo>
                  <a:lnTo>
                    <a:pt x="233671" y="320527"/>
                  </a:lnTo>
                  <a:lnTo>
                    <a:pt x="238497" y="318343"/>
                  </a:lnTo>
                  <a:lnTo>
                    <a:pt x="243251" y="316006"/>
                  </a:lnTo>
                  <a:lnTo>
                    <a:pt x="247929" y="313520"/>
                  </a:lnTo>
                  <a:lnTo>
                    <a:pt x="252525" y="310887"/>
                  </a:lnTo>
                  <a:lnTo>
                    <a:pt x="257036" y="308110"/>
                  </a:lnTo>
                  <a:lnTo>
                    <a:pt x="261457" y="305191"/>
                  </a:lnTo>
                  <a:lnTo>
                    <a:pt x="265783" y="302133"/>
                  </a:lnTo>
                  <a:lnTo>
                    <a:pt x="270010" y="298940"/>
                  </a:lnTo>
                  <a:lnTo>
                    <a:pt x="274133" y="295615"/>
                  </a:lnTo>
                  <a:lnTo>
                    <a:pt x="278149" y="292161"/>
                  </a:lnTo>
                  <a:lnTo>
                    <a:pt x="282054" y="288581"/>
                  </a:lnTo>
                  <a:lnTo>
                    <a:pt x="285843" y="284879"/>
                  </a:lnTo>
                  <a:lnTo>
                    <a:pt x="289513" y="281059"/>
                  </a:lnTo>
                  <a:lnTo>
                    <a:pt x="293060" y="277125"/>
                  </a:lnTo>
                  <a:lnTo>
                    <a:pt x="296481" y="273080"/>
                  </a:lnTo>
                  <a:lnTo>
                    <a:pt x="299772" y="268929"/>
                  </a:lnTo>
                  <a:lnTo>
                    <a:pt x="302930" y="264676"/>
                  </a:lnTo>
                  <a:lnTo>
                    <a:pt x="305951" y="260325"/>
                  </a:lnTo>
                  <a:lnTo>
                    <a:pt x="308833" y="255880"/>
                  </a:lnTo>
                  <a:lnTo>
                    <a:pt x="311573" y="251347"/>
                  </a:lnTo>
                  <a:lnTo>
                    <a:pt x="314168" y="246728"/>
                  </a:lnTo>
                  <a:lnTo>
                    <a:pt x="316615" y="242030"/>
                  </a:lnTo>
                  <a:lnTo>
                    <a:pt x="318912" y="237257"/>
                  </a:lnTo>
                  <a:lnTo>
                    <a:pt x="321056" y="232413"/>
                  </a:lnTo>
                  <a:lnTo>
                    <a:pt x="323046" y="227504"/>
                  </a:lnTo>
                  <a:lnTo>
                    <a:pt x="324880" y="222534"/>
                  </a:lnTo>
                  <a:lnTo>
                    <a:pt x="326555" y="217508"/>
                  </a:lnTo>
                  <a:lnTo>
                    <a:pt x="328070" y="212432"/>
                  </a:lnTo>
                  <a:lnTo>
                    <a:pt x="329423" y="207311"/>
                  </a:lnTo>
                  <a:lnTo>
                    <a:pt x="330614" y="202149"/>
                  </a:lnTo>
                  <a:lnTo>
                    <a:pt x="331640" y="196952"/>
                  </a:lnTo>
                  <a:lnTo>
                    <a:pt x="332501" y="191725"/>
                  </a:lnTo>
                  <a:lnTo>
                    <a:pt x="333196" y="186474"/>
                  </a:lnTo>
                  <a:lnTo>
                    <a:pt x="333724" y="181203"/>
                  </a:lnTo>
                  <a:lnTo>
                    <a:pt x="334086" y="175918"/>
                  </a:lnTo>
                  <a:lnTo>
                    <a:pt x="334279" y="170624"/>
                  </a:lnTo>
                  <a:lnTo>
                    <a:pt x="334305" y="165327"/>
                  </a:lnTo>
                  <a:lnTo>
                    <a:pt x="334162" y="160032"/>
                  </a:lnTo>
                  <a:lnTo>
                    <a:pt x="333853" y="154743"/>
                  </a:lnTo>
                  <a:lnTo>
                    <a:pt x="333375" y="149468"/>
                  </a:lnTo>
                  <a:lnTo>
                    <a:pt x="332731" y="144210"/>
                  </a:lnTo>
                  <a:lnTo>
                    <a:pt x="331920" y="138975"/>
                  </a:lnTo>
                  <a:lnTo>
                    <a:pt x="330944" y="133768"/>
                  </a:lnTo>
                  <a:lnTo>
                    <a:pt x="329804" y="128595"/>
                  </a:lnTo>
                  <a:lnTo>
                    <a:pt x="328500" y="123461"/>
                  </a:lnTo>
                  <a:lnTo>
                    <a:pt x="327034" y="118370"/>
                  </a:lnTo>
                  <a:lnTo>
                    <a:pt x="325408" y="113329"/>
                  </a:lnTo>
                  <a:lnTo>
                    <a:pt x="323623" y="108342"/>
                  </a:lnTo>
                  <a:lnTo>
                    <a:pt x="321680" y="103413"/>
                  </a:lnTo>
                  <a:lnTo>
                    <a:pt x="319583" y="98549"/>
                  </a:lnTo>
                  <a:lnTo>
                    <a:pt x="317332" y="93754"/>
                  </a:lnTo>
                  <a:lnTo>
                    <a:pt x="314931" y="89032"/>
                  </a:lnTo>
                  <a:lnTo>
                    <a:pt x="312381" y="84389"/>
                  </a:lnTo>
                  <a:lnTo>
                    <a:pt x="309685" y="79829"/>
                  </a:lnTo>
                  <a:lnTo>
                    <a:pt x="306846" y="75356"/>
                  </a:lnTo>
                  <a:lnTo>
                    <a:pt x="303867" y="70976"/>
                  </a:lnTo>
                  <a:lnTo>
                    <a:pt x="300751" y="66692"/>
                  </a:lnTo>
                  <a:lnTo>
                    <a:pt x="297500" y="62510"/>
                  </a:lnTo>
                  <a:lnTo>
                    <a:pt x="294119" y="58432"/>
                  </a:lnTo>
                  <a:lnTo>
                    <a:pt x="290610" y="54464"/>
                  </a:lnTo>
                  <a:lnTo>
                    <a:pt x="286977" y="50608"/>
                  </a:lnTo>
                  <a:lnTo>
                    <a:pt x="283224" y="46870"/>
                  </a:lnTo>
                  <a:lnTo>
                    <a:pt x="279354" y="43253"/>
                  </a:lnTo>
                  <a:lnTo>
                    <a:pt x="275371" y="39760"/>
                  </a:lnTo>
                  <a:lnTo>
                    <a:pt x="271280" y="36395"/>
                  </a:lnTo>
                  <a:lnTo>
                    <a:pt x="267084" y="33161"/>
                  </a:lnTo>
                  <a:lnTo>
                    <a:pt x="262788" y="30062"/>
                  </a:lnTo>
                  <a:lnTo>
                    <a:pt x="258396" y="27100"/>
                  </a:lnTo>
                  <a:lnTo>
                    <a:pt x="253912" y="24279"/>
                  </a:lnTo>
                  <a:lnTo>
                    <a:pt x="249342" y="21602"/>
                  </a:lnTo>
                  <a:lnTo>
                    <a:pt x="244688" y="19071"/>
                  </a:lnTo>
                  <a:lnTo>
                    <a:pt x="239957" y="16688"/>
                  </a:lnTo>
                  <a:lnTo>
                    <a:pt x="235152" y="14457"/>
                  </a:lnTo>
                  <a:lnTo>
                    <a:pt x="230280" y="12379"/>
                  </a:lnTo>
                  <a:lnTo>
                    <a:pt x="225344" y="10456"/>
                  </a:lnTo>
                  <a:lnTo>
                    <a:pt x="220349" y="8691"/>
                  </a:lnTo>
                  <a:lnTo>
                    <a:pt x="215301" y="7085"/>
                  </a:lnTo>
                  <a:lnTo>
                    <a:pt x="210205" y="5640"/>
                  </a:lnTo>
                  <a:lnTo>
                    <a:pt x="205065" y="4356"/>
                  </a:lnTo>
                  <a:lnTo>
                    <a:pt x="199888" y="3237"/>
                  </a:lnTo>
                  <a:lnTo>
                    <a:pt x="194677" y="2282"/>
                  </a:lnTo>
                  <a:lnTo>
                    <a:pt x="189439" y="1492"/>
                  </a:lnTo>
                  <a:lnTo>
                    <a:pt x="184179" y="869"/>
                  </a:lnTo>
                  <a:lnTo>
                    <a:pt x="178901" y="413"/>
                  </a:lnTo>
                  <a:lnTo>
                    <a:pt x="173612" y="124"/>
                  </a:lnTo>
                  <a:lnTo>
                    <a:pt x="168316" y="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1168" cy="167167"/>
            </a:xfrm>
            <a:custGeom>
              <a:avLst/>
              <a:pathLst>
                <a:path w="1168" h="167167">
                  <a:moveTo>
                    <a:pt x="1168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810300" y="5269756"/>
              <a:ext cx="154200" cy="167167"/>
            </a:xfrm>
            <a:custGeom>
              <a:avLst/>
              <a:pathLst>
                <a:path w="154200" h="167167">
                  <a:moveTo>
                    <a:pt x="154200" y="0"/>
                  </a:moveTo>
                  <a:lnTo>
                    <a:pt x="148748" y="88"/>
                  </a:lnTo>
                  <a:lnTo>
                    <a:pt x="143302" y="355"/>
                  </a:lnTo>
                  <a:lnTo>
                    <a:pt x="137867" y="799"/>
                  </a:lnTo>
                  <a:lnTo>
                    <a:pt x="132450" y="1421"/>
                  </a:lnTo>
                  <a:lnTo>
                    <a:pt x="127056" y="2218"/>
                  </a:lnTo>
                  <a:lnTo>
                    <a:pt x="121690" y="3191"/>
                  </a:lnTo>
                  <a:lnTo>
                    <a:pt x="116360" y="4339"/>
                  </a:lnTo>
                  <a:lnTo>
                    <a:pt x="111069" y="5659"/>
                  </a:lnTo>
                  <a:lnTo>
                    <a:pt x="105825" y="7152"/>
                  </a:lnTo>
                  <a:lnTo>
                    <a:pt x="100632" y="8815"/>
                  </a:lnTo>
                  <a:lnTo>
                    <a:pt x="95495" y="10646"/>
                  </a:lnTo>
                  <a:lnTo>
                    <a:pt x="90422" y="12644"/>
                  </a:lnTo>
                  <a:lnTo>
                    <a:pt x="85416" y="14807"/>
                  </a:lnTo>
                  <a:lnTo>
                    <a:pt x="80483" y="17131"/>
                  </a:lnTo>
                  <a:lnTo>
                    <a:pt x="75629" y="19615"/>
                  </a:lnTo>
                  <a:lnTo>
                    <a:pt x="70859" y="22256"/>
                  </a:lnTo>
                  <a:lnTo>
                    <a:pt x="66177" y="25051"/>
                  </a:lnTo>
                  <a:lnTo>
                    <a:pt x="61589" y="27998"/>
                  </a:lnTo>
                  <a:lnTo>
                    <a:pt x="57099" y="31092"/>
                  </a:lnTo>
                  <a:lnTo>
                    <a:pt x="52713" y="34332"/>
                  </a:lnTo>
                  <a:lnTo>
                    <a:pt x="48434" y="37712"/>
                  </a:lnTo>
                  <a:lnTo>
                    <a:pt x="44268" y="41231"/>
                  </a:lnTo>
                  <a:lnTo>
                    <a:pt x="40220" y="44883"/>
                  </a:lnTo>
                  <a:lnTo>
                    <a:pt x="36292" y="48665"/>
                  </a:lnTo>
                  <a:lnTo>
                    <a:pt x="32490" y="52574"/>
                  </a:lnTo>
                  <a:lnTo>
                    <a:pt x="28817" y="56605"/>
                  </a:lnTo>
                  <a:lnTo>
                    <a:pt x="25278" y="60753"/>
                  </a:lnTo>
                  <a:lnTo>
                    <a:pt x="21876" y="65014"/>
                  </a:lnTo>
                  <a:lnTo>
                    <a:pt x="18615" y="69384"/>
                  </a:lnTo>
                  <a:lnTo>
                    <a:pt x="15498" y="73858"/>
                  </a:lnTo>
                  <a:lnTo>
                    <a:pt x="12528" y="78432"/>
                  </a:lnTo>
                  <a:lnTo>
                    <a:pt x="9709" y="83099"/>
                  </a:lnTo>
                  <a:lnTo>
                    <a:pt x="7044" y="87857"/>
                  </a:lnTo>
                  <a:lnTo>
                    <a:pt x="4536" y="92698"/>
                  </a:lnTo>
                  <a:lnTo>
                    <a:pt x="2187" y="97619"/>
                  </a:lnTo>
                  <a:lnTo>
                    <a:pt x="0" y="102614"/>
                  </a:lnTo>
                  <a:lnTo>
                    <a:pt x="15420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797354" y="5269756"/>
              <a:ext cx="334293" cy="334334"/>
            </a:xfrm>
            <a:custGeom>
              <a:avLst/>
              <a:pathLst>
                <a:path w="334293" h="334334">
                  <a:moveTo>
                    <a:pt x="12946" y="102614"/>
                  </a:moveTo>
                  <a:lnTo>
                    <a:pt x="10975" y="107539"/>
                  </a:lnTo>
                  <a:lnTo>
                    <a:pt x="9162" y="112523"/>
                  </a:lnTo>
                  <a:lnTo>
                    <a:pt x="7508" y="117563"/>
                  </a:lnTo>
                  <a:lnTo>
                    <a:pt x="6015" y="122653"/>
                  </a:lnTo>
                  <a:lnTo>
                    <a:pt x="4683" y="127788"/>
                  </a:lnTo>
                  <a:lnTo>
                    <a:pt x="3516" y="132962"/>
                  </a:lnTo>
                  <a:lnTo>
                    <a:pt x="2513" y="138171"/>
                  </a:lnTo>
                  <a:lnTo>
                    <a:pt x="1676" y="143408"/>
                  </a:lnTo>
                  <a:lnTo>
                    <a:pt x="1005" y="148670"/>
                  </a:lnTo>
                  <a:lnTo>
                    <a:pt x="502" y="153951"/>
                  </a:lnTo>
                  <a:lnTo>
                    <a:pt x="167" y="159244"/>
                  </a:lnTo>
                  <a:lnTo>
                    <a:pt x="0" y="164546"/>
                  </a:lnTo>
                  <a:lnTo>
                    <a:pt x="0" y="169850"/>
                  </a:lnTo>
                  <a:lnTo>
                    <a:pt x="170" y="175152"/>
                  </a:lnTo>
                  <a:lnTo>
                    <a:pt x="507" y="180446"/>
                  </a:lnTo>
                  <a:lnTo>
                    <a:pt x="1012" y="185726"/>
                  </a:lnTo>
                  <a:lnTo>
                    <a:pt x="1685" y="190987"/>
                  </a:lnTo>
                  <a:lnTo>
                    <a:pt x="2524" y="196225"/>
                  </a:lnTo>
                  <a:lnTo>
                    <a:pt x="3529" y="201433"/>
                  </a:lnTo>
                  <a:lnTo>
                    <a:pt x="4698" y="206607"/>
                  </a:lnTo>
                  <a:lnTo>
                    <a:pt x="6031" y="211741"/>
                  </a:lnTo>
                  <a:lnTo>
                    <a:pt x="7527" y="216830"/>
                  </a:lnTo>
                  <a:lnTo>
                    <a:pt x="9183" y="221870"/>
                  </a:lnTo>
                  <a:lnTo>
                    <a:pt x="10998" y="226854"/>
                  </a:lnTo>
                  <a:lnTo>
                    <a:pt x="12970" y="231778"/>
                  </a:lnTo>
                  <a:lnTo>
                    <a:pt x="15097" y="236637"/>
                  </a:lnTo>
                  <a:lnTo>
                    <a:pt x="17378" y="241426"/>
                  </a:lnTo>
                  <a:lnTo>
                    <a:pt x="19809" y="246140"/>
                  </a:lnTo>
                  <a:lnTo>
                    <a:pt x="22389" y="250775"/>
                  </a:lnTo>
                  <a:lnTo>
                    <a:pt x="25115" y="255325"/>
                  </a:lnTo>
                  <a:lnTo>
                    <a:pt x="27983" y="259787"/>
                  </a:lnTo>
                  <a:lnTo>
                    <a:pt x="30992" y="264156"/>
                  </a:lnTo>
                  <a:lnTo>
                    <a:pt x="34137" y="268427"/>
                  </a:lnTo>
                  <a:lnTo>
                    <a:pt x="37417" y="272596"/>
                  </a:lnTo>
                  <a:lnTo>
                    <a:pt x="40827" y="276658"/>
                  </a:lnTo>
                  <a:lnTo>
                    <a:pt x="44364" y="280611"/>
                  </a:lnTo>
                  <a:lnTo>
                    <a:pt x="48025" y="284449"/>
                  </a:lnTo>
                  <a:lnTo>
                    <a:pt x="51806" y="288170"/>
                  </a:lnTo>
                  <a:lnTo>
                    <a:pt x="55703" y="291768"/>
                  </a:lnTo>
                  <a:lnTo>
                    <a:pt x="59713" y="295241"/>
                  </a:lnTo>
                  <a:lnTo>
                    <a:pt x="63830" y="298585"/>
                  </a:lnTo>
                  <a:lnTo>
                    <a:pt x="68052" y="301797"/>
                  </a:lnTo>
                  <a:lnTo>
                    <a:pt x="72373" y="304873"/>
                  </a:lnTo>
                  <a:lnTo>
                    <a:pt x="76790" y="307810"/>
                  </a:lnTo>
                  <a:lnTo>
                    <a:pt x="81297" y="310606"/>
                  </a:lnTo>
                  <a:lnTo>
                    <a:pt x="85891" y="313258"/>
                  </a:lnTo>
                  <a:lnTo>
                    <a:pt x="90567" y="315762"/>
                  </a:lnTo>
                  <a:lnTo>
                    <a:pt x="95320" y="318117"/>
                  </a:lnTo>
                  <a:lnTo>
                    <a:pt x="100145" y="320320"/>
                  </a:lnTo>
                  <a:lnTo>
                    <a:pt x="105038" y="322369"/>
                  </a:lnTo>
                  <a:lnTo>
                    <a:pt x="109994" y="324261"/>
                  </a:lnTo>
                  <a:lnTo>
                    <a:pt x="115006" y="325995"/>
                  </a:lnTo>
                  <a:lnTo>
                    <a:pt x="120072" y="327569"/>
                  </a:lnTo>
                  <a:lnTo>
                    <a:pt x="125184" y="328982"/>
                  </a:lnTo>
                  <a:lnTo>
                    <a:pt x="130339" y="330232"/>
                  </a:lnTo>
                  <a:lnTo>
                    <a:pt x="135531" y="331318"/>
                  </a:lnTo>
                  <a:lnTo>
                    <a:pt x="140755" y="332238"/>
                  </a:lnTo>
                  <a:lnTo>
                    <a:pt x="146006" y="332992"/>
                  </a:lnTo>
                  <a:lnTo>
                    <a:pt x="151277" y="333579"/>
                  </a:lnTo>
                  <a:lnTo>
                    <a:pt x="156565" y="333999"/>
                  </a:lnTo>
                  <a:lnTo>
                    <a:pt x="161864" y="334251"/>
                  </a:lnTo>
                  <a:lnTo>
                    <a:pt x="167167" y="334334"/>
                  </a:lnTo>
                  <a:lnTo>
                    <a:pt x="172471" y="334250"/>
                  </a:lnTo>
                  <a:lnTo>
                    <a:pt x="177769" y="333997"/>
                  </a:lnTo>
                  <a:lnTo>
                    <a:pt x="183057" y="333576"/>
                  </a:lnTo>
                  <a:lnTo>
                    <a:pt x="188328" y="332987"/>
                  </a:lnTo>
                  <a:lnTo>
                    <a:pt x="193579" y="332231"/>
                  </a:lnTo>
                  <a:lnTo>
                    <a:pt x="198802" y="331310"/>
                  </a:lnTo>
                  <a:lnTo>
                    <a:pt x="203994" y="330223"/>
                  </a:lnTo>
                  <a:lnTo>
                    <a:pt x="209149" y="328972"/>
                  </a:lnTo>
                  <a:lnTo>
                    <a:pt x="214261" y="327558"/>
                  </a:lnTo>
                  <a:lnTo>
                    <a:pt x="219326" y="325982"/>
                  </a:lnTo>
                  <a:lnTo>
                    <a:pt x="224338" y="324247"/>
                  </a:lnTo>
                  <a:lnTo>
                    <a:pt x="229293" y="322353"/>
                  </a:lnTo>
                  <a:lnTo>
                    <a:pt x="234186" y="320303"/>
                  </a:lnTo>
                  <a:lnTo>
                    <a:pt x="239010" y="318099"/>
                  </a:lnTo>
                  <a:lnTo>
                    <a:pt x="243763" y="315743"/>
                  </a:lnTo>
                  <a:lnTo>
                    <a:pt x="248438" y="313238"/>
                  </a:lnTo>
                  <a:lnTo>
                    <a:pt x="253031" y="310585"/>
                  </a:lnTo>
                  <a:lnTo>
                    <a:pt x="257538" y="307788"/>
                  </a:lnTo>
                  <a:lnTo>
                    <a:pt x="261954" y="304849"/>
                  </a:lnTo>
                  <a:lnTo>
                    <a:pt x="266275" y="301772"/>
                  </a:lnTo>
                  <a:lnTo>
                    <a:pt x="270495" y="298559"/>
                  </a:lnTo>
                  <a:lnTo>
                    <a:pt x="274612" y="295214"/>
                  </a:lnTo>
                  <a:lnTo>
                    <a:pt x="278620" y="291740"/>
                  </a:lnTo>
                  <a:lnTo>
                    <a:pt x="282517" y="288141"/>
                  </a:lnTo>
                  <a:lnTo>
                    <a:pt x="286297" y="284420"/>
                  </a:lnTo>
                  <a:lnTo>
                    <a:pt x="289957" y="280580"/>
                  </a:lnTo>
                  <a:lnTo>
                    <a:pt x="293493" y="276627"/>
                  </a:lnTo>
                  <a:lnTo>
                    <a:pt x="296902" y="272563"/>
                  </a:lnTo>
                  <a:lnTo>
                    <a:pt x="300181" y="268393"/>
                  </a:lnTo>
                  <a:lnTo>
                    <a:pt x="303325" y="264122"/>
                  </a:lnTo>
                  <a:lnTo>
                    <a:pt x="306333" y="259752"/>
                  </a:lnTo>
                  <a:lnTo>
                    <a:pt x="309200" y="255290"/>
                  </a:lnTo>
                  <a:lnTo>
                    <a:pt x="311925" y="250739"/>
                  </a:lnTo>
                  <a:lnTo>
                    <a:pt x="314503" y="246103"/>
                  </a:lnTo>
                  <a:lnTo>
                    <a:pt x="316933" y="241388"/>
                  </a:lnTo>
                  <a:lnTo>
                    <a:pt x="319213" y="236599"/>
                  </a:lnTo>
                  <a:lnTo>
                    <a:pt x="321339" y="231739"/>
                  </a:lnTo>
                  <a:lnTo>
                    <a:pt x="323310" y="226815"/>
                  </a:lnTo>
                  <a:lnTo>
                    <a:pt x="325124" y="221830"/>
                  </a:lnTo>
                  <a:lnTo>
                    <a:pt x="326779" y="216790"/>
                  </a:lnTo>
                  <a:lnTo>
                    <a:pt x="328273" y="211701"/>
                  </a:lnTo>
                  <a:lnTo>
                    <a:pt x="329604" y="206566"/>
                  </a:lnTo>
                  <a:lnTo>
                    <a:pt x="330773" y="201392"/>
                  </a:lnTo>
                  <a:lnTo>
                    <a:pt x="331776" y="196184"/>
                  </a:lnTo>
                  <a:lnTo>
                    <a:pt x="332614" y="190946"/>
                  </a:lnTo>
                  <a:lnTo>
                    <a:pt x="333285" y="185684"/>
                  </a:lnTo>
                  <a:lnTo>
                    <a:pt x="333789" y="180404"/>
                  </a:lnTo>
                  <a:lnTo>
                    <a:pt x="334125" y="175110"/>
                  </a:lnTo>
                  <a:lnTo>
                    <a:pt x="334293" y="169809"/>
                  </a:lnTo>
                  <a:lnTo>
                    <a:pt x="334293" y="164504"/>
                  </a:lnTo>
                  <a:lnTo>
                    <a:pt x="334124" y="159203"/>
                  </a:lnTo>
                  <a:lnTo>
                    <a:pt x="333787" y="153909"/>
                  </a:lnTo>
                  <a:lnTo>
                    <a:pt x="333283" y="148629"/>
                  </a:lnTo>
                  <a:lnTo>
                    <a:pt x="332611" y="143367"/>
                  </a:lnTo>
                  <a:lnTo>
                    <a:pt x="331773" y="138129"/>
                  </a:lnTo>
                  <a:lnTo>
                    <a:pt x="330768" y="132921"/>
                  </a:lnTo>
                  <a:lnTo>
                    <a:pt x="329600" y="127747"/>
                  </a:lnTo>
                  <a:lnTo>
                    <a:pt x="328267" y="122613"/>
                  </a:lnTo>
                  <a:lnTo>
                    <a:pt x="326772" y="117523"/>
                  </a:lnTo>
                  <a:lnTo>
                    <a:pt x="325117" y="112484"/>
                  </a:lnTo>
                  <a:lnTo>
                    <a:pt x="323303" y="107500"/>
                  </a:lnTo>
                  <a:lnTo>
                    <a:pt x="321331" y="102575"/>
                  </a:lnTo>
                  <a:lnTo>
                    <a:pt x="319204" y="97716"/>
                  </a:lnTo>
                  <a:lnTo>
                    <a:pt x="316924" y="92927"/>
                  </a:lnTo>
                  <a:lnTo>
                    <a:pt x="314493" y="88212"/>
                  </a:lnTo>
                  <a:lnTo>
                    <a:pt x="311914" y="83577"/>
                  </a:lnTo>
                  <a:lnTo>
                    <a:pt x="309189" y="79026"/>
                  </a:lnTo>
                  <a:lnTo>
                    <a:pt x="306321" y="74564"/>
                  </a:lnTo>
                  <a:lnTo>
                    <a:pt x="303313" y="70195"/>
                  </a:lnTo>
                  <a:lnTo>
                    <a:pt x="300168" y="65924"/>
                  </a:lnTo>
                  <a:lnTo>
                    <a:pt x="296889" y="61754"/>
                  </a:lnTo>
                  <a:lnTo>
                    <a:pt x="293479" y="57691"/>
                  </a:lnTo>
                  <a:lnTo>
                    <a:pt x="289942" y="53738"/>
                  </a:lnTo>
                  <a:lnTo>
                    <a:pt x="286282" y="49899"/>
                  </a:lnTo>
                  <a:lnTo>
                    <a:pt x="282501" y="46179"/>
                  </a:lnTo>
                  <a:lnTo>
                    <a:pt x="278605" y="42580"/>
                  </a:lnTo>
                  <a:lnTo>
                    <a:pt x="274596" y="39106"/>
                  </a:lnTo>
                  <a:lnTo>
                    <a:pt x="270479" y="35762"/>
                  </a:lnTo>
                  <a:lnTo>
                    <a:pt x="266258" y="32549"/>
                  </a:lnTo>
                  <a:lnTo>
                    <a:pt x="261937" y="29473"/>
                  </a:lnTo>
                  <a:lnTo>
                    <a:pt x="257521" y="26535"/>
                  </a:lnTo>
                  <a:lnTo>
                    <a:pt x="253013" y="23738"/>
                  </a:lnTo>
                  <a:lnTo>
                    <a:pt x="248420" y="21086"/>
                  </a:lnTo>
                  <a:lnTo>
                    <a:pt x="243744" y="18581"/>
                  </a:lnTo>
                  <a:lnTo>
                    <a:pt x="238991" y="16226"/>
                  </a:lnTo>
                  <a:lnTo>
                    <a:pt x="234166" y="14022"/>
                  </a:lnTo>
                  <a:lnTo>
                    <a:pt x="229274" y="11973"/>
                  </a:lnTo>
                  <a:lnTo>
                    <a:pt x="224319" y="10080"/>
                  </a:lnTo>
                  <a:lnTo>
                    <a:pt x="219306" y="8345"/>
                  </a:lnTo>
                  <a:lnTo>
                    <a:pt x="214241" y="6770"/>
                  </a:lnTo>
                  <a:lnTo>
                    <a:pt x="209129" y="5357"/>
                  </a:lnTo>
                  <a:lnTo>
                    <a:pt x="203974" y="4107"/>
                  </a:lnTo>
                  <a:lnTo>
                    <a:pt x="198782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655" y="5399291"/>
              <a:ext cx="6559" cy="167167"/>
            </a:xfrm>
            <a:custGeom>
              <a:avLst/>
              <a:pathLst>
                <a:path w="6559" h="167167">
                  <a:moveTo>
                    <a:pt x="6559" y="0"/>
                  </a:moveTo>
                  <a:lnTo>
                    <a:pt x="0" y="128"/>
                  </a:lnTo>
                  <a:lnTo>
                    <a:pt x="655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655" y="5399420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655" y="5399420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655" y="5399420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655" y="5399420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79655" y="5399420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79655" y="5399420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319060" y="5399420"/>
              <a:ext cx="334311" cy="334206"/>
            </a:xfrm>
            <a:custGeom>
              <a:avLst/>
              <a:pathLst>
                <a:path w="334311" h="334206">
                  <a:moveTo>
                    <a:pt x="160595" y="0"/>
                  </a:moveTo>
                  <a:lnTo>
                    <a:pt x="155311" y="291"/>
                  </a:lnTo>
                  <a:lnTo>
                    <a:pt x="150040" y="749"/>
                  </a:lnTo>
                  <a:lnTo>
                    <a:pt x="144786" y="1374"/>
                  </a:lnTo>
                  <a:lnTo>
                    <a:pt x="139554" y="2165"/>
                  </a:lnTo>
                  <a:lnTo>
                    <a:pt x="134349" y="3121"/>
                  </a:lnTo>
                  <a:lnTo>
                    <a:pt x="129178" y="4242"/>
                  </a:lnTo>
                  <a:lnTo>
                    <a:pt x="124045" y="5525"/>
                  </a:lnTo>
                  <a:lnTo>
                    <a:pt x="118954" y="6970"/>
                  </a:lnTo>
                  <a:lnTo>
                    <a:pt x="113913" y="8576"/>
                  </a:lnTo>
                  <a:lnTo>
                    <a:pt x="108924" y="10341"/>
                  </a:lnTo>
                  <a:lnTo>
                    <a:pt x="103994" y="12262"/>
                  </a:lnTo>
                  <a:lnTo>
                    <a:pt x="99127" y="14338"/>
                  </a:lnTo>
                  <a:lnTo>
                    <a:pt x="94328" y="16568"/>
                  </a:lnTo>
                  <a:lnTo>
                    <a:pt x="89603" y="18948"/>
                  </a:lnTo>
                  <a:lnTo>
                    <a:pt x="84954" y="21477"/>
                  </a:lnTo>
                  <a:lnTo>
                    <a:pt x="80389" y="24151"/>
                  </a:lnTo>
                  <a:lnTo>
                    <a:pt x="75910" y="26969"/>
                  </a:lnTo>
                  <a:lnTo>
                    <a:pt x="71523" y="29927"/>
                  </a:lnTo>
                  <a:lnTo>
                    <a:pt x="67231" y="33022"/>
                  </a:lnTo>
                  <a:lnTo>
                    <a:pt x="63040" y="36252"/>
                  </a:lnTo>
                  <a:lnTo>
                    <a:pt x="58953" y="39613"/>
                  </a:lnTo>
                  <a:lnTo>
                    <a:pt x="54974" y="43101"/>
                  </a:lnTo>
                  <a:lnTo>
                    <a:pt x="51108" y="46713"/>
                  </a:lnTo>
                  <a:lnTo>
                    <a:pt x="47358" y="50447"/>
                  </a:lnTo>
                  <a:lnTo>
                    <a:pt x="43728" y="54296"/>
                  </a:lnTo>
                  <a:lnTo>
                    <a:pt x="40221" y="58259"/>
                  </a:lnTo>
                  <a:lnTo>
                    <a:pt x="36842" y="62331"/>
                  </a:lnTo>
                  <a:lnTo>
                    <a:pt x="33593" y="66508"/>
                  </a:lnTo>
                  <a:lnTo>
                    <a:pt x="30479" y="70785"/>
                  </a:lnTo>
                  <a:lnTo>
                    <a:pt x="27501" y="75159"/>
                  </a:lnTo>
                  <a:lnTo>
                    <a:pt x="24663" y="79625"/>
                  </a:lnTo>
                  <a:lnTo>
                    <a:pt x="21968" y="84179"/>
                  </a:lnTo>
                  <a:lnTo>
                    <a:pt x="19418" y="88815"/>
                  </a:lnTo>
                  <a:lnTo>
                    <a:pt x="17016" y="93530"/>
                  </a:lnTo>
                  <a:lnTo>
                    <a:pt x="14765" y="98319"/>
                  </a:lnTo>
                  <a:lnTo>
                    <a:pt x="12666" y="103176"/>
                  </a:lnTo>
                  <a:lnTo>
                    <a:pt x="10723" y="108098"/>
                  </a:lnTo>
                  <a:lnTo>
                    <a:pt x="8936" y="113078"/>
                  </a:lnTo>
                  <a:lnTo>
                    <a:pt x="7307" y="118113"/>
                  </a:lnTo>
                  <a:lnTo>
                    <a:pt x="5839" y="123196"/>
                  </a:lnTo>
                  <a:lnTo>
                    <a:pt x="4532" y="128324"/>
                  </a:lnTo>
                  <a:lnTo>
                    <a:pt x="3388" y="133490"/>
                  </a:lnTo>
                  <a:lnTo>
                    <a:pt x="2408" y="138690"/>
                  </a:lnTo>
                  <a:lnTo>
                    <a:pt x="1594" y="143918"/>
                  </a:lnTo>
                  <a:lnTo>
                    <a:pt x="945" y="149169"/>
                  </a:lnTo>
                  <a:lnTo>
                    <a:pt x="463" y="154439"/>
                  </a:lnTo>
                  <a:lnTo>
                    <a:pt x="147" y="159721"/>
                  </a:lnTo>
                  <a:lnTo>
                    <a:pt x="0" y="165010"/>
                  </a:lnTo>
                  <a:lnTo>
                    <a:pt x="19" y="170301"/>
                  </a:lnTo>
                  <a:lnTo>
                    <a:pt x="206" y="175589"/>
                  </a:lnTo>
                  <a:lnTo>
                    <a:pt x="560" y="180869"/>
                  </a:lnTo>
                  <a:lnTo>
                    <a:pt x="1082" y="186134"/>
                  </a:lnTo>
                  <a:lnTo>
                    <a:pt x="1769" y="191381"/>
                  </a:lnTo>
                  <a:lnTo>
                    <a:pt x="2622" y="196603"/>
                  </a:lnTo>
                  <a:lnTo>
                    <a:pt x="3640" y="201796"/>
                  </a:lnTo>
                  <a:lnTo>
                    <a:pt x="4822" y="206953"/>
                  </a:lnTo>
                  <a:lnTo>
                    <a:pt x="6167" y="212071"/>
                  </a:lnTo>
                  <a:lnTo>
                    <a:pt x="7673" y="217143"/>
                  </a:lnTo>
                  <a:lnTo>
                    <a:pt x="9339" y="222166"/>
                  </a:lnTo>
                  <a:lnTo>
                    <a:pt x="11162" y="227133"/>
                  </a:lnTo>
                  <a:lnTo>
                    <a:pt x="13143" y="232040"/>
                  </a:lnTo>
                  <a:lnTo>
                    <a:pt x="15277" y="236882"/>
                  </a:lnTo>
                  <a:lnTo>
                    <a:pt x="17563" y="241653"/>
                  </a:lnTo>
                  <a:lnTo>
                    <a:pt x="20000" y="246351"/>
                  </a:lnTo>
                  <a:lnTo>
                    <a:pt x="22584" y="250968"/>
                  </a:lnTo>
                  <a:lnTo>
                    <a:pt x="25313" y="255502"/>
                  </a:lnTo>
                  <a:lnTo>
                    <a:pt x="28183" y="259946"/>
                  </a:lnTo>
                  <a:lnTo>
                    <a:pt x="31193" y="264298"/>
                  </a:lnTo>
                  <a:lnTo>
                    <a:pt x="34340" y="268553"/>
                  </a:lnTo>
                  <a:lnTo>
                    <a:pt x="37619" y="272705"/>
                  </a:lnTo>
                  <a:lnTo>
                    <a:pt x="41028" y="276752"/>
                  </a:lnTo>
                  <a:lnTo>
                    <a:pt x="44564" y="280689"/>
                  </a:lnTo>
                  <a:lnTo>
                    <a:pt x="48222" y="284512"/>
                  </a:lnTo>
                  <a:lnTo>
                    <a:pt x="52000" y="288217"/>
                  </a:lnTo>
                  <a:lnTo>
                    <a:pt x="55893" y="291801"/>
                  </a:lnTo>
                  <a:lnTo>
                    <a:pt x="59897" y="295260"/>
                  </a:lnTo>
                  <a:lnTo>
                    <a:pt x="64009" y="298590"/>
                  </a:lnTo>
                  <a:lnTo>
                    <a:pt x="68224" y="301789"/>
                  </a:lnTo>
                  <a:lnTo>
                    <a:pt x="72538" y="304852"/>
                  </a:lnTo>
                  <a:lnTo>
                    <a:pt x="76947" y="307778"/>
                  </a:lnTo>
                  <a:lnTo>
                    <a:pt x="81447" y="310562"/>
                  </a:lnTo>
                  <a:lnTo>
                    <a:pt x="86032" y="313203"/>
                  </a:lnTo>
                  <a:lnTo>
                    <a:pt x="90699" y="315697"/>
                  </a:lnTo>
                  <a:lnTo>
                    <a:pt x="95442" y="318042"/>
                  </a:lnTo>
                  <a:lnTo>
                    <a:pt x="100257" y="320236"/>
                  </a:lnTo>
                  <a:lnTo>
                    <a:pt x="105139" y="322277"/>
                  </a:lnTo>
                  <a:lnTo>
                    <a:pt x="110083" y="324162"/>
                  </a:lnTo>
                  <a:lnTo>
                    <a:pt x="115085" y="325889"/>
                  </a:lnTo>
                  <a:lnTo>
                    <a:pt x="120138" y="327458"/>
                  </a:lnTo>
                  <a:lnTo>
                    <a:pt x="125239" y="328865"/>
                  </a:lnTo>
                  <a:lnTo>
                    <a:pt x="130382" y="330111"/>
                  </a:lnTo>
                  <a:lnTo>
                    <a:pt x="135561" y="331193"/>
                  </a:lnTo>
                  <a:lnTo>
                    <a:pt x="140772" y="332111"/>
                  </a:lnTo>
                  <a:lnTo>
                    <a:pt x="146010" y="332863"/>
                  </a:lnTo>
                  <a:lnTo>
                    <a:pt x="151269" y="333449"/>
                  </a:lnTo>
                  <a:lnTo>
                    <a:pt x="156544" y="333869"/>
                  </a:lnTo>
                  <a:lnTo>
                    <a:pt x="161829" y="334121"/>
                  </a:lnTo>
                  <a:lnTo>
                    <a:pt x="167120" y="334206"/>
                  </a:lnTo>
                  <a:lnTo>
                    <a:pt x="172410" y="334123"/>
                  </a:lnTo>
                  <a:lnTo>
                    <a:pt x="177696" y="333873"/>
                  </a:lnTo>
                  <a:lnTo>
                    <a:pt x="182971" y="333456"/>
                  </a:lnTo>
                  <a:lnTo>
                    <a:pt x="188230" y="332872"/>
                  </a:lnTo>
                  <a:lnTo>
                    <a:pt x="193468" y="332122"/>
                  </a:lnTo>
                  <a:lnTo>
                    <a:pt x="198679" y="331206"/>
                  </a:lnTo>
                  <a:lnTo>
                    <a:pt x="203859" y="330126"/>
                  </a:lnTo>
                  <a:lnTo>
                    <a:pt x="209002" y="328883"/>
                  </a:lnTo>
                  <a:lnTo>
                    <a:pt x="214104" y="327477"/>
                  </a:lnTo>
                  <a:lnTo>
                    <a:pt x="219158" y="325911"/>
                  </a:lnTo>
                  <a:lnTo>
                    <a:pt x="224160" y="324186"/>
                  </a:lnTo>
                  <a:lnTo>
                    <a:pt x="229105" y="322303"/>
                  </a:lnTo>
                  <a:lnTo>
                    <a:pt x="233988" y="320264"/>
                  </a:lnTo>
                  <a:lnTo>
                    <a:pt x="238804" y="318072"/>
                  </a:lnTo>
                  <a:lnTo>
                    <a:pt x="243548" y="315729"/>
                  </a:lnTo>
                  <a:lnTo>
                    <a:pt x="248216" y="313237"/>
                  </a:lnTo>
                  <a:lnTo>
                    <a:pt x="252802" y="310598"/>
                  </a:lnTo>
                  <a:lnTo>
                    <a:pt x="257303" y="307815"/>
                  </a:lnTo>
                  <a:lnTo>
                    <a:pt x="261713" y="304892"/>
                  </a:lnTo>
                  <a:lnTo>
                    <a:pt x="266029" y="301830"/>
                  </a:lnTo>
                  <a:lnTo>
                    <a:pt x="270245" y="298633"/>
                  </a:lnTo>
                  <a:lnTo>
                    <a:pt x="274359" y="295305"/>
                  </a:lnTo>
                  <a:lnTo>
                    <a:pt x="278364" y="291847"/>
                  </a:lnTo>
                  <a:lnTo>
                    <a:pt x="282259" y="288265"/>
                  </a:lnTo>
                  <a:lnTo>
                    <a:pt x="286038" y="284561"/>
                  </a:lnTo>
                  <a:lnTo>
                    <a:pt x="289698" y="280740"/>
                  </a:lnTo>
                  <a:lnTo>
                    <a:pt x="293235" y="276805"/>
                  </a:lnTo>
                  <a:lnTo>
                    <a:pt x="296646" y="272759"/>
                  </a:lnTo>
                  <a:lnTo>
                    <a:pt x="299927" y="268608"/>
                  </a:lnTo>
                  <a:lnTo>
                    <a:pt x="303075" y="264355"/>
                  </a:lnTo>
                  <a:lnTo>
                    <a:pt x="306087" y="260005"/>
                  </a:lnTo>
                  <a:lnTo>
                    <a:pt x="308960" y="255561"/>
                  </a:lnTo>
                  <a:lnTo>
                    <a:pt x="311690" y="251029"/>
                  </a:lnTo>
                  <a:lnTo>
                    <a:pt x="314276" y="246412"/>
                  </a:lnTo>
                  <a:lnTo>
                    <a:pt x="316715" y="241716"/>
                  </a:lnTo>
                  <a:lnTo>
                    <a:pt x="319003" y="236945"/>
                  </a:lnTo>
                  <a:lnTo>
                    <a:pt x="321140" y="232104"/>
                  </a:lnTo>
                  <a:lnTo>
                    <a:pt x="323122" y="227198"/>
                  </a:lnTo>
                  <a:lnTo>
                    <a:pt x="324948" y="222232"/>
                  </a:lnTo>
                  <a:lnTo>
                    <a:pt x="326615" y="217210"/>
                  </a:lnTo>
                  <a:lnTo>
                    <a:pt x="328123" y="212138"/>
                  </a:lnTo>
                  <a:lnTo>
                    <a:pt x="329470" y="207021"/>
                  </a:lnTo>
                  <a:lnTo>
                    <a:pt x="330654" y="201864"/>
                  </a:lnTo>
                  <a:lnTo>
                    <a:pt x="331675" y="196672"/>
                  </a:lnTo>
                  <a:lnTo>
                    <a:pt x="332530" y="191450"/>
                  </a:lnTo>
                  <a:lnTo>
                    <a:pt x="333220" y="186204"/>
                  </a:lnTo>
                  <a:lnTo>
                    <a:pt x="333743" y="180939"/>
                  </a:lnTo>
                  <a:lnTo>
                    <a:pt x="334100" y="175659"/>
                  </a:lnTo>
                  <a:lnTo>
                    <a:pt x="334289" y="170371"/>
                  </a:lnTo>
                  <a:lnTo>
                    <a:pt x="334311" y="165080"/>
                  </a:lnTo>
                  <a:lnTo>
                    <a:pt x="334165" y="159791"/>
                  </a:lnTo>
                  <a:lnTo>
                    <a:pt x="333852" y="154509"/>
                  </a:lnTo>
                  <a:lnTo>
                    <a:pt x="333372" y="149239"/>
                  </a:lnTo>
                  <a:lnTo>
                    <a:pt x="332725" y="143987"/>
                  </a:lnTo>
                  <a:lnTo>
                    <a:pt x="331913" y="138759"/>
                  </a:lnTo>
                  <a:lnTo>
                    <a:pt x="330935" y="133558"/>
                  </a:lnTo>
                  <a:lnTo>
                    <a:pt x="329793" y="128392"/>
                  </a:lnTo>
                  <a:lnTo>
                    <a:pt x="328489" y="123264"/>
                  </a:lnTo>
                  <a:lnTo>
                    <a:pt x="327023" y="118179"/>
                  </a:lnTo>
                  <a:lnTo>
                    <a:pt x="325396" y="113144"/>
                  </a:lnTo>
                  <a:lnTo>
                    <a:pt x="323611" y="108163"/>
                  </a:lnTo>
                  <a:lnTo>
                    <a:pt x="321670" y="103241"/>
                  </a:lnTo>
                  <a:lnTo>
                    <a:pt x="319573" y="98383"/>
                  </a:lnTo>
                  <a:lnTo>
                    <a:pt x="317324" y="93593"/>
                  </a:lnTo>
                  <a:lnTo>
                    <a:pt x="314924" y="88877"/>
                  </a:lnTo>
                  <a:lnTo>
                    <a:pt x="312376" y="84239"/>
                  </a:lnTo>
                  <a:lnTo>
                    <a:pt x="309683" y="79685"/>
                  </a:lnTo>
                  <a:lnTo>
                    <a:pt x="306847" y="75218"/>
                  </a:lnTo>
                  <a:lnTo>
                    <a:pt x="303871" y="70843"/>
                  </a:lnTo>
                  <a:lnTo>
                    <a:pt x="300758" y="66564"/>
                  </a:lnTo>
                  <a:lnTo>
                    <a:pt x="297511" y="62386"/>
                  </a:lnTo>
                  <a:lnTo>
                    <a:pt x="294134" y="58312"/>
                  </a:lnTo>
                  <a:lnTo>
                    <a:pt x="290629" y="54348"/>
                  </a:lnTo>
                  <a:lnTo>
                    <a:pt x="287001" y="50497"/>
                  </a:lnTo>
                  <a:lnTo>
                    <a:pt x="283252" y="46762"/>
                  </a:lnTo>
                  <a:lnTo>
                    <a:pt x="279387" y="43148"/>
                  </a:lnTo>
                  <a:lnTo>
                    <a:pt x="275410" y="39658"/>
                  </a:lnTo>
                  <a:lnTo>
                    <a:pt x="271324" y="36296"/>
                  </a:lnTo>
                  <a:lnTo>
                    <a:pt x="267134" y="33064"/>
                  </a:lnTo>
                  <a:lnTo>
                    <a:pt x="262844" y="29967"/>
                  </a:lnTo>
                  <a:lnTo>
                    <a:pt x="258458" y="27007"/>
                  </a:lnTo>
                  <a:lnTo>
                    <a:pt x="253980" y="24188"/>
                  </a:lnTo>
                  <a:lnTo>
                    <a:pt x="249416" y="21511"/>
                  </a:lnTo>
                  <a:lnTo>
                    <a:pt x="244769" y="18981"/>
                  </a:lnTo>
                  <a:lnTo>
                    <a:pt x="240044" y="16599"/>
                  </a:lnTo>
                  <a:lnTo>
                    <a:pt x="235246" y="14367"/>
                  </a:lnTo>
                  <a:lnTo>
                    <a:pt x="230380" y="12288"/>
                  </a:lnTo>
                  <a:lnTo>
                    <a:pt x="225451" y="10365"/>
                  </a:lnTo>
                  <a:lnTo>
                    <a:pt x="220463" y="8598"/>
                  </a:lnTo>
                  <a:lnTo>
                    <a:pt x="215422" y="6991"/>
                  </a:lnTo>
                  <a:lnTo>
                    <a:pt x="210332" y="5543"/>
                  </a:lnTo>
                  <a:lnTo>
                    <a:pt x="205199" y="4258"/>
                  </a:lnTo>
                  <a:lnTo>
                    <a:pt x="167155" y="1670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38044" cy="167167"/>
            </a:xfrm>
            <a:custGeom>
              <a:avLst/>
              <a:pathLst>
                <a:path w="38044" h="167167">
                  <a:moveTo>
                    <a:pt x="38044" y="4386"/>
                  </a:moveTo>
                  <a:lnTo>
                    <a:pt x="31789" y="3050"/>
                  </a:lnTo>
                  <a:lnTo>
                    <a:pt x="25487" y="1954"/>
                  </a:lnTo>
                  <a:lnTo>
                    <a:pt x="19148" y="1100"/>
                  </a:lnTo>
                  <a:lnTo>
                    <a:pt x="12781" y="489"/>
                  </a:lnTo>
                  <a:lnTo>
                    <a:pt x="639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8576" y="5399291"/>
              <a:ext cx="64967" cy="167167"/>
            </a:xfrm>
            <a:custGeom>
              <a:avLst/>
              <a:pathLst>
                <a:path w="64967" h="167167">
                  <a:moveTo>
                    <a:pt x="64967" y="0"/>
                  </a:moveTo>
                  <a:lnTo>
                    <a:pt x="58902" y="110"/>
                  </a:lnTo>
                  <a:lnTo>
                    <a:pt x="52846" y="440"/>
                  </a:lnTo>
                  <a:lnTo>
                    <a:pt x="46805" y="989"/>
                  </a:lnTo>
                  <a:lnTo>
                    <a:pt x="40788" y="1757"/>
                  </a:lnTo>
                  <a:lnTo>
                    <a:pt x="34803" y="2743"/>
                  </a:lnTo>
                  <a:lnTo>
                    <a:pt x="28858" y="3946"/>
                  </a:lnTo>
                  <a:lnTo>
                    <a:pt x="22961" y="5363"/>
                  </a:lnTo>
                  <a:lnTo>
                    <a:pt x="17118" y="6994"/>
                  </a:lnTo>
                  <a:lnTo>
                    <a:pt x="11339" y="8835"/>
                  </a:lnTo>
                  <a:lnTo>
                    <a:pt x="5630" y="10885"/>
                  </a:lnTo>
                  <a:lnTo>
                    <a:pt x="0" y="13140"/>
                  </a:lnTo>
                  <a:lnTo>
                    <a:pt x="649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8576" y="5412432"/>
              <a:ext cx="64967" cy="154026"/>
            </a:xfrm>
            <a:custGeom>
              <a:avLst/>
              <a:pathLst>
                <a:path w="64967" h="154026">
                  <a:moveTo>
                    <a:pt x="0" y="0"/>
                  </a:moveTo>
                  <a:lnTo>
                    <a:pt x="64967" y="154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8576" y="5412432"/>
              <a:ext cx="64967" cy="154026"/>
            </a:xfrm>
            <a:custGeom>
              <a:avLst/>
              <a:pathLst>
                <a:path w="64967" h="154026">
                  <a:moveTo>
                    <a:pt x="0" y="0"/>
                  </a:moveTo>
                  <a:lnTo>
                    <a:pt x="64967" y="154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58576" y="5412432"/>
              <a:ext cx="64967" cy="154026"/>
            </a:xfrm>
            <a:custGeom>
              <a:avLst/>
              <a:pathLst>
                <a:path w="64967" h="154026">
                  <a:moveTo>
                    <a:pt x="0" y="0"/>
                  </a:moveTo>
                  <a:lnTo>
                    <a:pt x="64967" y="154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58576" y="5412432"/>
              <a:ext cx="64967" cy="154026"/>
            </a:xfrm>
            <a:custGeom>
              <a:avLst/>
              <a:pathLst>
                <a:path w="64967" h="154026">
                  <a:moveTo>
                    <a:pt x="0" y="0"/>
                  </a:moveTo>
                  <a:lnTo>
                    <a:pt x="64967" y="154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58576" y="5412432"/>
              <a:ext cx="64967" cy="154026"/>
            </a:xfrm>
            <a:custGeom>
              <a:avLst/>
              <a:pathLst>
                <a:path w="64967" h="154026">
                  <a:moveTo>
                    <a:pt x="0" y="0"/>
                  </a:moveTo>
                  <a:lnTo>
                    <a:pt x="64967" y="154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856378" y="5412432"/>
              <a:ext cx="167165" cy="278253"/>
            </a:xfrm>
            <a:custGeom>
              <a:avLst/>
              <a:pathLst>
                <a:path w="167165" h="278253">
                  <a:moveTo>
                    <a:pt x="102198" y="0"/>
                  </a:moveTo>
                  <a:lnTo>
                    <a:pt x="97241" y="2186"/>
                  </a:lnTo>
                  <a:lnTo>
                    <a:pt x="92357" y="4531"/>
                  </a:lnTo>
                  <a:lnTo>
                    <a:pt x="87552" y="7034"/>
                  </a:lnTo>
                  <a:lnTo>
                    <a:pt x="82831" y="9691"/>
                  </a:lnTo>
                  <a:lnTo>
                    <a:pt x="78198" y="12499"/>
                  </a:lnTo>
                  <a:lnTo>
                    <a:pt x="73659" y="15456"/>
                  </a:lnTo>
                  <a:lnTo>
                    <a:pt x="69218" y="18559"/>
                  </a:lnTo>
                  <a:lnTo>
                    <a:pt x="64880" y="21804"/>
                  </a:lnTo>
                  <a:lnTo>
                    <a:pt x="60649" y="25188"/>
                  </a:lnTo>
                  <a:lnTo>
                    <a:pt x="56530" y="28707"/>
                  </a:lnTo>
                  <a:lnTo>
                    <a:pt x="52527" y="32358"/>
                  </a:lnTo>
                  <a:lnTo>
                    <a:pt x="48645" y="36136"/>
                  </a:lnTo>
                  <a:lnTo>
                    <a:pt x="44887" y="40039"/>
                  </a:lnTo>
                  <a:lnTo>
                    <a:pt x="41258" y="44061"/>
                  </a:lnTo>
                  <a:lnTo>
                    <a:pt x="37761" y="48198"/>
                  </a:lnTo>
                  <a:lnTo>
                    <a:pt x="34399" y="52447"/>
                  </a:lnTo>
                  <a:lnTo>
                    <a:pt x="31178" y="56803"/>
                  </a:lnTo>
                  <a:lnTo>
                    <a:pt x="28099" y="61260"/>
                  </a:lnTo>
                  <a:lnTo>
                    <a:pt x="25166" y="65815"/>
                  </a:lnTo>
                  <a:lnTo>
                    <a:pt x="22382" y="70463"/>
                  </a:lnTo>
                  <a:lnTo>
                    <a:pt x="19750" y="75198"/>
                  </a:lnTo>
                  <a:lnTo>
                    <a:pt x="17273" y="80016"/>
                  </a:lnTo>
                  <a:lnTo>
                    <a:pt x="14954" y="84912"/>
                  </a:lnTo>
                  <a:lnTo>
                    <a:pt x="12794" y="89881"/>
                  </a:lnTo>
                  <a:lnTo>
                    <a:pt x="10797" y="94917"/>
                  </a:lnTo>
                  <a:lnTo>
                    <a:pt x="8963" y="100014"/>
                  </a:lnTo>
                  <a:lnTo>
                    <a:pt x="7296" y="105169"/>
                  </a:lnTo>
                  <a:lnTo>
                    <a:pt x="5797" y="110375"/>
                  </a:lnTo>
                  <a:lnTo>
                    <a:pt x="4467" y="115627"/>
                  </a:lnTo>
                  <a:lnTo>
                    <a:pt x="3309" y="120919"/>
                  </a:lnTo>
                  <a:lnTo>
                    <a:pt x="2322" y="126246"/>
                  </a:lnTo>
                  <a:lnTo>
                    <a:pt x="1508" y="131602"/>
                  </a:lnTo>
                  <a:lnTo>
                    <a:pt x="869" y="136982"/>
                  </a:lnTo>
                  <a:lnTo>
                    <a:pt x="404" y="142379"/>
                  </a:lnTo>
                  <a:lnTo>
                    <a:pt x="114" y="147789"/>
                  </a:lnTo>
                  <a:lnTo>
                    <a:pt x="0" y="153206"/>
                  </a:lnTo>
                  <a:lnTo>
                    <a:pt x="61" y="158623"/>
                  </a:lnTo>
                  <a:lnTo>
                    <a:pt x="297" y="164035"/>
                  </a:lnTo>
                  <a:lnTo>
                    <a:pt x="709" y="169437"/>
                  </a:lnTo>
                  <a:lnTo>
                    <a:pt x="1296" y="174823"/>
                  </a:lnTo>
                  <a:lnTo>
                    <a:pt x="2057" y="180186"/>
                  </a:lnTo>
                  <a:lnTo>
                    <a:pt x="2992" y="185523"/>
                  </a:lnTo>
                  <a:lnTo>
                    <a:pt x="4098" y="190826"/>
                  </a:lnTo>
                  <a:lnTo>
                    <a:pt x="5376" y="196091"/>
                  </a:lnTo>
                  <a:lnTo>
                    <a:pt x="6824" y="201311"/>
                  </a:lnTo>
                  <a:lnTo>
                    <a:pt x="8441" y="206482"/>
                  </a:lnTo>
                  <a:lnTo>
                    <a:pt x="10224" y="211598"/>
                  </a:lnTo>
                  <a:lnTo>
                    <a:pt x="12172" y="216653"/>
                  </a:lnTo>
                  <a:lnTo>
                    <a:pt x="14283" y="221642"/>
                  </a:lnTo>
                  <a:lnTo>
                    <a:pt x="16554" y="226561"/>
                  </a:lnTo>
                  <a:lnTo>
                    <a:pt x="18983" y="231403"/>
                  </a:lnTo>
                  <a:lnTo>
                    <a:pt x="21569" y="236164"/>
                  </a:lnTo>
                  <a:lnTo>
                    <a:pt x="24307" y="240839"/>
                  </a:lnTo>
                  <a:lnTo>
                    <a:pt x="27195" y="245422"/>
                  </a:lnTo>
                  <a:lnTo>
                    <a:pt x="30230" y="249910"/>
                  </a:lnTo>
                  <a:lnTo>
                    <a:pt x="33409" y="254297"/>
                  </a:lnTo>
                  <a:lnTo>
                    <a:pt x="36728" y="258578"/>
                  </a:lnTo>
                  <a:lnTo>
                    <a:pt x="40184" y="262750"/>
                  </a:lnTo>
                  <a:lnTo>
                    <a:pt x="43774" y="266808"/>
                  </a:lnTo>
                  <a:lnTo>
                    <a:pt x="47493" y="270747"/>
                  </a:lnTo>
                  <a:lnTo>
                    <a:pt x="51338" y="274563"/>
                  </a:lnTo>
                  <a:lnTo>
                    <a:pt x="55305" y="278253"/>
                  </a:lnTo>
                  <a:lnTo>
                    <a:pt x="167165" y="154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911684" y="5399291"/>
              <a:ext cx="279009" cy="334334"/>
            </a:xfrm>
            <a:custGeom>
              <a:avLst/>
              <a:pathLst>
                <a:path w="279009" h="334334">
                  <a:moveTo>
                    <a:pt x="0" y="291394"/>
                  </a:moveTo>
                  <a:lnTo>
                    <a:pt x="4001" y="294883"/>
                  </a:lnTo>
                  <a:lnTo>
                    <a:pt x="8111" y="298244"/>
                  </a:lnTo>
                  <a:lnTo>
                    <a:pt x="12325" y="301472"/>
                  </a:lnTo>
                  <a:lnTo>
                    <a:pt x="16640" y="304565"/>
                  </a:lnTo>
                  <a:lnTo>
                    <a:pt x="21051" y="307519"/>
                  </a:lnTo>
                  <a:lnTo>
                    <a:pt x="25554" y="310332"/>
                  </a:lnTo>
                  <a:lnTo>
                    <a:pt x="30143" y="313000"/>
                  </a:lnTo>
                  <a:lnTo>
                    <a:pt x="34815" y="315522"/>
                  </a:lnTo>
                  <a:lnTo>
                    <a:pt x="39565" y="317893"/>
                  </a:lnTo>
                  <a:lnTo>
                    <a:pt x="44388" y="320113"/>
                  </a:lnTo>
                  <a:lnTo>
                    <a:pt x="49278" y="322178"/>
                  </a:lnTo>
                  <a:lnTo>
                    <a:pt x="54232" y="324087"/>
                  </a:lnTo>
                  <a:lnTo>
                    <a:pt x="59244" y="325838"/>
                  </a:lnTo>
                  <a:lnTo>
                    <a:pt x="64309" y="327429"/>
                  </a:lnTo>
                  <a:lnTo>
                    <a:pt x="69422" y="328858"/>
                  </a:lnTo>
                  <a:lnTo>
                    <a:pt x="74578" y="330124"/>
                  </a:lnTo>
                  <a:lnTo>
                    <a:pt x="79771" y="331226"/>
                  </a:lnTo>
                  <a:lnTo>
                    <a:pt x="84997" y="332162"/>
                  </a:lnTo>
                  <a:lnTo>
                    <a:pt x="90250" y="332932"/>
                  </a:lnTo>
                  <a:lnTo>
                    <a:pt x="95524" y="333534"/>
                  </a:lnTo>
                  <a:lnTo>
                    <a:pt x="100815" y="333969"/>
                  </a:lnTo>
                  <a:lnTo>
                    <a:pt x="106118" y="334236"/>
                  </a:lnTo>
                  <a:lnTo>
                    <a:pt x="111426" y="334334"/>
                  </a:lnTo>
                  <a:lnTo>
                    <a:pt x="116734" y="334263"/>
                  </a:lnTo>
                  <a:lnTo>
                    <a:pt x="122038" y="334024"/>
                  </a:lnTo>
                  <a:lnTo>
                    <a:pt x="127331" y="333617"/>
                  </a:lnTo>
                  <a:lnTo>
                    <a:pt x="132609" y="333042"/>
                  </a:lnTo>
                  <a:lnTo>
                    <a:pt x="137865" y="332299"/>
                  </a:lnTo>
                  <a:lnTo>
                    <a:pt x="143096" y="331390"/>
                  </a:lnTo>
                  <a:lnTo>
                    <a:pt x="148295" y="330315"/>
                  </a:lnTo>
                  <a:lnTo>
                    <a:pt x="153457" y="329076"/>
                  </a:lnTo>
                  <a:lnTo>
                    <a:pt x="158577" y="327674"/>
                  </a:lnTo>
                  <a:lnTo>
                    <a:pt x="163651" y="326109"/>
                  </a:lnTo>
                  <a:lnTo>
                    <a:pt x="168672" y="324384"/>
                  </a:lnTo>
                  <a:lnTo>
                    <a:pt x="173635" y="322501"/>
                  </a:lnTo>
                  <a:lnTo>
                    <a:pt x="178537" y="320461"/>
                  </a:lnTo>
                  <a:lnTo>
                    <a:pt x="183371" y="318267"/>
                  </a:lnTo>
                  <a:lnTo>
                    <a:pt x="188133" y="315920"/>
                  </a:lnTo>
                  <a:lnTo>
                    <a:pt x="192818" y="313423"/>
                  </a:lnTo>
                  <a:lnTo>
                    <a:pt x="197421" y="310778"/>
                  </a:lnTo>
                  <a:lnTo>
                    <a:pt x="201938" y="307989"/>
                  </a:lnTo>
                  <a:lnTo>
                    <a:pt x="206364" y="305057"/>
                  </a:lnTo>
                  <a:lnTo>
                    <a:pt x="210695" y="301987"/>
                  </a:lnTo>
                  <a:lnTo>
                    <a:pt x="214927" y="298780"/>
                  </a:lnTo>
                  <a:lnTo>
                    <a:pt x="219054" y="295441"/>
                  </a:lnTo>
                  <a:lnTo>
                    <a:pt x="223073" y="291973"/>
                  </a:lnTo>
                  <a:lnTo>
                    <a:pt x="226980" y="288378"/>
                  </a:lnTo>
                  <a:lnTo>
                    <a:pt x="230771" y="284662"/>
                  </a:lnTo>
                  <a:lnTo>
                    <a:pt x="234442" y="280826"/>
                  </a:lnTo>
                  <a:lnTo>
                    <a:pt x="237989" y="276877"/>
                  </a:lnTo>
                  <a:lnTo>
                    <a:pt x="241409" y="272816"/>
                  </a:lnTo>
                  <a:lnTo>
                    <a:pt x="244699" y="268649"/>
                  </a:lnTo>
                  <a:lnTo>
                    <a:pt x="247854" y="264380"/>
                  </a:lnTo>
                  <a:lnTo>
                    <a:pt x="250873" y="260012"/>
                  </a:lnTo>
                  <a:lnTo>
                    <a:pt x="253751" y="255551"/>
                  </a:lnTo>
                  <a:lnTo>
                    <a:pt x="256486" y="251001"/>
                  </a:lnTo>
                  <a:lnTo>
                    <a:pt x="259075" y="246366"/>
                  </a:lnTo>
                  <a:lnTo>
                    <a:pt x="261516" y="241652"/>
                  </a:lnTo>
                  <a:lnTo>
                    <a:pt x="263805" y="236862"/>
                  </a:lnTo>
                  <a:lnTo>
                    <a:pt x="265942" y="232002"/>
                  </a:lnTo>
                  <a:lnTo>
                    <a:pt x="267923" y="227076"/>
                  </a:lnTo>
                  <a:lnTo>
                    <a:pt x="269747" y="222090"/>
                  </a:lnTo>
                  <a:lnTo>
                    <a:pt x="271411" y="217049"/>
                  </a:lnTo>
                  <a:lnTo>
                    <a:pt x="272914" y="211958"/>
                  </a:lnTo>
                  <a:lnTo>
                    <a:pt x="274256" y="206821"/>
                  </a:lnTo>
                  <a:lnTo>
                    <a:pt x="275433" y="201644"/>
                  </a:lnTo>
                  <a:lnTo>
                    <a:pt x="276445" y="196433"/>
                  </a:lnTo>
                  <a:lnTo>
                    <a:pt x="277291" y="191191"/>
                  </a:lnTo>
                  <a:lnTo>
                    <a:pt x="277971" y="185926"/>
                  </a:lnTo>
                  <a:lnTo>
                    <a:pt x="278483" y="180642"/>
                  </a:lnTo>
                  <a:lnTo>
                    <a:pt x="278827" y="175344"/>
                  </a:lnTo>
                  <a:lnTo>
                    <a:pt x="279002" y="170038"/>
                  </a:lnTo>
                  <a:lnTo>
                    <a:pt x="279009" y="164729"/>
                  </a:lnTo>
                  <a:lnTo>
                    <a:pt x="278847" y="159423"/>
                  </a:lnTo>
                  <a:lnTo>
                    <a:pt x="278517" y="154124"/>
                  </a:lnTo>
                  <a:lnTo>
                    <a:pt x="278019" y="148839"/>
                  </a:lnTo>
                  <a:lnTo>
                    <a:pt x="277353" y="143572"/>
                  </a:lnTo>
                  <a:lnTo>
                    <a:pt x="276520" y="138328"/>
                  </a:lnTo>
                  <a:lnTo>
                    <a:pt x="275522" y="133114"/>
                  </a:lnTo>
                  <a:lnTo>
                    <a:pt x="274358" y="127935"/>
                  </a:lnTo>
                  <a:lnTo>
                    <a:pt x="273030" y="122794"/>
                  </a:lnTo>
                  <a:lnTo>
                    <a:pt x="271540" y="117699"/>
                  </a:lnTo>
                  <a:lnTo>
                    <a:pt x="269888" y="112653"/>
                  </a:lnTo>
                  <a:lnTo>
                    <a:pt x="268078" y="107663"/>
                  </a:lnTo>
                  <a:lnTo>
                    <a:pt x="266109" y="102732"/>
                  </a:lnTo>
                  <a:lnTo>
                    <a:pt x="263986" y="97867"/>
                  </a:lnTo>
                  <a:lnTo>
                    <a:pt x="261708" y="93071"/>
                  </a:lnTo>
                  <a:lnTo>
                    <a:pt x="259280" y="88350"/>
                  </a:lnTo>
                  <a:lnTo>
                    <a:pt x="256703" y="83708"/>
                  </a:lnTo>
                  <a:lnTo>
                    <a:pt x="253980" y="79151"/>
                  </a:lnTo>
                  <a:lnTo>
                    <a:pt x="251113" y="74683"/>
                  </a:lnTo>
                  <a:lnTo>
                    <a:pt x="248106" y="70307"/>
                  </a:lnTo>
                  <a:lnTo>
                    <a:pt x="244962" y="66030"/>
                  </a:lnTo>
                  <a:lnTo>
                    <a:pt x="241683" y="61854"/>
                  </a:lnTo>
                  <a:lnTo>
                    <a:pt x="238273" y="57785"/>
                  </a:lnTo>
                  <a:lnTo>
                    <a:pt x="234736" y="53826"/>
                  </a:lnTo>
                  <a:lnTo>
                    <a:pt x="231075" y="49981"/>
                  </a:lnTo>
                  <a:lnTo>
                    <a:pt x="227294" y="46255"/>
                  </a:lnTo>
                  <a:lnTo>
                    <a:pt x="223396" y="42650"/>
                  </a:lnTo>
                  <a:lnTo>
                    <a:pt x="219386" y="39171"/>
                  </a:lnTo>
                  <a:lnTo>
                    <a:pt x="215268" y="35821"/>
                  </a:lnTo>
                  <a:lnTo>
                    <a:pt x="211045" y="32604"/>
                  </a:lnTo>
                  <a:lnTo>
                    <a:pt x="206722" y="29522"/>
                  </a:lnTo>
                  <a:lnTo>
                    <a:pt x="202303" y="26579"/>
                  </a:lnTo>
                  <a:lnTo>
                    <a:pt x="197793" y="23778"/>
                  </a:lnTo>
                  <a:lnTo>
                    <a:pt x="193197" y="21122"/>
                  </a:lnTo>
                  <a:lnTo>
                    <a:pt x="188518" y="18613"/>
                  </a:lnTo>
                  <a:lnTo>
                    <a:pt x="183762" y="16253"/>
                  </a:lnTo>
                  <a:lnTo>
                    <a:pt x="178934" y="14046"/>
                  </a:lnTo>
                  <a:lnTo>
                    <a:pt x="174038" y="11994"/>
                  </a:lnTo>
                  <a:lnTo>
                    <a:pt x="169079" y="10097"/>
                  </a:lnTo>
                  <a:lnTo>
                    <a:pt x="164063" y="8360"/>
                  </a:lnTo>
                  <a:lnTo>
                    <a:pt x="158994" y="6782"/>
                  </a:lnTo>
                  <a:lnTo>
                    <a:pt x="153877" y="5366"/>
                  </a:lnTo>
                  <a:lnTo>
                    <a:pt x="148718" y="4114"/>
                  </a:lnTo>
                  <a:lnTo>
                    <a:pt x="143522" y="3025"/>
                  </a:lnTo>
                  <a:lnTo>
                    <a:pt x="138294" y="2103"/>
                  </a:lnTo>
                  <a:lnTo>
                    <a:pt x="133039" y="1347"/>
                  </a:lnTo>
                  <a:lnTo>
                    <a:pt x="127763" y="758"/>
                  </a:lnTo>
                  <a:lnTo>
                    <a:pt x="122470" y="337"/>
                  </a:lnTo>
                  <a:lnTo>
                    <a:pt x="117168" y="84"/>
                  </a:lnTo>
                  <a:lnTo>
                    <a:pt x="111859" y="0"/>
                  </a:lnTo>
                  <a:lnTo>
                    <a:pt x="1118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7593" y="5269756"/>
              <a:ext cx="37665" cy="167167"/>
            </a:xfrm>
            <a:custGeom>
              <a:avLst/>
              <a:pathLst>
                <a:path w="37665" h="167167">
                  <a:moveTo>
                    <a:pt x="37665" y="0"/>
                  </a:moveTo>
                  <a:lnTo>
                    <a:pt x="31335" y="119"/>
                  </a:lnTo>
                  <a:lnTo>
                    <a:pt x="25013" y="479"/>
                  </a:lnTo>
                  <a:lnTo>
                    <a:pt x="18710" y="1078"/>
                  </a:lnTo>
                  <a:lnTo>
                    <a:pt x="12434" y="1915"/>
                  </a:lnTo>
                  <a:lnTo>
                    <a:pt x="6194" y="2989"/>
                  </a:lnTo>
                  <a:lnTo>
                    <a:pt x="0" y="4298"/>
                  </a:lnTo>
                  <a:lnTo>
                    <a:pt x="376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7593" y="5274054"/>
              <a:ext cx="37665" cy="162868"/>
            </a:xfrm>
            <a:custGeom>
              <a:avLst/>
              <a:pathLst>
                <a:path w="37665" h="162868">
                  <a:moveTo>
                    <a:pt x="0" y="0"/>
                  </a:moveTo>
                  <a:lnTo>
                    <a:pt x="37665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7593" y="5274054"/>
              <a:ext cx="37665" cy="162868"/>
            </a:xfrm>
            <a:custGeom>
              <a:avLst/>
              <a:pathLst>
                <a:path w="37665" h="162868">
                  <a:moveTo>
                    <a:pt x="0" y="0"/>
                  </a:moveTo>
                  <a:lnTo>
                    <a:pt x="37665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07593" y="5274054"/>
              <a:ext cx="37665" cy="162868"/>
            </a:xfrm>
            <a:custGeom>
              <a:avLst/>
              <a:pathLst>
                <a:path w="37665" h="162868">
                  <a:moveTo>
                    <a:pt x="0" y="0"/>
                  </a:moveTo>
                  <a:lnTo>
                    <a:pt x="37665" y="162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507593" y="5274054"/>
              <a:ext cx="37665" cy="162868"/>
            </a:xfrm>
            <a:custGeom>
              <a:avLst/>
              <a:pathLst>
                <a:path w="37665" h="162868">
                  <a:moveTo>
                    <a:pt x="0" y="0"/>
                  </a:moveTo>
                  <a:lnTo>
                    <a:pt x="37665" y="162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380222" y="5274054"/>
              <a:ext cx="165035" cy="162868"/>
            </a:xfrm>
            <a:custGeom>
              <a:avLst/>
              <a:pathLst>
                <a:path w="165035" h="162868">
                  <a:moveTo>
                    <a:pt x="127370" y="0"/>
                  </a:moveTo>
                  <a:lnTo>
                    <a:pt x="122036" y="1326"/>
                  </a:lnTo>
                  <a:lnTo>
                    <a:pt x="116749" y="2827"/>
                  </a:lnTo>
                  <a:lnTo>
                    <a:pt x="111514" y="4500"/>
                  </a:lnTo>
                  <a:lnTo>
                    <a:pt x="106337" y="6345"/>
                  </a:lnTo>
                  <a:lnTo>
                    <a:pt x="101223" y="8360"/>
                  </a:lnTo>
                  <a:lnTo>
                    <a:pt x="96178" y="10541"/>
                  </a:lnTo>
                  <a:lnTo>
                    <a:pt x="91208" y="12887"/>
                  </a:lnTo>
                  <a:lnTo>
                    <a:pt x="86317" y="15395"/>
                  </a:lnTo>
                  <a:lnTo>
                    <a:pt x="81512" y="18062"/>
                  </a:lnTo>
                  <a:lnTo>
                    <a:pt x="76797" y="20886"/>
                  </a:lnTo>
                  <a:lnTo>
                    <a:pt x="72177" y="23864"/>
                  </a:lnTo>
                  <a:lnTo>
                    <a:pt x="67658" y="26991"/>
                  </a:lnTo>
                  <a:lnTo>
                    <a:pt x="63244" y="30266"/>
                  </a:lnTo>
                  <a:lnTo>
                    <a:pt x="58939" y="33684"/>
                  </a:lnTo>
                  <a:lnTo>
                    <a:pt x="54750" y="37241"/>
                  </a:lnTo>
                  <a:lnTo>
                    <a:pt x="50680" y="40935"/>
                  </a:lnTo>
                  <a:lnTo>
                    <a:pt x="46733" y="44760"/>
                  </a:lnTo>
                  <a:lnTo>
                    <a:pt x="42915" y="48712"/>
                  </a:lnTo>
                  <a:lnTo>
                    <a:pt x="39228" y="52789"/>
                  </a:lnTo>
                  <a:lnTo>
                    <a:pt x="35677" y="56984"/>
                  </a:lnTo>
                  <a:lnTo>
                    <a:pt x="32266" y="61294"/>
                  </a:lnTo>
                  <a:lnTo>
                    <a:pt x="28999" y="65713"/>
                  </a:lnTo>
                  <a:lnTo>
                    <a:pt x="25879" y="70237"/>
                  </a:lnTo>
                  <a:lnTo>
                    <a:pt x="22909" y="74862"/>
                  </a:lnTo>
                  <a:lnTo>
                    <a:pt x="20093" y="79582"/>
                  </a:lnTo>
                  <a:lnTo>
                    <a:pt x="17433" y="84392"/>
                  </a:lnTo>
                  <a:lnTo>
                    <a:pt x="14933" y="89286"/>
                  </a:lnTo>
                  <a:lnTo>
                    <a:pt x="12595" y="94260"/>
                  </a:lnTo>
                  <a:lnTo>
                    <a:pt x="10422" y="99309"/>
                  </a:lnTo>
                  <a:lnTo>
                    <a:pt x="8416" y="104426"/>
                  </a:lnTo>
                  <a:lnTo>
                    <a:pt x="6580" y="109606"/>
                  </a:lnTo>
                  <a:lnTo>
                    <a:pt x="4915" y="114843"/>
                  </a:lnTo>
                  <a:lnTo>
                    <a:pt x="3422" y="120133"/>
                  </a:lnTo>
                  <a:lnTo>
                    <a:pt x="2105" y="125469"/>
                  </a:lnTo>
                  <a:lnTo>
                    <a:pt x="964" y="130845"/>
                  </a:lnTo>
                  <a:lnTo>
                    <a:pt x="0" y="136256"/>
                  </a:lnTo>
                  <a:lnTo>
                    <a:pt x="165035" y="162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378091" y="5269756"/>
              <a:ext cx="334324" cy="334327"/>
            </a:xfrm>
            <a:custGeom>
              <a:avLst/>
              <a:pathLst>
                <a:path w="334324" h="334327">
                  <a:moveTo>
                    <a:pt x="2131" y="140555"/>
                  </a:moveTo>
                  <a:lnTo>
                    <a:pt x="1372" y="145789"/>
                  </a:lnTo>
                  <a:lnTo>
                    <a:pt x="779" y="151044"/>
                  </a:lnTo>
                  <a:lnTo>
                    <a:pt x="352" y="156315"/>
                  </a:lnTo>
                  <a:lnTo>
                    <a:pt x="92" y="161597"/>
                  </a:lnTo>
                  <a:lnTo>
                    <a:pt x="0" y="166885"/>
                  </a:lnTo>
                  <a:lnTo>
                    <a:pt x="74" y="172173"/>
                  </a:lnTo>
                  <a:lnTo>
                    <a:pt x="316" y="177456"/>
                  </a:lnTo>
                  <a:lnTo>
                    <a:pt x="725" y="182729"/>
                  </a:lnTo>
                  <a:lnTo>
                    <a:pt x="1301" y="187986"/>
                  </a:lnTo>
                  <a:lnTo>
                    <a:pt x="2042" y="193223"/>
                  </a:lnTo>
                  <a:lnTo>
                    <a:pt x="2949" y="198433"/>
                  </a:lnTo>
                  <a:lnTo>
                    <a:pt x="4020" y="203612"/>
                  </a:lnTo>
                  <a:lnTo>
                    <a:pt x="5255" y="208755"/>
                  </a:lnTo>
                  <a:lnTo>
                    <a:pt x="6652" y="213856"/>
                  </a:lnTo>
                  <a:lnTo>
                    <a:pt x="8209" y="218910"/>
                  </a:lnTo>
                  <a:lnTo>
                    <a:pt x="9925" y="223912"/>
                  </a:lnTo>
                  <a:lnTo>
                    <a:pt x="11799" y="228858"/>
                  </a:lnTo>
                  <a:lnTo>
                    <a:pt x="13828" y="233742"/>
                  </a:lnTo>
                  <a:lnTo>
                    <a:pt x="16011" y="238559"/>
                  </a:lnTo>
                  <a:lnTo>
                    <a:pt x="18345" y="243305"/>
                  </a:lnTo>
                  <a:lnTo>
                    <a:pt x="20828" y="247974"/>
                  </a:lnTo>
                  <a:lnTo>
                    <a:pt x="23457" y="252563"/>
                  </a:lnTo>
                  <a:lnTo>
                    <a:pt x="26230" y="257066"/>
                  </a:lnTo>
                  <a:lnTo>
                    <a:pt x="29144" y="261479"/>
                  </a:lnTo>
                  <a:lnTo>
                    <a:pt x="32197" y="265798"/>
                  </a:lnTo>
                  <a:lnTo>
                    <a:pt x="35384" y="270018"/>
                  </a:lnTo>
                  <a:lnTo>
                    <a:pt x="38704" y="274135"/>
                  </a:lnTo>
                  <a:lnTo>
                    <a:pt x="42152" y="278145"/>
                  </a:lnTo>
                  <a:lnTo>
                    <a:pt x="45725" y="282045"/>
                  </a:lnTo>
                  <a:lnTo>
                    <a:pt x="49420" y="285829"/>
                  </a:lnTo>
                  <a:lnTo>
                    <a:pt x="53232" y="289494"/>
                  </a:lnTo>
                  <a:lnTo>
                    <a:pt x="57159" y="293037"/>
                  </a:lnTo>
                  <a:lnTo>
                    <a:pt x="61195" y="296454"/>
                  </a:lnTo>
                  <a:lnTo>
                    <a:pt x="65338" y="299741"/>
                  </a:lnTo>
                  <a:lnTo>
                    <a:pt x="69583" y="302896"/>
                  </a:lnTo>
                  <a:lnTo>
                    <a:pt x="73925" y="305915"/>
                  </a:lnTo>
                  <a:lnTo>
                    <a:pt x="78361" y="308795"/>
                  </a:lnTo>
                  <a:lnTo>
                    <a:pt x="82885" y="311533"/>
                  </a:lnTo>
                  <a:lnTo>
                    <a:pt x="87494" y="314127"/>
                  </a:lnTo>
                  <a:lnTo>
                    <a:pt x="92183" y="316574"/>
                  </a:lnTo>
                  <a:lnTo>
                    <a:pt x="96946" y="318871"/>
                  </a:lnTo>
                  <a:lnTo>
                    <a:pt x="101780" y="321016"/>
                  </a:lnTo>
                  <a:lnTo>
                    <a:pt x="106680" y="323008"/>
                  </a:lnTo>
                  <a:lnTo>
                    <a:pt x="111640" y="324843"/>
                  </a:lnTo>
                  <a:lnTo>
                    <a:pt x="116655" y="326520"/>
                  </a:lnTo>
                  <a:lnTo>
                    <a:pt x="121721" y="328039"/>
                  </a:lnTo>
                  <a:lnTo>
                    <a:pt x="126833" y="329396"/>
                  </a:lnTo>
                  <a:lnTo>
                    <a:pt x="131985" y="330590"/>
                  </a:lnTo>
                  <a:lnTo>
                    <a:pt x="137172" y="331621"/>
                  </a:lnTo>
                  <a:lnTo>
                    <a:pt x="142389" y="332488"/>
                  </a:lnTo>
                  <a:lnTo>
                    <a:pt x="147631" y="333189"/>
                  </a:lnTo>
                  <a:lnTo>
                    <a:pt x="152893" y="333724"/>
                  </a:lnTo>
                  <a:lnTo>
                    <a:pt x="158168" y="334092"/>
                  </a:lnTo>
                  <a:lnTo>
                    <a:pt x="163453" y="334293"/>
                  </a:lnTo>
                  <a:lnTo>
                    <a:pt x="168742" y="334327"/>
                  </a:lnTo>
                  <a:lnTo>
                    <a:pt x="174029" y="334193"/>
                  </a:lnTo>
                  <a:lnTo>
                    <a:pt x="179309" y="333893"/>
                  </a:lnTo>
                  <a:lnTo>
                    <a:pt x="184577" y="333425"/>
                  </a:lnTo>
                  <a:lnTo>
                    <a:pt x="189827" y="332791"/>
                  </a:lnTo>
                  <a:lnTo>
                    <a:pt x="195055" y="331992"/>
                  </a:lnTo>
                  <a:lnTo>
                    <a:pt x="200255" y="331027"/>
                  </a:lnTo>
                  <a:lnTo>
                    <a:pt x="205422" y="329898"/>
                  </a:lnTo>
                  <a:lnTo>
                    <a:pt x="210550" y="328607"/>
                  </a:lnTo>
                  <a:lnTo>
                    <a:pt x="215635" y="327154"/>
                  </a:lnTo>
                  <a:lnTo>
                    <a:pt x="220672" y="325540"/>
                  </a:lnTo>
                  <a:lnTo>
                    <a:pt x="225655" y="323769"/>
                  </a:lnTo>
                  <a:lnTo>
                    <a:pt x="230579" y="321840"/>
                  </a:lnTo>
                  <a:lnTo>
                    <a:pt x="235440" y="319757"/>
                  </a:lnTo>
                  <a:lnTo>
                    <a:pt x="240233" y="317521"/>
                  </a:lnTo>
                  <a:lnTo>
                    <a:pt x="244953" y="315134"/>
                  </a:lnTo>
                  <a:lnTo>
                    <a:pt x="249594" y="312599"/>
                  </a:lnTo>
                  <a:lnTo>
                    <a:pt x="254154" y="309919"/>
                  </a:lnTo>
                  <a:lnTo>
                    <a:pt x="258626" y="307096"/>
                  </a:lnTo>
                  <a:lnTo>
                    <a:pt x="263006" y="304133"/>
                  </a:lnTo>
                  <a:lnTo>
                    <a:pt x="267291" y="301033"/>
                  </a:lnTo>
                  <a:lnTo>
                    <a:pt x="271475" y="297799"/>
                  </a:lnTo>
                  <a:lnTo>
                    <a:pt x="275555" y="294434"/>
                  </a:lnTo>
                  <a:lnTo>
                    <a:pt x="279527" y="290941"/>
                  </a:lnTo>
                  <a:lnTo>
                    <a:pt x="283386" y="287325"/>
                  </a:lnTo>
                  <a:lnTo>
                    <a:pt x="287129" y="283589"/>
                  </a:lnTo>
                  <a:lnTo>
                    <a:pt x="290752" y="279736"/>
                  </a:lnTo>
                  <a:lnTo>
                    <a:pt x="294251" y="275770"/>
                  </a:lnTo>
                  <a:lnTo>
                    <a:pt x="297622" y="271696"/>
                  </a:lnTo>
                  <a:lnTo>
                    <a:pt x="300864" y="267517"/>
                  </a:lnTo>
                  <a:lnTo>
                    <a:pt x="303971" y="263237"/>
                  </a:lnTo>
                  <a:lnTo>
                    <a:pt x="306942" y="258862"/>
                  </a:lnTo>
                  <a:lnTo>
                    <a:pt x="309772" y="254394"/>
                  </a:lnTo>
                  <a:lnTo>
                    <a:pt x="312460" y="249840"/>
                  </a:lnTo>
                  <a:lnTo>
                    <a:pt x="315003" y="245202"/>
                  </a:lnTo>
                  <a:lnTo>
                    <a:pt x="317397" y="240487"/>
                  </a:lnTo>
                  <a:lnTo>
                    <a:pt x="319641" y="235698"/>
                  </a:lnTo>
                  <a:lnTo>
                    <a:pt x="321733" y="230840"/>
                  </a:lnTo>
                  <a:lnTo>
                    <a:pt x="323670" y="225919"/>
                  </a:lnTo>
                  <a:lnTo>
                    <a:pt x="325450" y="220939"/>
                  </a:lnTo>
                  <a:lnTo>
                    <a:pt x="327071" y="215905"/>
                  </a:lnTo>
                  <a:lnTo>
                    <a:pt x="328533" y="210823"/>
                  </a:lnTo>
                  <a:lnTo>
                    <a:pt x="329833" y="205696"/>
                  </a:lnTo>
                  <a:lnTo>
                    <a:pt x="330971" y="200531"/>
                  </a:lnTo>
                  <a:lnTo>
                    <a:pt x="331944" y="195333"/>
                  </a:lnTo>
                  <a:lnTo>
                    <a:pt x="332753" y="190107"/>
                  </a:lnTo>
                  <a:lnTo>
                    <a:pt x="333395" y="184857"/>
                  </a:lnTo>
                  <a:lnTo>
                    <a:pt x="333872" y="179590"/>
                  </a:lnTo>
                  <a:lnTo>
                    <a:pt x="334181" y="174310"/>
                  </a:lnTo>
                  <a:lnTo>
                    <a:pt x="334324" y="169024"/>
                  </a:lnTo>
                  <a:lnTo>
                    <a:pt x="334299" y="163735"/>
                  </a:lnTo>
                  <a:lnTo>
                    <a:pt x="334107" y="158450"/>
                  </a:lnTo>
                  <a:lnTo>
                    <a:pt x="333747" y="153174"/>
                  </a:lnTo>
                  <a:lnTo>
                    <a:pt x="333221" y="147911"/>
                  </a:lnTo>
                  <a:lnTo>
                    <a:pt x="332529" y="142668"/>
                  </a:lnTo>
                  <a:lnTo>
                    <a:pt x="331671" y="137449"/>
                  </a:lnTo>
                  <a:lnTo>
                    <a:pt x="330649" y="132261"/>
                  </a:lnTo>
                  <a:lnTo>
                    <a:pt x="329463" y="127107"/>
                  </a:lnTo>
                  <a:lnTo>
                    <a:pt x="328115" y="121993"/>
                  </a:lnTo>
                  <a:lnTo>
                    <a:pt x="326605" y="116924"/>
                  </a:lnTo>
                  <a:lnTo>
                    <a:pt x="324936" y="111906"/>
                  </a:lnTo>
                  <a:lnTo>
                    <a:pt x="323109" y="106943"/>
                  </a:lnTo>
                  <a:lnTo>
                    <a:pt x="321126" y="102040"/>
                  </a:lnTo>
                  <a:lnTo>
                    <a:pt x="318989" y="97202"/>
                  </a:lnTo>
                  <a:lnTo>
                    <a:pt x="316700" y="92435"/>
                  </a:lnTo>
                  <a:lnTo>
                    <a:pt x="314261" y="87742"/>
                  </a:lnTo>
                  <a:lnTo>
                    <a:pt x="311675" y="83129"/>
                  </a:lnTo>
                  <a:lnTo>
                    <a:pt x="308944" y="78600"/>
                  </a:lnTo>
                  <a:lnTo>
                    <a:pt x="306071" y="74159"/>
                  </a:lnTo>
                  <a:lnTo>
                    <a:pt x="303060" y="69812"/>
                  </a:lnTo>
                  <a:lnTo>
                    <a:pt x="299912" y="65562"/>
                  </a:lnTo>
                  <a:lnTo>
                    <a:pt x="296632" y="61414"/>
                  </a:lnTo>
                  <a:lnTo>
                    <a:pt x="293222" y="57371"/>
                  </a:lnTo>
                  <a:lnTo>
                    <a:pt x="289685" y="53439"/>
                  </a:lnTo>
                  <a:lnTo>
                    <a:pt x="286027" y="49620"/>
                  </a:lnTo>
                  <a:lnTo>
                    <a:pt x="282249" y="45919"/>
                  </a:lnTo>
                  <a:lnTo>
                    <a:pt x="278356" y="42339"/>
                  </a:lnTo>
                  <a:lnTo>
                    <a:pt x="274351" y="38885"/>
                  </a:lnTo>
                  <a:lnTo>
                    <a:pt x="270240" y="35558"/>
                  </a:lnTo>
                  <a:lnTo>
                    <a:pt x="266025" y="32364"/>
                  </a:lnTo>
                  <a:lnTo>
                    <a:pt x="261711" y="29304"/>
                  </a:lnTo>
                  <a:lnTo>
                    <a:pt x="257303" y="26382"/>
                  </a:lnTo>
                  <a:lnTo>
                    <a:pt x="252805" y="23601"/>
                  </a:lnTo>
                  <a:lnTo>
                    <a:pt x="248220" y="20964"/>
                  </a:lnTo>
                  <a:lnTo>
                    <a:pt x="243555" y="18473"/>
                  </a:lnTo>
                  <a:lnTo>
                    <a:pt x="238813" y="16131"/>
                  </a:lnTo>
                  <a:lnTo>
                    <a:pt x="234000" y="13941"/>
                  </a:lnTo>
                  <a:lnTo>
                    <a:pt x="229119" y="11903"/>
                  </a:lnTo>
                  <a:lnTo>
                    <a:pt x="224177" y="10021"/>
                  </a:lnTo>
                  <a:lnTo>
                    <a:pt x="219177" y="8296"/>
                  </a:lnTo>
                  <a:lnTo>
                    <a:pt x="214126" y="6731"/>
                  </a:lnTo>
                  <a:lnTo>
                    <a:pt x="209027" y="5326"/>
                  </a:lnTo>
                  <a:lnTo>
                    <a:pt x="203887" y="4082"/>
                  </a:lnTo>
                  <a:lnTo>
                    <a:pt x="198710" y="3002"/>
                  </a:lnTo>
                  <a:lnTo>
                    <a:pt x="193501" y="2087"/>
                  </a:lnTo>
                  <a:lnTo>
                    <a:pt x="188266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5432" y="5018213"/>
              <a:ext cx="25606" cy="167167"/>
            </a:xfrm>
            <a:custGeom>
              <a:avLst/>
              <a:pathLst>
                <a:path w="25606" h="167167">
                  <a:moveTo>
                    <a:pt x="25606" y="0"/>
                  </a:moveTo>
                  <a:lnTo>
                    <a:pt x="17040" y="219"/>
                  </a:lnTo>
                  <a:lnTo>
                    <a:pt x="8497" y="877"/>
                  </a:lnTo>
                  <a:lnTo>
                    <a:pt x="0" y="1972"/>
                  </a:lnTo>
                  <a:lnTo>
                    <a:pt x="2560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5432" y="5020186"/>
              <a:ext cx="25606" cy="165194"/>
            </a:xfrm>
            <a:custGeom>
              <a:avLst/>
              <a:pathLst>
                <a:path w="25606" h="165194">
                  <a:moveTo>
                    <a:pt x="0" y="0"/>
                  </a:moveTo>
                  <a:lnTo>
                    <a:pt x="25606" y="165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995432" y="5020186"/>
              <a:ext cx="25606" cy="165194"/>
            </a:xfrm>
            <a:custGeom>
              <a:avLst/>
              <a:pathLst>
                <a:path w="25606" h="165194">
                  <a:moveTo>
                    <a:pt x="0" y="0"/>
                  </a:moveTo>
                  <a:lnTo>
                    <a:pt x="25606" y="1651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995432" y="5020186"/>
              <a:ext cx="25606" cy="165194"/>
            </a:xfrm>
            <a:custGeom>
              <a:avLst/>
              <a:pathLst>
                <a:path w="25606" h="165194">
                  <a:moveTo>
                    <a:pt x="0" y="0"/>
                  </a:moveTo>
                  <a:lnTo>
                    <a:pt x="25606" y="1651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882420" y="5020186"/>
              <a:ext cx="138618" cy="165194"/>
            </a:xfrm>
            <a:custGeom>
              <a:avLst/>
              <a:pathLst>
                <a:path w="138618" h="165194">
                  <a:moveTo>
                    <a:pt x="113012" y="0"/>
                  </a:moveTo>
                  <a:lnTo>
                    <a:pt x="107583" y="933"/>
                  </a:lnTo>
                  <a:lnTo>
                    <a:pt x="102187" y="2045"/>
                  </a:lnTo>
                  <a:lnTo>
                    <a:pt x="96831" y="3334"/>
                  </a:lnTo>
                  <a:lnTo>
                    <a:pt x="91520" y="4799"/>
                  </a:lnTo>
                  <a:lnTo>
                    <a:pt x="86260" y="6438"/>
                  </a:lnTo>
                  <a:lnTo>
                    <a:pt x="81058" y="8249"/>
                  </a:lnTo>
                  <a:lnTo>
                    <a:pt x="75917" y="10231"/>
                  </a:lnTo>
                  <a:lnTo>
                    <a:pt x="70845" y="12381"/>
                  </a:lnTo>
                  <a:lnTo>
                    <a:pt x="65847" y="14698"/>
                  </a:lnTo>
                  <a:lnTo>
                    <a:pt x="60927" y="17177"/>
                  </a:lnTo>
                  <a:lnTo>
                    <a:pt x="56092" y="19818"/>
                  </a:lnTo>
                  <a:lnTo>
                    <a:pt x="51346" y="22616"/>
                  </a:lnTo>
                  <a:lnTo>
                    <a:pt x="46696" y="25569"/>
                  </a:lnTo>
                  <a:lnTo>
                    <a:pt x="42145" y="28674"/>
                  </a:lnTo>
                  <a:lnTo>
                    <a:pt x="37699" y="31927"/>
                  </a:lnTo>
                  <a:lnTo>
                    <a:pt x="33362" y="35325"/>
                  </a:lnTo>
                  <a:lnTo>
                    <a:pt x="29140" y="38864"/>
                  </a:lnTo>
                  <a:lnTo>
                    <a:pt x="25036" y="42540"/>
                  </a:lnTo>
                  <a:lnTo>
                    <a:pt x="21057" y="46349"/>
                  </a:lnTo>
                  <a:lnTo>
                    <a:pt x="17204" y="50288"/>
                  </a:lnTo>
                  <a:lnTo>
                    <a:pt x="13484" y="54351"/>
                  </a:lnTo>
                  <a:lnTo>
                    <a:pt x="9899" y="58534"/>
                  </a:lnTo>
                  <a:lnTo>
                    <a:pt x="6455" y="62834"/>
                  </a:lnTo>
                  <a:lnTo>
                    <a:pt x="3154" y="67244"/>
                  </a:lnTo>
                  <a:lnTo>
                    <a:pt x="0" y="71761"/>
                  </a:lnTo>
                  <a:lnTo>
                    <a:pt x="138618" y="1651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853880" y="5018213"/>
              <a:ext cx="334308" cy="334333"/>
            </a:xfrm>
            <a:custGeom>
              <a:avLst/>
              <a:pathLst>
                <a:path w="334308" h="334333">
                  <a:moveTo>
                    <a:pt x="28539" y="73734"/>
                  </a:moveTo>
                  <a:lnTo>
                    <a:pt x="25641" y="78184"/>
                  </a:lnTo>
                  <a:lnTo>
                    <a:pt x="22886" y="82724"/>
                  </a:lnTo>
                  <a:lnTo>
                    <a:pt x="20276" y="87349"/>
                  </a:lnTo>
                  <a:lnTo>
                    <a:pt x="17815" y="92055"/>
                  </a:lnTo>
                  <a:lnTo>
                    <a:pt x="15505" y="96837"/>
                  </a:lnTo>
                  <a:lnTo>
                    <a:pt x="13347" y="101689"/>
                  </a:lnTo>
                  <a:lnTo>
                    <a:pt x="11345" y="106608"/>
                  </a:lnTo>
                  <a:lnTo>
                    <a:pt x="9500" y="111588"/>
                  </a:lnTo>
                  <a:lnTo>
                    <a:pt x="7814" y="116624"/>
                  </a:lnTo>
                  <a:lnTo>
                    <a:pt x="6289" y="121711"/>
                  </a:lnTo>
                  <a:lnTo>
                    <a:pt x="4926" y="126843"/>
                  </a:lnTo>
                  <a:lnTo>
                    <a:pt x="3727" y="132017"/>
                  </a:lnTo>
                  <a:lnTo>
                    <a:pt x="2693" y="137226"/>
                  </a:lnTo>
                  <a:lnTo>
                    <a:pt x="1825" y="142465"/>
                  </a:lnTo>
                  <a:lnTo>
                    <a:pt x="1124" y="147729"/>
                  </a:lnTo>
                  <a:lnTo>
                    <a:pt x="591" y="153013"/>
                  </a:lnTo>
                  <a:lnTo>
                    <a:pt x="225" y="158311"/>
                  </a:lnTo>
                  <a:lnTo>
                    <a:pt x="28" y="163618"/>
                  </a:lnTo>
                  <a:lnTo>
                    <a:pt x="0" y="168928"/>
                  </a:lnTo>
                  <a:lnTo>
                    <a:pt x="140" y="174237"/>
                  </a:lnTo>
                  <a:lnTo>
                    <a:pt x="449" y="179538"/>
                  </a:lnTo>
                  <a:lnTo>
                    <a:pt x="926" y="184827"/>
                  </a:lnTo>
                  <a:lnTo>
                    <a:pt x="1571" y="190099"/>
                  </a:lnTo>
                  <a:lnTo>
                    <a:pt x="2383" y="195347"/>
                  </a:lnTo>
                  <a:lnTo>
                    <a:pt x="3361" y="200566"/>
                  </a:lnTo>
                  <a:lnTo>
                    <a:pt x="4504" y="205752"/>
                  </a:lnTo>
                  <a:lnTo>
                    <a:pt x="5812" y="210900"/>
                  </a:lnTo>
                  <a:lnTo>
                    <a:pt x="7283" y="216002"/>
                  </a:lnTo>
                  <a:lnTo>
                    <a:pt x="8914" y="221056"/>
                  </a:lnTo>
                  <a:lnTo>
                    <a:pt x="10706" y="226055"/>
                  </a:lnTo>
                  <a:lnTo>
                    <a:pt x="12655" y="230995"/>
                  </a:lnTo>
                  <a:lnTo>
                    <a:pt x="14761" y="235870"/>
                  </a:lnTo>
                  <a:lnTo>
                    <a:pt x="17020" y="240677"/>
                  </a:lnTo>
                  <a:lnTo>
                    <a:pt x="19431" y="245408"/>
                  </a:lnTo>
                  <a:lnTo>
                    <a:pt x="21991" y="250061"/>
                  </a:lnTo>
                  <a:lnTo>
                    <a:pt x="24697" y="254631"/>
                  </a:lnTo>
                  <a:lnTo>
                    <a:pt x="27547" y="259112"/>
                  </a:lnTo>
                  <a:lnTo>
                    <a:pt x="30538" y="263500"/>
                  </a:lnTo>
                  <a:lnTo>
                    <a:pt x="33667" y="267791"/>
                  </a:lnTo>
                  <a:lnTo>
                    <a:pt x="36930" y="271980"/>
                  </a:lnTo>
                  <a:lnTo>
                    <a:pt x="40325" y="276064"/>
                  </a:lnTo>
                  <a:lnTo>
                    <a:pt x="43848" y="280038"/>
                  </a:lnTo>
                  <a:lnTo>
                    <a:pt x="47496" y="283897"/>
                  </a:lnTo>
                  <a:lnTo>
                    <a:pt x="51264" y="287639"/>
                  </a:lnTo>
                  <a:lnTo>
                    <a:pt x="55149" y="291260"/>
                  </a:lnTo>
                  <a:lnTo>
                    <a:pt x="59147" y="294755"/>
                  </a:lnTo>
                  <a:lnTo>
                    <a:pt x="63255" y="298121"/>
                  </a:lnTo>
                  <a:lnTo>
                    <a:pt x="67467" y="301356"/>
                  </a:lnTo>
                  <a:lnTo>
                    <a:pt x="71779" y="304455"/>
                  </a:lnTo>
                  <a:lnTo>
                    <a:pt x="76188" y="307415"/>
                  </a:lnTo>
                  <a:lnTo>
                    <a:pt x="80689" y="310234"/>
                  </a:lnTo>
                  <a:lnTo>
                    <a:pt x="85277" y="312908"/>
                  </a:lnTo>
                  <a:lnTo>
                    <a:pt x="89948" y="315435"/>
                  </a:lnTo>
                  <a:lnTo>
                    <a:pt x="94696" y="317813"/>
                  </a:lnTo>
                  <a:lnTo>
                    <a:pt x="99518" y="320039"/>
                  </a:lnTo>
                  <a:lnTo>
                    <a:pt x="104408" y="322110"/>
                  </a:lnTo>
                  <a:lnTo>
                    <a:pt x="109361" y="324025"/>
                  </a:lnTo>
                  <a:lnTo>
                    <a:pt x="114373" y="325782"/>
                  </a:lnTo>
                  <a:lnTo>
                    <a:pt x="119437" y="327378"/>
                  </a:lnTo>
                  <a:lnTo>
                    <a:pt x="124551" y="328813"/>
                  </a:lnTo>
                  <a:lnTo>
                    <a:pt x="129707" y="330085"/>
                  </a:lnTo>
                  <a:lnTo>
                    <a:pt x="134900" y="331193"/>
                  </a:lnTo>
                  <a:lnTo>
                    <a:pt x="140127" y="332134"/>
                  </a:lnTo>
                  <a:lnTo>
                    <a:pt x="145380" y="332910"/>
                  </a:lnTo>
                  <a:lnTo>
                    <a:pt x="150656" y="333518"/>
                  </a:lnTo>
                  <a:lnTo>
                    <a:pt x="155948" y="333958"/>
                  </a:lnTo>
                  <a:lnTo>
                    <a:pt x="161252" y="334230"/>
                  </a:lnTo>
                  <a:lnTo>
                    <a:pt x="166561" y="334333"/>
                  </a:lnTo>
                  <a:lnTo>
                    <a:pt x="171872" y="334268"/>
                  </a:lnTo>
                  <a:lnTo>
                    <a:pt x="177177" y="334034"/>
                  </a:lnTo>
                  <a:lnTo>
                    <a:pt x="182472" y="333631"/>
                  </a:lnTo>
                  <a:lnTo>
                    <a:pt x="187752" y="333061"/>
                  </a:lnTo>
                  <a:lnTo>
                    <a:pt x="193011" y="332323"/>
                  </a:lnTo>
                  <a:lnTo>
                    <a:pt x="198244" y="331419"/>
                  </a:lnTo>
                  <a:lnTo>
                    <a:pt x="203446" y="330348"/>
                  </a:lnTo>
                  <a:lnTo>
                    <a:pt x="208611" y="329113"/>
                  </a:lnTo>
                  <a:lnTo>
                    <a:pt x="213734" y="327715"/>
                  </a:lnTo>
                  <a:lnTo>
                    <a:pt x="218810" y="326154"/>
                  </a:lnTo>
                  <a:lnTo>
                    <a:pt x="223834" y="324433"/>
                  </a:lnTo>
                  <a:lnTo>
                    <a:pt x="228801" y="322554"/>
                  </a:lnTo>
                  <a:lnTo>
                    <a:pt x="233705" y="320517"/>
                  </a:lnTo>
                  <a:lnTo>
                    <a:pt x="238543" y="318326"/>
                  </a:lnTo>
                  <a:lnTo>
                    <a:pt x="243308" y="315982"/>
                  </a:lnTo>
                  <a:lnTo>
                    <a:pt x="247997" y="313488"/>
                  </a:lnTo>
                  <a:lnTo>
                    <a:pt x="252604" y="310847"/>
                  </a:lnTo>
                  <a:lnTo>
                    <a:pt x="257124" y="308060"/>
                  </a:lnTo>
                  <a:lnTo>
                    <a:pt x="261554" y="305131"/>
                  </a:lnTo>
                  <a:lnTo>
                    <a:pt x="265889" y="302063"/>
                  </a:lnTo>
                  <a:lnTo>
                    <a:pt x="270124" y="298859"/>
                  </a:lnTo>
                  <a:lnTo>
                    <a:pt x="274255" y="295522"/>
                  </a:lnTo>
                  <a:lnTo>
                    <a:pt x="278278" y="292056"/>
                  </a:lnTo>
                  <a:lnTo>
                    <a:pt x="282189" y="288463"/>
                  </a:lnTo>
                  <a:lnTo>
                    <a:pt x="285984" y="284748"/>
                  </a:lnTo>
                  <a:lnTo>
                    <a:pt x="289659" y="280914"/>
                  </a:lnTo>
                  <a:lnTo>
                    <a:pt x="293210" y="276966"/>
                  </a:lnTo>
                  <a:lnTo>
                    <a:pt x="296634" y="272906"/>
                  </a:lnTo>
                  <a:lnTo>
                    <a:pt x="299927" y="268740"/>
                  </a:lnTo>
                  <a:lnTo>
                    <a:pt x="303087" y="264472"/>
                  </a:lnTo>
                  <a:lnTo>
                    <a:pt x="306109" y="260105"/>
                  </a:lnTo>
                  <a:lnTo>
                    <a:pt x="308991" y="255644"/>
                  </a:lnTo>
                  <a:lnTo>
                    <a:pt x="311730" y="251095"/>
                  </a:lnTo>
                  <a:lnTo>
                    <a:pt x="314323" y="246460"/>
                  </a:lnTo>
                  <a:lnTo>
                    <a:pt x="316767" y="241746"/>
                  </a:lnTo>
                  <a:lnTo>
                    <a:pt x="319061" y="236956"/>
                  </a:lnTo>
                  <a:lnTo>
                    <a:pt x="321201" y="232095"/>
                  </a:lnTo>
                  <a:lnTo>
                    <a:pt x="323185" y="227170"/>
                  </a:lnTo>
                  <a:lnTo>
                    <a:pt x="325012" y="222183"/>
                  </a:lnTo>
                  <a:lnTo>
                    <a:pt x="326680" y="217142"/>
                  </a:lnTo>
                  <a:lnTo>
                    <a:pt x="328187" y="212049"/>
                  </a:lnTo>
                  <a:lnTo>
                    <a:pt x="329532" y="206912"/>
                  </a:lnTo>
                  <a:lnTo>
                    <a:pt x="330712" y="201734"/>
                  </a:lnTo>
                  <a:lnTo>
                    <a:pt x="331728" y="196521"/>
                  </a:lnTo>
                  <a:lnTo>
                    <a:pt x="332577" y="191279"/>
                  </a:lnTo>
                  <a:lnTo>
                    <a:pt x="333259" y="186013"/>
                  </a:lnTo>
                  <a:lnTo>
                    <a:pt x="333774" y="180727"/>
                  </a:lnTo>
                  <a:lnTo>
                    <a:pt x="334121" y="175428"/>
                  </a:lnTo>
                  <a:lnTo>
                    <a:pt x="334299" y="170120"/>
                  </a:lnTo>
                  <a:lnTo>
                    <a:pt x="334308" y="164810"/>
                  </a:lnTo>
                  <a:lnTo>
                    <a:pt x="334149" y="159502"/>
                  </a:lnTo>
                  <a:lnTo>
                    <a:pt x="333822" y="154201"/>
                  </a:lnTo>
                  <a:lnTo>
                    <a:pt x="333326" y="148914"/>
                  </a:lnTo>
                  <a:lnTo>
                    <a:pt x="332662" y="143645"/>
                  </a:lnTo>
                  <a:lnTo>
                    <a:pt x="331831" y="138400"/>
                  </a:lnTo>
                  <a:lnTo>
                    <a:pt x="330834" y="133183"/>
                  </a:lnTo>
                  <a:lnTo>
                    <a:pt x="329672" y="128002"/>
                  </a:lnTo>
                  <a:lnTo>
                    <a:pt x="328346" y="122859"/>
                  </a:lnTo>
                  <a:lnTo>
                    <a:pt x="326858" y="117762"/>
                  </a:lnTo>
                  <a:lnTo>
                    <a:pt x="325208" y="112714"/>
                  </a:lnTo>
                  <a:lnTo>
                    <a:pt x="323398" y="107721"/>
                  </a:lnTo>
                  <a:lnTo>
                    <a:pt x="321431" y="102788"/>
                  </a:lnTo>
                  <a:lnTo>
                    <a:pt x="319308" y="97920"/>
                  </a:lnTo>
                  <a:lnTo>
                    <a:pt x="317032" y="93122"/>
                  </a:lnTo>
                  <a:lnTo>
                    <a:pt x="314605" y="88399"/>
                  </a:lnTo>
                  <a:lnTo>
                    <a:pt x="312028" y="83755"/>
                  </a:lnTo>
                  <a:lnTo>
                    <a:pt x="309306" y="79196"/>
                  </a:lnTo>
                  <a:lnTo>
                    <a:pt x="306440" y="74725"/>
                  </a:lnTo>
                  <a:lnTo>
                    <a:pt x="303433" y="70348"/>
                  </a:lnTo>
                  <a:lnTo>
                    <a:pt x="300289" y="66068"/>
                  </a:lnTo>
                  <a:lnTo>
                    <a:pt x="297010" y="61890"/>
                  </a:lnTo>
                  <a:lnTo>
                    <a:pt x="293601" y="57818"/>
                  </a:lnTo>
                  <a:lnTo>
                    <a:pt x="290064" y="53857"/>
                  </a:lnTo>
                  <a:lnTo>
                    <a:pt x="286402" y="50011"/>
                  </a:lnTo>
                  <a:lnTo>
                    <a:pt x="282621" y="46282"/>
                  </a:lnTo>
                  <a:lnTo>
                    <a:pt x="278723" y="42675"/>
                  </a:lnTo>
                  <a:lnTo>
                    <a:pt x="274712" y="39194"/>
                  </a:lnTo>
                  <a:lnTo>
                    <a:pt x="270593" y="35843"/>
                  </a:lnTo>
                  <a:lnTo>
                    <a:pt x="266370" y="32623"/>
                  </a:lnTo>
                  <a:lnTo>
                    <a:pt x="262046" y="29540"/>
                  </a:lnTo>
                  <a:lnTo>
                    <a:pt x="257626" y="26595"/>
                  </a:lnTo>
                  <a:lnTo>
                    <a:pt x="253116" y="23793"/>
                  </a:lnTo>
                  <a:lnTo>
                    <a:pt x="248518" y="21135"/>
                  </a:lnTo>
                  <a:lnTo>
                    <a:pt x="243838" y="18624"/>
                  </a:lnTo>
                  <a:lnTo>
                    <a:pt x="239081" y="16263"/>
                  </a:lnTo>
                  <a:lnTo>
                    <a:pt x="234252" y="14055"/>
                  </a:lnTo>
                  <a:lnTo>
                    <a:pt x="229355" y="12001"/>
                  </a:lnTo>
                  <a:lnTo>
                    <a:pt x="224395" y="10104"/>
                  </a:lnTo>
                  <a:lnTo>
                    <a:pt x="219377" y="8365"/>
                  </a:lnTo>
                  <a:lnTo>
                    <a:pt x="214306" y="6786"/>
                  </a:lnTo>
                  <a:lnTo>
                    <a:pt x="209188" y="5370"/>
                  </a:lnTo>
                  <a:lnTo>
                    <a:pt x="204028" y="4116"/>
                  </a:lnTo>
                  <a:lnTo>
                    <a:pt x="198830" y="3027"/>
                  </a:lnTo>
                  <a:lnTo>
                    <a:pt x="193600" y="2104"/>
                  </a:lnTo>
                  <a:lnTo>
                    <a:pt x="188344" y="1347"/>
                  </a:lnTo>
                  <a:lnTo>
                    <a:pt x="183066" y="758"/>
                  </a:lnTo>
                  <a:lnTo>
                    <a:pt x="177772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132" y="4659281"/>
              <a:ext cx="139102" cy="167167"/>
            </a:xfrm>
            <a:custGeom>
              <a:avLst/>
              <a:pathLst>
                <a:path w="139102" h="167167">
                  <a:moveTo>
                    <a:pt x="139102" y="0"/>
                  </a:moveTo>
                  <a:lnTo>
                    <a:pt x="133626" y="89"/>
                  </a:lnTo>
                  <a:lnTo>
                    <a:pt x="128156" y="358"/>
                  </a:lnTo>
                  <a:lnTo>
                    <a:pt x="122698" y="806"/>
                  </a:lnTo>
                  <a:lnTo>
                    <a:pt x="117257" y="1433"/>
                  </a:lnTo>
                  <a:lnTo>
                    <a:pt x="111839" y="2238"/>
                  </a:lnTo>
                  <a:lnTo>
                    <a:pt x="106451" y="3219"/>
                  </a:lnTo>
                  <a:lnTo>
                    <a:pt x="101098" y="4377"/>
                  </a:lnTo>
                  <a:lnTo>
                    <a:pt x="95786" y="5709"/>
                  </a:lnTo>
                  <a:lnTo>
                    <a:pt x="90520" y="7215"/>
                  </a:lnTo>
                  <a:lnTo>
                    <a:pt x="85307" y="8892"/>
                  </a:lnTo>
                  <a:lnTo>
                    <a:pt x="80151" y="10739"/>
                  </a:lnTo>
                  <a:lnTo>
                    <a:pt x="75058" y="12754"/>
                  </a:lnTo>
                  <a:lnTo>
                    <a:pt x="70034" y="14935"/>
                  </a:lnTo>
                  <a:lnTo>
                    <a:pt x="65084" y="17279"/>
                  </a:lnTo>
                  <a:lnTo>
                    <a:pt x="60214" y="19784"/>
                  </a:lnTo>
                  <a:lnTo>
                    <a:pt x="55429" y="22448"/>
                  </a:lnTo>
                  <a:lnTo>
                    <a:pt x="50733" y="25266"/>
                  </a:lnTo>
                  <a:lnTo>
                    <a:pt x="46132" y="28237"/>
                  </a:lnTo>
                  <a:lnTo>
                    <a:pt x="41631" y="31357"/>
                  </a:lnTo>
                  <a:lnTo>
                    <a:pt x="37234" y="34623"/>
                  </a:lnTo>
                  <a:lnTo>
                    <a:pt x="32947" y="38031"/>
                  </a:lnTo>
                  <a:lnTo>
                    <a:pt x="28774" y="41578"/>
                  </a:lnTo>
                  <a:lnTo>
                    <a:pt x="24719" y="45260"/>
                  </a:lnTo>
                  <a:lnTo>
                    <a:pt x="20787" y="49072"/>
                  </a:lnTo>
                  <a:lnTo>
                    <a:pt x="16982" y="53011"/>
                  </a:lnTo>
                  <a:lnTo>
                    <a:pt x="13308" y="57073"/>
                  </a:lnTo>
                  <a:lnTo>
                    <a:pt x="9769" y="61253"/>
                  </a:lnTo>
                  <a:lnTo>
                    <a:pt x="6369" y="65546"/>
                  </a:lnTo>
                  <a:lnTo>
                    <a:pt x="3111" y="69949"/>
                  </a:lnTo>
                  <a:lnTo>
                    <a:pt x="0" y="74456"/>
                  </a:lnTo>
                  <a:lnTo>
                    <a:pt x="139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84132" y="4733737"/>
              <a:ext cx="139102" cy="92711"/>
            </a:xfrm>
            <a:custGeom>
              <a:avLst/>
              <a:pathLst>
                <a:path w="139102" h="92711">
                  <a:moveTo>
                    <a:pt x="0" y="0"/>
                  </a:moveTo>
                  <a:lnTo>
                    <a:pt x="139102" y="927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284132" y="4733737"/>
              <a:ext cx="139102" cy="92711"/>
            </a:xfrm>
            <a:custGeom>
              <a:avLst/>
              <a:pathLst>
                <a:path w="139102" h="92711">
                  <a:moveTo>
                    <a:pt x="0" y="0"/>
                  </a:moveTo>
                  <a:lnTo>
                    <a:pt x="139102" y="927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256085" y="4733737"/>
              <a:ext cx="334301" cy="259878"/>
            </a:xfrm>
            <a:custGeom>
              <a:avLst/>
              <a:pathLst>
                <a:path w="334301" h="259878">
                  <a:moveTo>
                    <a:pt x="28046" y="0"/>
                  </a:moveTo>
                  <a:lnTo>
                    <a:pt x="25176" y="4458"/>
                  </a:lnTo>
                  <a:lnTo>
                    <a:pt x="22448" y="9005"/>
                  </a:lnTo>
                  <a:lnTo>
                    <a:pt x="19866" y="13636"/>
                  </a:lnTo>
                  <a:lnTo>
                    <a:pt x="17432" y="18347"/>
                  </a:lnTo>
                  <a:lnTo>
                    <a:pt x="15149" y="23132"/>
                  </a:lnTo>
                  <a:lnTo>
                    <a:pt x="13019" y="27988"/>
                  </a:lnTo>
                  <a:lnTo>
                    <a:pt x="11044" y="32909"/>
                  </a:lnTo>
                  <a:lnTo>
                    <a:pt x="9226" y="37890"/>
                  </a:lnTo>
                  <a:lnTo>
                    <a:pt x="7567" y="42926"/>
                  </a:lnTo>
                  <a:lnTo>
                    <a:pt x="6068" y="48012"/>
                  </a:lnTo>
                  <a:lnTo>
                    <a:pt x="4731" y="53143"/>
                  </a:lnTo>
                  <a:lnTo>
                    <a:pt x="3558" y="58314"/>
                  </a:lnTo>
                  <a:lnTo>
                    <a:pt x="2550" y="63520"/>
                  </a:lnTo>
                  <a:lnTo>
                    <a:pt x="1707" y="68754"/>
                  </a:lnTo>
                  <a:lnTo>
                    <a:pt x="1030" y="74013"/>
                  </a:lnTo>
                  <a:lnTo>
                    <a:pt x="521" y="79291"/>
                  </a:lnTo>
                  <a:lnTo>
                    <a:pt x="179" y="84583"/>
                  </a:lnTo>
                  <a:lnTo>
                    <a:pt x="5" y="89882"/>
                  </a:lnTo>
                  <a:lnTo>
                    <a:pt x="0" y="95184"/>
                  </a:lnTo>
                  <a:lnTo>
                    <a:pt x="162" y="100484"/>
                  </a:lnTo>
                  <a:lnTo>
                    <a:pt x="493" y="105776"/>
                  </a:lnTo>
                  <a:lnTo>
                    <a:pt x="991" y="111055"/>
                  </a:lnTo>
                  <a:lnTo>
                    <a:pt x="1656" y="116316"/>
                  </a:lnTo>
                  <a:lnTo>
                    <a:pt x="2488" y="121552"/>
                  </a:lnTo>
                  <a:lnTo>
                    <a:pt x="3486" y="126760"/>
                  </a:lnTo>
                  <a:lnTo>
                    <a:pt x="4648" y="131933"/>
                  </a:lnTo>
                  <a:lnTo>
                    <a:pt x="5973" y="137067"/>
                  </a:lnTo>
                  <a:lnTo>
                    <a:pt x="7461" y="142157"/>
                  </a:lnTo>
                  <a:lnTo>
                    <a:pt x="9110" y="147196"/>
                  </a:lnTo>
                  <a:lnTo>
                    <a:pt x="10917" y="152181"/>
                  </a:lnTo>
                  <a:lnTo>
                    <a:pt x="12882" y="157106"/>
                  </a:lnTo>
                  <a:lnTo>
                    <a:pt x="15002" y="161966"/>
                  </a:lnTo>
                  <a:lnTo>
                    <a:pt x="17275" y="166757"/>
                  </a:lnTo>
                  <a:lnTo>
                    <a:pt x="19699" y="171473"/>
                  </a:lnTo>
                  <a:lnTo>
                    <a:pt x="22271" y="176109"/>
                  </a:lnTo>
                  <a:lnTo>
                    <a:pt x="24988" y="180662"/>
                  </a:lnTo>
                  <a:lnTo>
                    <a:pt x="27849" y="185126"/>
                  </a:lnTo>
                  <a:lnTo>
                    <a:pt x="30850" y="189498"/>
                  </a:lnTo>
                  <a:lnTo>
                    <a:pt x="33988" y="193772"/>
                  </a:lnTo>
                  <a:lnTo>
                    <a:pt x="37261" y="197944"/>
                  </a:lnTo>
                  <a:lnTo>
                    <a:pt x="40663" y="202011"/>
                  </a:lnTo>
                  <a:lnTo>
                    <a:pt x="44193" y="205967"/>
                  </a:lnTo>
                  <a:lnTo>
                    <a:pt x="47847" y="209810"/>
                  </a:lnTo>
                  <a:lnTo>
                    <a:pt x="51621" y="213534"/>
                  </a:lnTo>
                  <a:lnTo>
                    <a:pt x="55511" y="217137"/>
                  </a:lnTo>
                  <a:lnTo>
                    <a:pt x="59513" y="220615"/>
                  </a:lnTo>
                  <a:lnTo>
                    <a:pt x="63624" y="223965"/>
                  </a:lnTo>
                  <a:lnTo>
                    <a:pt x="67839" y="227182"/>
                  </a:lnTo>
                  <a:lnTo>
                    <a:pt x="72153" y="230264"/>
                  </a:lnTo>
                  <a:lnTo>
                    <a:pt x="76564" y="233207"/>
                  </a:lnTo>
                  <a:lnTo>
                    <a:pt x="81065" y="236010"/>
                  </a:lnTo>
                  <a:lnTo>
                    <a:pt x="85653" y="238668"/>
                  </a:lnTo>
                  <a:lnTo>
                    <a:pt x="90323" y="241179"/>
                  </a:lnTo>
                  <a:lnTo>
                    <a:pt x="95070" y="243541"/>
                  </a:lnTo>
                  <a:lnTo>
                    <a:pt x="99890" y="245751"/>
                  </a:lnTo>
                  <a:lnTo>
                    <a:pt x="104778" y="247807"/>
                  </a:lnTo>
                  <a:lnTo>
                    <a:pt x="109728" y="249707"/>
                  </a:lnTo>
                  <a:lnTo>
                    <a:pt x="114736" y="251449"/>
                  </a:lnTo>
                  <a:lnTo>
                    <a:pt x="119796" y="253031"/>
                  </a:lnTo>
                  <a:lnTo>
                    <a:pt x="124905" y="254453"/>
                  </a:lnTo>
                  <a:lnTo>
                    <a:pt x="130056" y="255711"/>
                  </a:lnTo>
                  <a:lnTo>
                    <a:pt x="135244" y="256805"/>
                  </a:lnTo>
                  <a:lnTo>
                    <a:pt x="140464" y="257735"/>
                  </a:lnTo>
                  <a:lnTo>
                    <a:pt x="145711" y="258498"/>
                  </a:lnTo>
                  <a:lnTo>
                    <a:pt x="150980" y="259094"/>
                  </a:lnTo>
                  <a:lnTo>
                    <a:pt x="156265" y="259524"/>
                  </a:lnTo>
                  <a:lnTo>
                    <a:pt x="161561" y="259785"/>
                  </a:lnTo>
                  <a:lnTo>
                    <a:pt x="166862" y="259878"/>
                  </a:lnTo>
                  <a:lnTo>
                    <a:pt x="172164" y="259803"/>
                  </a:lnTo>
                  <a:lnTo>
                    <a:pt x="177461" y="259560"/>
                  </a:lnTo>
                  <a:lnTo>
                    <a:pt x="182747" y="259149"/>
                  </a:lnTo>
                  <a:lnTo>
                    <a:pt x="188018" y="258570"/>
                  </a:lnTo>
                  <a:lnTo>
                    <a:pt x="193268" y="257825"/>
                  </a:lnTo>
                  <a:lnTo>
                    <a:pt x="198491" y="256914"/>
                  </a:lnTo>
                  <a:lnTo>
                    <a:pt x="203683" y="255837"/>
                  </a:lnTo>
                  <a:lnTo>
                    <a:pt x="208838" y="254596"/>
                  </a:lnTo>
                  <a:lnTo>
                    <a:pt x="213951" y="253193"/>
                  </a:lnTo>
                  <a:lnTo>
                    <a:pt x="219017" y="251628"/>
                  </a:lnTo>
                  <a:lnTo>
                    <a:pt x="224031" y="249903"/>
                  </a:lnTo>
                  <a:lnTo>
                    <a:pt x="228988" y="248020"/>
                  </a:lnTo>
                  <a:lnTo>
                    <a:pt x="233883" y="245980"/>
                  </a:lnTo>
                  <a:lnTo>
                    <a:pt x="238710" y="243787"/>
                  </a:lnTo>
                  <a:lnTo>
                    <a:pt x="243465" y="241441"/>
                  </a:lnTo>
                  <a:lnTo>
                    <a:pt x="248144" y="238946"/>
                  </a:lnTo>
                  <a:lnTo>
                    <a:pt x="252741" y="236304"/>
                  </a:lnTo>
                  <a:lnTo>
                    <a:pt x="257252" y="233517"/>
                  </a:lnTo>
                  <a:lnTo>
                    <a:pt x="261672" y="230588"/>
                  </a:lnTo>
                  <a:lnTo>
                    <a:pt x="265997" y="227521"/>
                  </a:lnTo>
                  <a:lnTo>
                    <a:pt x="270223" y="224319"/>
                  </a:lnTo>
                  <a:lnTo>
                    <a:pt x="274345" y="220983"/>
                  </a:lnTo>
                  <a:lnTo>
                    <a:pt x="278359" y="217519"/>
                  </a:lnTo>
                  <a:lnTo>
                    <a:pt x="282262" y="213929"/>
                  </a:lnTo>
                  <a:lnTo>
                    <a:pt x="286048" y="210218"/>
                  </a:lnTo>
                  <a:lnTo>
                    <a:pt x="289715" y="206388"/>
                  </a:lnTo>
                  <a:lnTo>
                    <a:pt x="293259" y="202443"/>
                  </a:lnTo>
                  <a:lnTo>
                    <a:pt x="296675" y="198388"/>
                  </a:lnTo>
                  <a:lnTo>
                    <a:pt x="299962" y="194227"/>
                  </a:lnTo>
                  <a:lnTo>
                    <a:pt x="303115" y="189964"/>
                  </a:lnTo>
                  <a:lnTo>
                    <a:pt x="306131" y="185603"/>
                  </a:lnTo>
                  <a:lnTo>
                    <a:pt x="309007" y="181149"/>
                  </a:lnTo>
                  <a:lnTo>
                    <a:pt x="311740" y="176605"/>
                  </a:lnTo>
                  <a:lnTo>
                    <a:pt x="314328" y="171977"/>
                  </a:lnTo>
                  <a:lnTo>
                    <a:pt x="316768" y="167270"/>
                  </a:lnTo>
                  <a:lnTo>
                    <a:pt x="319057" y="162487"/>
                  </a:lnTo>
                  <a:lnTo>
                    <a:pt x="321194" y="157634"/>
                  </a:lnTo>
                  <a:lnTo>
                    <a:pt x="323175" y="152716"/>
                  </a:lnTo>
                  <a:lnTo>
                    <a:pt x="325000" y="147737"/>
                  </a:lnTo>
                  <a:lnTo>
                    <a:pt x="326666" y="142704"/>
                  </a:lnTo>
                  <a:lnTo>
                    <a:pt x="328171" y="137619"/>
                  </a:lnTo>
                  <a:lnTo>
                    <a:pt x="329514" y="132490"/>
                  </a:lnTo>
                  <a:lnTo>
                    <a:pt x="330694" y="127321"/>
                  </a:lnTo>
                  <a:lnTo>
                    <a:pt x="331709" y="122116"/>
                  </a:lnTo>
                  <a:lnTo>
                    <a:pt x="332559" y="116883"/>
                  </a:lnTo>
                  <a:lnTo>
                    <a:pt x="333243" y="111624"/>
                  </a:lnTo>
                  <a:lnTo>
                    <a:pt x="333759" y="106347"/>
                  </a:lnTo>
                  <a:lnTo>
                    <a:pt x="334108" y="101056"/>
                  </a:lnTo>
                  <a:lnTo>
                    <a:pt x="334288" y="95757"/>
                  </a:lnTo>
                  <a:lnTo>
                    <a:pt x="334301" y="90455"/>
                  </a:lnTo>
                  <a:lnTo>
                    <a:pt x="334145" y="85155"/>
                  </a:lnTo>
                  <a:lnTo>
                    <a:pt x="333822" y="79862"/>
                  </a:lnTo>
                  <a:lnTo>
                    <a:pt x="333330" y="74583"/>
                  </a:lnTo>
                  <a:lnTo>
                    <a:pt x="332672" y="69321"/>
                  </a:lnTo>
                  <a:lnTo>
                    <a:pt x="331847" y="64084"/>
                  </a:lnTo>
                  <a:lnTo>
                    <a:pt x="330856" y="58875"/>
                  </a:lnTo>
                  <a:lnTo>
                    <a:pt x="329700" y="53700"/>
                  </a:lnTo>
                  <a:lnTo>
                    <a:pt x="328381" y="48564"/>
                  </a:lnTo>
                  <a:lnTo>
                    <a:pt x="326900" y="43473"/>
                  </a:lnTo>
                  <a:lnTo>
                    <a:pt x="325258" y="38431"/>
                  </a:lnTo>
                  <a:lnTo>
                    <a:pt x="323457" y="33444"/>
                  </a:lnTo>
                  <a:lnTo>
                    <a:pt x="321499" y="28517"/>
                  </a:lnTo>
                  <a:lnTo>
                    <a:pt x="319386" y="23654"/>
                  </a:lnTo>
                  <a:lnTo>
                    <a:pt x="167149" y="927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152236" cy="167167"/>
            </a:xfrm>
            <a:custGeom>
              <a:avLst/>
              <a:pathLst>
                <a:path w="152236" h="167167">
                  <a:moveTo>
                    <a:pt x="152236" y="98110"/>
                  </a:moveTo>
                  <a:lnTo>
                    <a:pt x="149896" y="93168"/>
                  </a:lnTo>
                  <a:lnTo>
                    <a:pt x="147396" y="88305"/>
                  </a:lnTo>
                  <a:lnTo>
                    <a:pt x="144738" y="83526"/>
                  </a:lnTo>
                  <a:lnTo>
                    <a:pt x="141925" y="78837"/>
                  </a:lnTo>
                  <a:lnTo>
                    <a:pt x="138960" y="74242"/>
                  </a:lnTo>
                  <a:lnTo>
                    <a:pt x="135846" y="69747"/>
                  </a:lnTo>
                  <a:lnTo>
                    <a:pt x="132587" y="65356"/>
                  </a:lnTo>
                  <a:lnTo>
                    <a:pt x="129186" y="61074"/>
                  </a:lnTo>
                  <a:lnTo>
                    <a:pt x="125647" y="56905"/>
                  </a:lnTo>
                  <a:lnTo>
                    <a:pt x="121974" y="52855"/>
                  </a:lnTo>
                  <a:lnTo>
                    <a:pt x="118170" y="48927"/>
                  </a:lnTo>
                  <a:lnTo>
                    <a:pt x="114239" y="45125"/>
                  </a:lnTo>
                  <a:lnTo>
                    <a:pt x="110186" y="41454"/>
                  </a:lnTo>
                  <a:lnTo>
                    <a:pt x="106016" y="37917"/>
                  </a:lnTo>
                  <a:lnTo>
                    <a:pt x="101732" y="34519"/>
                  </a:lnTo>
                  <a:lnTo>
                    <a:pt x="97339" y="31263"/>
                  </a:lnTo>
                  <a:lnTo>
                    <a:pt x="92842" y="28152"/>
                  </a:lnTo>
                  <a:lnTo>
                    <a:pt x="88245" y="25189"/>
                  </a:lnTo>
                  <a:lnTo>
                    <a:pt x="83555" y="22379"/>
                  </a:lnTo>
                  <a:lnTo>
                    <a:pt x="78774" y="19724"/>
                  </a:lnTo>
                  <a:lnTo>
                    <a:pt x="73910" y="17226"/>
                  </a:lnTo>
                  <a:lnTo>
                    <a:pt x="68966" y="14889"/>
                  </a:lnTo>
                  <a:lnTo>
                    <a:pt x="63949" y="12715"/>
                  </a:lnTo>
                  <a:lnTo>
                    <a:pt x="58863" y="10706"/>
                  </a:lnTo>
                  <a:lnTo>
                    <a:pt x="53714" y="8864"/>
                  </a:lnTo>
                  <a:lnTo>
                    <a:pt x="48508" y="7192"/>
                  </a:lnTo>
                  <a:lnTo>
                    <a:pt x="43250" y="5691"/>
                  </a:lnTo>
                  <a:lnTo>
                    <a:pt x="37945" y="4363"/>
                  </a:lnTo>
                  <a:lnTo>
                    <a:pt x="32600" y="3209"/>
                  </a:lnTo>
                  <a:lnTo>
                    <a:pt x="27220" y="2231"/>
                  </a:lnTo>
                  <a:lnTo>
                    <a:pt x="21811" y="1429"/>
                  </a:lnTo>
                  <a:lnTo>
                    <a:pt x="16379" y="804"/>
                  </a:lnTo>
                  <a:lnTo>
                    <a:pt x="10929" y="357"/>
                  </a:lnTo>
                  <a:lnTo>
                    <a:pt x="546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644741" y="4213821"/>
              <a:ext cx="83730" cy="167167"/>
            </a:xfrm>
            <a:custGeom>
              <a:avLst/>
              <a:pathLst>
                <a:path w="83730" h="167167">
                  <a:moveTo>
                    <a:pt x="83730" y="0"/>
                  </a:moveTo>
                  <a:lnTo>
                    <a:pt x="77885" y="102"/>
                  </a:lnTo>
                  <a:lnTo>
                    <a:pt x="72047" y="408"/>
                  </a:lnTo>
                  <a:lnTo>
                    <a:pt x="66223" y="919"/>
                  </a:lnTo>
                  <a:lnTo>
                    <a:pt x="60420" y="1633"/>
                  </a:lnTo>
                  <a:lnTo>
                    <a:pt x="54646" y="2549"/>
                  </a:lnTo>
                  <a:lnTo>
                    <a:pt x="48908" y="3667"/>
                  </a:lnTo>
                  <a:lnTo>
                    <a:pt x="43212" y="4984"/>
                  </a:lnTo>
                  <a:lnTo>
                    <a:pt x="37566" y="6500"/>
                  </a:lnTo>
                  <a:lnTo>
                    <a:pt x="31976" y="8213"/>
                  </a:lnTo>
                  <a:lnTo>
                    <a:pt x="26449" y="10120"/>
                  </a:lnTo>
                  <a:lnTo>
                    <a:pt x="20993" y="12219"/>
                  </a:lnTo>
                  <a:lnTo>
                    <a:pt x="15613" y="14507"/>
                  </a:lnTo>
                  <a:lnTo>
                    <a:pt x="10317" y="16982"/>
                  </a:lnTo>
                  <a:lnTo>
                    <a:pt x="5110" y="19641"/>
                  </a:lnTo>
                  <a:lnTo>
                    <a:pt x="0" y="22481"/>
                  </a:lnTo>
                  <a:lnTo>
                    <a:pt x="8373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644741" y="4236302"/>
              <a:ext cx="83730" cy="144686"/>
            </a:xfrm>
            <a:custGeom>
              <a:avLst/>
              <a:pathLst>
                <a:path w="83730" h="144686">
                  <a:moveTo>
                    <a:pt x="0" y="0"/>
                  </a:moveTo>
                  <a:lnTo>
                    <a:pt x="83730" y="144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561321" y="4236302"/>
              <a:ext cx="167150" cy="300663"/>
            </a:xfrm>
            <a:custGeom>
              <a:avLst/>
              <a:pathLst>
                <a:path w="167150" h="300663">
                  <a:moveTo>
                    <a:pt x="83420" y="0"/>
                  </a:moveTo>
                  <a:lnTo>
                    <a:pt x="78815" y="2764"/>
                  </a:lnTo>
                  <a:lnTo>
                    <a:pt x="74302" y="5675"/>
                  </a:lnTo>
                  <a:lnTo>
                    <a:pt x="69884" y="8729"/>
                  </a:lnTo>
                  <a:lnTo>
                    <a:pt x="65567" y="11924"/>
                  </a:lnTo>
                  <a:lnTo>
                    <a:pt x="61355" y="15255"/>
                  </a:lnTo>
                  <a:lnTo>
                    <a:pt x="57252" y="18721"/>
                  </a:lnTo>
                  <a:lnTo>
                    <a:pt x="53262" y="22316"/>
                  </a:lnTo>
                  <a:lnTo>
                    <a:pt x="49390" y="26038"/>
                  </a:lnTo>
                  <a:lnTo>
                    <a:pt x="45639" y="29882"/>
                  </a:lnTo>
                  <a:lnTo>
                    <a:pt x="42014" y="33844"/>
                  </a:lnTo>
                  <a:lnTo>
                    <a:pt x="38518" y="37921"/>
                  </a:lnTo>
                  <a:lnTo>
                    <a:pt x="35155" y="42109"/>
                  </a:lnTo>
                  <a:lnTo>
                    <a:pt x="31928" y="46402"/>
                  </a:lnTo>
                  <a:lnTo>
                    <a:pt x="28840" y="50796"/>
                  </a:lnTo>
                  <a:lnTo>
                    <a:pt x="25896" y="55288"/>
                  </a:lnTo>
                  <a:lnTo>
                    <a:pt x="23097" y="59871"/>
                  </a:lnTo>
                  <a:lnTo>
                    <a:pt x="20447" y="64542"/>
                  </a:lnTo>
                  <a:lnTo>
                    <a:pt x="17948" y="69296"/>
                  </a:lnTo>
                  <a:lnTo>
                    <a:pt x="15603" y="74128"/>
                  </a:lnTo>
                  <a:lnTo>
                    <a:pt x="13415" y="79033"/>
                  </a:lnTo>
                  <a:lnTo>
                    <a:pt x="11385" y="84005"/>
                  </a:lnTo>
                  <a:lnTo>
                    <a:pt x="9516" y="89040"/>
                  </a:lnTo>
                  <a:lnTo>
                    <a:pt x="7810" y="94133"/>
                  </a:lnTo>
                  <a:lnTo>
                    <a:pt x="6268" y="99277"/>
                  </a:lnTo>
                  <a:lnTo>
                    <a:pt x="4893" y="104469"/>
                  </a:lnTo>
                  <a:lnTo>
                    <a:pt x="3685" y="109702"/>
                  </a:lnTo>
                  <a:lnTo>
                    <a:pt x="2645" y="114971"/>
                  </a:lnTo>
                  <a:lnTo>
                    <a:pt x="1776" y="120271"/>
                  </a:lnTo>
                  <a:lnTo>
                    <a:pt x="1077" y="125596"/>
                  </a:lnTo>
                  <a:lnTo>
                    <a:pt x="549" y="130940"/>
                  </a:lnTo>
                  <a:lnTo>
                    <a:pt x="193" y="136299"/>
                  </a:lnTo>
                  <a:lnTo>
                    <a:pt x="10" y="141667"/>
                  </a:lnTo>
                  <a:lnTo>
                    <a:pt x="0" y="147037"/>
                  </a:lnTo>
                  <a:lnTo>
                    <a:pt x="161" y="152406"/>
                  </a:lnTo>
                  <a:lnTo>
                    <a:pt x="495" y="157766"/>
                  </a:lnTo>
                  <a:lnTo>
                    <a:pt x="1002" y="163112"/>
                  </a:lnTo>
                  <a:lnTo>
                    <a:pt x="1679" y="168440"/>
                  </a:lnTo>
                  <a:lnTo>
                    <a:pt x="2528" y="173743"/>
                  </a:lnTo>
                  <a:lnTo>
                    <a:pt x="3546" y="179017"/>
                  </a:lnTo>
                  <a:lnTo>
                    <a:pt x="4733" y="184254"/>
                  </a:lnTo>
                  <a:lnTo>
                    <a:pt x="6088" y="189451"/>
                  </a:lnTo>
                  <a:lnTo>
                    <a:pt x="7609" y="194602"/>
                  </a:lnTo>
                  <a:lnTo>
                    <a:pt x="9295" y="199701"/>
                  </a:lnTo>
                  <a:lnTo>
                    <a:pt x="11144" y="204744"/>
                  </a:lnTo>
                  <a:lnTo>
                    <a:pt x="13154" y="209724"/>
                  </a:lnTo>
                  <a:lnTo>
                    <a:pt x="15322" y="214637"/>
                  </a:lnTo>
                  <a:lnTo>
                    <a:pt x="17648" y="219479"/>
                  </a:lnTo>
                  <a:lnTo>
                    <a:pt x="20128" y="224242"/>
                  </a:lnTo>
                  <a:lnTo>
                    <a:pt x="22759" y="228924"/>
                  </a:lnTo>
                  <a:lnTo>
                    <a:pt x="25540" y="233519"/>
                  </a:lnTo>
                  <a:lnTo>
                    <a:pt x="28466" y="238022"/>
                  </a:lnTo>
                  <a:lnTo>
                    <a:pt x="31536" y="242429"/>
                  </a:lnTo>
                  <a:lnTo>
                    <a:pt x="34746" y="246735"/>
                  </a:lnTo>
                  <a:lnTo>
                    <a:pt x="38093" y="250936"/>
                  </a:lnTo>
                  <a:lnTo>
                    <a:pt x="41572" y="255026"/>
                  </a:lnTo>
                  <a:lnTo>
                    <a:pt x="45182" y="259004"/>
                  </a:lnTo>
                  <a:lnTo>
                    <a:pt x="48917" y="262863"/>
                  </a:lnTo>
                  <a:lnTo>
                    <a:pt x="52774" y="266600"/>
                  </a:lnTo>
                  <a:lnTo>
                    <a:pt x="56749" y="270211"/>
                  </a:lnTo>
                  <a:lnTo>
                    <a:pt x="60839" y="273693"/>
                  </a:lnTo>
                  <a:lnTo>
                    <a:pt x="65037" y="277041"/>
                  </a:lnTo>
                  <a:lnTo>
                    <a:pt x="69342" y="280253"/>
                  </a:lnTo>
                  <a:lnTo>
                    <a:pt x="73747" y="283325"/>
                  </a:lnTo>
                  <a:lnTo>
                    <a:pt x="78249" y="286254"/>
                  </a:lnTo>
                  <a:lnTo>
                    <a:pt x="82842" y="289036"/>
                  </a:lnTo>
                  <a:lnTo>
                    <a:pt x="87523" y="291670"/>
                  </a:lnTo>
                  <a:lnTo>
                    <a:pt x="92286" y="294152"/>
                  </a:lnTo>
                  <a:lnTo>
                    <a:pt x="97126" y="296480"/>
                  </a:lnTo>
                  <a:lnTo>
                    <a:pt x="102038" y="298651"/>
                  </a:lnTo>
                  <a:lnTo>
                    <a:pt x="107017" y="300663"/>
                  </a:lnTo>
                  <a:lnTo>
                    <a:pt x="167150" y="1446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668339" y="4213821"/>
              <a:ext cx="227295" cy="334316"/>
            </a:xfrm>
            <a:custGeom>
              <a:avLst/>
              <a:pathLst>
                <a:path w="227295" h="334316">
                  <a:moveTo>
                    <a:pt x="0" y="323144"/>
                  </a:moveTo>
                  <a:lnTo>
                    <a:pt x="5006" y="324983"/>
                  </a:lnTo>
                  <a:lnTo>
                    <a:pt x="10068" y="326661"/>
                  </a:lnTo>
                  <a:lnTo>
                    <a:pt x="15181" y="328177"/>
                  </a:lnTo>
                  <a:lnTo>
                    <a:pt x="20340" y="329529"/>
                  </a:lnTo>
                  <a:lnTo>
                    <a:pt x="25540" y="330716"/>
                  </a:lnTo>
                  <a:lnTo>
                    <a:pt x="30775" y="331736"/>
                  </a:lnTo>
                  <a:lnTo>
                    <a:pt x="36039" y="332589"/>
                  </a:lnTo>
                  <a:lnTo>
                    <a:pt x="41329" y="333273"/>
                  </a:lnTo>
                  <a:lnTo>
                    <a:pt x="46637" y="333789"/>
                  </a:lnTo>
                  <a:lnTo>
                    <a:pt x="51959" y="334134"/>
                  </a:lnTo>
                  <a:lnTo>
                    <a:pt x="57289" y="334310"/>
                  </a:lnTo>
                  <a:lnTo>
                    <a:pt x="62623" y="334316"/>
                  </a:lnTo>
                  <a:lnTo>
                    <a:pt x="67953" y="334151"/>
                  </a:lnTo>
                  <a:lnTo>
                    <a:pt x="73276" y="333817"/>
                  </a:lnTo>
                  <a:lnTo>
                    <a:pt x="78585" y="333313"/>
                  </a:lnTo>
                  <a:lnTo>
                    <a:pt x="83876" y="332640"/>
                  </a:lnTo>
                  <a:lnTo>
                    <a:pt x="89142" y="331798"/>
                  </a:lnTo>
                  <a:lnTo>
                    <a:pt x="94379" y="330789"/>
                  </a:lnTo>
                  <a:lnTo>
                    <a:pt x="99581" y="329613"/>
                  </a:lnTo>
                  <a:lnTo>
                    <a:pt x="104743" y="328272"/>
                  </a:lnTo>
                  <a:lnTo>
                    <a:pt x="109860" y="326767"/>
                  </a:lnTo>
                  <a:lnTo>
                    <a:pt x="114926" y="325099"/>
                  </a:lnTo>
                  <a:lnTo>
                    <a:pt x="119936" y="323271"/>
                  </a:lnTo>
                  <a:lnTo>
                    <a:pt x="124885" y="321284"/>
                  </a:lnTo>
                  <a:lnTo>
                    <a:pt x="129768" y="319140"/>
                  </a:lnTo>
                  <a:lnTo>
                    <a:pt x="134581" y="316841"/>
                  </a:lnTo>
                  <a:lnTo>
                    <a:pt x="139317" y="314390"/>
                  </a:lnTo>
                  <a:lnTo>
                    <a:pt x="143974" y="311789"/>
                  </a:lnTo>
                  <a:lnTo>
                    <a:pt x="148544" y="309041"/>
                  </a:lnTo>
                  <a:lnTo>
                    <a:pt x="153025" y="306149"/>
                  </a:lnTo>
                  <a:lnTo>
                    <a:pt x="157411" y="303115"/>
                  </a:lnTo>
                  <a:lnTo>
                    <a:pt x="161698" y="299942"/>
                  </a:lnTo>
                  <a:lnTo>
                    <a:pt x="165882" y="296635"/>
                  </a:lnTo>
                  <a:lnTo>
                    <a:pt x="169958" y="293196"/>
                  </a:lnTo>
                  <a:lnTo>
                    <a:pt x="173923" y="289628"/>
                  </a:lnTo>
                  <a:lnTo>
                    <a:pt x="177771" y="285936"/>
                  </a:lnTo>
                  <a:lnTo>
                    <a:pt x="181500" y="282123"/>
                  </a:lnTo>
                  <a:lnTo>
                    <a:pt x="185105" y="278193"/>
                  </a:lnTo>
                  <a:lnTo>
                    <a:pt x="188584" y="274150"/>
                  </a:lnTo>
                  <a:lnTo>
                    <a:pt x="191931" y="269998"/>
                  </a:lnTo>
                  <a:lnTo>
                    <a:pt x="195144" y="265741"/>
                  </a:lnTo>
                  <a:lnTo>
                    <a:pt x="198220" y="261384"/>
                  </a:lnTo>
                  <a:lnTo>
                    <a:pt x="201155" y="256931"/>
                  </a:lnTo>
                  <a:lnTo>
                    <a:pt x="203947" y="252387"/>
                  </a:lnTo>
                  <a:lnTo>
                    <a:pt x="206592" y="247756"/>
                  </a:lnTo>
                  <a:lnTo>
                    <a:pt x="209088" y="243043"/>
                  </a:lnTo>
                  <a:lnTo>
                    <a:pt x="211433" y="238253"/>
                  </a:lnTo>
                  <a:lnTo>
                    <a:pt x="213623" y="233390"/>
                  </a:lnTo>
                  <a:lnTo>
                    <a:pt x="215658" y="228460"/>
                  </a:lnTo>
                  <a:lnTo>
                    <a:pt x="217534" y="223468"/>
                  </a:lnTo>
                  <a:lnTo>
                    <a:pt x="219250" y="218418"/>
                  </a:lnTo>
                  <a:lnTo>
                    <a:pt x="220804" y="213316"/>
                  </a:lnTo>
                  <a:lnTo>
                    <a:pt x="222194" y="208167"/>
                  </a:lnTo>
                  <a:lnTo>
                    <a:pt x="223419" y="202977"/>
                  </a:lnTo>
                  <a:lnTo>
                    <a:pt x="224479" y="197750"/>
                  </a:lnTo>
                  <a:lnTo>
                    <a:pt x="225371" y="192491"/>
                  </a:lnTo>
                  <a:lnTo>
                    <a:pt x="226094" y="187208"/>
                  </a:lnTo>
                  <a:lnTo>
                    <a:pt x="226649" y="181903"/>
                  </a:lnTo>
                  <a:lnTo>
                    <a:pt x="227035" y="176584"/>
                  </a:lnTo>
                  <a:lnTo>
                    <a:pt x="227250" y="171255"/>
                  </a:lnTo>
                  <a:lnTo>
                    <a:pt x="227295" y="165922"/>
                  </a:lnTo>
                  <a:lnTo>
                    <a:pt x="227171" y="160590"/>
                  </a:lnTo>
                  <a:lnTo>
                    <a:pt x="226876" y="155265"/>
                  </a:lnTo>
                  <a:lnTo>
                    <a:pt x="226411" y="149952"/>
                  </a:lnTo>
                  <a:lnTo>
                    <a:pt x="225777" y="144657"/>
                  </a:lnTo>
                  <a:lnTo>
                    <a:pt x="224975" y="139384"/>
                  </a:lnTo>
                  <a:lnTo>
                    <a:pt x="224005" y="134140"/>
                  </a:lnTo>
                  <a:lnTo>
                    <a:pt x="222868" y="128929"/>
                  </a:lnTo>
                  <a:lnTo>
                    <a:pt x="221565" y="123757"/>
                  </a:lnTo>
                  <a:lnTo>
                    <a:pt x="220098" y="118630"/>
                  </a:lnTo>
                  <a:lnTo>
                    <a:pt x="218469" y="113552"/>
                  </a:lnTo>
                  <a:lnTo>
                    <a:pt x="216678" y="108528"/>
                  </a:lnTo>
                  <a:lnTo>
                    <a:pt x="214728" y="103564"/>
                  </a:lnTo>
                  <a:lnTo>
                    <a:pt x="212620" y="98665"/>
                  </a:lnTo>
                  <a:lnTo>
                    <a:pt x="210357" y="93835"/>
                  </a:lnTo>
                  <a:lnTo>
                    <a:pt x="207941" y="89081"/>
                  </a:lnTo>
                  <a:lnTo>
                    <a:pt x="205375" y="84405"/>
                  </a:lnTo>
                  <a:lnTo>
                    <a:pt x="202661" y="79814"/>
                  </a:lnTo>
                  <a:lnTo>
                    <a:pt x="199802" y="75312"/>
                  </a:lnTo>
                  <a:lnTo>
                    <a:pt x="196801" y="70903"/>
                  </a:lnTo>
                  <a:lnTo>
                    <a:pt x="193661" y="66593"/>
                  </a:lnTo>
                  <a:lnTo>
                    <a:pt x="190385" y="62384"/>
                  </a:lnTo>
                  <a:lnTo>
                    <a:pt x="186976" y="58283"/>
                  </a:lnTo>
                  <a:lnTo>
                    <a:pt x="183438" y="54292"/>
                  </a:lnTo>
                  <a:lnTo>
                    <a:pt x="179774" y="50416"/>
                  </a:lnTo>
                  <a:lnTo>
                    <a:pt x="175989" y="46659"/>
                  </a:lnTo>
                  <a:lnTo>
                    <a:pt x="172086" y="43024"/>
                  </a:lnTo>
                  <a:lnTo>
                    <a:pt x="168069" y="39516"/>
                  </a:lnTo>
                  <a:lnTo>
                    <a:pt x="163942" y="36138"/>
                  </a:lnTo>
                  <a:lnTo>
                    <a:pt x="159709" y="32893"/>
                  </a:lnTo>
                  <a:lnTo>
                    <a:pt x="155375" y="29785"/>
                  </a:lnTo>
                  <a:lnTo>
                    <a:pt x="150945" y="26817"/>
                  </a:lnTo>
                  <a:lnTo>
                    <a:pt x="146421" y="23991"/>
                  </a:lnTo>
                  <a:lnTo>
                    <a:pt x="141810" y="21312"/>
                  </a:lnTo>
                  <a:lnTo>
                    <a:pt x="137116" y="18780"/>
                  </a:lnTo>
                  <a:lnTo>
                    <a:pt x="132343" y="16400"/>
                  </a:lnTo>
                  <a:lnTo>
                    <a:pt x="127497" y="14174"/>
                  </a:lnTo>
                  <a:lnTo>
                    <a:pt x="122582" y="12102"/>
                  </a:lnTo>
                  <a:lnTo>
                    <a:pt x="117604" y="10189"/>
                  </a:lnTo>
                  <a:lnTo>
                    <a:pt x="112567" y="8436"/>
                  </a:lnTo>
                  <a:lnTo>
                    <a:pt x="107477" y="6844"/>
                  </a:lnTo>
                  <a:lnTo>
                    <a:pt x="102339" y="5415"/>
                  </a:lnTo>
                  <a:lnTo>
                    <a:pt x="97157" y="4151"/>
                  </a:lnTo>
                  <a:lnTo>
                    <a:pt x="91938" y="3053"/>
                  </a:lnTo>
                  <a:lnTo>
                    <a:pt x="86687" y="2122"/>
                  </a:lnTo>
                  <a:lnTo>
                    <a:pt x="81409" y="1359"/>
                  </a:lnTo>
                  <a:lnTo>
                    <a:pt x="76109" y="765"/>
                  </a:lnTo>
                  <a:lnTo>
                    <a:pt x="70792" y="340"/>
                  </a:lnTo>
                  <a:lnTo>
                    <a:pt x="65465" y="85"/>
                  </a:lnTo>
                  <a:lnTo>
                    <a:pt x="60133" y="0"/>
                  </a:lnTo>
                  <a:lnTo>
                    <a:pt x="601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52148" y="3707720"/>
              <a:ext cx="166862" cy="167167"/>
            </a:xfrm>
            <a:custGeom>
              <a:avLst/>
              <a:pathLst>
                <a:path w="166862" h="167167">
                  <a:moveTo>
                    <a:pt x="166862" y="0"/>
                  </a:moveTo>
                  <a:lnTo>
                    <a:pt x="161491" y="86"/>
                  </a:lnTo>
                  <a:lnTo>
                    <a:pt x="156125" y="345"/>
                  </a:lnTo>
                  <a:lnTo>
                    <a:pt x="150771" y="776"/>
                  </a:lnTo>
                  <a:lnTo>
                    <a:pt x="145433" y="1379"/>
                  </a:lnTo>
                  <a:lnTo>
                    <a:pt x="140117" y="2153"/>
                  </a:lnTo>
                  <a:lnTo>
                    <a:pt x="134829" y="3097"/>
                  </a:lnTo>
                  <a:lnTo>
                    <a:pt x="129574" y="4211"/>
                  </a:lnTo>
                  <a:lnTo>
                    <a:pt x="124357" y="5494"/>
                  </a:lnTo>
                  <a:lnTo>
                    <a:pt x="119184" y="6943"/>
                  </a:lnTo>
                  <a:lnTo>
                    <a:pt x="114061" y="8557"/>
                  </a:lnTo>
                  <a:lnTo>
                    <a:pt x="108992" y="10336"/>
                  </a:lnTo>
                  <a:lnTo>
                    <a:pt x="103983" y="12276"/>
                  </a:lnTo>
                  <a:lnTo>
                    <a:pt x="99039" y="14376"/>
                  </a:lnTo>
                  <a:lnTo>
                    <a:pt x="94164" y="16635"/>
                  </a:lnTo>
                  <a:lnTo>
                    <a:pt x="89365" y="19048"/>
                  </a:lnTo>
                  <a:lnTo>
                    <a:pt x="84646" y="21615"/>
                  </a:lnTo>
                  <a:lnTo>
                    <a:pt x="80012" y="24331"/>
                  </a:lnTo>
                  <a:lnTo>
                    <a:pt x="75467" y="27196"/>
                  </a:lnTo>
                  <a:lnTo>
                    <a:pt x="71017" y="30205"/>
                  </a:lnTo>
                  <a:lnTo>
                    <a:pt x="66666" y="33355"/>
                  </a:lnTo>
                  <a:lnTo>
                    <a:pt x="62418" y="36643"/>
                  </a:lnTo>
                  <a:lnTo>
                    <a:pt x="58278" y="40066"/>
                  </a:lnTo>
                  <a:lnTo>
                    <a:pt x="54251" y="43621"/>
                  </a:lnTo>
                  <a:lnTo>
                    <a:pt x="50339" y="47303"/>
                  </a:lnTo>
                  <a:lnTo>
                    <a:pt x="46548" y="51109"/>
                  </a:lnTo>
                  <a:lnTo>
                    <a:pt x="42881" y="55035"/>
                  </a:lnTo>
                  <a:lnTo>
                    <a:pt x="39342" y="59076"/>
                  </a:lnTo>
                  <a:lnTo>
                    <a:pt x="35935" y="63229"/>
                  </a:lnTo>
                  <a:lnTo>
                    <a:pt x="32663" y="67489"/>
                  </a:lnTo>
                  <a:lnTo>
                    <a:pt x="29530" y="71853"/>
                  </a:lnTo>
                  <a:lnTo>
                    <a:pt x="26538" y="76315"/>
                  </a:lnTo>
                  <a:lnTo>
                    <a:pt x="23691" y="80870"/>
                  </a:lnTo>
                  <a:lnTo>
                    <a:pt x="20993" y="85515"/>
                  </a:lnTo>
                  <a:lnTo>
                    <a:pt x="18444" y="90244"/>
                  </a:lnTo>
                  <a:lnTo>
                    <a:pt x="16049" y="95052"/>
                  </a:lnTo>
                  <a:lnTo>
                    <a:pt x="13810" y="99935"/>
                  </a:lnTo>
                  <a:lnTo>
                    <a:pt x="11729" y="104888"/>
                  </a:lnTo>
                  <a:lnTo>
                    <a:pt x="9808" y="109904"/>
                  </a:lnTo>
                  <a:lnTo>
                    <a:pt x="8049" y="114980"/>
                  </a:lnTo>
                  <a:lnTo>
                    <a:pt x="6455" y="120110"/>
                  </a:lnTo>
                  <a:lnTo>
                    <a:pt x="5025" y="125288"/>
                  </a:lnTo>
                  <a:lnTo>
                    <a:pt x="3763" y="130510"/>
                  </a:lnTo>
                  <a:lnTo>
                    <a:pt x="2670" y="135769"/>
                  </a:lnTo>
                  <a:lnTo>
                    <a:pt x="1746" y="141061"/>
                  </a:lnTo>
                  <a:lnTo>
                    <a:pt x="992" y="146380"/>
                  </a:lnTo>
                  <a:lnTo>
                    <a:pt x="410" y="151720"/>
                  </a:lnTo>
                  <a:lnTo>
                    <a:pt x="0" y="157076"/>
                  </a:lnTo>
                  <a:lnTo>
                    <a:pt x="16686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51844" y="3707729"/>
              <a:ext cx="334332" cy="334314"/>
            </a:xfrm>
            <a:custGeom>
              <a:avLst/>
              <a:pathLst>
                <a:path w="334332" h="334314">
                  <a:moveTo>
                    <a:pt x="304" y="157068"/>
                  </a:moveTo>
                  <a:lnTo>
                    <a:pt x="67" y="162370"/>
                  </a:lnTo>
                  <a:lnTo>
                    <a:pt x="0" y="167677"/>
                  </a:lnTo>
                  <a:lnTo>
                    <a:pt x="100" y="172984"/>
                  </a:lnTo>
                  <a:lnTo>
                    <a:pt x="369" y="178285"/>
                  </a:lnTo>
                  <a:lnTo>
                    <a:pt x="807" y="183574"/>
                  </a:lnTo>
                  <a:lnTo>
                    <a:pt x="1412" y="188847"/>
                  </a:lnTo>
                  <a:lnTo>
                    <a:pt x="2184" y="194098"/>
                  </a:lnTo>
                  <a:lnTo>
                    <a:pt x="3122" y="199322"/>
                  </a:lnTo>
                  <a:lnTo>
                    <a:pt x="4226" y="204514"/>
                  </a:lnTo>
                  <a:lnTo>
                    <a:pt x="5494" y="209668"/>
                  </a:lnTo>
                  <a:lnTo>
                    <a:pt x="6925" y="214779"/>
                  </a:lnTo>
                  <a:lnTo>
                    <a:pt x="8517" y="219842"/>
                  </a:lnTo>
                  <a:lnTo>
                    <a:pt x="10270" y="224852"/>
                  </a:lnTo>
                  <a:lnTo>
                    <a:pt x="12181" y="229804"/>
                  </a:lnTo>
                  <a:lnTo>
                    <a:pt x="14247" y="234692"/>
                  </a:lnTo>
                  <a:lnTo>
                    <a:pt x="16468" y="239513"/>
                  </a:lnTo>
                  <a:lnTo>
                    <a:pt x="18841" y="244261"/>
                  </a:lnTo>
                  <a:lnTo>
                    <a:pt x="21364" y="248931"/>
                  </a:lnTo>
                  <a:lnTo>
                    <a:pt x="24033" y="253518"/>
                  </a:lnTo>
                  <a:lnTo>
                    <a:pt x="26847" y="258018"/>
                  </a:lnTo>
                  <a:lnTo>
                    <a:pt x="29802" y="262427"/>
                  </a:lnTo>
                  <a:lnTo>
                    <a:pt x="32896" y="266740"/>
                  </a:lnTo>
                  <a:lnTo>
                    <a:pt x="36125" y="270952"/>
                  </a:lnTo>
                  <a:lnTo>
                    <a:pt x="39486" y="275060"/>
                  </a:lnTo>
                  <a:lnTo>
                    <a:pt x="42976" y="279059"/>
                  </a:lnTo>
                  <a:lnTo>
                    <a:pt x="46591" y="282945"/>
                  </a:lnTo>
                  <a:lnTo>
                    <a:pt x="50328" y="286715"/>
                  </a:lnTo>
                  <a:lnTo>
                    <a:pt x="54182" y="290364"/>
                  </a:lnTo>
                  <a:lnTo>
                    <a:pt x="58150" y="293888"/>
                  </a:lnTo>
                  <a:lnTo>
                    <a:pt x="62228" y="297285"/>
                  </a:lnTo>
                  <a:lnTo>
                    <a:pt x="66412" y="300551"/>
                  </a:lnTo>
                  <a:lnTo>
                    <a:pt x="70698" y="303683"/>
                  </a:lnTo>
                  <a:lnTo>
                    <a:pt x="75081" y="306676"/>
                  </a:lnTo>
                  <a:lnTo>
                    <a:pt x="79556" y="309529"/>
                  </a:lnTo>
                  <a:lnTo>
                    <a:pt x="84120" y="312239"/>
                  </a:lnTo>
                  <a:lnTo>
                    <a:pt x="88768" y="314802"/>
                  </a:lnTo>
                  <a:lnTo>
                    <a:pt x="93494" y="317217"/>
                  </a:lnTo>
                  <a:lnTo>
                    <a:pt x="98295" y="319480"/>
                  </a:lnTo>
                  <a:lnTo>
                    <a:pt x="103166" y="321589"/>
                  </a:lnTo>
                  <a:lnTo>
                    <a:pt x="108101" y="323543"/>
                  </a:lnTo>
                  <a:lnTo>
                    <a:pt x="113095" y="325340"/>
                  </a:lnTo>
                  <a:lnTo>
                    <a:pt x="118144" y="326976"/>
                  </a:lnTo>
                  <a:lnTo>
                    <a:pt x="123242" y="328452"/>
                  </a:lnTo>
                  <a:lnTo>
                    <a:pt x="128385" y="329765"/>
                  </a:lnTo>
                  <a:lnTo>
                    <a:pt x="133567" y="330915"/>
                  </a:lnTo>
                  <a:lnTo>
                    <a:pt x="138782" y="331899"/>
                  </a:lnTo>
                  <a:lnTo>
                    <a:pt x="144026" y="332717"/>
                  </a:lnTo>
                  <a:lnTo>
                    <a:pt x="149294" y="333368"/>
                  </a:lnTo>
                  <a:lnTo>
                    <a:pt x="154579" y="333851"/>
                  </a:lnTo>
                  <a:lnTo>
                    <a:pt x="159878" y="334167"/>
                  </a:lnTo>
                  <a:lnTo>
                    <a:pt x="165183" y="334314"/>
                  </a:lnTo>
                  <a:lnTo>
                    <a:pt x="170491" y="334293"/>
                  </a:lnTo>
                  <a:lnTo>
                    <a:pt x="175795" y="334103"/>
                  </a:lnTo>
                  <a:lnTo>
                    <a:pt x="181091" y="333745"/>
                  </a:lnTo>
                  <a:lnTo>
                    <a:pt x="186372" y="333219"/>
                  </a:lnTo>
                  <a:lnTo>
                    <a:pt x="191634" y="332526"/>
                  </a:lnTo>
                  <a:lnTo>
                    <a:pt x="196872" y="331665"/>
                  </a:lnTo>
                  <a:lnTo>
                    <a:pt x="202079" y="330639"/>
                  </a:lnTo>
                  <a:lnTo>
                    <a:pt x="207252" y="329449"/>
                  </a:lnTo>
                  <a:lnTo>
                    <a:pt x="212384" y="328094"/>
                  </a:lnTo>
                  <a:lnTo>
                    <a:pt x="217470" y="326578"/>
                  </a:lnTo>
                  <a:lnTo>
                    <a:pt x="222505" y="324900"/>
                  </a:lnTo>
                  <a:lnTo>
                    <a:pt x="227485" y="323064"/>
                  </a:lnTo>
                  <a:lnTo>
                    <a:pt x="232404" y="321071"/>
                  </a:lnTo>
                  <a:lnTo>
                    <a:pt x="237258" y="318922"/>
                  </a:lnTo>
                  <a:lnTo>
                    <a:pt x="242040" y="316620"/>
                  </a:lnTo>
                  <a:lnTo>
                    <a:pt x="246747" y="314168"/>
                  </a:lnTo>
                  <a:lnTo>
                    <a:pt x="251374" y="311567"/>
                  </a:lnTo>
                  <a:lnTo>
                    <a:pt x="255916" y="308821"/>
                  </a:lnTo>
                  <a:lnTo>
                    <a:pt x="260369" y="305932"/>
                  </a:lnTo>
                  <a:lnTo>
                    <a:pt x="264727" y="302904"/>
                  </a:lnTo>
                  <a:lnTo>
                    <a:pt x="268988" y="299738"/>
                  </a:lnTo>
                  <a:lnTo>
                    <a:pt x="273145" y="296439"/>
                  </a:lnTo>
                  <a:lnTo>
                    <a:pt x="277196" y="293009"/>
                  </a:lnTo>
                  <a:lnTo>
                    <a:pt x="281136" y="289453"/>
                  </a:lnTo>
                  <a:lnTo>
                    <a:pt x="284961" y="285773"/>
                  </a:lnTo>
                  <a:lnTo>
                    <a:pt x="288667" y="281974"/>
                  </a:lnTo>
                  <a:lnTo>
                    <a:pt x="292251" y="278059"/>
                  </a:lnTo>
                  <a:lnTo>
                    <a:pt x="295708" y="274032"/>
                  </a:lnTo>
                  <a:lnTo>
                    <a:pt x="299036" y="269897"/>
                  </a:lnTo>
                  <a:lnTo>
                    <a:pt x="302231" y="265659"/>
                  </a:lnTo>
                  <a:lnTo>
                    <a:pt x="305290" y="261321"/>
                  </a:lnTo>
                  <a:lnTo>
                    <a:pt x="308210" y="256889"/>
                  </a:lnTo>
                  <a:lnTo>
                    <a:pt x="310988" y="252366"/>
                  </a:lnTo>
                  <a:lnTo>
                    <a:pt x="313620" y="247757"/>
                  </a:lnTo>
                  <a:lnTo>
                    <a:pt x="316105" y="243067"/>
                  </a:lnTo>
                  <a:lnTo>
                    <a:pt x="318440" y="238301"/>
                  </a:lnTo>
                  <a:lnTo>
                    <a:pt x="320622" y="233463"/>
                  </a:lnTo>
                  <a:lnTo>
                    <a:pt x="322650" y="228557"/>
                  </a:lnTo>
                  <a:lnTo>
                    <a:pt x="324520" y="223590"/>
                  </a:lnTo>
                  <a:lnTo>
                    <a:pt x="326233" y="218567"/>
                  </a:lnTo>
                  <a:lnTo>
                    <a:pt x="327785" y="213491"/>
                  </a:lnTo>
                  <a:lnTo>
                    <a:pt x="329174" y="208369"/>
                  </a:lnTo>
                  <a:lnTo>
                    <a:pt x="330401" y="203205"/>
                  </a:lnTo>
                  <a:lnTo>
                    <a:pt x="331463" y="198004"/>
                  </a:lnTo>
                  <a:lnTo>
                    <a:pt x="332360" y="192773"/>
                  </a:lnTo>
                  <a:lnTo>
                    <a:pt x="333089" y="187516"/>
                  </a:lnTo>
                  <a:lnTo>
                    <a:pt x="333652" y="182238"/>
                  </a:lnTo>
                  <a:lnTo>
                    <a:pt x="334047" y="176945"/>
                  </a:lnTo>
                  <a:lnTo>
                    <a:pt x="334273" y="171642"/>
                  </a:lnTo>
                  <a:lnTo>
                    <a:pt x="334332" y="166335"/>
                  </a:lnTo>
                  <a:lnTo>
                    <a:pt x="334221" y="161028"/>
                  </a:lnTo>
                  <a:lnTo>
                    <a:pt x="333942" y="155728"/>
                  </a:lnTo>
                  <a:lnTo>
                    <a:pt x="333495" y="150439"/>
                  </a:lnTo>
                  <a:lnTo>
                    <a:pt x="332881" y="145168"/>
                  </a:lnTo>
                  <a:lnTo>
                    <a:pt x="332099" y="139918"/>
                  </a:lnTo>
                  <a:lnTo>
                    <a:pt x="331151" y="134695"/>
                  </a:lnTo>
                  <a:lnTo>
                    <a:pt x="330038" y="129506"/>
                  </a:lnTo>
                  <a:lnTo>
                    <a:pt x="328761" y="124354"/>
                  </a:lnTo>
                  <a:lnTo>
                    <a:pt x="327320" y="119246"/>
                  </a:lnTo>
                  <a:lnTo>
                    <a:pt x="325718" y="114186"/>
                  </a:lnTo>
                  <a:lnTo>
                    <a:pt x="323957" y="109179"/>
                  </a:lnTo>
                  <a:lnTo>
                    <a:pt x="322037" y="104231"/>
                  </a:lnTo>
                  <a:lnTo>
                    <a:pt x="319961" y="99346"/>
                  </a:lnTo>
                  <a:lnTo>
                    <a:pt x="317732" y="94529"/>
                  </a:lnTo>
                  <a:lnTo>
                    <a:pt x="315350" y="89786"/>
                  </a:lnTo>
                  <a:lnTo>
                    <a:pt x="312819" y="85121"/>
                  </a:lnTo>
                  <a:lnTo>
                    <a:pt x="310141" y="80538"/>
                  </a:lnTo>
                  <a:lnTo>
                    <a:pt x="307319" y="76043"/>
                  </a:lnTo>
                  <a:lnTo>
                    <a:pt x="304356" y="71639"/>
                  </a:lnTo>
                  <a:lnTo>
                    <a:pt x="301254" y="67332"/>
                  </a:lnTo>
                  <a:lnTo>
                    <a:pt x="298018" y="63126"/>
                  </a:lnTo>
                  <a:lnTo>
                    <a:pt x="294649" y="59024"/>
                  </a:lnTo>
                  <a:lnTo>
                    <a:pt x="291152" y="55031"/>
                  </a:lnTo>
                  <a:lnTo>
                    <a:pt x="287530" y="51152"/>
                  </a:lnTo>
                  <a:lnTo>
                    <a:pt x="283786" y="47389"/>
                  </a:lnTo>
                  <a:lnTo>
                    <a:pt x="279925" y="43747"/>
                  </a:lnTo>
                  <a:lnTo>
                    <a:pt x="275951" y="40230"/>
                  </a:lnTo>
                  <a:lnTo>
                    <a:pt x="271866" y="36840"/>
                  </a:lnTo>
                  <a:lnTo>
                    <a:pt x="267676" y="33582"/>
                  </a:lnTo>
                  <a:lnTo>
                    <a:pt x="263385" y="30459"/>
                  </a:lnTo>
                  <a:lnTo>
                    <a:pt x="258997" y="27473"/>
                  </a:lnTo>
                  <a:lnTo>
                    <a:pt x="254516" y="24628"/>
                  </a:lnTo>
                  <a:lnTo>
                    <a:pt x="249947" y="21927"/>
                  </a:lnTo>
                  <a:lnTo>
                    <a:pt x="245295" y="19372"/>
                  </a:lnTo>
                  <a:lnTo>
                    <a:pt x="240564" y="16966"/>
                  </a:lnTo>
                  <a:lnTo>
                    <a:pt x="235759" y="14712"/>
                  </a:lnTo>
                  <a:lnTo>
                    <a:pt x="230885" y="12611"/>
                  </a:lnTo>
                  <a:lnTo>
                    <a:pt x="225946" y="10666"/>
                  </a:lnTo>
                  <a:lnTo>
                    <a:pt x="220949" y="8879"/>
                  </a:lnTo>
                  <a:lnTo>
                    <a:pt x="215897" y="7251"/>
                  </a:lnTo>
                  <a:lnTo>
                    <a:pt x="210796" y="5785"/>
                  </a:lnTo>
                  <a:lnTo>
                    <a:pt x="205651" y="4481"/>
                  </a:lnTo>
                  <a:lnTo>
                    <a:pt x="200467" y="3341"/>
                  </a:lnTo>
                  <a:lnTo>
                    <a:pt x="195249" y="2367"/>
                  </a:lnTo>
                  <a:lnTo>
                    <a:pt x="190004" y="1558"/>
                  </a:lnTo>
                  <a:lnTo>
                    <a:pt x="184735" y="917"/>
                  </a:lnTo>
                  <a:lnTo>
                    <a:pt x="179449" y="443"/>
                  </a:lnTo>
                  <a:lnTo>
                    <a:pt x="174150" y="137"/>
                  </a:lnTo>
                  <a:lnTo>
                    <a:pt x="168844" y="0"/>
                  </a:lnTo>
                  <a:lnTo>
                    <a:pt x="167166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1677" cy="167167"/>
            </a:xfrm>
            <a:custGeom>
              <a:avLst/>
              <a:pathLst>
                <a:path w="1677" h="167167">
                  <a:moveTo>
                    <a:pt x="1677" y="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tx77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2025-06-05T17:29:21Z</dcterms:modified>
  <cp:category/>
</cp:coreProperties>
</file>