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3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56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110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09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22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256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621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6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255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712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887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105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3415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375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3495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683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329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86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60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679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762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39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720" y="3170392"/>
              <a:ext cx="2058" cy="167167"/>
            </a:xfrm>
            <a:custGeom>
              <a:avLst/>
              <a:pathLst>
                <a:path w="2058" h="167167">
                  <a:moveTo>
                    <a:pt x="2058" y="0"/>
                  </a:moveTo>
                  <a:lnTo>
                    <a:pt x="0" y="12"/>
                  </a:lnTo>
                  <a:lnTo>
                    <a:pt x="20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720" y="3170405"/>
              <a:ext cx="2058" cy="167154"/>
            </a:xfrm>
            <a:custGeom>
              <a:avLst/>
              <a:pathLst>
                <a:path w="2058" h="167154">
                  <a:moveTo>
                    <a:pt x="0" y="0"/>
                  </a:moveTo>
                  <a:lnTo>
                    <a:pt x="2058" y="1671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22" y="3170405"/>
              <a:ext cx="334322" cy="334321"/>
            </a:xfrm>
            <a:custGeom>
              <a:avLst/>
              <a:pathLst>
                <a:path w="334322" h="334321">
                  <a:moveTo>
                    <a:pt x="165098" y="0"/>
                  </a:moveTo>
                  <a:lnTo>
                    <a:pt x="159821" y="148"/>
                  </a:lnTo>
                  <a:lnTo>
                    <a:pt x="154552" y="463"/>
                  </a:lnTo>
                  <a:lnTo>
                    <a:pt x="149295" y="944"/>
                  </a:lnTo>
                  <a:lnTo>
                    <a:pt x="144056" y="1591"/>
                  </a:lnTo>
                  <a:lnTo>
                    <a:pt x="138840" y="2403"/>
                  </a:lnTo>
                  <a:lnTo>
                    <a:pt x="133652" y="3379"/>
                  </a:lnTo>
                  <a:lnTo>
                    <a:pt x="128498" y="4518"/>
                  </a:lnTo>
                  <a:lnTo>
                    <a:pt x="123382" y="5820"/>
                  </a:lnTo>
                  <a:lnTo>
                    <a:pt x="118310" y="7283"/>
                  </a:lnTo>
                  <a:lnTo>
                    <a:pt x="113287" y="8905"/>
                  </a:lnTo>
                  <a:lnTo>
                    <a:pt x="108317" y="10684"/>
                  </a:lnTo>
                  <a:lnTo>
                    <a:pt x="103406" y="12620"/>
                  </a:lnTo>
                  <a:lnTo>
                    <a:pt x="98559" y="14710"/>
                  </a:lnTo>
                  <a:lnTo>
                    <a:pt x="93780" y="16952"/>
                  </a:lnTo>
                  <a:lnTo>
                    <a:pt x="89074" y="19344"/>
                  </a:lnTo>
                  <a:lnTo>
                    <a:pt x="84446" y="21883"/>
                  </a:lnTo>
                  <a:lnTo>
                    <a:pt x="79900" y="24567"/>
                  </a:lnTo>
                  <a:lnTo>
                    <a:pt x="75442" y="27393"/>
                  </a:lnTo>
                  <a:lnTo>
                    <a:pt x="71075" y="30358"/>
                  </a:lnTo>
                  <a:lnTo>
                    <a:pt x="66803" y="33460"/>
                  </a:lnTo>
                  <a:lnTo>
                    <a:pt x="62632" y="36695"/>
                  </a:lnTo>
                  <a:lnTo>
                    <a:pt x="58565" y="40060"/>
                  </a:lnTo>
                  <a:lnTo>
                    <a:pt x="54606" y="43552"/>
                  </a:lnTo>
                  <a:lnTo>
                    <a:pt x="50760" y="47168"/>
                  </a:lnTo>
                  <a:lnTo>
                    <a:pt x="47030" y="50903"/>
                  </a:lnTo>
                  <a:lnTo>
                    <a:pt x="43419" y="54753"/>
                  </a:lnTo>
                  <a:lnTo>
                    <a:pt x="39932" y="58716"/>
                  </a:lnTo>
                  <a:lnTo>
                    <a:pt x="36571" y="62787"/>
                  </a:lnTo>
                  <a:lnTo>
                    <a:pt x="33341" y="66962"/>
                  </a:lnTo>
                  <a:lnTo>
                    <a:pt x="30245" y="71237"/>
                  </a:lnTo>
                  <a:lnTo>
                    <a:pt x="27284" y="75608"/>
                  </a:lnTo>
                  <a:lnTo>
                    <a:pt x="24464" y="80070"/>
                  </a:lnTo>
                  <a:lnTo>
                    <a:pt x="21785" y="84619"/>
                  </a:lnTo>
                  <a:lnTo>
                    <a:pt x="19252" y="89250"/>
                  </a:lnTo>
                  <a:lnTo>
                    <a:pt x="16866" y="93959"/>
                  </a:lnTo>
                  <a:lnTo>
                    <a:pt x="14630" y="98740"/>
                  </a:lnTo>
                  <a:lnTo>
                    <a:pt x="12546" y="103590"/>
                  </a:lnTo>
                  <a:lnTo>
                    <a:pt x="10616" y="108504"/>
                  </a:lnTo>
                  <a:lnTo>
                    <a:pt x="8842" y="113475"/>
                  </a:lnTo>
                  <a:lnTo>
                    <a:pt x="7226" y="118501"/>
                  </a:lnTo>
                  <a:lnTo>
                    <a:pt x="5770" y="123575"/>
                  </a:lnTo>
                  <a:lnTo>
                    <a:pt x="4474" y="128692"/>
                  </a:lnTo>
                  <a:lnTo>
                    <a:pt x="3341" y="133848"/>
                  </a:lnTo>
                  <a:lnTo>
                    <a:pt x="2371" y="139037"/>
                  </a:lnTo>
                  <a:lnTo>
                    <a:pt x="1565" y="144253"/>
                  </a:lnTo>
                  <a:lnTo>
                    <a:pt x="925" y="149493"/>
                  </a:lnTo>
                  <a:lnTo>
                    <a:pt x="450" y="154751"/>
                  </a:lnTo>
                  <a:lnTo>
                    <a:pt x="141" y="160020"/>
                  </a:lnTo>
                  <a:lnTo>
                    <a:pt x="0" y="165297"/>
                  </a:lnTo>
                  <a:lnTo>
                    <a:pt x="24" y="170576"/>
                  </a:lnTo>
                  <a:lnTo>
                    <a:pt x="216" y="175851"/>
                  </a:lnTo>
                  <a:lnTo>
                    <a:pt x="573" y="181118"/>
                  </a:lnTo>
                  <a:lnTo>
                    <a:pt x="1097" y="186370"/>
                  </a:lnTo>
                  <a:lnTo>
                    <a:pt x="1787" y="191604"/>
                  </a:lnTo>
                  <a:lnTo>
                    <a:pt x="2641" y="196813"/>
                  </a:lnTo>
                  <a:lnTo>
                    <a:pt x="3660" y="201993"/>
                  </a:lnTo>
                  <a:lnTo>
                    <a:pt x="4841" y="207138"/>
                  </a:lnTo>
                  <a:lnTo>
                    <a:pt x="6185" y="212242"/>
                  </a:lnTo>
                  <a:lnTo>
                    <a:pt x="7688" y="217303"/>
                  </a:lnTo>
                  <a:lnTo>
                    <a:pt x="9351" y="222313"/>
                  </a:lnTo>
                  <a:lnTo>
                    <a:pt x="11172" y="227268"/>
                  </a:lnTo>
                  <a:lnTo>
                    <a:pt x="13147" y="232163"/>
                  </a:lnTo>
                  <a:lnTo>
                    <a:pt x="15277" y="236993"/>
                  </a:lnTo>
                  <a:lnTo>
                    <a:pt x="17557" y="241753"/>
                  </a:lnTo>
                  <a:lnTo>
                    <a:pt x="19987" y="246440"/>
                  </a:lnTo>
                  <a:lnTo>
                    <a:pt x="22564" y="251047"/>
                  </a:lnTo>
                  <a:lnTo>
                    <a:pt x="25285" y="255570"/>
                  </a:lnTo>
                  <a:lnTo>
                    <a:pt x="28147" y="260006"/>
                  </a:lnTo>
                  <a:lnTo>
                    <a:pt x="31148" y="264348"/>
                  </a:lnTo>
                  <a:lnTo>
                    <a:pt x="34285" y="268594"/>
                  </a:lnTo>
                  <a:lnTo>
                    <a:pt x="37554" y="272739"/>
                  </a:lnTo>
                  <a:lnTo>
                    <a:pt x="40952" y="276778"/>
                  </a:lnTo>
                  <a:lnTo>
                    <a:pt x="44476" y="280708"/>
                  </a:lnTo>
                  <a:lnTo>
                    <a:pt x="48123" y="284525"/>
                  </a:lnTo>
                  <a:lnTo>
                    <a:pt x="51888" y="288225"/>
                  </a:lnTo>
                  <a:lnTo>
                    <a:pt x="55768" y="291804"/>
                  </a:lnTo>
                  <a:lnTo>
                    <a:pt x="59759" y="295259"/>
                  </a:lnTo>
                  <a:lnTo>
                    <a:pt x="63858" y="298586"/>
                  </a:lnTo>
                  <a:lnTo>
                    <a:pt x="68059" y="301782"/>
                  </a:lnTo>
                  <a:lnTo>
                    <a:pt x="72359" y="304844"/>
                  </a:lnTo>
                  <a:lnTo>
                    <a:pt x="76754" y="307768"/>
                  </a:lnTo>
                  <a:lnTo>
                    <a:pt x="81239" y="310552"/>
                  </a:lnTo>
                  <a:lnTo>
                    <a:pt x="85809" y="313194"/>
                  </a:lnTo>
                  <a:lnTo>
                    <a:pt x="90461" y="315689"/>
                  </a:lnTo>
                  <a:lnTo>
                    <a:pt x="95189" y="318037"/>
                  </a:lnTo>
                  <a:lnTo>
                    <a:pt x="99988" y="320234"/>
                  </a:lnTo>
                  <a:lnTo>
                    <a:pt x="104855" y="322278"/>
                  </a:lnTo>
                  <a:lnTo>
                    <a:pt x="109784" y="324168"/>
                  </a:lnTo>
                  <a:lnTo>
                    <a:pt x="114770" y="325901"/>
                  </a:lnTo>
                  <a:lnTo>
                    <a:pt x="119809" y="327476"/>
                  </a:lnTo>
                  <a:lnTo>
                    <a:pt x="124894" y="328891"/>
                  </a:lnTo>
                  <a:lnTo>
                    <a:pt x="130022" y="330145"/>
                  </a:lnTo>
                  <a:lnTo>
                    <a:pt x="135187" y="331236"/>
                  </a:lnTo>
                  <a:lnTo>
                    <a:pt x="140383" y="332164"/>
                  </a:lnTo>
                  <a:lnTo>
                    <a:pt x="145606" y="332927"/>
                  </a:lnTo>
                  <a:lnTo>
                    <a:pt x="150851" y="333525"/>
                  </a:lnTo>
                  <a:lnTo>
                    <a:pt x="156112" y="333956"/>
                  </a:lnTo>
                  <a:lnTo>
                    <a:pt x="161384" y="334222"/>
                  </a:lnTo>
                  <a:lnTo>
                    <a:pt x="166662" y="334321"/>
                  </a:lnTo>
                  <a:lnTo>
                    <a:pt x="171941" y="334253"/>
                  </a:lnTo>
                  <a:lnTo>
                    <a:pt x="177214" y="334019"/>
                  </a:lnTo>
                  <a:lnTo>
                    <a:pt x="182478" y="333618"/>
                  </a:lnTo>
                  <a:lnTo>
                    <a:pt x="187726" y="333051"/>
                  </a:lnTo>
                  <a:lnTo>
                    <a:pt x="192954" y="332319"/>
                  </a:lnTo>
                  <a:lnTo>
                    <a:pt x="198156" y="331422"/>
                  </a:lnTo>
                  <a:lnTo>
                    <a:pt x="203327" y="330362"/>
                  </a:lnTo>
                  <a:lnTo>
                    <a:pt x="208462" y="329138"/>
                  </a:lnTo>
                  <a:lnTo>
                    <a:pt x="213556" y="327753"/>
                  </a:lnTo>
                  <a:lnTo>
                    <a:pt x="218603" y="326208"/>
                  </a:lnTo>
                  <a:lnTo>
                    <a:pt x="223599" y="324505"/>
                  </a:lnTo>
                  <a:lnTo>
                    <a:pt x="228539" y="322644"/>
                  </a:lnTo>
                  <a:lnTo>
                    <a:pt x="233418" y="320629"/>
                  </a:lnTo>
                  <a:lnTo>
                    <a:pt x="238231" y="318460"/>
                  </a:lnTo>
                  <a:lnTo>
                    <a:pt x="242973" y="316140"/>
                  </a:lnTo>
                  <a:lnTo>
                    <a:pt x="247639" y="313672"/>
                  </a:lnTo>
                  <a:lnTo>
                    <a:pt x="252225" y="311058"/>
                  </a:lnTo>
                  <a:lnTo>
                    <a:pt x="256726" y="308300"/>
                  </a:lnTo>
                  <a:lnTo>
                    <a:pt x="261138" y="305402"/>
                  </a:lnTo>
                  <a:lnTo>
                    <a:pt x="265456" y="302366"/>
                  </a:lnTo>
                  <a:lnTo>
                    <a:pt x="269676" y="299195"/>
                  </a:lnTo>
                  <a:lnTo>
                    <a:pt x="273794" y="295892"/>
                  </a:lnTo>
                  <a:lnTo>
                    <a:pt x="277806" y="292461"/>
                  </a:lnTo>
                  <a:lnTo>
                    <a:pt x="281707" y="288905"/>
                  </a:lnTo>
                  <a:lnTo>
                    <a:pt x="285494" y="285227"/>
                  </a:lnTo>
                  <a:lnTo>
                    <a:pt x="289163" y="281432"/>
                  </a:lnTo>
                  <a:lnTo>
                    <a:pt x="292710" y="277523"/>
                  </a:lnTo>
                  <a:lnTo>
                    <a:pt x="296133" y="273504"/>
                  </a:lnTo>
                  <a:lnTo>
                    <a:pt x="299426" y="269378"/>
                  </a:lnTo>
                  <a:lnTo>
                    <a:pt x="302588" y="265151"/>
                  </a:lnTo>
                  <a:lnTo>
                    <a:pt x="305614" y="260826"/>
                  </a:lnTo>
                  <a:lnTo>
                    <a:pt x="308503" y="256408"/>
                  </a:lnTo>
                  <a:lnTo>
                    <a:pt x="311250" y="251900"/>
                  </a:lnTo>
                  <a:lnTo>
                    <a:pt x="313854" y="247309"/>
                  </a:lnTo>
                  <a:lnTo>
                    <a:pt x="316312" y="242637"/>
                  </a:lnTo>
                  <a:lnTo>
                    <a:pt x="318621" y="237890"/>
                  </a:lnTo>
                  <a:lnTo>
                    <a:pt x="320779" y="233072"/>
                  </a:lnTo>
                  <a:lnTo>
                    <a:pt x="322783" y="228189"/>
                  </a:lnTo>
                  <a:lnTo>
                    <a:pt x="324633" y="223245"/>
                  </a:lnTo>
                  <a:lnTo>
                    <a:pt x="326325" y="218245"/>
                  </a:lnTo>
                  <a:lnTo>
                    <a:pt x="327859" y="213194"/>
                  </a:lnTo>
                  <a:lnTo>
                    <a:pt x="329233" y="208097"/>
                  </a:lnTo>
                  <a:lnTo>
                    <a:pt x="330445" y="202959"/>
                  </a:lnTo>
                  <a:lnTo>
                    <a:pt x="331494" y="197786"/>
                  </a:lnTo>
                  <a:lnTo>
                    <a:pt x="332379" y="192582"/>
                  </a:lnTo>
                  <a:lnTo>
                    <a:pt x="333099" y="187352"/>
                  </a:lnTo>
                  <a:lnTo>
                    <a:pt x="333654" y="182103"/>
                  </a:lnTo>
                  <a:lnTo>
                    <a:pt x="334043" y="176838"/>
                  </a:lnTo>
                  <a:lnTo>
                    <a:pt x="334266" y="171564"/>
                  </a:lnTo>
                  <a:lnTo>
                    <a:pt x="334322" y="166286"/>
                  </a:lnTo>
                  <a:lnTo>
                    <a:pt x="334211" y="161008"/>
                  </a:lnTo>
                  <a:lnTo>
                    <a:pt x="333934" y="155737"/>
                  </a:lnTo>
                  <a:lnTo>
                    <a:pt x="333490" y="150477"/>
                  </a:lnTo>
                  <a:lnTo>
                    <a:pt x="332881" y="145233"/>
                  </a:lnTo>
                  <a:lnTo>
                    <a:pt x="332106" y="140012"/>
                  </a:lnTo>
                  <a:lnTo>
                    <a:pt x="331167" y="134817"/>
                  </a:lnTo>
                  <a:lnTo>
                    <a:pt x="330064" y="129655"/>
                  </a:lnTo>
                  <a:lnTo>
                    <a:pt x="328799" y="124530"/>
                  </a:lnTo>
                  <a:lnTo>
                    <a:pt x="327372" y="119448"/>
                  </a:lnTo>
                  <a:lnTo>
                    <a:pt x="325786" y="114413"/>
                  </a:lnTo>
                  <a:lnTo>
                    <a:pt x="324042" y="109431"/>
                  </a:lnTo>
                  <a:lnTo>
                    <a:pt x="322141" y="104506"/>
                  </a:lnTo>
                  <a:lnTo>
                    <a:pt x="320086" y="99644"/>
                  </a:lnTo>
                  <a:lnTo>
                    <a:pt x="317878" y="94849"/>
                  </a:lnTo>
                  <a:lnTo>
                    <a:pt x="315520" y="90126"/>
                  </a:lnTo>
                  <a:lnTo>
                    <a:pt x="313014" y="85480"/>
                  </a:lnTo>
                  <a:lnTo>
                    <a:pt x="310362" y="80916"/>
                  </a:lnTo>
                  <a:lnTo>
                    <a:pt x="307568" y="76437"/>
                  </a:lnTo>
                  <a:lnTo>
                    <a:pt x="304634" y="72049"/>
                  </a:lnTo>
                  <a:lnTo>
                    <a:pt x="301562" y="67756"/>
                  </a:lnTo>
                  <a:lnTo>
                    <a:pt x="298357" y="63562"/>
                  </a:lnTo>
                  <a:lnTo>
                    <a:pt x="295021" y="59471"/>
                  </a:lnTo>
                  <a:lnTo>
                    <a:pt x="291557" y="55487"/>
                  </a:lnTo>
                  <a:lnTo>
                    <a:pt x="287969" y="51615"/>
                  </a:lnTo>
                  <a:lnTo>
                    <a:pt x="284261" y="47858"/>
                  </a:lnTo>
                  <a:lnTo>
                    <a:pt x="280436" y="44220"/>
                  </a:lnTo>
                  <a:lnTo>
                    <a:pt x="276498" y="40705"/>
                  </a:lnTo>
                  <a:lnTo>
                    <a:pt x="272451" y="37316"/>
                  </a:lnTo>
                  <a:lnTo>
                    <a:pt x="268299" y="34056"/>
                  </a:lnTo>
                  <a:lnTo>
                    <a:pt x="264046" y="30929"/>
                  </a:lnTo>
                  <a:lnTo>
                    <a:pt x="259697" y="27938"/>
                  </a:lnTo>
                  <a:lnTo>
                    <a:pt x="255255" y="25085"/>
                  </a:lnTo>
                  <a:lnTo>
                    <a:pt x="250725" y="22374"/>
                  </a:lnTo>
                  <a:lnTo>
                    <a:pt x="246112" y="19808"/>
                  </a:lnTo>
                  <a:lnTo>
                    <a:pt x="241421" y="17389"/>
                  </a:lnTo>
                  <a:lnTo>
                    <a:pt x="236655" y="15118"/>
                  </a:lnTo>
                  <a:lnTo>
                    <a:pt x="231820" y="13000"/>
                  </a:lnTo>
                  <a:lnTo>
                    <a:pt x="226921" y="11035"/>
                  </a:lnTo>
                  <a:lnTo>
                    <a:pt x="221962" y="9226"/>
                  </a:lnTo>
                  <a:lnTo>
                    <a:pt x="216948" y="7574"/>
                  </a:lnTo>
                  <a:lnTo>
                    <a:pt x="211885" y="6082"/>
                  </a:lnTo>
                  <a:lnTo>
                    <a:pt x="206777" y="4750"/>
                  </a:lnTo>
                  <a:lnTo>
                    <a:pt x="201629" y="3580"/>
                  </a:lnTo>
                  <a:lnTo>
                    <a:pt x="196447" y="2573"/>
                  </a:lnTo>
                  <a:lnTo>
                    <a:pt x="191236" y="1730"/>
                  </a:lnTo>
                  <a:lnTo>
                    <a:pt x="186001" y="1052"/>
                  </a:lnTo>
                  <a:lnTo>
                    <a:pt x="180747" y="540"/>
                  </a:lnTo>
                  <a:lnTo>
                    <a:pt x="167157" y="1671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3590" cy="167167"/>
            </a:xfrm>
            <a:custGeom>
              <a:avLst/>
              <a:pathLst>
                <a:path w="13590" h="167167">
                  <a:moveTo>
                    <a:pt x="13590" y="55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88222" y="2633064"/>
              <a:ext cx="30789" cy="167167"/>
            </a:xfrm>
            <a:custGeom>
              <a:avLst/>
              <a:pathLst>
                <a:path w="30789" h="167167">
                  <a:moveTo>
                    <a:pt x="30789" y="0"/>
                  </a:moveTo>
                  <a:lnTo>
                    <a:pt x="23050" y="179"/>
                  </a:lnTo>
                  <a:lnTo>
                    <a:pt x="15328" y="716"/>
                  </a:lnTo>
                  <a:lnTo>
                    <a:pt x="7639" y="1610"/>
                  </a:lnTo>
                  <a:lnTo>
                    <a:pt x="0" y="2859"/>
                  </a:lnTo>
                  <a:lnTo>
                    <a:pt x="3078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8222" y="2635924"/>
              <a:ext cx="30789" cy="164307"/>
            </a:xfrm>
            <a:custGeom>
              <a:avLst/>
              <a:pathLst>
                <a:path w="30789" h="164307">
                  <a:moveTo>
                    <a:pt x="0" y="0"/>
                  </a:moveTo>
                  <a:lnTo>
                    <a:pt x="30789" y="1643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46" y="2635924"/>
              <a:ext cx="334328" cy="331456"/>
            </a:xfrm>
            <a:custGeom>
              <a:avLst/>
              <a:pathLst>
                <a:path w="334328" h="331456">
                  <a:moveTo>
                    <a:pt x="136375" y="0"/>
                  </a:moveTo>
                  <a:lnTo>
                    <a:pt x="131198" y="1055"/>
                  </a:lnTo>
                  <a:lnTo>
                    <a:pt x="126056" y="2273"/>
                  </a:lnTo>
                  <a:lnTo>
                    <a:pt x="120955" y="3653"/>
                  </a:lnTo>
                  <a:lnTo>
                    <a:pt x="115901" y="5194"/>
                  </a:lnTo>
                  <a:lnTo>
                    <a:pt x="110898" y="6894"/>
                  </a:lnTo>
                  <a:lnTo>
                    <a:pt x="105951" y="8751"/>
                  </a:lnTo>
                  <a:lnTo>
                    <a:pt x="101065" y="10763"/>
                  </a:lnTo>
                  <a:lnTo>
                    <a:pt x="96245" y="12929"/>
                  </a:lnTo>
                  <a:lnTo>
                    <a:pt x="91496" y="15246"/>
                  </a:lnTo>
                  <a:lnTo>
                    <a:pt x="86823" y="17712"/>
                  </a:lnTo>
                  <a:lnTo>
                    <a:pt x="82230" y="20324"/>
                  </a:lnTo>
                  <a:lnTo>
                    <a:pt x="77722" y="23081"/>
                  </a:lnTo>
                  <a:lnTo>
                    <a:pt x="73303" y="25978"/>
                  </a:lnTo>
                  <a:lnTo>
                    <a:pt x="68978" y="29014"/>
                  </a:lnTo>
                  <a:lnTo>
                    <a:pt x="64751" y="32184"/>
                  </a:lnTo>
                  <a:lnTo>
                    <a:pt x="60626" y="35487"/>
                  </a:lnTo>
                  <a:lnTo>
                    <a:pt x="56608" y="38919"/>
                  </a:lnTo>
                  <a:lnTo>
                    <a:pt x="52700" y="42476"/>
                  </a:lnTo>
                  <a:lnTo>
                    <a:pt x="48907" y="46154"/>
                  </a:lnTo>
                  <a:lnTo>
                    <a:pt x="45232" y="49951"/>
                  </a:lnTo>
                  <a:lnTo>
                    <a:pt x="41679" y="53861"/>
                  </a:lnTo>
                  <a:lnTo>
                    <a:pt x="38251" y="57883"/>
                  </a:lnTo>
                  <a:lnTo>
                    <a:pt x="34951" y="62010"/>
                  </a:lnTo>
                  <a:lnTo>
                    <a:pt x="31784" y="66240"/>
                  </a:lnTo>
                  <a:lnTo>
                    <a:pt x="28753" y="70568"/>
                  </a:lnTo>
                  <a:lnTo>
                    <a:pt x="25859" y="74989"/>
                  </a:lnTo>
                  <a:lnTo>
                    <a:pt x="23107" y="79500"/>
                  </a:lnTo>
                  <a:lnTo>
                    <a:pt x="20498" y="84095"/>
                  </a:lnTo>
                  <a:lnTo>
                    <a:pt x="18037" y="88770"/>
                  </a:lnTo>
                  <a:lnTo>
                    <a:pt x="15724" y="93521"/>
                  </a:lnTo>
                  <a:lnTo>
                    <a:pt x="13562" y="98343"/>
                  </a:lnTo>
                  <a:lnTo>
                    <a:pt x="11554" y="103231"/>
                  </a:lnTo>
                  <a:lnTo>
                    <a:pt x="9701" y="108179"/>
                  </a:lnTo>
                  <a:lnTo>
                    <a:pt x="8006" y="113184"/>
                  </a:lnTo>
                  <a:lnTo>
                    <a:pt x="6470" y="118240"/>
                  </a:lnTo>
                  <a:lnTo>
                    <a:pt x="5094" y="123342"/>
                  </a:lnTo>
                  <a:lnTo>
                    <a:pt x="3881" y="128484"/>
                  </a:lnTo>
                  <a:lnTo>
                    <a:pt x="2830" y="133663"/>
                  </a:lnTo>
                  <a:lnTo>
                    <a:pt x="1943" y="138872"/>
                  </a:lnTo>
                  <a:lnTo>
                    <a:pt x="1222" y="144107"/>
                  </a:lnTo>
                  <a:lnTo>
                    <a:pt x="667" y="149361"/>
                  </a:lnTo>
                  <a:lnTo>
                    <a:pt x="277" y="154631"/>
                  </a:lnTo>
                  <a:lnTo>
                    <a:pt x="55" y="159910"/>
                  </a:lnTo>
                  <a:lnTo>
                    <a:pt x="0" y="165194"/>
                  </a:lnTo>
                  <a:lnTo>
                    <a:pt x="111" y="170477"/>
                  </a:lnTo>
                  <a:lnTo>
                    <a:pt x="390" y="175754"/>
                  </a:lnTo>
                  <a:lnTo>
                    <a:pt x="835" y="181019"/>
                  </a:lnTo>
                  <a:lnTo>
                    <a:pt x="1446" y="186267"/>
                  </a:lnTo>
                  <a:lnTo>
                    <a:pt x="2223" y="191494"/>
                  </a:lnTo>
                  <a:lnTo>
                    <a:pt x="3164" y="196694"/>
                  </a:lnTo>
                  <a:lnTo>
                    <a:pt x="4270" y="201861"/>
                  </a:lnTo>
                  <a:lnTo>
                    <a:pt x="5538" y="206990"/>
                  </a:lnTo>
                  <a:lnTo>
                    <a:pt x="6968" y="212077"/>
                  </a:lnTo>
                  <a:lnTo>
                    <a:pt x="8558" y="217116"/>
                  </a:lnTo>
                  <a:lnTo>
                    <a:pt x="10306" y="222103"/>
                  </a:lnTo>
                  <a:lnTo>
                    <a:pt x="12211" y="227031"/>
                  </a:lnTo>
                  <a:lnTo>
                    <a:pt x="14271" y="231897"/>
                  </a:lnTo>
                  <a:lnTo>
                    <a:pt x="16483" y="236696"/>
                  </a:lnTo>
                  <a:lnTo>
                    <a:pt x="18847" y="241422"/>
                  </a:lnTo>
                  <a:lnTo>
                    <a:pt x="21358" y="246071"/>
                  </a:lnTo>
                  <a:lnTo>
                    <a:pt x="24015" y="250639"/>
                  </a:lnTo>
                  <a:lnTo>
                    <a:pt x="26815" y="255120"/>
                  </a:lnTo>
                  <a:lnTo>
                    <a:pt x="29755" y="259510"/>
                  </a:lnTo>
                  <a:lnTo>
                    <a:pt x="32833" y="263805"/>
                  </a:lnTo>
                  <a:lnTo>
                    <a:pt x="36045" y="268001"/>
                  </a:lnTo>
                  <a:lnTo>
                    <a:pt x="39387" y="272094"/>
                  </a:lnTo>
                  <a:lnTo>
                    <a:pt x="42858" y="276078"/>
                  </a:lnTo>
                  <a:lnTo>
                    <a:pt x="46452" y="279951"/>
                  </a:lnTo>
                  <a:lnTo>
                    <a:pt x="50168" y="283708"/>
                  </a:lnTo>
                  <a:lnTo>
                    <a:pt x="54000" y="287346"/>
                  </a:lnTo>
                  <a:lnTo>
                    <a:pt x="57945" y="290862"/>
                  </a:lnTo>
                  <a:lnTo>
                    <a:pt x="61999" y="294250"/>
                  </a:lnTo>
                  <a:lnTo>
                    <a:pt x="66159" y="297509"/>
                  </a:lnTo>
                  <a:lnTo>
                    <a:pt x="70419" y="300635"/>
                  </a:lnTo>
                  <a:lnTo>
                    <a:pt x="74776" y="303624"/>
                  </a:lnTo>
                  <a:lnTo>
                    <a:pt x="79226" y="306475"/>
                  </a:lnTo>
                  <a:lnTo>
                    <a:pt x="83763" y="309183"/>
                  </a:lnTo>
                  <a:lnTo>
                    <a:pt x="88383" y="311747"/>
                  </a:lnTo>
                  <a:lnTo>
                    <a:pt x="93082" y="314163"/>
                  </a:lnTo>
                  <a:lnTo>
                    <a:pt x="97856" y="316429"/>
                  </a:lnTo>
                  <a:lnTo>
                    <a:pt x="102698" y="318544"/>
                  </a:lnTo>
                  <a:lnTo>
                    <a:pt x="107605" y="320504"/>
                  </a:lnTo>
                  <a:lnTo>
                    <a:pt x="112572" y="322309"/>
                  </a:lnTo>
                  <a:lnTo>
                    <a:pt x="117592" y="323955"/>
                  </a:lnTo>
                  <a:lnTo>
                    <a:pt x="122663" y="325442"/>
                  </a:lnTo>
                  <a:lnTo>
                    <a:pt x="127778" y="326768"/>
                  </a:lnTo>
                  <a:lnTo>
                    <a:pt x="132932" y="327932"/>
                  </a:lnTo>
                  <a:lnTo>
                    <a:pt x="138121" y="328932"/>
                  </a:lnTo>
                  <a:lnTo>
                    <a:pt x="143338" y="329768"/>
                  </a:lnTo>
                  <a:lnTo>
                    <a:pt x="148580" y="330438"/>
                  </a:lnTo>
                  <a:lnTo>
                    <a:pt x="153839" y="330943"/>
                  </a:lnTo>
                  <a:lnTo>
                    <a:pt x="159113" y="331280"/>
                  </a:lnTo>
                  <a:lnTo>
                    <a:pt x="164394" y="331452"/>
                  </a:lnTo>
                  <a:lnTo>
                    <a:pt x="169678" y="331456"/>
                  </a:lnTo>
                  <a:lnTo>
                    <a:pt x="174960" y="331293"/>
                  </a:lnTo>
                  <a:lnTo>
                    <a:pt x="180233" y="330963"/>
                  </a:lnTo>
                  <a:lnTo>
                    <a:pt x="185494" y="330467"/>
                  </a:lnTo>
                  <a:lnTo>
                    <a:pt x="190736" y="329804"/>
                  </a:lnTo>
                  <a:lnTo>
                    <a:pt x="195955" y="328977"/>
                  </a:lnTo>
                  <a:lnTo>
                    <a:pt x="201145" y="327984"/>
                  </a:lnTo>
                  <a:lnTo>
                    <a:pt x="206301" y="326829"/>
                  </a:lnTo>
                  <a:lnTo>
                    <a:pt x="211418" y="325511"/>
                  </a:lnTo>
                  <a:lnTo>
                    <a:pt x="216491" y="324031"/>
                  </a:lnTo>
                  <a:lnTo>
                    <a:pt x="221514" y="322393"/>
                  </a:lnTo>
                  <a:lnTo>
                    <a:pt x="226484" y="320596"/>
                  </a:lnTo>
                  <a:lnTo>
                    <a:pt x="231394" y="318643"/>
                  </a:lnTo>
                  <a:lnTo>
                    <a:pt x="236239" y="316536"/>
                  </a:lnTo>
                  <a:lnTo>
                    <a:pt x="241016" y="314277"/>
                  </a:lnTo>
                  <a:lnTo>
                    <a:pt x="245719" y="311868"/>
                  </a:lnTo>
                  <a:lnTo>
                    <a:pt x="250343" y="309311"/>
                  </a:lnTo>
                  <a:lnTo>
                    <a:pt x="254885" y="306610"/>
                  </a:lnTo>
                  <a:lnTo>
                    <a:pt x="259338" y="303766"/>
                  </a:lnTo>
                  <a:lnTo>
                    <a:pt x="263700" y="300784"/>
                  </a:lnTo>
                  <a:lnTo>
                    <a:pt x="267965" y="297664"/>
                  </a:lnTo>
                  <a:lnTo>
                    <a:pt x="272130" y="294412"/>
                  </a:lnTo>
                  <a:lnTo>
                    <a:pt x="276189" y="291030"/>
                  </a:lnTo>
                  <a:lnTo>
                    <a:pt x="280140" y="287520"/>
                  </a:lnTo>
                  <a:lnTo>
                    <a:pt x="283978" y="283888"/>
                  </a:lnTo>
                  <a:lnTo>
                    <a:pt x="287699" y="280137"/>
                  </a:lnTo>
                  <a:lnTo>
                    <a:pt x="291299" y="276269"/>
                  </a:lnTo>
                  <a:lnTo>
                    <a:pt x="294776" y="272290"/>
                  </a:lnTo>
                  <a:lnTo>
                    <a:pt x="298125" y="268203"/>
                  </a:lnTo>
                  <a:lnTo>
                    <a:pt x="301343" y="264012"/>
                  </a:lnTo>
                  <a:lnTo>
                    <a:pt x="304427" y="259721"/>
                  </a:lnTo>
                  <a:lnTo>
                    <a:pt x="307374" y="255336"/>
                  </a:lnTo>
                  <a:lnTo>
                    <a:pt x="310181" y="250859"/>
                  </a:lnTo>
                  <a:lnTo>
                    <a:pt x="312845" y="246295"/>
                  </a:lnTo>
                  <a:lnTo>
                    <a:pt x="315364" y="241650"/>
                  </a:lnTo>
                  <a:lnTo>
                    <a:pt x="317734" y="236928"/>
                  </a:lnTo>
                  <a:lnTo>
                    <a:pt x="319954" y="232133"/>
                  </a:lnTo>
                  <a:lnTo>
                    <a:pt x="322021" y="227270"/>
                  </a:lnTo>
                  <a:lnTo>
                    <a:pt x="323934" y="222344"/>
                  </a:lnTo>
                  <a:lnTo>
                    <a:pt x="325690" y="217360"/>
                  </a:lnTo>
                  <a:lnTo>
                    <a:pt x="327288" y="212324"/>
                  </a:lnTo>
                  <a:lnTo>
                    <a:pt x="328725" y="207239"/>
                  </a:lnTo>
                  <a:lnTo>
                    <a:pt x="330001" y="202111"/>
                  </a:lnTo>
                  <a:lnTo>
                    <a:pt x="331115" y="196946"/>
                  </a:lnTo>
                  <a:lnTo>
                    <a:pt x="332064" y="191748"/>
                  </a:lnTo>
                  <a:lnTo>
                    <a:pt x="332849" y="186522"/>
                  </a:lnTo>
                  <a:lnTo>
                    <a:pt x="333469" y="181275"/>
                  </a:lnTo>
                  <a:lnTo>
                    <a:pt x="333922" y="176010"/>
                  </a:lnTo>
                  <a:lnTo>
                    <a:pt x="334208" y="170734"/>
                  </a:lnTo>
                  <a:lnTo>
                    <a:pt x="334328" y="165451"/>
                  </a:lnTo>
                  <a:lnTo>
                    <a:pt x="334281" y="160168"/>
                  </a:lnTo>
                  <a:lnTo>
                    <a:pt x="334066" y="154888"/>
                  </a:lnTo>
                  <a:lnTo>
                    <a:pt x="333685" y="149618"/>
                  </a:lnTo>
                  <a:lnTo>
                    <a:pt x="333138" y="144362"/>
                  </a:lnTo>
                  <a:lnTo>
                    <a:pt x="332425" y="139126"/>
                  </a:lnTo>
                  <a:lnTo>
                    <a:pt x="331546" y="133916"/>
                  </a:lnTo>
                  <a:lnTo>
                    <a:pt x="330504" y="128736"/>
                  </a:lnTo>
                  <a:lnTo>
                    <a:pt x="329298" y="123591"/>
                  </a:lnTo>
                  <a:lnTo>
                    <a:pt x="327930" y="118487"/>
                  </a:lnTo>
                  <a:lnTo>
                    <a:pt x="326401" y="113429"/>
                  </a:lnTo>
                  <a:lnTo>
                    <a:pt x="324714" y="108422"/>
                  </a:lnTo>
                  <a:lnTo>
                    <a:pt x="322869" y="103470"/>
                  </a:lnTo>
                  <a:lnTo>
                    <a:pt x="320868" y="98580"/>
                  </a:lnTo>
                  <a:lnTo>
                    <a:pt x="318714" y="93755"/>
                  </a:lnTo>
                  <a:lnTo>
                    <a:pt x="316409" y="89000"/>
                  </a:lnTo>
                  <a:lnTo>
                    <a:pt x="313954" y="84321"/>
                  </a:lnTo>
                  <a:lnTo>
                    <a:pt x="311353" y="79721"/>
                  </a:lnTo>
                  <a:lnTo>
                    <a:pt x="308607" y="75207"/>
                  </a:lnTo>
                  <a:lnTo>
                    <a:pt x="305721" y="70781"/>
                  </a:lnTo>
                  <a:lnTo>
                    <a:pt x="302695" y="66448"/>
                  </a:lnTo>
                  <a:lnTo>
                    <a:pt x="299535" y="62214"/>
                  </a:lnTo>
                  <a:lnTo>
                    <a:pt x="296242" y="58081"/>
                  </a:lnTo>
                  <a:lnTo>
                    <a:pt x="292820" y="54055"/>
                  </a:lnTo>
                  <a:lnTo>
                    <a:pt x="289273" y="50138"/>
                  </a:lnTo>
                  <a:lnTo>
                    <a:pt x="285604" y="46336"/>
                  </a:lnTo>
                  <a:lnTo>
                    <a:pt x="281816" y="42652"/>
                  </a:lnTo>
                  <a:lnTo>
                    <a:pt x="277914" y="39089"/>
                  </a:lnTo>
                  <a:lnTo>
                    <a:pt x="273901" y="35651"/>
                  </a:lnTo>
                  <a:lnTo>
                    <a:pt x="269781" y="32342"/>
                  </a:lnTo>
                  <a:lnTo>
                    <a:pt x="265559" y="29165"/>
                  </a:lnTo>
                  <a:lnTo>
                    <a:pt x="261239" y="26123"/>
                  </a:lnTo>
                  <a:lnTo>
                    <a:pt x="256825" y="23218"/>
                  </a:lnTo>
                  <a:lnTo>
                    <a:pt x="167165" y="1643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89660" cy="167167"/>
            </a:xfrm>
            <a:custGeom>
              <a:avLst/>
              <a:pathLst>
                <a:path w="89660" h="167167">
                  <a:moveTo>
                    <a:pt x="89660" y="26078"/>
                  </a:moveTo>
                  <a:lnTo>
                    <a:pt x="84912" y="23171"/>
                  </a:lnTo>
                  <a:lnTo>
                    <a:pt x="80071" y="20424"/>
                  </a:lnTo>
                  <a:lnTo>
                    <a:pt x="75141" y="17839"/>
                  </a:lnTo>
                  <a:lnTo>
                    <a:pt x="70128" y="15420"/>
                  </a:lnTo>
                  <a:lnTo>
                    <a:pt x="65037" y="13170"/>
                  </a:lnTo>
                  <a:lnTo>
                    <a:pt x="59873" y="11090"/>
                  </a:lnTo>
                  <a:lnTo>
                    <a:pt x="54644" y="9183"/>
                  </a:lnTo>
                  <a:lnTo>
                    <a:pt x="49353" y="7451"/>
                  </a:lnTo>
                  <a:lnTo>
                    <a:pt x="44008" y="5896"/>
                  </a:lnTo>
                  <a:lnTo>
                    <a:pt x="38615" y="4521"/>
                  </a:lnTo>
                  <a:lnTo>
                    <a:pt x="33178" y="3325"/>
                  </a:lnTo>
                  <a:lnTo>
                    <a:pt x="27705" y="2311"/>
                  </a:lnTo>
                  <a:lnTo>
                    <a:pt x="22201" y="1480"/>
                  </a:lnTo>
                  <a:lnTo>
                    <a:pt x="16672" y="833"/>
                  </a:lnTo>
                  <a:lnTo>
                    <a:pt x="11125" y="370"/>
                  </a:lnTo>
                  <a:lnTo>
                    <a:pt x="5565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1973" y="2126963"/>
              <a:ext cx="6498" cy="167167"/>
            </a:xfrm>
            <a:custGeom>
              <a:avLst/>
              <a:pathLst>
                <a:path w="6498" h="167167">
                  <a:moveTo>
                    <a:pt x="6498" y="0"/>
                  </a:moveTo>
                  <a:lnTo>
                    <a:pt x="0" y="126"/>
                  </a:lnTo>
                  <a:lnTo>
                    <a:pt x="649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1973" y="2127090"/>
              <a:ext cx="6498" cy="167041"/>
            </a:xfrm>
            <a:custGeom>
              <a:avLst/>
              <a:pathLst>
                <a:path w="6498" h="167041">
                  <a:moveTo>
                    <a:pt x="0" y="0"/>
                  </a:moveTo>
                  <a:lnTo>
                    <a:pt x="6498" y="167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06" y="2127090"/>
              <a:ext cx="334023" cy="334190"/>
            </a:xfrm>
            <a:custGeom>
              <a:avLst/>
              <a:pathLst>
                <a:path w="334023" h="334190">
                  <a:moveTo>
                    <a:pt x="160666" y="0"/>
                  </a:moveTo>
                  <a:lnTo>
                    <a:pt x="155357" y="291"/>
                  </a:lnTo>
                  <a:lnTo>
                    <a:pt x="150059" y="751"/>
                  </a:lnTo>
                  <a:lnTo>
                    <a:pt x="144779" y="1379"/>
                  </a:lnTo>
                  <a:lnTo>
                    <a:pt x="139521" y="2175"/>
                  </a:lnTo>
                  <a:lnTo>
                    <a:pt x="134291" y="3137"/>
                  </a:lnTo>
                  <a:lnTo>
                    <a:pt x="129095" y="4266"/>
                  </a:lnTo>
                  <a:lnTo>
                    <a:pt x="123937" y="5559"/>
                  </a:lnTo>
                  <a:lnTo>
                    <a:pt x="118823" y="7016"/>
                  </a:lnTo>
                  <a:lnTo>
                    <a:pt x="113757" y="8634"/>
                  </a:lnTo>
                  <a:lnTo>
                    <a:pt x="108746" y="10413"/>
                  </a:lnTo>
                  <a:lnTo>
                    <a:pt x="103794" y="12350"/>
                  </a:lnTo>
                  <a:lnTo>
                    <a:pt x="98906" y="14444"/>
                  </a:lnTo>
                  <a:lnTo>
                    <a:pt x="94087" y="16692"/>
                  </a:lnTo>
                  <a:lnTo>
                    <a:pt x="89342" y="19093"/>
                  </a:lnTo>
                  <a:lnTo>
                    <a:pt x="84676" y="21643"/>
                  </a:lnTo>
                  <a:lnTo>
                    <a:pt x="80093" y="24340"/>
                  </a:lnTo>
                  <a:lnTo>
                    <a:pt x="75598" y="27182"/>
                  </a:lnTo>
                  <a:lnTo>
                    <a:pt x="71196" y="30165"/>
                  </a:lnTo>
                  <a:lnTo>
                    <a:pt x="66891" y="33286"/>
                  </a:lnTo>
                  <a:lnTo>
                    <a:pt x="62688" y="36543"/>
                  </a:lnTo>
                  <a:lnTo>
                    <a:pt x="58590" y="39932"/>
                  </a:lnTo>
                  <a:lnTo>
                    <a:pt x="54602" y="43450"/>
                  </a:lnTo>
                  <a:lnTo>
                    <a:pt x="50728" y="47093"/>
                  </a:lnTo>
                  <a:lnTo>
                    <a:pt x="46972" y="50857"/>
                  </a:lnTo>
                  <a:lnTo>
                    <a:pt x="43338" y="54738"/>
                  </a:lnTo>
                  <a:lnTo>
                    <a:pt x="39829" y="58734"/>
                  </a:lnTo>
                  <a:lnTo>
                    <a:pt x="36448" y="62838"/>
                  </a:lnTo>
                  <a:lnTo>
                    <a:pt x="33200" y="67049"/>
                  </a:lnTo>
                  <a:lnTo>
                    <a:pt x="30087" y="71360"/>
                  </a:lnTo>
                  <a:lnTo>
                    <a:pt x="27114" y="75769"/>
                  </a:lnTo>
                  <a:lnTo>
                    <a:pt x="24281" y="80269"/>
                  </a:lnTo>
                  <a:lnTo>
                    <a:pt x="21594" y="84858"/>
                  </a:lnTo>
                  <a:lnTo>
                    <a:pt x="19054" y="89529"/>
                  </a:lnTo>
                  <a:lnTo>
                    <a:pt x="16663" y="94279"/>
                  </a:lnTo>
                  <a:lnTo>
                    <a:pt x="14425" y="99103"/>
                  </a:lnTo>
                  <a:lnTo>
                    <a:pt x="12342" y="103995"/>
                  </a:lnTo>
                  <a:lnTo>
                    <a:pt x="10415" y="108952"/>
                  </a:lnTo>
                  <a:lnTo>
                    <a:pt x="8646" y="113967"/>
                  </a:lnTo>
                  <a:lnTo>
                    <a:pt x="7039" y="119035"/>
                  </a:lnTo>
                  <a:lnTo>
                    <a:pt x="5593" y="124152"/>
                  </a:lnTo>
                  <a:lnTo>
                    <a:pt x="4310" y="129313"/>
                  </a:lnTo>
                  <a:lnTo>
                    <a:pt x="3193" y="134512"/>
                  </a:lnTo>
                  <a:lnTo>
                    <a:pt x="2241" y="139744"/>
                  </a:lnTo>
                  <a:lnTo>
                    <a:pt x="1456" y="145003"/>
                  </a:lnTo>
                  <a:lnTo>
                    <a:pt x="839" y="150285"/>
                  </a:lnTo>
                  <a:lnTo>
                    <a:pt x="391" y="155583"/>
                  </a:lnTo>
                  <a:lnTo>
                    <a:pt x="110" y="160894"/>
                  </a:lnTo>
                  <a:lnTo>
                    <a:pt x="0" y="166210"/>
                  </a:lnTo>
                  <a:lnTo>
                    <a:pt x="58" y="171527"/>
                  </a:lnTo>
                  <a:lnTo>
                    <a:pt x="285" y="176840"/>
                  </a:lnTo>
                  <a:lnTo>
                    <a:pt x="681" y="182143"/>
                  </a:lnTo>
                  <a:lnTo>
                    <a:pt x="1246" y="187430"/>
                  </a:lnTo>
                  <a:lnTo>
                    <a:pt x="1978" y="192697"/>
                  </a:lnTo>
                  <a:lnTo>
                    <a:pt x="2878" y="197938"/>
                  </a:lnTo>
                  <a:lnTo>
                    <a:pt x="3944" y="203148"/>
                  </a:lnTo>
                  <a:lnTo>
                    <a:pt x="5175" y="208321"/>
                  </a:lnTo>
                  <a:lnTo>
                    <a:pt x="6569" y="213452"/>
                  </a:lnTo>
                  <a:lnTo>
                    <a:pt x="8127" y="218537"/>
                  </a:lnTo>
                  <a:lnTo>
                    <a:pt x="9845" y="223569"/>
                  </a:lnTo>
                  <a:lnTo>
                    <a:pt x="11723" y="228544"/>
                  </a:lnTo>
                  <a:lnTo>
                    <a:pt x="13758" y="233457"/>
                  </a:lnTo>
                  <a:lnTo>
                    <a:pt x="15948" y="238303"/>
                  </a:lnTo>
                  <a:lnTo>
                    <a:pt x="18291" y="243076"/>
                  </a:lnTo>
                  <a:lnTo>
                    <a:pt x="20784" y="247773"/>
                  </a:lnTo>
                  <a:lnTo>
                    <a:pt x="23426" y="252388"/>
                  </a:lnTo>
                  <a:lnTo>
                    <a:pt x="26214" y="256916"/>
                  </a:lnTo>
                  <a:lnTo>
                    <a:pt x="29143" y="261354"/>
                  </a:lnTo>
                  <a:lnTo>
                    <a:pt x="32213" y="265696"/>
                  </a:lnTo>
                  <a:lnTo>
                    <a:pt x="35419" y="269939"/>
                  </a:lnTo>
                  <a:lnTo>
                    <a:pt x="38759" y="274077"/>
                  </a:lnTo>
                  <a:lnTo>
                    <a:pt x="42228" y="278107"/>
                  </a:lnTo>
                  <a:lnTo>
                    <a:pt x="45824" y="282024"/>
                  </a:lnTo>
                  <a:lnTo>
                    <a:pt x="49542" y="285826"/>
                  </a:lnTo>
                  <a:lnTo>
                    <a:pt x="53380" y="289507"/>
                  </a:lnTo>
                  <a:lnTo>
                    <a:pt x="57333" y="293064"/>
                  </a:lnTo>
                  <a:lnTo>
                    <a:pt x="61396" y="296493"/>
                  </a:lnTo>
                  <a:lnTo>
                    <a:pt x="65567" y="299792"/>
                  </a:lnTo>
                  <a:lnTo>
                    <a:pt x="69841" y="302956"/>
                  </a:lnTo>
                  <a:lnTo>
                    <a:pt x="74213" y="305983"/>
                  </a:lnTo>
                  <a:lnTo>
                    <a:pt x="78679" y="308869"/>
                  </a:lnTo>
                  <a:lnTo>
                    <a:pt x="83235" y="311612"/>
                  </a:lnTo>
                  <a:lnTo>
                    <a:pt x="87876" y="314208"/>
                  </a:lnTo>
                  <a:lnTo>
                    <a:pt x="92597" y="316655"/>
                  </a:lnTo>
                  <a:lnTo>
                    <a:pt x="97393" y="318951"/>
                  </a:lnTo>
                  <a:lnTo>
                    <a:pt x="102260" y="321094"/>
                  </a:lnTo>
                  <a:lnTo>
                    <a:pt x="107193" y="323080"/>
                  </a:lnTo>
                  <a:lnTo>
                    <a:pt x="112186" y="324909"/>
                  </a:lnTo>
                  <a:lnTo>
                    <a:pt x="117235" y="326577"/>
                  </a:lnTo>
                  <a:lnTo>
                    <a:pt x="122334" y="328085"/>
                  </a:lnTo>
                  <a:lnTo>
                    <a:pt x="127479" y="329429"/>
                  </a:lnTo>
                  <a:lnTo>
                    <a:pt x="132664" y="330609"/>
                  </a:lnTo>
                  <a:lnTo>
                    <a:pt x="137884" y="331624"/>
                  </a:lnTo>
                  <a:lnTo>
                    <a:pt x="143134" y="332472"/>
                  </a:lnTo>
                  <a:lnTo>
                    <a:pt x="148408" y="333152"/>
                  </a:lnTo>
                  <a:lnTo>
                    <a:pt x="153700" y="333665"/>
                  </a:lnTo>
                  <a:lnTo>
                    <a:pt x="159007" y="334009"/>
                  </a:lnTo>
                  <a:lnTo>
                    <a:pt x="164322" y="334184"/>
                  </a:lnTo>
                  <a:lnTo>
                    <a:pt x="169639" y="334190"/>
                  </a:lnTo>
                  <a:lnTo>
                    <a:pt x="174954" y="334026"/>
                  </a:lnTo>
                  <a:lnTo>
                    <a:pt x="180262" y="333694"/>
                  </a:lnTo>
                  <a:lnTo>
                    <a:pt x="185555" y="333193"/>
                  </a:lnTo>
                  <a:lnTo>
                    <a:pt x="190831" y="332524"/>
                  </a:lnTo>
                  <a:lnTo>
                    <a:pt x="196082" y="331688"/>
                  </a:lnTo>
                  <a:lnTo>
                    <a:pt x="201304" y="330685"/>
                  </a:lnTo>
                  <a:lnTo>
                    <a:pt x="206492" y="329516"/>
                  </a:lnTo>
                  <a:lnTo>
                    <a:pt x="211640" y="328183"/>
                  </a:lnTo>
                  <a:lnTo>
                    <a:pt x="216743" y="326687"/>
                  </a:lnTo>
                  <a:lnTo>
                    <a:pt x="221795" y="325029"/>
                  </a:lnTo>
                  <a:lnTo>
                    <a:pt x="226793" y="323212"/>
                  </a:lnTo>
                  <a:lnTo>
                    <a:pt x="231730" y="321236"/>
                  </a:lnTo>
                  <a:lnTo>
                    <a:pt x="236601" y="319105"/>
                  </a:lnTo>
                  <a:lnTo>
                    <a:pt x="241403" y="316819"/>
                  </a:lnTo>
                  <a:lnTo>
                    <a:pt x="246129" y="314382"/>
                  </a:lnTo>
                  <a:lnTo>
                    <a:pt x="250775" y="311796"/>
                  </a:lnTo>
                  <a:lnTo>
                    <a:pt x="255337" y="309064"/>
                  </a:lnTo>
                  <a:lnTo>
                    <a:pt x="259810" y="306188"/>
                  </a:lnTo>
                  <a:lnTo>
                    <a:pt x="264189" y="303171"/>
                  </a:lnTo>
                  <a:lnTo>
                    <a:pt x="268469" y="300016"/>
                  </a:lnTo>
                  <a:lnTo>
                    <a:pt x="272647" y="296726"/>
                  </a:lnTo>
                  <a:lnTo>
                    <a:pt x="276719" y="293306"/>
                  </a:lnTo>
                  <a:lnTo>
                    <a:pt x="280679" y="289757"/>
                  </a:lnTo>
                  <a:lnTo>
                    <a:pt x="284525" y="286085"/>
                  </a:lnTo>
                  <a:lnTo>
                    <a:pt x="288252" y="282292"/>
                  </a:lnTo>
                  <a:lnTo>
                    <a:pt x="291856" y="278382"/>
                  </a:lnTo>
                  <a:lnTo>
                    <a:pt x="295335" y="274360"/>
                  </a:lnTo>
                  <a:lnTo>
                    <a:pt x="298683" y="270229"/>
                  </a:lnTo>
                  <a:lnTo>
                    <a:pt x="301899" y="265994"/>
                  </a:lnTo>
                  <a:lnTo>
                    <a:pt x="304978" y="261658"/>
                  </a:lnTo>
                  <a:lnTo>
                    <a:pt x="307918" y="257227"/>
                  </a:lnTo>
                  <a:lnTo>
                    <a:pt x="310715" y="252705"/>
                  </a:lnTo>
                  <a:lnTo>
                    <a:pt x="313367" y="248096"/>
                  </a:lnTo>
                  <a:lnTo>
                    <a:pt x="315871" y="243405"/>
                  </a:lnTo>
                  <a:lnTo>
                    <a:pt x="318224" y="238636"/>
                  </a:lnTo>
                  <a:lnTo>
                    <a:pt x="320425" y="233796"/>
                  </a:lnTo>
                  <a:lnTo>
                    <a:pt x="322471" y="228887"/>
                  </a:lnTo>
                  <a:lnTo>
                    <a:pt x="324359" y="223916"/>
                  </a:lnTo>
                  <a:lnTo>
                    <a:pt x="326089" y="218888"/>
                  </a:lnTo>
                  <a:lnTo>
                    <a:pt x="327657" y="213807"/>
                  </a:lnTo>
                  <a:lnTo>
                    <a:pt x="329064" y="208678"/>
                  </a:lnTo>
                  <a:lnTo>
                    <a:pt x="330306" y="203508"/>
                  </a:lnTo>
                  <a:lnTo>
                    <a:pt x="331384" y="198301"/>
                  </a:lnTo>
                  <a:lnTo>
                    <a:pt x="332295" y="193062"/>
                  </a:lnTo>
                  <a:lnTo>
                    <a:pt x="333039" y="187797"/>
                  </a:lnTo>
                  <a:lnTo>
                    <a:pt x="333615" y="182510"/>
                  </a:lnTo>
                  <a:lnTo>
                    <a:pt x="334023" y="177208"/>
                  </a:lnTo>
                  <a:lnTo>
                    <a:pt x="167165" y="167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167165" cy="177335"/>
            </a:xfrm>
            <a:custGeom>
              <a:avLst/>
              <a:pathLst>
                <a:path w="167165" h="177335">
                  <a:moveTo>
                    <a:pt x="166857" y="177335"/>
                  </a:moveTo>
                  <a:lnTo>
                    <a:pt x="167100" y="171885"/>
                  </a:lnTo>
                  <a:lnTo>
                    <a:pt x="167165" y="166431"/>
                  </a:lnTo>
                  <a:lnTo>
                    <a:pt x="167052" y="160977"/>
                  </a:lnTo>
                  <a:lnTo>
                    <a:pt x="166761" y="155530"/>
                  </a:lnTo>
                  <a:lnTo>
                    <a:pt x="166293" y="150095"/>
                  </a:lnTo>
                  <a:lnTo>
                    <a:pt x="165647" y="144678"/>
                  </a:lnTo>
                  <a:lnTo>
                    <a:pt x="164825" y="139285"/>
                  </a:lnTo>
                  <a:lnTo>
                    <a:pt x="163828" y="133922"/>
                  </a:lnTo>
                  <a:lnTo>
                    <a:pt x="162656" y="128595"/>
                  </a:lnTo>
                  <a:lnTo>
                    <a:pt x="161311" y="123308"/>
                  </a:lnTo>
                  <a:lnTo>
                    <a:pt x="159794" y="118069"/>
                  </a:lnTo>
                  <a:lnTo>
                    <a:pt x="158107" y="112881"/>
                  </a:lnTo>
                  <a:lnTo>
                    <a:pt x="156252" y="107751"/>
                  </a:lnTo>
                  <a:lnTo>
                    <a:pt x="154230" y="102685"/>
                  </a:lnTo>
                  <a:lnTo>
                    <a:pt x="152044" y="97687"/>
                  </a:lnTo>
                  <a:lnTo>
                    <a:pt x="149696" y="92763"/>
                  </a:lnTo>
                  <a:lnTo>
                    <a:pt x="147189" y="87919"/>
                  </a:lnTo>
                  <a:lnTo>
                    <a:pt x="144525" y="83158"/>
                  </a:lnTo>
                  <a:lnTo>
                    <a:pt x="141707" y="78488"/>
                  </a:lnTo>
                  <a:lnTo>
                    <a:pt x="138738" y="73911"/>
                  </a:lnTo>
                  <a:lnTo>
                    <a:pt x="135621" y="69434"/>
                  </a:lnTo>
                  <a:lnTo>
                    <a:pt x="132360" y="65061"/>
                  </a:lnTo>
                  <a:lnTo>
                    <a:pt x="128959" y="60797"/>
                  </a:lnTo>
                  <a:lnTo>
                    <a:pt x="125419" y="56646"/>
                  </a:lnTo>
                  <a:lnTo>
                    <a:pt x="121747" y="52613"/>
                  </a:lnTo>
                  <a:lnTo>
                    <a:pt x="117944" y="48702"/>
                  </a:lnTo>
                  <a:lnTo>
                    <a:pt x="114016" y="44916"/>
                  </a:lnTo>
                  <a:lnTo>
                    <a:pt x="109967" y="41262"/>
                  </a:lnTo>
                  <a:lnTo>
                    <a:pt x="105800" y="37741"/>
                  </a:lnTo>
                  <a:lnTo>
                    <a:pt x="101521" y="34358"/>
                  </a:lnTo>
                  <a:lnTo>
                    <a:pt x="97134" y="31116"/>
                  </a:lnTo>
                  <a:lnTo>
                    <a:pt x="92643" y="28019"/>
                  </a:lnTo>
                  <a:lnTo>
                    <a:pt x="88054" y="25070"/>
                  </a:lnTo>
                  <a:lnTo>
                    <a:pt x="83371" y="22273"/>
                  </a:lnTo>
                  <a:lnTo>
                    <a:pt x="78599" y="19630"/>
                  </a:lnTo>
                  <a:lnTo>
                    <a:pt x="73743" y="17144"/>
                  </a:lnTo>
                  <a:lnTo>
                    <a:pt x="68809" y="14818"/>
                  </a:lnTo>
                  <a:lnTo>
                    <a:pt x="63802" y="12654"/>
                  </a:lnTo>
                  <a:lnTo>
                    <a:pt x="58726" y="10655"/>
                  </a:lnTo>
                  <a:lnTo>
                    <a:pt x="53588" y="8822"/>
                  </a:lnTo>
                  <a:lnTo>
                    <a:pt x="48394" y="7158"/>
                  </a:lnTo>
                  <a:lnTo>
                    <a:pt x="43147" y="5664"/>
                  </a:lnTo>
                  <a:lnTo>
                    <a:pt x="37855" y="4342"/>
                  </a:lnTo>
                  <a:lnTo>
                    <a:pt x="32522" y="3194"/>
                  </a:lnTo>
                  <a:lnTo>
                    <a:pt x="27155" y="2220"/>
                  </a:lnTo>
                  <a:lnTo>
                    <a:pt x="21758" y="1422"/>
                  </a:lnTo>
                  <a:lnTo>
                    <a:pt x="16339" y="800"/>
                  </a:lnTo>
                  <a:lnTo>
                    <a:pt x="10902" y="355"/>
                  </a:lnTo>
                  <a:lnTo>
                    <a:pt x="5454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2221" y="1681503"/>
              <a:ext cx="11013" cy="167167"/>
            </a:xfrm>
            <a:custGeom>
              <a:avLst/>
              <a:pathLst>
                <a:path w="11013" h="167167">
                  <a:moveTo>
                    <a:pt x="11013" y="0"/>
                  </a:moveTo>
                  <a:lnTo>
                    <a:pt x="0" y="363"/>
                  </a:lnTo>
                  <a:lnTo>
                    <a:pt x="1101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2221" y="1681866"/>
              <a:ext cx="11013" cy="166804"/>
            </a:xfrm>
            <a:custGeom>
              <a:avLst/>
              <a:pathLst>
                <a:path w="11013" h="166804">
                  <a:moveTo>
                    <a:pt x="0" y="0"/>
                  </a:moveTo>
                  <a:lnTo>
                    <a:pt x="11013" y="1668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87" y="1681866"/>
              <a:ext cx="334302" cy="333971"/>
            </a:xfrm>
            <a:custGeom>
              <a:avLst/>
              <a:pathLst>
                <a:path w="334302" h="333971">
                  <a:moveTo>
                    <a:pt x="156133" y="0"/>
                  </a:moveTo>
                  <a:lnTo>
                    <a:pt x="150853" y="432"/>
                  </a:lnTo>
                  <a:lnTo>
                    <a:pt x="145590" y="1032"/>
                  </a:lnTo>
                  <a:lnTo>
                    <a:pt x="140348" y="1798"/>
                  </a:lnTo>
                  <a:lnTo>
                    <a:pt x="135133" y="2730"/>
                  </a:lnTo>
                  <a:lnTo>
                    <a:pt x="129950" y="3827"/>
                  </a:lnTo>
                  <a:lnTo>
                    <a:pt x="124805" y="5088"/>
                  </a:lnTo>
                  <a:lnTo>
                    <a:pt x="119702" y="6511"/>
                  </a:lnTo>
                  <a:lnTo>
                    <a:pt x="114647" y="8094"/>
                  </a:lnTo>
                  <a:lnTo>
                    <a:pt x="109644" y="9838"/>
                  </a:lnTo>
                  <a:lnTo>
                    <a:pt x="104699" y="11739"/>
                  </a:lnTo>
                  <a:lnTo>
                    <a:pt x="99817" y="13795"/>
                  </a:lnTo>
                  <a:lnTo>
                    <a:pt x="95003" y="16006"/>
                  </a:lnTo>
                  <a:lnTo>
                    <a:pt x="90260" y="18367"/>
                  </a:lnTo>
                  <a:lnTo>
                    <a:pt x="85596" y="20878"/>
                  </a:lnTo>
                  <a:lnTo>
                    <a:pt x="81013" y="23535"/>
                  </a:lnTo>
                  <a:lnTo>
                    <a:pt x="76516" y="26337"/>
                  </a:lnTo>
                  <a:lnTo>
                    <a:pt x="72111" y="29279"/>
                  </a:lnTo>
                  <a:lnTo>
                    <a:pt x="67801" y="32359"/>
                  </a:lnTo>
                  <a:lnTo>
                    <a:pt x="63591" y="35575"/>
                  </a:lnTo>
                  <a:lnTo>
                    <a:pt x="59485" y="38922"/>
                  </a:lnTo>
                  <a:lnTo>
                    <a:pt x="55487" y="42398"/>
                  </a:lnTo>
                  <a:lnTo>
                    <a:pt x="51601" y="45998"/>
                  </a:lnTo>
                  <a:lnTo>
                    <a:pt x="47831" y="49720"/>
                  </a:lnTo>
                  <a:lnTo>
                    <a:pt x="44181" y="53560"/>
                  </a:lnTo>
                  <a:lnTo>
                    <a:pt x="40654" y="57513"/>
                  </a:lnTo>
                  <a:lnTo>
                    <a:pt x="37255" y="61576"/>
                  </a:lnTo>
                  <a:lnTo>
                    <a:pt x="33986" y="65745"/>
                  </a:lnTo>
                  <a:lnTo>
                    <a:pt x="30850" y="70015"/>
                  </a:lnTo>
                  <a:lnTo>
                    <a:pt x="27852" y="74382"/>
                  </a:lnTo>
                  <a:lnTo>
                    <a:pt x="24993" y="78842"/>
                  </a:lnTo>
                  <a:lnTo>
                    <a:pt x="22277" y="83391"/>
                  </a:lnTo>
                  <a:lnTo>
                    <a:pt x="19707" y="88023"/>
                  </a:lnTo>
                  <a:lnTo>
                    <a:pt x="17285" y="92735"/>
                  </a:lnTo>
                  <a:lnTo>
                    <a:pt x="15013" y="97521"/>
                  </a:lnTo>
                  <a:lnTo>
                    <a:pt x="12894" y="102376"/>
                  </a:lnTo>
                  <a:lnTo>
                    <a:pt x="10930" y="107296"/>
                  </a:lnTo>
                  <a:lnTo>
                    <a:pt x="9123" y="112276"/>
                  </a:lnTo>
                  <a:lnTo>
                    <a:pt x="7475" y="117310"/>
                  </a:lnTo>
                  <a:lnTo>
                    <a:pt x="5986" y="122395"/>
                  </a:lnTo>
                  <a:lnTo>
                    <a:pt x="4660" y="127524"/>
                  </a:lnTo>
                  <a:lnTo>
                    <a:pt x="3497" y="132692"/>
                  </a:lnTo>
                  <a:lnTo>
                    <a:pt x="2498" y="137895"/>
                  </a:lnTo>
                  <a:lnTo>
                    <a:pt x="1665" y="143126"/>
                  </a:lnTo>
                  <a:lnTo>
                    <a:pt x="998" y="148382"/>
                  </a:lnTo>
                  <a:lnTo>
                    <a:pt x="498" y="153656"/>
                  </a:lnTo>
                  <a:lnTo>
                    <a:pt x="165" y="158943"/>
                  </a:lnTo>
                  <a:lnTo>
                    <a:pt x="0" y="164238"/>
                  </a:lnTo>
                  <a:lnTo>
                    <a:pt x="2" y="169536"/>
                  </a:lnTo>
                  <a:lnTo>
                    <a:pt x="173" y="174830"/>
                  </a:lnTo>
                  <a:lnTo>
                    <a:pt x="511" y="180117"/>
                  </a:lnTo>
                  <a:lnTo>
                    <a:pt x="1016" y="185391"/>
                  </a:lnTo>
                  <a:lnTo>
                    <a:pt x="1689" y="190645"/>
                  </a:lnTo>
                  <a:lnTo>
                    <a:pt x="2527" y="195876"/>
                  </a:lnTo>
                  <a:lnTo>
                    <a:pt x="3531" y="201078"/>
                  </a:lnTo>
                  <a:lnTo>
                    <a:pt x="4699" y="206245"/>
                  </a:lnTo>
                  <a:lnTo>
                    <a:pt x="6031" y="211373"/>
                  </a:lnTo>
                  <a:lnTo>
                    <a:pt x="7524" y="216455"/>
                  </a:lnTo>
                  <a:lnTo>
                    <a:pt x="9177" y="221488"/>
                  </a:lnTo>
                  <a:lnTo>
                    <a:pt x="10989" y="226467"/>
                  </a:lnTo>
                  <a:lnTo>
                    <a:pt x="12958" y="231385"/>
                  </a:lnTo>
                  <a:lnTo>
                    <a:pt x="15082" y="236238"/>
                  </a:lnTo>
                  <a:lnTo>
                    <a:pt x="17358" y="241021"/>
                  </a:lnTo>
                  <a:lnTo>
                    <a:pt x="19785" y="245731"/>
                  </a:lnTo>
                  <a:lnTo>
                    <a:pt x="22360" y="250360"/>
                  </a:lnTo>
                  <a:lnTo>
                    <a:pt x="25081" y="254906"/>
                  </a:lnTo>
                  <a:lnTo>
                    <a:pt x="27944" y="259363"/>
                  </a:lnTo>
                  <a:lnTo>
                    <a:pt x="30946" y="263728"/>
                  </a:lnTo>
                  <a:lnTo>
                    <a:pt x="34086" y="267995"/>
                  </a:lnTo>
                  <a:lnTo>
                    <a:pt x="37359" y="272160"/>
                  </a:lnTo>
                  <a:lnTo>
                    <a:pt x="40763" y="276220"/>
                  </a:lnTo>
                  <a:lnTo>
                    <a:pt x="44293" y="280170"/>
                  </a:lnTo>
                  <a:lnTo>
                    <a:pt x="47947" y="284006"/>
                  </a:lnTo>
                  <a:lnTo>
                    <a:pt x="51721" y="287724"/>
                  </a:lnTo>
                  <a:lnTo>
                    <a:pt x="55610" y="291320"/>
                  </a:lnTo>
                  <a:lnTo>
                    <a:pt x="59612" y="294792"/>
                  </a:lnTo>
                  <a:lnTo>
                    <a:pt x="63721" y="298135"/>
                  </a:lnTo>
                  <a:lnTo>
                    <a:pt x="67935" y="301347"/>
                  </a:lnTo>
                  <a:lnTo>
                    <a:pt x="72248" y="304423"/>
                  </a:lnTo>
                  <a:lnTo>
                    <a:pt x="76656" y="307361"/>
                  </a:lnTo>
                  <a:lnTo>
                    <a:pt x="81155" y="310157"/>
                  </a:lnTo>
                  <a:lnTo>
                    <a:pt x="85741" y="312810"/>
                  </a:lnTo>
                  <a:lnTo>
                    <a:pt x="90408" y="315316"/>
                  </a:lnTo>
                  <a:lnTo>
                    <a:pt x="95152" y="317673"/>
                  </a:lnTo>
                  <a:lnTo>
                    <a:pt x="99969" y="319879"/>
                  </a:lnTo>
                  <a:lnTo>
                    <a:pt x="104853" y="321931"/>
                  </a:lnTo>
                  <a:lnTo>
                    <a:pt x="109800" y="323827"/>
                  </a:lnTo>
                  <a:lnTo>
                    <a:pt x="114804" y="325565"/>
                  </a:lnTo>
                  <a:lnTo>
                    <a:pt x="119861" y="327144"/>
                  </a:lnTo>
                  <a:lnTo>
                    <a:pt x="124965" y="328562"/>
                  </a:lnTo>
                  <a:lnTo>
                    <a:pt x="130112" y="329817"/>
                  </a:lnTo>
                  <a:lnTo>
                    <a:pt x="135296" y="330909"/>
                  </a:lnTo>
                  <a:lnTo>
                    <a:pt x="140512" y="331836"/>
                  </a:lnTo>
                  <a:lnTo>
                    <a:pt x="145755" y="332597"/>
                  </a:lnTo>
                  <a:lnTo>
                    <a:pt x="151019" y="333191"/>
                  </a:lnTo>
                  <a:lnTo>
                    <a:pt x="156299" y="333619"/>
                  </a:lnTo>
                  <a:lnTo>
                    <a:pt x="161590" y="333879"/>
                  </a:lnTo>
                  <a:lnTo>
                    <a:pt x="166887" y="333971"/>
                  </a:lnTo>
                  <a:lnTo>
                    <a:pt x="172184" y="333895"/>
                  </a:lnTo>
                  <a:lnTo>
                    <a:pt x="177476" y="333652"/>
                  </a:lnTo>
                  <a:lnTo>
                    <a:pt x="182758" y="333241"/>
                  </a:lnTo>
                  <a:lnTo>
                    <a:pt x="188024" y="332662"/>
                  </a:lnTo>
                  <a:lnTo>
                    <a:pt x="193269" y="331918"/>
                  </a:lnTo>
                  <a:lnTo>
                    <a:pt x="198488" y="331007"/>
                  </a:lnTo>
                  <a:lnTo>
                    <a:pt x="203675" y="329932"/>
                  </a:lnTo>
                  <a:lnTo>
                    <a:pt x="208825" y="328692"/>
                  </a:lnTo>
                  <a:lnTo>
                    <a:pt x="213934" y="327290"/>
                  </a:lnTo>
                  <a:lnTo>
                    <a:pt x="218996" y="325727"/>
                  </a:lnTo>
                  <a:lnTo>
                    <a:pt x="224006" y="324004"/>
                  </a:lnTo>
                  <a:lnTo>
                    <a:pt x="228958" y="322124"/>
                  </a:lnTo>
                  <a:lnTo>
                    <a:pt x="233849" y="320087"/>
                  </a:lnTo>
                  <a:lnTo>
                    <a:pt x="238672" y="317897"/>
                  </a:lnTo>
                  <a:lnTo>
                    <a:pt x="243424" y="315555"/>
                  </a:lnTo>
                  <a:lnTo>
                    <a:pt x="248099" y="313063"/>
                  </a:lnTo>
                  <a:lnTo>
                    <a:pt x="252693" y="310424"/>
                  </a:lnTo>
                  <a:lnTo>
                    <a:pt x="257201" y="307642"/>
                  </a:lnTo>
                  <a:lnTo>
                    <a:pt x="261618" y="304717"/>
                  </a:lnTo>
                  <a:lnTo>
                    <a:pt x="265941" y="301655"/>
                  </a:lnTo>
                  <a:lnTo>
                    <a:pt x="270164" y="298457"/>
                  </a:lnTo>
                  <a:lnTo>
                    <a:pt x="274284" y="295126"/>
                  </a:lnTo>
                  <a:lnTo>
                    <a:pt x="278296" y="291667"/>
                  </a:lnTo>
                  <a:lnTo>
                    <a:pt x="282197" y="288082"/>
                  </a:lnTo>
                  <a:lnTo>
                    <a:pt x="285982" y="284376"/>
                  </a:lnTo>
                  <a:lnTo>
                    <a:pt x="289648" y="280552"/>
                  </a:lnTo>
                  <a:lnTo>
                    <a:pt x="293191" y="276613"/>
                  </a:lnTo>
                  <a:lnTo>
                    <a:pt x="296607" y="272564"/>
                  </a:lnTo>
                  <a:lnTo>
                    <a:pt x="299893" y="268409"/>
                  </a:lnTo>
                  <a:lnTo>
                    <a:pt x="303046" y="264151"/>
                  </a:lnTo>
                  <a:lnTo>
                    <a:pt x="306062" y="259796"/>
                  </a:lnTo>
                  <a:lnTo>
                    <a:pt x="308939" y="255348"/>
                  </a:lnTo>
                  <a:lnTo>
                    <a:pt x="311673" y="250811"/>
                  </a:lnTo>
                  <a:lnTo>
                    <a:pt x="314263" y="246189"/>
                  </a:lnTo>
                  <a:lnTo>
                    <a:pt x="316704" y="241487"/>
                  </a:lnTo>
                  <a:lnTo>
                    <a:pt x="318996" y="236711"/>
                  </a:lnTo>
                  <a:lnTo>
                    <a:pt x="321134" y="231864"/>
                  </a:lnTo>
                  <a:lnTo>
                    <a:pt x="323119" y="226952"/>
                  </a:lnTo>
                  <a:lnTo>
                    <a:pt x="324946" y="221980"/>
                  </a:lnTo>
                  <a:lnTo>
                    <a:pt x="326615" y="216952"/>
                  </a:lnTo>
                  <a:lnTo>
                    <a:pt x="328124" y="211874"/>
                  </a:lnTo>
                  <a:lnTo>
                    <a:pt x="329472" y="206751"/>
                  </a:lnTo>
                  <a:lnTo>
                    <a:pt x="330656" y="201587"/>
                  </a:lnTo>
                  <a:lnTo>
                    <a:pt x="331676" y="196389"/>
                  </a:lnTo>
                  <a:lnTo>
                    <a:pt x="332531" y="191160"/>
                  </a:lnTo>
                  <a:lnTo>
                    <a:pt x="333220" y="185908"/>
                  </a:lnTo>
                  <a:lnTo>
                    <a:pt x="333741" y="180636"/>
                  </a:lnTo>
                  <a:lnTo>
                    <a:pt x="334096" y="175350"/>
                  </a:lnTo>
                  <a:lnTo>
                    <a:pt x="334283" y="170056"/>
                  </a:lnTo>
                  <a:lnTo>
                    <a:pt x="334302" y="164758"/>
                  </a:lnTo>
                  <a:lnTo>
                    <a:pt x="334153" y="159463"/>
                  </a:lnTo>
                  <a:lnTo>
                    <a:pt x="333837" y="154175"/>
                  </a:lnTo>
                  <a:lnTo>
                    <a:pt x="333353" y="148899"/>
                  </a:lnTo>
                  <a:lnTo>
                    <a:pt x="332702" y="143642"/>
                  </a:lnTo>
                  <a:lnTo>
                    <a:pt x="331885" y="138407"/>
                  </a:lnTo>
                  <a:lnTo>
                    <a:pt x="330903" y="133202"/>
                  </a:lnTo>
                  <a:lnTo>
                    <a:pt x="329756" y="128030"/>
                  </a:lnTo>
                  <a:lnTo>
                    <a:pt x="328445" y="122897"/>
                  </a:lnTo>
                  <a:lnTo>
                    <a:pt x="326973" y="117808"/>
                  </a:lnTo>
                  <a:lnTo>
                    <a:pt x="325340" y="112768"/>
                  </a:lnTo>
                  <a:lnTo>
                    <a:pt x="323549" y="107783"/>
                  </a:lnTo>
                  <a:lnTo>
                    <a:pt x="321600" y="102856"/>
                  </a:lnTo>
                  <a:lnTo>
                    <a:pt x="319496" y="97994"/>
                  </a:lnTo>
                  <a:lnTo>
                    <a:pt x="317239" y="93202"/>
                  </a:lnTo>
                  <a:lnTo>
                    <a:pt x="314832" y="88483"/>
                  </a:lnTo>
                  <a:lnTo>
                    <a:pt x="312276" y="83842"/>
                  </a:lnTo>
                  <a:lnTo>
                    <a:pt x="309574" y="79285"/>
                  </a:lnTo>
                  <a:lnTo>
                    <a:pt x="306730" y="74816"/>
                  </a:lnTo>
                  <a:lnTo>
                    <a:pt x="303745" y="70440"/>
                  </a:lnTo>
                  <a:lnTo>
                    <a:pt x="300623" y="66160"/>
                  </a:lnTo>
                  <a:lnTo>
                    <a:pt x="297367" y="61981"/>
                  </a:lnTo>
                  <a:lnTo>
                    <a:pt x="293980" y="57907"/>
                  </a:lnTo>
                  <a:lnTo>
                    <a:pt x="290466" y="53943"/>
                  </a:lnTo>
                  <a:lnTo>
                    <a:pt x="286828" y="50092"/>
                  </a:lnTo>
                  <a:lnTo>
                    <a:pt x="283069" y="46359"/>
                  </a:lnTo>
                  <a:lnTo>
                    <a:pt x="279195" y="42746"/>
                  </a:lnTo>
                  <a:lnTo>
                    <a:pt x="275207" y="39258"/>
                  </a:lnTo>
                  <a:lnTo>
                    <a:pt x="271112" y="35898"/>
                  </a:lnTo>
                  <a:lnTo>
                    <a:pt x="266912" y="32669"/>
                  </a:lnTo>
                  <a:lnTo>
                    <a:pt x="262611" y="29575"/>
                  </a:lnTo>
                  <a:lnTo>
                    <a:pt x="258215" y="26619"/>
                  </a:lnTo>
                  <a:lnTo>
                    <a:pt x="253727" y="23804"/>
                  </a:lnTo>
                  <a:lnTo>
                    <a:pt x="249153" y="21133"/>
                  </a:lnTo>
                  <a:lnTo>
                    <a:pt x="244496" y="18607"/>
                  </a:lnTo>
                  <a:lnTo>
                    <a:pt x="239761" y="16231"/>
                  </a:lnTo>
                  <a:lnTo>
                    <a:pt x="234953" y="14006"/>
                  </a:lnTo>
                  <a:lnTo>
                    <a:pt x="230078" y="11934"/>
                  </a:lnTo>
                  <a:lnTo>
                    <a:pt x="225139" y="10017"/>
                  </a:lnTo>
                  <a:lnTo>
                    <a:pt x="220142" y="8259"/>
                  </a:lnTo>
                  <a:lnTo>
                    <a:pt x="215091" y="6659"/>
                  </a:lnTo>
                  <a:lnTo>
                    <a:pt x="209993" y="5220"/>
                  </a:lnTo>
                  <a:lnTo>
                    <a:pt x="204851" y="3944"/>
                  </a:lnTo>
                  <a:lnTo>
                    <a:pt x="167147" y="1668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37704" cy="167167"/>
            </a:xfrm>
            <a:custGeom>
              <a:avLst/>
              <a:pathLst>
                <a:path w="37704" h="167167">
                  <a:moveTo>
                    <a:pt x="37704" y="4307"/>
                  </a:moveTo>
                  <a:lnTo>
                    <a:pt x="31503" y="2995"/>
                  </a:lnTo>
                  <a:lnTo>
                    <a:pt x="25257" y="1919"/>
                  </a:lnTo>
                  <a:lnTo>
                    <a:pt x="18974" y="1080"/>
                  </a:lnTo>
                  <a:lnTo>
                    <a:pt x="12664" y="480"/>
                  </a:lnTo>
                  <a:lnTo>
                    <a:pt x="6337" y="12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1" y="1322571"/>
              <a:ext cx="167167" cy="310045"/>
            </a:xfrm>
            <a:custGeom>
              <a:avLst/>
              <a:pathLst>
                <a:path w="167167" h="310045">
                  <a:moveTo>
                    <a:pt x="167167" y="0"/>
                  </a:moveTo>
                  <a:lnTo>
                    <a:pt x="161811" y="85"/>
                  </a:lnTo>
                  <a:lnTo>
                    <a:pt x="156460" y="343"/>
                  </a:lnTo>
                  <a:lnTo>
                    <a:pt x="151120" y="771"/>
                  </a:lnTo>
                  <a:lnTo>
                    <a:pt x="145797" y="1371"/>
                  </a:lnTo>
                  <a:lnTo>
                    <a:pt x="140496" y="2141"/>
                  </a:lnTo>
                  <a:lnTo>
                    <a:pt x="135222" y="3080"/>
                  </a:lnTo>
                  <a:lnTo>
                    <a:pt x="129981" y="4188"/>
                  </a:lnTo>
                  <a:lnTo>
                    <a:pt x="124778" y="5463"/>
                  </a:lnTo>
                  <a:lnTo>
                    <a:pt x="119618" y="6904"/>
                  </a:lnTo>
                  <a:lnTo>
                    <a:pt x="114508" y="8510"/>
                  </a:lnTo>
                  <a:lnTo>
                    <a:pt x="109451" y="10279"/>
                  </a:lnTo>
                  <a:lnTo>
                    <a:pt x="104454" y="12209"/>
                  </a:lnTo>
                  <a:lnTo>
                    <a:pt x="99521" y="14298"/>
                  </a:lnTo>
                  <a:lnTo>
                    <a:pt x="94658" y="16544"/>
                  </a:lnTo>
                  <a:lnTo>
                    <a:pt x="89869" y="18944"/>
                  </a:lnTo>
                  <a:lnTo>
                    <a:pt x="85159" y="21497"/>
                  </a:lnTo>
                  <a:lnTo>
                    <a:pt x="80534" y="24199"/>
                  </a:lnTo>
                  <a:lnTo>
                    <a:pt x="75998" y="27049"/>
                  </a:lnTo>
                  <a:lnTo>
                    <a:pt x="71555" y="30042"/>
                  </a:lnTo>
                  <a:lnTo>
                    <a:pt x="67210" y="33176"/>
                  </a:lnTo>
                  <a:lnTo>
                    <a:pt x="62968" y="36447"/>
                  </a:lnTo>
                  <a:lnTo>
                    <a:pt x="58834" y="39853"/>
                  </a:lnTo>
                  <a:lnTo>
                    <a:pt x="54810" y="43390"/>
                  </a:lnTo>
                  <a:lnTo>
                    <a:pt x="50902" y="47053"/>
                  </a:lnTo>
                  <a:lnTo>
                    <a:pt x="47113" y="50840"/>
                  </a:lnTo>
                  <a:lnTo>
                    <a:pt x="43447" y="54746"/>
                  </a:lnTo>
                  <a:lnTo>
                    <a:pt x="39909" y="58768"/>
                  </a:lnTo>
                  <a:lnTo>
                    <a:pt x="36501" y="62901"/>
                  </a:lnTo>
                  <a:lnTo>
                    <a:pt x="33227" y="67142"/>
                  </a:lnTo>
                  <a:lnTo>
                    <a:pt x="30091" y="71485"/>
                  </a:lnTo>
                  <a:lnTo>
                    <a:pt x="27095" y="75926"/>
                  </a:lnTo>
                  <a:lnTo>
                    <a:pt x="24244" y="80461"/>
                  </a:lnTo>
                  <a:lnTo>
                    <a:pt x="21539" y="85085"/>
                  </a:lnTo>
                  <a:lnTo>
                    <a:pt x="18984" y="89793"/>
                  </a:lnTo>
                  <a:lnTo>
                    <a:pt x="16581" y="94581"/>
                  </a:lnTo>
                  <a:lnTo>
                    <a:pt x="14332" y="99443"/>
                  </a:lnTo>
                  <a:lnTo>
                    <a:pt x="12241" y="104375"/>
                  </a:lnTo>
                  <a:lnTo>
                    <a:pt x="10309" y="109371"/>
                  </a:lnTo>
                  <a:lnTo>
                    <a:pt x="8537" y="114426"/>
                  </a:lnTo>
                  <a:lnTo>
                    <a:pt x="6929" y="119536"/>
                  </a:lnTo>
                  <a:lnTo>
                    <a:pt x="5485" y="124695"/>
                  </a:lnTo>
                  <a:lnTo>
                    <a:pt x="4207" y="129897"/>
                  </a:lnTo>
                  <a:lnTo>
                    <a:pt x="3097" y="135138"/>
                  </a:lnTo>
                  <a:lnTo>
                    <a:pt x="2155" y="140411"/>
                  </a:lnTo>
                  <a:lnTo>
                    <a:pt x="1382" y="145712"/>
                  </a:lnTo>
                  <a:lnTo>
                    <a:pt x="780" y="151035"/>
                  </a:lnTo>
                  <a:lnTo>
                    <a:pt x="348" y="156374"/>
                  </a:lnTo>
                  <a:lnTo>
                    <a:pt x="88" y="161725"/>
                  </a:lnTo>
                  <a:lnTo>
                    <a:pt x="0" y="167081"/>
                  </a:lnTo>
                  <a:lnTo>
                    <a:pt x="83" y="172437"/>
                  </a:lnTo>
                  <a:lnTo>
                    <a:pt x="337" y="177788"/>
                  </a:lnTo>
                  <a:lnTo>
                    <a:pt x="763" y="183128"/>
                  </a:lnTo>
                  <a:lnTo>
                    <a:pt x="1360" y="188452"/>
                  </a:lnTo>
                  <a:lnTo>
                    <a:pt x="2127" y="193754"/>
                  </a:lnTo>
                  <a:lnTo>
                    <a:pt x="3064" y="199028"/>
                  </a:lnTo>
                  <a:lnTo>
                    <a:pt x="4169" y="204270"/>
                  </a:lnTo>
                  <a:lnTo>
                    <a:pt x="5441" y="209473"/>
                  </a:lnTo>
                  <a:lnTo>
                    <a:pt x="6880" y="214633"/>
                  </a:lnTo>
                  <a:lnTo>
                    <a:pt x="8483" y="219745"/>
                  </a:lnTo>
                  <a:lnTo>
                    <a:pt x="10249" y="224802"/>
                  </a:lnTo>
                  <a:lnTo>
                    <a:pt x="12177" y="229800"/>
                  </a:lnTo>
                  <a:lnTo>
                    <a:pt x="14263" y="234734"/>
                  </a:lnTo>
                  <a:lnTo>
                    <a:pt x="16506" y="239599"/>
                  </a:lnTo>
                  <a:lnTo>
                    <a:pt x="18905" y="244389"/>
                  </a:lnTo>
                  <a:lnTo>
                    <a:pt x="21455" y="249100"/>
                  </a:lnTo>
                  <a:lnTo>
                    <a:pt x="24155" y="253727"/>
                  </a:lnTo>
                  <a:lnTo>
                    <a:pt x="27002" y="258264"/>
                  </a:lnTo>
                  <a:lnTo>
                    <a:pt x="29993" y="262709"/>
                  </a:lnTo>
                  <a:lnTo>
                    <a:pt x="33124" y="267055"/>
                  </a:lnTo>
                  <a:lnTo>
                    <a:pt x="36394" y="271298"/>
                  </a:lnTo>
                  <a:lnTo>
                    <a:pt x="39797" y="275435"/>
                  </a:lnTo>
                  <a:lnTo>
                    <a:pt x="43332" y="279460"/>
                  </a:lnTo>
                  <a:lnTo>
                    <a:pt x="46993" y="283371"/>
                  </a:lnTo>
                  <a:lnTo>
                    <a:pt x="50778" y="287161"/>
                  </a:lnTo>
                  <a:lnTo>
                    <a:pt x="54683" y="290829"/>
                  </a:lnTo>
                  <a:lnTo>
                    <a:pt x="58703" y="294370"/>
                  </a:lnTo>
                  <a:lnTo>
                    <a:pt x="62834" y="297780"/>
                  </a:lnTo>
                  <a:lnTo>
                    <a:pt x="67073" y="301056"/>
                  </a:lnTo>
                  <a:lnTo>
                    <a:pt x="71414" y="304194"/>
                  </a:lnTo>
                  <a:lnTo>
                    <a:pt x="75854" y="307192"/>
                  </a:lnTo>
                  <a:lnTo>
                    <a:pt x="80387" y="31004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4259" y="1489739"/>
              <a:ext cx="86779" cy="142878"/>
            </a:xfrm>
            <a:custGeom>
              <a:avLst/>
              <a:pathLst>
                <a:path w="86779" h="142878">
                  <a:moveTo>
                    <a:pt x="0" y="142878"/>
                  </a:moveTo>
                  <a:lnTo>
                    <a:pt x="867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4259" y="1347684"/>
              <a:ext cx="253942" cy="309221"/>
            </a:xfrm>
            <a:custGeom>
              <a:avLst/>
              <a:pathLst>
                <a:path w="253942" h="309221">
                  <a:moveTo>
                    <a:pt x="0" y="284933"/>
                  </a:moveTo>
                  <a:lnTo>
                    <a:pt x="4610" y="287633"/>
                  </a:lnTo>
                  <a:lnTo>
                    <a:pt x="9304" y="290184"/>
                  </a:lnTo>
                  <a:lnTo>
                    <a:pt x="14077" y="292584"/>
                  </a:lnTo>
                  <a:lnTo>
                    <a:pt x="18924" y="294831"/>
                  </a:lnTo>
                  <a:lnTo>
                    <a:pt x="23841" y="296921"/>
                  </a:lnTo>
                  <a:lnTo>
                    <a:pt x="28822" y="298853"/>
                  </a:lnTo>
                  <a:lnTo>
                    <a:pt x="33862" y="300625"/>
                  </a:lnTo>
                  <a:lnTo>
                    <a:pt x="38956" y="302235"/>
                  </a:lnTo>
                  <a:lnTo>
                    <a:pt x="44099" y="303682"/>
                  </a:lnTo>
                  <a:lnTo>
                    <a:pt x="49286" y="304963"/>
                  </a:lnTo>
                  <a:lnTo>
                    <a:pt x="54511" y="306078"/>
                  </a:lnTo>
                  <a:lnTo>
                    <a:pt x="59769" y="307025"/>
                  </a:lnTo>
                  <a:lnTo>
                    <a:pt x="65054" y="307804"/>
                  </a:lnTo>
                  <a:lnTo>
                    <a:pt x="70362" y="308414"/>
                  </a:lnTo>
                  <a:lnTo>
                    <a:pt x="75687" y="308853"/>
                  </a:lnTo>
                  <a:lnTo>
                    <a:pt x="81022" y="309123"/>
                  </a:lnTo>
                  <a:lnTo>
                    <a:pt x="86364" y="309221"/>
                  </a:lnTo>
                  <a:lnTo>
                    <a:pt x="91706" y="309149"/>
                  </a:lnTo>
                  <a:lnTo>
                    <a:pt x="97043" y="308906"/>
                  </a:lnTo>
                  <a:lnTo>
                    <a:pt x="102370" y="308493"/>
                  </a:lnTo>
                  <a:lnTo>
                    <a:pt x="107681" y="307910"/>
                  </a:lnTo>
                  <a:lnTo>
                    <a:pt x="112970" y="307157"/>
                  </a:lnTo>
                  <a:lnTo>
                    <a:pt x="118233" y="306236"/>
                  </a:lnTo>
                  <a:lnTo>
                    <a:pt x="123463" y="305147"/>
                  </a:lnTo>
                  <a:lnTo>
                    <a:pt x="128656" y="303891"/>
                  </a:lnTo>
                  <a:lnTo>
                    <a:pt x="133806" y="302471"/>
                  </a:lnTo>
                  <a:lnTo>
                    <a:pt x="138908" y="300886"/>
                  </a:lnTo>
                  <a:lnTo>
                    <a:pt x="143957" y="299139"/>
                  </a:lnTo>
                  <a:lnTo>
                    <a:pt x="148948" y="297232"/>
                  </a:lnTo>
                  <a:lnTo>
                    <a:pt x="153875" y="295166"/>
                  </a:lnTo>
                  <a:lnTo>
                    <a:pt x="158733" y="292943"/>
                  </a:lnTo>
                  <a:lnTo>
                    <a:pt x="163518" y="290567"/>
                  </a:lnTo>
                  <a:lnTo>
                    <a:pt x="168225" y="288039"/>
                  </a:lnTo>
                  <a:lnTo>
                    <a:pt x="172848" y="285362"/>
                  </a:lnTo>
                  <a:lnTo>
                    <a:pt x="177384" y="282538"/>
                  </a:lnTo>
                  <a:lnTo>
                    <a:pt x="181827" y="279571"/>
                  </a:lnTo>
                  <a:lnTo>
                    <a:pt x="186173" y="276464"/>
                  </a:lnTo>
                  <a:lnTo>
                    <a:pt x="190417" y="273219"/>
                  </a:lnTo>
                  <a:lnTo>
                    <a:pt x="194556" y="269840"/>
                  </a:lnTo>
                  <a:lnTo>
                    <a:pt x="198584" y="266331"/>
                  </a:lnTo>
                  <a:lnTo>
                    <a:pt x="202498" y="262694"/>
                  </a:lnTo>
                  <a:lnTo>
                    <a:pt x="206294" y="258935"/>
                  </a:lnTo>
                  <a:lnTo>
                    <a:pt x="209968" y="255056"/>
                  </a:lnTo>
                  <a:lnTo>
                    <a:pt x="213516" y="251062"/>
                  </a:lnTo>
                  <a:lnTo>
                    <a:pt x="216935" y="246956"/>
                  </a:lnTo>
                  <a:lnTo>
                    <a:pt x="220221" y="242743"/>
                  </a:lnTo>
                  <a:lnTo>
                    <a:pt x="223370" y="238428"/>
                  </a:lnTo>
                  <a:lnTo>
                    <a:pt x="226380" y="234014"/>
                  </a:lnTo>
                  <a:lnTo>
                    <a:pt x="229247" y="229506"/>
                  </a:lnTo>
                  <a:lnTo>
                    <a:pt x="231969" y="224908"/>
                  </a:lnTo>
                  <a:lnTo>
                    <a:pt x="234543" y="220227"/>
                  </a:lnTo>
                  <a:lnTo>
                    <a:pt x="236965" y="215465"/>
                  </a:lnTo>
                  <a:lnTo>
                    <a:pt x="239234" y="210628"/>
                  </a:lnTo>
                  <a:lnTo>
                    <a:pt x="241348" y="205721"/>
                  </a:lnTo>
                  <a:lnTo>
                    <a:pt x="243303" y="200749"/>
                  </a:lnTo>
                  <a:lnTo>
                    <a:pt x="245099" y="195718"/>
                  </a:lnTo>
                  <a:lnTo>
                    <a:pt x="246733" y="190631"/>
                  </a:lnTo>
                  <a:lnTo>
                    <a:pt x="248204" y="185495"/>
                  </a:lnTo>
                  <a:lnTo>
                    <a:pt x="249509" y="180314"/>
                  </a:lnTo>
                  <a:lnTo>
                    <a:pt x="250649" y="175094"/>
                  </a:lnTo>
                  <a:lnTo>
                    <a:pt x="251621" y="169841"/>
                  </a:lnTo>
                  <a:lnTo>
                    <a:pt x="252425" y="164559"/>
                  </a:lnTo>
                  <a:lnTo>
                    <a:pt x="253059" y="159254"/>
                  </a:lnTo>
                  <a:lnTo>
                    <a:pt x="253524" y="153932"/>
                  </a:lnTo>
                  <a:lnTo>
                    <a:pt x="253818" y="148598"/>
                  </a:lnTo>
                  <a:lnTo>
                    <a:pt x="253942" y="143256"/>
                  </a:lnTo>
                  <a:lnTo>
                    <a:pt x="253895" y="137914"/>
                  </a:lnTo>
                  <a:lnTo>
                    <a:pt x="253678" y="132576"/>
                  </a:lnTo>
                  <a:lnTo>
                    <a:pt x="253289" y="127247"/>
                  </a:lnTo>
                  <a:lnTo>
                    <a:pt x="252731" y="121934"/>
                  </a:lnTo>
                  <a:lnTo>
                    <a:pt x="252003" y="116641"/>
                  </a:lnTo>
                  <a:lnTo>
                    <a:pt x="251107" y="111374"/>
                  </a:lnTo>
                  <a:lnTo>
                    <a:pt x="250043" y="106139"/>
                  </a:lnTo>
                  <a:lnTo>
                    <a:pt x="248812" y="100940"/>
                  </a:lnTo>
                  <a:lnTo>
                    <a:pt x="247415" y="95783"/>
                  </a:lnTo>
                  <a:lnTo>
                    <a:pt x="245854" y="90674"/>
                  </a:lnTo>
                  <a:lnTo>
                    <a:pt x="244131" y="85616"/>
                  </a:lnTo>
                  <a:lnTo>
                    <a:pt x="242247" y="80617"/>
                  </a:lnTo>
                  <a:lnTo>
                    <a:pt x="240205" y="75680"/>
                  </a:lnTo>
                  <a:lnTo>
                    <a:pt x="238005" y="70811"/>
                  </a:lnTo>
                  <a:lnTo>
                    <a:pt x="235652" y="66015"/>
                  </a:lnTo>
                  <a:lnTo>
                    <a:pt x="233146" y="61297"/>
                  </a:lnTo>
                  <a:lnTo>
                    <a:pt x="230490" y="56661"/>
                  </a:lnTo>
                  <a:lnTo>
                    <a:pt x="227688" y="52112"/>
                  </a:lnTo>
                  <a:lnTo>
                    <a:pt x="224742" y="47655"/>
                  </a:lnTo>
                  <a:lnTo>
                    <a:pt x="221655" y="43295"/>
                  </a:lnTo>
                  <a:lnTo>
                    <a:pt x="218430" y="39035"/>
                  </a:lnTo>
                  <a:lnTo>
                    <a:pt x="215071" y="34881"/>
                  </a:lnTo>
                  <a:lnTo>
                    <a:pt x="211581" y="30836"/>
                  </a:lnTo>
                  <a:lnTo>
                    <a:pt x="207963" y="26905"/>
                  </a:lnTo>
                  <a:lnTo>
                    <a:pt x="204221" y="23091"/>
                  </a:lnTo>
                  <a:lnTo>
                    <a:pt x="200360" y="19399"/>
                  </a:lnTo>
                  <a:lnTo>
                    <a:pt x="196382" y="15832"/>
                  </a:lnTo>
                  <a:lnTo>
                    <a:pt x="192293" y="12394"/>
                  </a:lnTo>
                  <a:lnTo>
                    <a:pt x="188095" y="9088"/>
                  </a:lnTo>
                  <a:lnTo>
                    <a:pt x="183795" y="5919"/>
                  </a:lnTo>
                  <a:lnTo>
                    <a:pt x="179395" y="2888"/>
                  </a:lnTo>
                  <a:lnTo>
                    <a:pt x="174900" y="0"/>
                  </a:lnTo>
                  <a:lnTo>
                    <a:pt x="86779" y="142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88121" cy="167167"/>
            </a:xfrm>
            <a:custGeom>
              <a:avLst/>
              <a:pathLst>
                <a:path w="88121" h="167167">
                  <a:moveTo>
                    <a:pt x="88121" y="25112"/>
                  </a:moveTo>
                  <a:lnTo>
                    <a:pt x="83139" y="22140"/>
                  </a:lnTo>
                  <a:lnTo>
                    <a:pt x="78057" y="19343"/>
                  </a:lnTo>
                  <a:lnTo>
                    <a:pt x="72882" y="16724"/>
                  </a:lnTo>
                  <a:lnTo>
                    <a:pt x="67618" y="14286"/>
                  </a:lnTo>
                  <a:lnTo>
                    <a:pt x="62273" y="12032"/>
                  </a:lnTo>
                  <a:lnTo>
                    <a:pt x="56853" y="9964"/>
                  </a:lnTo>
                  <a:lnTo>
                    <a:pt x="51365" y="8087"/>
                  </a:lnTo>
                  <a:lnTo>
                    <a:pt x="45814" y="6400"/>
                  </a:lnTo>
                  <a:lnTo>
                    <a:pt x="40209" y="4907"/>
                  </a:lnTo>
                  <a:lnTo>
                    <a:pt x="34555" y="3610"/>
                  </a:lnTo>
                  <a:lnTo>
                    <a:pt x="28860" y="2510"/>
                  </a:lnTo>
                  <a:lnTo>
                    <a:pt x="23129" y="1607"/>
                  </a:lnTo>
                  <a:lnTo>
                    <a:pt x="17371" y="905"/>
                  </a:lnTo>
                  <a:lnTo>
                    <a:pt x="11592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1" y="1071028"/>
              <a:ext cx="167166" cy="286706"/>
            </a:xfrm>
            <a:custGeom>
              <a:avLst/>
              <a:pathLst>
                <a:path w="167166" h="286706">
                  <a:moveTo>
                    <a:pt x="167166" y="0"/>
                  </a:moveTo>
                  <a:lnTo>
                    <a:pt x="161819" y="85"/>
                  </a:lnTo>
                  <a:lnTo>
                    <a:pt x="156477" y="342"/>
                  </a:lnTo>
                  <a:lnTo>
                    <a:pt x="151146" y="769"/>
                  </a:lnTo>
                  <a:lnTo>
                    <a:pt x="145831" y="1367"/>
                  </a:lnTo>
                  <a:lnTo>
                    <a:pt x="140538" y="2134"/>
                  </a:lnTo>
                  <a:lnTo>
                    <a:pt x="135273" y="3070"/>
                  </a:lnTo>
                  <a:lnTo>
                    <a:pt x="130040" y="4174"/>
                  </a:lnTo>
                  <a:lnTo>
                    <a:pt x="124845" y="5445"/>
                  </a:lnTo>
                  <a:lnTo>
                    <a:pt x="119694" y="6882"/>
                  </a:lnTo>
                  <a:lnTo>
                    <a:pt x="114591" y="8482"/>
                  </a:lnTo>
                  <a:lnTo>
                    <a:pt x="109541" y="10245"/>
                  </a:lnTo>
                  <a:lnTo>
                    <a:pt x="104551" y="12169"/>
                  </a:lnTo>
                  <a:lnTo>
                    <a:pt x="99625" y="14251"/>
                  </a:lnTo>
                  <a:lnTo>
                    <a:pt x="94768" y="16490"/>
                  </a:lnTo>
                  <a:lnTo>
                    <a:pt x="89985" y="18883"/>
                  </a:lnTo>
                  <a:lnTo>
                    <a:pt x="85281" y="21428"/>
                  </a:lnTo>
                  <a:lnTo>
                    <a:pt x="80661" y="24122"/>
                  </a:lnTo>
                  <a:lnTo>
                    <a:pt x="76130" y="26962"/>
                  </a:lnTo>
                  <a:lnTo>
                    <a:pt x="71692" y="29946"/>
                  </a:lnTo>
                  <a:lnTo>
                    <a:pt x="67351" y="33070"/>
                  </a:lnTo>
                  <a:lnTo>
                    <a:pt x="63113" y="36332"/>
                  </a:lnTo>
                  <a:lnTo>
                    <a:pt x="58981" y="39727"/>
                  </a:lnTo>
                  <a:lnTo>
                    <a:pt x="54959" y="43253"/>
                  </a:lnTo>
                  <a:lnTo>
                    <a:pt x="51053" y="46906"/>
                  </a:lnTo>
                  <a:lnTo>
                    <a:pt x="47265" y="50682"/>
                  </a:lnTo>
                  <a:lnTo>
                    <a:pt x="43601" y="54577"/>
                  </a:lnTo>
                  <a:lnTo>
                    <a:pt x="40062" y="58587"/>
                  </a:lnTo>
                  <a:lnTo>
                    <a:pt x="36654" y="62709"/>
                  </a:lnTo>
                  <a:lnTo>
                    <a:pt x="33379" y="66937"/>
                  </a:lnTo>
                  <a:lnTo>
                    <a:pt x="30242" y="71268"/>
                  </a:lnTo>
                  <a:lnTo>
                    <a:pt x="27244" y="75697"/>
                  </a:lnTo>
                  <a:lnTo>
                    <a:pt x="24390" y="80220"/>
                  </a:lnTo>
                  <a:lnTo>
                    <a:pt x="21681" y="84831"/>
                  </a:lnTo>
                  <a:lnTo>
                    <a:pt x="19122" y="89527"/>
                  </a:lnTo>
                  <a:lnTo>
                    <a:pt x="16714" y="94303"/>
                  </a:lnTo>
                  <a:lnTo>
                    <a:pt x="14460" y="99153"/>
                  </a:lnTo>
                  <a:lnTo>
                    <a:pt x="12363" y="104072"/>
                  </a:lnTo>
                  <a:lnTo>
                    <a:pt x="10424" y="109056"/>
                  </a:lnTo>
                  <a:lnTo>
                    <a:pt x="8645" y="114100"/>
                  </a:lnTo>
                  <a:lnTo>
                    <a:pt x="7029" y="119198"/>
                  </a:lnTo>
                  <a:lnTo>
                    <a:pt x="5576" y="124345"/>
                  </a:lnTo>
                  <a:lnTo>
                    <a:pt x="4289" y="129536"/>
                  </a:lnTo>
                  <a:lnTo>
                    <a:pt x="3169" y="134766"/>
                  </a:lnTo>
                  <a:lnTo>
                    <a:pt x="2216" y="140028"/>
                  </a:lnTo>
                  <a:lnTo>
                    <a:pt x="1433" y="145319"/>
                  </a:lnTo>
                  <a:lnTo>
                    <a:pt x="819" y="150631"/>
                  </a:lnTo>
                  <a:lnTo>
                    <a:pt x="375" y="155961"/>
                  </a:lnTo>
                  <a:lnTo>
                    <a:pt x="102" y="161302"/>
                  </a:lnTo>
                  <a:lnTo>
                    <a:pt x="0" y="166649"/>
                  </a:lnTo>
                  <a:lnTo>
                    <a:pt x="68" y="171997"/>
                  </a:lnTo>
                  <a:lnTo>
                    <a:pt x="309" y="177340"/>
                  </a:lnTo>
                  <a:lnTo>
                    <a:pt x="719" y="182672"/>
                  </a:lnTo>
                  <a:lnTo>
                    <a:pt x="1300" y="187988"/>
                  </a:lnTo>
                  <a:lnTo>
                    <a:pt x="2051" y="193283"/>
                  </a:lnTo>
                  <a:lnTo>
                    <a:pt x="2971" y="198552"/>
                  </a:lnTo>
                  <a:lnTo>
                    <a:pt x="4059" y="203788"/>
                  </a:lnTo>
                  <a:lnTo>
                    <a:pt x="5314" y="208987"/>
                  </a:lnTo>
                  <a:lnTo>
                    <a:pt x="6735" y="214143"/>
                  </a:lnTo>
                  <a:lnTo>
                    <a:pt x="8320" y="219251"/>
                  </a:lnTo>
                  <a:lnTo>
                    <a:pt x="10067" y="224305"/>
                  </a:lnTo>
                  <a:lnTo>
                    <a:pt x="11975" y="229301"/>
                  </a:lnTo>
                  <a:lnTo>
                    <a:pt x="14042" y="234234"/>
                  </a:lnTo>
                  <a:lnTo>
                    <a:pt x="16266" y="239098"/>
                  </a:lnTo>
                  <a:lnTo>
                    <a:pt x="18644" y="243888"/>
                  </a:lnTo>
                  <a:lnTo>
                    <a:pt x="21174" y="248600"/>
                  </a:lnTo>
                  <a:lnTo>
                    <a:pt x="23854" y="253228"/>
                  </a:lnTo>
                  <a:lnTo>
                    <a:pt x="26680" y="257768"/>
                  </a:lnTo>
                  <a:lnTo>
                    <a:pt x="29650" y="262216"/>
                  </a:lnTo>
                  <a:lnTo>
                    <a:pt x="32761" y="266566"/>
                  </a:lnTo>
                  <a:lnTo>
                    <a:pt x="36009" y="270815"/>
                  </a:lnTo>
                  <a:lnTo>
                    <a:pt x="39392" y="274957"/>
                  </a:lnTo>
                  <a:lnTo>
                    <a:pt x="42906" y="278989"/>
                  </a:lnTo>
                  <a:lnTo>
                    <a:pt x="46546" y="282907"/>
                  </a:lnTo>
                  <a:lnTo>
                    <a:pt x="50310" y="28670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8402" y="1238196"/>
              <a:ext cx="116855" cy="119539"/>
            </a:xfrm>
            <a:custGeom>
              <a:avLst/>
              <a:pathLst>
                <a:path w="116855" h="119539">
                  <a:moveTo>
                    <a:pt x="0" y="119539"/>
                  </a:moveTo>
                  <a:lnTo>
                    <a:pt x="11685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8402" y="1140153"/>
              <a:ext cx="284010" cy="265205"/>
            </a:xfrm>
            <a:custGeom>
              <a:avLst/>
              <a:pathLst>
                <a:path w="284010" h="265205">
                  <a:moveTo>
                    <a:pt x="0" y="217582"/>
                  </a:moveTo>
                  <a:lnTo>
                    <a:pt x="3878" y="221254"/>
                  </a:lnTo>
                  <a:lnTo>
                    <a:pt x="7872" y="224800"/>
                  </a:lnTo>
                  <a:lnTo>
                    <a:pt x="11977" y="228217"/>
                  </a:lnTo>
                  <a:lnTo>
                    <a:pt x="16189" y="231501"/>
                  </a:lnTo>
                  <a:lnTo>
                    <a:pt x="20504" y="234649"/>
                  </a:lnTo>
                  <a:lnTo>
                    <a:pt x="24918" y="237658"/>
                  </a:lnTo>
                  <a:lnTo>
                    <a:pt x="29425" y="240523"/>
                  </a:lnTo>
                  <a:lnTo>
                    <a:pt x="34021" y="243244"/>
                  </a:lnTo>
                  <a:lnTo>
                    <a:pt x="38702" y="245816"/>
                  </a:lnTo>
                  <a:lnTo>
                    <a:pt x="43463" y="248237"/>
                  </a:lnTo>
                  <a:lnTo>
                    <a:pt x="48299" y="250505"/>
                  </a:lnTo>
                  <a:lnTo>
                    <a:pt x="53205" y="252618"/>
                  </a:lnTo>
                  <a:lnTo>
                    <a:pt x="58175" y="254572"/>
                  </a:lnTo>
                  <a:lnTo>
                    <a:pt x="63206" y="256367"/>
                  </a:lnTo>
                  <a:lnTo>
                    <a:pt x="68291" y="258000"/>
                  </a:lnTo>
                  <a:lnTo>
                    <a:pt x="73426" y="259470"/>
                  </a:lnTo>
                  <a:lnTo>
                    <a:pt x="78605" y="260775"/>
                  </a:lnTo>
                  <a:lnTo>
                    <a:pt x="83824" y="261914"/>
                  </a:lnTo>
                  <a:lnTo>
                    <a:pt x="89076" y="262885"/>
                  </a:lnTo>
                  <a:lnTo>
                    <a:pt x="94356" y="263689"/>
                  </a:lnTo>
                  <a:lnTo>
                    <a:pt x="99660" y="264323"/>
                  </a:lnTo>
                  <a:lnTo>
                    <a:pt x="104981" y="264787"/>
                  </a:lnTo>
                  <a:lnTo>
                    <a:pt x="110314" y="265082"/>
                  </a:lnTo>
                  <a:lnTo>
                    <a:pt x="115653" y="265205"/>
                  </a:lnTo>
                  <a:lnTo>
                    <a:pt x="120994" y="265159"/>
                  </a:lnTo>
                  <a:lnTo>
                    <a:pt x="126331" y="264941"/>
                  </a:lnTo>
                  <a:lnTo>
                    <a:pt x="131658" y="264553"/>
                  </a:lnTo>
                  <a:lnTo>
                    <a:pt x="136970" y="263995"/>
                  </a:lnTo>
                  <a:lnTo>
                    <a:pt x="142261" y="263268"/>
                  </a:lnTo>
                  <a:lnTo>
                    <a:pt x="147527" y="262372"/>
                  </a:lnTo>
                  <a:lnTo>
                    <a:pt x="152761" y="261308"/>
                  </a:lnTo>
                  <a:lnTo>
                    <a:pt x="157959" y="260078"/>
                  </a:lnTo>
                  <a:lnTo>
                    <a:pt x="163114" y="258682"/>
                  </a:lnTo>
                  <a:lnTo>
                    <a:pt x="168222" y="257122"/>
                  </a:lnTo>
                  <a:lnTo>
                    <a:pt x="173278" y="255400"/>
                  </a:lnTo>
                  <a:lnTo>
                    <a:pt x="178277" y="253517"/>
                  </a:lnTo>
                  <a:lnTo>
                    <a:pt x="183212" y="251475"/>
                  </a:lnTo>
                  <a:lnTo>
                    <a:pt x="188080" y="249277"/>
                  </a:lnTo>
                  <a:lnTo>
                    <a:pt x="192875" y="246925"/>
                  </a:lnTo>
                  <a:lnTo>
                    <a:pt x="197593" y="244420"/>
                  </a:lnTo>
                  <a:lnTo>
                    <a:pt x="202228" y="241766"/>
                  </a:lnTo>
                  <a:lnTo>
                    <a:pt x="206776" y="238965"/>
                  </a:lnTo>
                  <a:lnTo>
                    <a:pt x="211232" y="236021"/>
                  </a:lnTo>
                  <a:lnTo>
                    <a:pt x="215592" y="232935"/>
                  </a:lnTo>
                  <a:lnTo>
                    <a:pt x="219851" y="229712"/>
                  </a:lnTo>
                  <a:lnTo>
                    <a:pt x="224005" y="226354"/>
                  </a:lnTo>
                  <a:lnTo>
                    <a:pt x="228049" y="222866"/>
                  </a:lnTo>
                  <a:lnTo>
                    <a:pt x="231980" y="219250"/>
                  </a:lnTo>
                  <a:lnTo>
                    <a:pt x="235794" y="215510"/>
                  </a:lnTo>
                  <a:lnTo>
                    <a:pt x="239486" y="211650"/>
                  </a:lnTo>
                  <a:lnTo>
                    <a:pt x="243052" y="207675"/>
                  </a:lnTo>
                  <a:lnTo>
                    <a:pt x="246490" y="203587"/>
                  </a:lnTo>
                  <a:lnTo>
                    <a:pt x="249796" y="199392"/>
                  </a:lnTo>
                  <a:lnTo>
                    <a:pt x="252966" y="195093"/>
                  </a:lnTo>
                  <a:lnTo>
                    <a:pt x="255997" y="190695"/>
                  </a:lnTo>
                  <a:lnTo>
                    <a:pt x="258886" y="186203"/>
                  </a:lnTo>
                  <a:lnTo>
                    <a:pt x="261630" y="181620"/>
                  </a:lnTo>
                  <a:lnTo>
                    <a:pt x="264226" y="176953"/>
                  </a:lnTo>
                  <a:lnTo>
                    <a:pt x="266672" y="172204"/>
                  </a:lnTo>
                  <a:lnTo>
                    <a:pt x="268965" y="167380"/>
                  </a:lnTo>
                  <a:lnTo>
                    <a:pt x="271102" y="162486"/>
                  </a:lnTo>
                  <a:lnTo>
                    <a:pt x="273082" y="157525"/>
                  </a:lnTo>
                  <a:lnTo>
                    <a:pt x="274903" y="152504"/>
                  </a:lnTo>
                  <a:lnTo>
                    <a:pt x="276562" y="147427"/>
                  </a:lnTo>
                  <a:lnTo>
                    <a:pt x="278058" y="142299"/>
                  </a:lnTo>
                  <a:lnTo>
                    <a:pt x="279390" y="137127"/>
                  </a:lnTo>
                  <a:lnTo>
                    <a:pt x="280555" y="131914"/>
                  </a:lnTo>
                  <a:lnTo>
                    <a:pt x="281554" y="126667"/>
                  </a:lnTo>
                  <a:lnTo>
                    <a:pt x="282384" y="121391"/>
                  </a:lnTo>
                  <a:lnTo>
                    <a:pt x="283046" y="116091"/>
                  </a:lnTo>
                  <a:lnTo>
                    <a:pt x="283537" y="110773"/>
                  </a:lnTo>
                  <a:lnTo>
                    <a:pt x="283859" y="105441"/>
                  </a:lnTo>
                  <a:lnTo>
                    <a:pt x="284010" y="100102"/>
                  </a:lnTo>
                  <a:lnTo>
                    <a:pt x="283991" y="94761"/>
                  </a:lnTo>
                  <a:lnTo>
                    <a:pt x="283800" y="89423"/>
                  </a:lnTo>
                  <a:lnTo>
                    <a:pt x="283440" y="84094"/>
                  </a:lnTo>
                  <a:lnTo>
                    <a:pt x="282909" y="78780"/>
                  </a:lnTo>
                  <a:lnTo>
                    <a:pt x="282209" y="73484"/>
                  </a:lnTo>
                  <a:lnTo>
                    <a:pt x="281340" y="68214"/>
                  </a:lnTo>
                  <a:lnTo>
                    <a:pt x="280303" y="62975"/>
                  </a:lnTo>
                  <a:lnTo>
                    <a:pt x="279100" y="57771"/>
                  </a:lnTo>
                  <a:lnTo>
                    <a:pt x="277730" y="52609"/>
                  </a:lnTo>
                  <a:lnTo>
                    <a:pt x="276197" y="47492"/>
                  </a:lnTo>
                  <a:lnTo>
                    <a:pt x="274500" y="42428"/>
                  </a:lnTo>
                  <a:lnTo>
                    <a:pt x="272643" y="37420"/>
                  </a:lnTo>
                  <a:lnTo>
                    <a:pt x="270627" y="32474"/>
                  </a:lnTo>
                  <a:lnTo>
                    <a:pt x="268454" y="27595"/>
                  </a:lnTo>
                  <a:lnTo>
                    <a:pt x="266126" y="22788"/>
                  </a:lnTo>
                  <a:lnTo>
                    <a:pt x="263645" y="18057"/>
                  </a:lnTo>
                  <a:lnTo>
                    <a:pt x="261015" y="13409"/>
                  </a:lnTo>
                  <a:lnTo>
                    <a:pt x="258238" y="8846"/>
                  </a:lnTo>
                  <a:lnTo>
                    <a:pt x="255316" y="4375"/>
                  </a:lnTo>
                  <a:lnTo>
                    <a:pt x="252253" y="0"/>
                  </a:lnTo>
                  <a:lnTo>
                    <a:pt x="116855" y="980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35397" cy="167167"/>
            </a:xfrm>
            <a:custGeom>
              <a:avLst/>
              <a:pathLst>
                <a:path w="135397" h="167167">
                  <a:moveTo>
                    <a:pt x="135397" y="69124"/>
                  </a:moveTo>
                  <a:lnTo>
                    <a:pt x="132134" y="64769"/>
                  </a:lnTo>
                  <a:lnTo>
                    <a:pt x="128731" y="60523"/>
                  </a:lnTo>
                  <a:lnTo>
                    <a:pt x="125192" y="56389"/>
                  </a:lnTo>
                  <a:lnTo>
                    <a:pt x="121520" y="52373"/>
                  </a:lnTo>
                  <a:lnTo>
                    <a:pt x="117719" y="48478"/>
                  </a:lnTo>
                  <a:lnTo>
                    <a:pt x="113794" y="44710"/>
                  </a:lnTo>
                  <a:lnTo>
                    <a:pt x="109748" y="41071"/>
                  </a:lnTo>
                  <a:lnTo>
                    <a:pt x="105585" y="37565"/>
                  </a:lnTo>
                  <a:lnTo>
                    <a:pt x="101311" y="34197"/>
                  </a:lnTo>
                  <a:lnTo>
                    <a:pt x="96930" y="30970"/>
                  </a:lnTo>
                  <a:lnTo>
                    <a:pt x="92445" y="27888"/>
                  </a:lnTo>
                  <a:lnTo>
                    <a:pt x="87863" y="24952"/>
                  </a:lnTo>
                  <a:lnTo>
                    <a:pt x="83187" y="22168"/>
                  </a:lnTo>
                  <a:lnTo>
                    <a:pt x="78424" y="19537"/>
                  </a:lnTo>
                  <a:lnTo>
                    <a:pt x="73577" y="17063"/>
                  </a:lnTo>
                  <a:lnTo>
                    <a:pt x="68653" y="14747"/>
                  </a:lnTo>
                  <a:lnTo>
                    <a:pt x="63655" y="12594"/>
                  </a:lnTo>
                  <a:lnTo>
                    <a:pt x="58590" y="10604"/>
                  </a:lnTo>
                  <a:lnTo>
                    <a:pt x="53463" y="8780"/>
                  </a:lnTo>
                  <a:lnTo>
                    <a:pt x="48280" y="7123"/>
                  </a:lnTo>
                  <a:lnTo>
                    <a:pt x="43045" y="5637"/>
                  </a:lnTo>
                  <a:lnTo>
                    <a:pt x="37765" y="4321"/>
                  </a:lnTo>
                  <a:lnTo>
                    <a:pt x="32444" y="3178"/>
                  </a:lnTo>
                  <a:lnTo>
                    <a:pt x="27090" y="2209"/>
                  </a:lnTo>
                  <a:lnTo>
                    <a:pt x="21706" y="1415"/>
                  </a:lnTo>
                  <a:lnTo>
                    <a:pt x="16300" y="796"/>
                  </a:lnTo>
                  <a:lnTo>
                    <a:pt x="10876" y="354"/>
                  </a:lnTo>
                  <a:lnTo>
                    <a:pt x="544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51205" y="941493"/>
              <a:ext cx="72338" cy="167167"/>
            </a:xfrm>
            <a:custGeom>
              <a:avLst/>
              <a:pathLst>
                <a:path w="72338" h="167167">
                  <a:moveTo>
                    <a:pt x="72338" y="0"/>
                  </a:moveTo>
                  <a:lnTo>
                    <a:pt x="66585" y="99"/>
                  </a:lnTo>
                  <a:lnTo>
                    <a:pt x="60838" y="396"/>
                  </a:lnTo>
                  <a:lnTo>
                    <a:pt x="55105" y="890"/>
                  </a:lnTo>
                  <a:lnTo>
                    <a:pt x="49392" y="1582"/>
                  </a:lnTo>
                  <a:lnTo>
                    <a:pt x="43707" y="2470"/>
                  </a:lnTo>
                  <a:lnTo>
                    <a:pt x="38055" y="3553"/>
                  </a:lnTo>
                  <a:lnTo>
                    <a:pt x="32444" y="4830"/>
                  </a:lnTo>
                  <a:lnTo>
                    <a:pt x="26881" y="6299"/>
                  </a:lnTo>
                  <a:lnTo>
                    <a:pt x="21371" y="7959"/>
                  </a:lnTo>
                  <a:lnTo>
                    <a:pt x="15921" y="9807"/>
                  </a:lnTo>
                  <a:lnTo>
                    <a:pt x="10539" y="11842"/>
                  </a:lnTo>
                  <a:lnTo>
                    <a:pt x="5229" y="14061"/>
                  </a:lnTo>
                  <a:lnTo>
                    <a:pt x="0" y="16462"/>
                  </a:lnTo>
                  <a:lnTo>
                    <a:pt x="7233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1205" y="957955"/>
              <a:ext cx="72338" cy="150705"/>
            </a:xfrm>
            <a:custGeom>
              <a:avLst/>
              <a:pathLst>
                <a:path w="72338" h="150705">
                  <a:moveTo>
                    <a:pt x="0" y="0"/>
                  </a:moveTo>
                  <a:lnTo>
                    <a:pt x="72338" y="1507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95" y="957955"/>
              <a:ext cx="334307" cy="317872"/>
            </a:xfrm>
            <a:custGeom>
              <a:avLst/>
              <a:pathLst>
                <a:path w="334307" h="317872">
                  <a:moveTo>
                    <a:pt x="94810" y="0"/>
                  </a:moveTo>
                  <a:lnTo>
                    <a:pt x="90074" y="2366"/>
                  </a:lnTo>
                  <a:lnTo>
                    <a:pt x="85416" y="4880"/>
                  </a:lnTo>
                  <a:lnTo>
                    <a:pt x="80839" y="7542"/>
                  </a:lnTo>
                  <a:lnTo>
                    <a:pt x="76349" y="10346"/>
                  </a:lnTo>
                  <a:lnTo>
                    <a:pt x="71951" y="13292"/>
                  </a:lnTo>
                  <a:lnTo>
                    <a:pt x="67647" y="16375"/>
                  </a:lnTo>
                  <a:lnTo>
                    <a:pt x="63444" y="19593"/>
                  </a:lnTo>
                  <a:lnTo>
                    <a:pt x="59344" y="22942"/>
                  </a:lnTo>
                  <a:lnTo>
                    <a:pt x="55353" y="26420"/>
                  </a:lnTo>
                  <a:lnTo>
                    <a:pt x="51473" y="30022"/>
                  </a:lnTo>
                  <a:lnTo>
                    <a:pt x="47710" y="33746"/>
                  </a:lnTo>
                  <a:lnTo>
                    <a:pt x="44067" y="37586"/>
                  </a:lnTo>
                  <a:lnTo>
                    <a:pt x="40546" y="41540"/>
                  </a:lnTo>
                  <a:lnTo>
                    <a:pt x="37153" y="45604"/>
                  </a:lnTo>
                  <a:lnTo>
                    <a:pt x="33891" y="49773"/>
                  </a:lnTo>
                  <a:lnTo>
                    <a:pt x="30762" y="54043"/>
                  </a:lnTo>
                  <a:lnTo>
                    <a:pt x="27769" y="58410"/>
                  </a:lnTo>
                  <a:lnTo>
                    <a:pt x="24917" y="62869"/>
                  </a:lnTo>
                  <a:lnTo>
                    <a:pt x="22207" y="67417"/>
                  </a:lnTo>
                  <a:lnTo>
                    <a:pt x="19642" y="72048"/>
                  </a:lnTo>
                  <a:lnTo>
                    <a:pt x="17226" y="76758"/>
                  </a:lnTo>
                  <a:lnTo>
                    <a:pt x="14959" y="81543"/>
                  </a:lnTo>
                  <a:lnTo>
                    <a:pt x="12846" y="86396"/>
                  </a:lnTo>
                  <a:lnTo>
                    <a:pt x="10887" y="91314"/>
                  </a:lnTo>
                  <a:lnTo>
                    <a:pt x="9085" y="96292"/>
                  </a:lnTo>
                  <a:lnTo>
                    <a:pt x="7441" y="101324"/>
                  </a:lnTo>
                  <a:lnTo>
                    <a:pt x="5957" y="106406"/>
                  </a:lnTo>
                  <a:lnTo>
                    <a:pt x="4636" y="111532"/>
                  </a:lnTo>
                  <a:lnTo>
                    <a:pt x="3477" y="116698"/>
                  </a:lnTo>
                  <a:lnTo>
                    <a:pt x="2482" y="121897"/>
                  </a:lnTo>
                  <a:lnTo>
                    <a:pt x="1652" y="127126"/>
                  </a:lnTo>
                  <a:lnTo>
                    <a:pt x="989" y="132378"/>
                  </a:lnTo>
                  <a:lnTo>
                    <a:pt x="492" y="137648"/>
                  </a:lnTo>
                  <a:lnTo>
                    <a:pt x="162" y="142932"/>
                  </a:lnTo>
                  <a:lnTo>
                    <a:pt x="0" y="148223"/>
                  </a:lnTo>
                  <a:lnTo>
                    <a:pt x="5" y="153517"/>
                  </a:lnTo>
                  <a:lnTo>
                    <a:pt x="178" y="158808"/>
                  </a:lnTo>
                  <a:lnTo>
                    <a:pt x="518" y="164091"/>
                  </a:lnTo>
                  <a:lnTo>
                    <a:pt x="1025" y="169361"/>
                  </a:lnTo>
                  <a:lnTo>
                    <a:pt x="1699" y="174611"/>
                  </a:lnTo>
                  <a:lnTo>
                    <a:pt x="2539" y="179838"/>
                  </a:lnTo>
                  <a:lnTo>
                    <a:pt x="3544" y="185036"/>
                  </a:lnTo>
                  <a:lnTo>
                    <a:pt x="4713" y="190199"/>
                  </a:lnTo>
                  <a:lnTo>
                    <a:pt x="6045" y="195323"/>
                  </a:lnTo>
                  <a:lnTo>
                    <a:pt x="7539" y="200401"/>
                  </a:lnTo>
                  <a:lnTo>
                    <a:pt x="9193" y="205430"/>
                  </a:lnTo>
                  <a:lnTo>
                    <a:pt x="11005" y="210404"/>
                  </a:lnTo>
                  <a:lnTo>
                    <a:pt x="12973" y="215319"/>
                  </a:lnTo>
                  <a:lnTo>
                    <a:pt x="15097" y="220168"/>
                  </a:lnTo>
                  <a:lnTo>
                    <a:pt x="17372" y="224948"/>
                  </a:lnTo>
                  <a:lnTo>
                    <a:pt x="19798" y="229653"/>
                  </a:lnTo>
                  <a:lnTo>
                    <a:pt x="22372" y="234279"/>
                  </a:lnTo>
                  <a:lnTo>
                    <a:pt x="25091" y="238822"/>
                  </a:lnTo>
                  <a:lnTo>
                    <a:pt x="27952" y="243276"/>
                  </a:lnTo>
                  <a:lnTo>
                    <a:pt x="30953" y="247637"/>
                  </a:lnTo>
                  <a:lnTo>
                    <a:pt x="34091" y="251901"/>
                  </a:lnTo>
                  <a:lnTo>
                    <a:pt x="37362" y="256063"/>
                  </a:lnTo>
                  <a:lnTo>
                    <a:pt x="40763" y="260120"/>
                  </a:lnTo>
                  <a:lnTo>
                    <a:pt x="44291" y="264067"/>
                  </a:lnTo>
                  <a:lnTo>
                    <a:pt x="47942" y="267900"/>
                  </a:lnTo>
                  <a:lnTo>
                    <a:pt x="51713" y="271616"/>
                  </a:lnTo>
                  <a:lnTo>
                    <a:pt x="55599" y="275210"/>
                  </a:lnTo>
                  <a:lnTo>
                    <a:pt x="59597" y="278680"/>
                  </a:lnTo>
                  <a:lnTo>
                    <a:pt x="63704" y="282021"/>
                  </a:lnTo>
                  <a:lnTo>
                    <a:pt x="67914" y="285231"/>
                  </a:lnTo>
                  <a:lnTo>
                    <a:pt x="72223" y="288306"/>
                  </a:lnTo>
                  <a:lnTo>
                    <a:pt x="76628" y="291243"/>
                  </a:lnTo>
                  <a:lnTo>
                    <a:pt x="81123" y="294038"/>
                  </a:lnTo>
                  <a:lnTo>
                    <a:pt x="85705" y="296690"/>
                  </a:lnTo>
                  <a:lnTo>
                    <a:pt x="90368" y="299196"/>
                  </a:lnTo>
                  <a:lnTo>
                    <a:pt x="95108" y="301553"/>
                  </a:lnTo>
                  <a:lnTo>
                    <a:pt x="99921" y="303758"/>
                  </a:lnTo>
                  <a:lnTo>
                    <a:pt x="104801" y="305810"/>
                  </a:lnTo>
                  <a:lnTo>
                    <a:pt x="109744" y="307707"/>
                  </a:lnTo>
                  <a:lnTo>
                    <a:pt x="114744" y="309446"/>
                  </a:lnTo>
                  <a:lnTo>
                    <a:pt x="119796" y="311025"/>
                  </a:lnTo>
                  <a:lnTo>
                    <a:pt x="124896" y="312444"/>
                  </a:lnTo>
                  <a:lnTo>
                    <a:pt x="130039" y="313701"/>
                  </a:lnTo>
                  <a:lnTo>
                    <a:pt x="135219" y="314794"/>
                  </a:lnTo>
                  <a:lnTo>
                    <a:pt x="140431" y="315723"/>
                  </a:lnTo>
                  <a:lnTo>
                    <a:pt x="145669" y="316486"/>
                  </a:lnTo>
                  <a:lnTo>
                    <a:pt x="150929" y="317083"/>
                  </a:lnTo>
                  <a:lnTo>
                    <a:pt x="156206" y="317514"/>
                  </a:lnTo>
                  <a:lnTo>
                    <a:pt x="161493" y="317776"/>
                  </a:lnTo>
                  <a:lnTo>
                    <a:pt x="166786" y="317872"/>
                  </a:lnTo>
                  <a:lnTo>
                    <a:pt x="172079" y="317799"/>
                  </a:lnTo>
                  <a:lnTo>
                    <a:pt x="177368" y="317559"/>
                  </a:lnTo>
                  <a:lnTo>
                    <a:pt x="182646" y="317152"/>
                  </a:lnTo>
                  <a:lnTo>
                    <a:pt x="187909" y="316578"/>
                  </a:lnTo>
                  <a:lnTo>
                    <a:pt x="193150" y="315837"/>
                  </a:lnTo>
                  <a:lnTo>
                    <a:pt x="198366" y="314931"/>
                  </a:lnTo>
                  <a:lnTo>
                    <a:pt x="203551" y="313861"/>
                  </a:lnTo>
                  <a:lnTo>
                    <a:pt x="208699" y="312626"/>
                  </a:lnTo>
                  <a:lnTo>
                    <a:pt x="213805" y="311229"/>
                  </a:lnTo>
                  <a:lnTo>
                    <a:pt x="218864" y="309671"/>
                  </a:lnTo>
                  <a:lnTo>
                    <a:pt x="223872" y="307954"/>
                  </a:lnTo>
                  <a:lnTo>
                    <a:pt x="228823" y="306079"/>
                  </a:lnTo>
                  <a:lnTo>
                    <a:pt x="233711" y="304048"/>
                  </a:lnTo>
                  <a:lnTo>
                    <a:pt x="238534" y="301864"/>
                  </a:lnTo>
                  <a:lnTo>
                    <a:pt x="243284" y="299528"/>
                  </a:lnTo>
                  <a:lnTo>
                    <a:pt x="247958" y="297042"/>
                  </a:lnTo>
                  <a:lnTo>
                    <a:pt x="252551" y="294410"/>
                  </a:lnTo>
                  <a:lnTo>
                    <a:pt x="257059" y="291634"/>
                  </a:lnTo>
                  <a:lnTo>
                    <a:pt x="261476" y="288716"/>
                  </a:lnTo>
                  <a:lnTo>
                    <a:pt x="265799" y="285660"/>
                  </a:lnTo>
                  <a:lnTo>
                    <a:pt x="270023" y="282469"/>
                  </a:lnTo>
                  <a:lnTo>
                    <a:pt x="274143" y="279145"/>
                  </a:lnTo>
                  <a:lnTo>
                    <a:pt x="278157" y="275693"/>
                  </a:lnTo>
                  <a:lnTo>
                    <a:pt x="282059" y="272116"/>
                  </a:lnTo>
                  <a:lnTo>
                    <a:pt x="285845" y="268416"/>
                  </a:lnTo>
                  <a:lnTo>
                    <a:pt x="289513" y="264599"/>
                  </a:lnTo>
                  <a:lnTo>
                    <a:pt x="293058" y="260667"/>
                  </a:lnTo>
                  <a:lnTo>
                    <a:pt x="296477" y="256625"/>
                  </a:lnTo>
                  <a:lnTo>
                    <a:pt x="299766" y="252477"/>
                  </a:lnTo>
                  <a:lnTo>
                    <a:pt x="302922" y="248227"/>
                  </a:lnTo>
                  <a:lnTo>
                    <a:pt x="305942" y="243879"/>
                  </a:lnTo>
                  <a:lnTo>
                    <a:pt x="308822" y="239437"/>
                  </a:lnTo>
                  <a:lnTo>
                    <a:pt x="311561" y="234907"/>
                  </a:lnTo>
                  <a:lnTo>
                    <a:pt x="314155" y="230292"/>
                  </a:lnTo>
                  <a:lnTo>
                    <a:pt x="316601" y="225597"/>
                  </a:lnTo>
                  <a:lnTo>
                    <a:pt x="318898" y="220827"/>
                  </a:lnTo>
                  <a:lnTo>
                    <a:pt x="321042" y="215987"/>
                  </a:lnTo>
                  <a:lnTo>
                    <a:pt x="323032" y="211081"/>
                  </a:lnTo>
                  <a:lnTo>
                    <a:pt x="324865" y="206115"/>
                  </a:lnTo>
                  <a:lnTo>
                    <a:pt x="326541" y="201093"/>
                  </a:lnTo>
                  <a:lnTo>
                    <a:pt x="328056" y="196021"/>
                  </a:lnTo>
                  <a:lnTo>
                    <a:pt x="329411" y="190903"/>
                  </a:lnTo>
                  <a:lnTo>
                    <a:pt x="330602" y="185745"/>
                  </a:lnTo>
                  <a:lnTo>
                    <a:pt x="331630" y="180552"/>
                  </a:lnTo>
                  <a:lnTo>
                    <a:pt x="332492" y="175329"/>
                  </a:lnTo>
                  <a:lnTo>
                    <a:pt x="333189" y="170081"/>
                  </a:lnTo>
                  <a:lnTo>
                    <a:pt x="333719" y="164814"/>
                  </a:lnTo>
                  <a:lnTo>
                    <a:pt x="334083" y="159532"/>
                  </a:lnTo>
                  <a:lnTo>
                    <a:pt x="334279" y="154242"/>
                  </a:lnTo>
                  <a:lnTo>
                    <a:pt x="334307" y="148948"/>
                  </a:lnTo>
                  <a:lnTo>
                    <a:pt x="334167" y="143656"/>
                  </a:lnTo>
                  <a:lnTo>
                    <a:pt x="333860" y="138371"/>
                  </a:lnTo>
                  <a:lnTo>
                    <a:pt x="333386" y="133099"/>
                  </a:lnTo>
                  <a:lnTo>
                    <a:pt x="332745" y="127844"/>
                  </a:lnTo>
                  <a:lnTo>
                    <a:pt x="331939" y="122612"/>
                  </a:lnTo>
                  <a:lnTo>
                    <a:pt x="330966" y="117408"/>
                  </a:lnTo>
                  <a:lnTo>
                    <a:pt x="329830" y="112238"/>
                  </a:lnTo>
                  <a:lnTo>
                    <a:pt x="328530" y="107106"/>
                  </a:lnTo>
                  <a:lnTo>
                    <a:pt x="327069" y="102018"/>
                  </a:lnTo>
                  <a:lnTo>
                    <a:pt x="325447" y="96978"/>
                  </a:lnTo>
                  <a:lnTo>
                    <a:pt x="323666" y="91993"/>
                  </a:lnTo>
                  <a:lnTo>
                    <a:pt x="321729" y="87066"/>
                  </a:lnTo>
                  <a:lnTo>
                    <a:pt x="319636" y="82203"/>
                  </a:lnTo>
                  <a:lnTo>
                    <a:pt x="317391" y="77409"/>
                  </a:lnTo>
                  <a:lnTo>
                    <a:pt x="314995" y="72689"/>
                  </a:lnTo>
                  <a:lnTo>
                    <a:pt x="312450" y="68047"/>
                  </a:lnTo>
                  <a:lnTo>
                    <a:pt x="309760" y="63487"/>
                  </a:lnTo>
                  <a:lnTo>
                    <a:pt x="306927" y="59015"/>
                  </a:lnTo>
                  <a:lnTo>
                    <a:pt x="303954" y="54635"/>
                  </a:lnTo>
                  <a:lnTo>
                    <a:pt x="300843" y="50352"/>
                  </a:lnTo>
                  <a:lnTo>
                    <a:pt x="297598" y="46169"/>
                  </a:lnTo>
                  <a:lnTo>
                    <a:pt x="294223" y="42090"/>
                  </a:lnTo>
                  <a:lnTo>
                    <a:pt x="290720" y="38121"/>
                  </a:lnTo>
                  <a:lnTo>
                    <a:pt x="287093" y="34265"/>
                  </a:lnTo>
                  <a:lnTo>
                    <a:pt x="283346" y="30525"/>
                  </a:lnTo>
                  <a:lnTo>
                    <a:pt x="279482" y="26906"/>
                  </a:lnTo>
                  <a:lnTo>
                    <a:pt x="275506" y="23411"/>
                  </a:lnTo>
                  <a:lnTo>
                    <a:pt x="167149" y="1507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108357" cy="167167"/>
            </a:xfrm>
            <a:custGeom>
              <a:avLst/>
              <a:pathLst>
                <a:path w="108357" h="167167">
                  <a:moveTo>
                    <a:pt x="108357" y="39874"/>
                  </a:moveTo>
                  <a:lnTo>
                    <a:pt x="104022" y="36307"/>
                  </a:lnTo>
                  <a:lnTo>
                    <a:pt x="99570" y="32888"/>
                  </a:lnTo>
                  <a:lnTo>
                    <a:pt x="95005" y="29621"/>
                  </a:lnTo>
                  <a:lnTo>
                    <a:pt x="90334" y="26509"/>
                  </a:lnTo>
                  <a:lnTo>
                    <a:pt x="85560" y="23555"/>
                  </a:lnTo>
                  <a:lnTo>
                    <a:pt x="80690" y="20763"/>
                  </a:lnTo>
                  <a:lnTo>
                    <a:pt x="75729" y="18137"/>
                  </a:lnTo>
                  <a:lnTo>
                    <a:pt x="70682" y="15678"/>
                  </a:lnTo>
                  <a:lnTo>
                    <a:pt x="65556" y="13390"/>
                  </a:lnTo>
                  <a:lnTo>
                    <a:pt x="60356" y="11276"/>
                  </a:lnTo>
                  <a:lnTo>
                    <a:pt x="55088" y="9337"/>
                  </a:lnTo>
                  <a:lnTo>
                    <a:pt x="49758" y="7577"/>
                  </a:lnTo>
                  <a:lnTo>
                    <a:pt x="44371" y="5996"/>
                  </a:lnTo>
                  <a:lnTo>
                    <a:pt x="38935" y="4597"/>
                  </a:lnTo>
                  <a:lnTo>
                    <a:pt x="33455" y="3381"/>
                  </a:lnTo>
                  <a:lnTo>
                    <a:pt x="27937" y="2350"/>
                  </a:lnTo>
                  <a:lnTo>
                    <a:pt x="22387" y="1505"/>
                  </a:lnTo>
                  <a:lnTo>
                    <a:pt x="16812" y="847"/>
                  </a:lnTo>
                  <a:lnTo>
                    <a:pt x="11219" y="376"/>
                  </a:lnTo>
                  <a:lnTo>
                    <a:pt x="561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9692" y="941493"/>
              <a:ext cx="36523" cy="167167"/>
            </a:xfrm>
            <a:custGeom>
              <a:avLst/>
              <a:pathLst>
                <a:path w="36523" h="167167">
                  <a:moveTo>
                    <a:pt x="36523" y="0"/>
                  </a:moveTo>
                  <a:lnTo>
                    <a:pt x="30387" y="112"/>
                  </a:lnTo>
                  <a:lnTo>
                    <a:pt x="24260" y="450"/>
                  </a:lnTo>
                  <a:lnTo>
                    <a:pt x="18150" y="1012"/>
                  </a:lnTo>
                  <a:lnTo>
                    <a:pt x="12064" y="1798"/>
                  </a:lnTo>
                  <a:lnTo>
                    <a:pt x="6011" y="2808"/>
                  </a:lnTo>
                  <a:lnTo>
                    <a:pt x="0" y="4038"/>
                  </a:lnTo>
                  <a:lnTo>
                    <a:pt x="3652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9692" y="945531"/>
              <a:ext cx="36523" cy="163128"/>
            </a:xfrm>
            <a:custGeom>
              <a:avLst/>
              <a:pathLst>
                <a:path w="36523" h="163128">
                  <a:moveTo>
                    <a:pt x="0" y="0"/>
                  </a:moveTo>
                  <a:lnTo>
                    <a:pt x="36523" y="1631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54" y="945531"/>
              <a:ext cx="167161" cy="322772"/>
            </a:xfrm>
            <a:custGeom>
              <a:avLst/>
              <a:pathLst>
                <a:path w="167161" h="322772">
                  <a:moveTo>
                    <a:pt x="130638" y="0"/>
                  </a:moveTo>
                  <a:lnTo>
                    <a:pt x="125445" y="1250"/>
                  </a:lnTo>
                  <a:lnTo>
                    <a:pt x="120294" y="2665"/>
                  </a:lnTo>
                  <a:lnTo>
                    <a:pt x="115192" y="4244"/>
                  </a:lnTo>
                  <a:lnTo>
                    <a:pt x="110142" y="5986"/>
                  </a:lnTo>
                  <a:lnTo>
                    <a:pt x="105151" y="7887"/>
                  </a:lnTo>
                  <a:lnTo>
                    <a:pt x="100223" y="9948"/>
                  </a:lnTo>
                  <a:lnTo>
                    <a:pt x="95364" y="12164"/>
                  </a:lnTo>
                  <a:lnTo>
                    <a:pt x="90577" y="14535"/>
                  </a:lnTo>
                  <a:lnTo>
                    <a:pt x="85869" y="17058"/>
                  </a:lnTo>
                  <a:lnTo>
                    <a:pt x="81244" y="19729"/>
                  </a:lnTo>
                  <a:lnTo>
                    <a:pt x="76707" y="22548"/>
                  </a:lnTo>
                  <a:lnTo>
                    <a:pt x="72261" y="25509"/>
                  </a:lnTo>
                  <a:lnTo>
                    <a:pt x="67913" y="28611"/>
                  </a:lnTo>
                  <a:lnTo>
                    <a:pt x="63666" y="31851"/>
                  </a:lnTo>
                  <a:lnTo>
                    <a:pt x="59525" y="35224"/>
                  </a:lnTo>
                  <a:lnTo>
                    <a:pt x="55494" y="38728"/>
                  </a:lnTo>
                  <a:lnTo>
                    <a:pt x="51577" y="42359"/>
                  </a:lnTo>
                  <a:lnTo>
                    <a:pt x="47777" y="46113"/>
                  </a:lnTo>
                  <a:lnTo>
                    <a:pt x="44100" y="49987"/>
                  </a:lnTo>
                  <a:lnTo>
                    <a:pt x="40548" y="53976"/>
                  </a:lnTo>
                  <a:lnTo>
                    <a:pt x="37125" y="58077"/>
                  </a:lnTo>
                  <a:lnTo>
                    <a:pt x="33836" y="62285"/>
                  </a:lnTo>
                  <a:lnTo>
                    <a:pt x="30682" y="66596"/>
                  </a:lnTo>
                  <a:lnTo>
                    <a:pt x="27668" y="71006"/>
                  </a:lnTo>
                  <a:lnTo>
                    <a:pt x="24796" y="75509"/>
                  </a:lnTo>
                  <a:lnTo>
                    <a:pt x="22069" y="80102"/>
                  </a:lnTo>
                  <a:lnTo>
                    <a:pt x="19491" y="84780"/>
                  </a:lnTo>
                  <a:lnTo>
                    <a:pt x="17063" y="89538"/>
                  </a:lnTo>
                  <a:lnTo>
                    <a:pt x="14789" y="94370"/>
                  </a:lnTo>
                  <a:lnTo>
                    <a:pt x="12670" y="99273"/>
                  </a:lnTo>
                  <a:lnTo>
                    <a:pt x="10709" y="104242"/>
                  </a:lnTo>
                  <a:lnTo>
                    <a:pt x="8907" y="109270"/>
                  </a:lnTo>
                  <a:lnTo>
                    <a:pt x="7267" y="114353"/>
                  </a:lnTo>
                  <a:lnTo>
                    <a:pt x="5791" y="119487"/>
                  </a:lnTo>
                  <a:lnTo>
                    <a:pt x="4479" y="124664"/>
                  </a:lnTo>
                  <a:lnTo>
                    <a:pt x="3333" y="129881"/>
                  </a:lnTo>
                  <a:lnTo>
                    <a:pt x="2354" y="135132"/>
                  </a:lnTo>
                  <a:lnTo>
                    <a:pt x="1544" y="140412"/>
                  </a:lnTo>
                  <a:lnTo>
                    <a:pt x="903" y="145714"/>
                  </a:lnTo>
                  <a:lnTo>
                    <a:pt x="431" y="151035"/>
                  </a:lnTo>
                  <a:lnTo>
                    <a:pt x="130" y="156368"/>
                  </a:lnTo>
                  <a:lnTo>
                    <a:pt x="0" y="161707"/>
                  </a:lnTo>
                  <a:lnTo>
                    <a:pt x="39" y="167049"/>
                  </a:lnTo>
                  <a:lnTo>
                    <a:pt x="250" y="172386"/>
                  </a:lnTo>
                  <a:lnTo>
                    <a:pt x="631" y="177713"/>
                  </a:lnTo>
                  <a:lnTo>
                    <a:pt x="1182" y="183026"/>
                  </a:lnTo>
                  <a:lnTo>
                    <a:pt x="1902" y="188319"/>
                  </a:lnTo>
                  <a:lnTo>
                    <a:pt x="2791" y="193586"/>
                  </a:lnTo>
                  <a:lnTo>
                    <a:pt x="3848" y="198821"/>
                  </a:lnTo>
                  <a:lnTo>
                    <a:pt x="5072" y="204021"/>
                  </a:lnTo>
                  <a:lnTo>
                    <a:pt x="6461" y="209178"/>
                  </a:lnTo>
                  <a:lnTo>
                    <a:pt x="8014" y="214289"/>
                  </a:lnTo>
                  <a:lnTo>
                    <a:pt x="9730" y="219347"/>
                  </a:lnTo>
                  <a:lnTo>
                    <a:pt x="11607" y="224348"/>
                  </a:lnTo>
                  <a:lnTo>
                    <a:pt x="13642" y="229286"/>
                  </a:lnTo>
                  <a:lnTo>
                    <a:pt x="15834" y="234157"/>
                  </a:lnTo>
                  <a:lnTo>
                    <a:pt x="18180" y="238955"/>
                  </a:lnTo>
                  <a:lnTo>
                    <a:pt x="20679" y="243676"/>
                  </a:lnTo>
                  <a:lnTo>
                    <a:pt x="23327" y="248315"/>
                  </a:lnTo>
                  <a:lnTo>
                    <a:pt x="26122" y="252866"/>
                  </a:lnTo>
                  <a:lnTo>
                    <a:pt x="29061" y="257327"/>
                  </a:lnTo>
                  <a:lnTo>
                    <a:pt x="32141" y="261690"/>
                  </a:lnTo>
                  <a:lnTo>
                    <a:pt x="35358" y="265954"/>
                  </a:lnTo>
                  <a:lnTo>
                    <a:pt x="38711" y="270112"/>
                  </a:lnTo>
                  <a:lnTo>
                    <a:pt x="42194" y="274161"/>
                  </a:lnTo>
                  <a:lnTo>
                    <a:pt x="45805" y="278097"/>
                  </a:lnTo>
                  <a:lnTo>
                    <a:pt x="49540" y="281915"/>
                  </a:lnTo>
                  <a:lnTo>
                    <a:pt x="53395" y="285612"/>
                  </a:lnTo>
                  <a:lnTo>
                    <a:pt x="57366" y="289184"/>
                  </a:lnTo>
                  <a:lnTo>
                    <a:pt x="61450" y="292628"/>
                  </a:lnTo>
                  <a:lnTo>
                    <a:pt x="65641" y="295939"/>
                  </a:lnTo>
                  <a:lnTo>
                    <a:pt x="69936" y="299114"/>
                  </a:lnTo>
                  <a:lnTo>
                    <a:pt x="74330" y="302151"/>
                  </a:lnTo>
                  <a:lnTo>
                    <a:pt x="78819" y="305046"/>
                  </a:lnTo>
                  <a:lnTo>
                    <a:pt x="83398" y="307796"/>
                  </a:lnTo>
                  <a:lnTo>
                    <a:pt x="88062" y="310398"/>
                  </a:lnTo>
                  <a:lnTo>
                    <a:pt x="92808" y="312850"/>
                  </a:lnTo>
                  <a:lnTo>
                    <a:pt x="97629" y="315149"/>
                  </a:lnTo>
                  <a:lnTo>
                    <a:pt x="102521" y="317293"/>
                  </a:lnTo>
                  <a:lnTo>
                    <a:pt x="107479" y="319279"/>
                  </a:lnTo>
                  <a:lnTo>
                    <a:pt x="112498" y="321106"/>
                  </a:lnTo>
                  <a:lnTo>
                    <a:pt x="117573" y="322772"/>
                  </a:lnTo>
                  <a:lnTo>
                    <a:pt x="167161" y="1631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6628" y="941493"/>
              <a:ext cx="216748" cy="334317"/>
            </a:xfrm>
            <a:custGeom>
              <a:avLst/>
              <a:pathLst>
                <a:path w="216748" h="334317">
                  <a:moveTo>
                    <a:pt x="0" y="326810"/>
                  </a:moveTo>
                  <a:lnTo>
                    <a:pt x="5113" y="328310"/>
                  </a:lnTo>
                  <a:lnTo>
                    <a:pt x="10271" y="329645"/>
                  </a:lnTo>
                  <a:lnTo>
                    <a:pt x="15470" y="330816"/>
                  </a:lnTo>
                  <a:lnTo>
                    <a:pt x="20703" y="331820"/>
                  </a:lnTo>
                  <a:lnTo>
                    <a:pt x="25966" y="332657"/>
                  </a:lnTo>
                  <a:lnTo>
                    <a:pt x="31252" y="333326"/>
                  </a:lnTo>
                  <a:lnTo>
                    <a:pt x="36557" y="333826"/>
                  </a:lnTo>
                  <a:lnTo>
                    <a:pt x="41876" y="334156"/>
                  </a:lnTo>
                  <a:lnTo>
                    <a:pt x="47202" y="334317"/>
                  </a:lnTo>
                  <a:lnTo>
                    <a:pt x="52530" y="334308"/>
                  </a:lnTo>
                  <a:lnTo>
                    <a:pt x="57856" y="334130"/>
                  </a:lnTo>
                  <a:lnTo>
                    <a:pt x="63173" y="333781"/>
                  </a:lnTo>
                  <a:lnTo>
                    <a:pt x="68477" y="333264"/>
                  </a:lnTo>
                  <a:lnTo>
                    <a:pt x="73761" y="332577"/>
                  </a:lnTo>
                  <a:lnTo>
                    <a:pt x="79021" y="331723"/>
                  </a:lnTo>
                  <a:lnTo>
                    <a:pt x="84250" y="330701"/>
                  </a:lnTo>
                  <a:lnTo>
                    <a:pt x="89445" y="329513"/>
                  </a:lnTo>
                  <a:lnTo>
                    <a:pt x="94599" y="328160"/>
                  </a:lnTo>
                  <a:lnTo>
                    <a:pt x="99707" y="326644"/>
                  </a:lnTo>
                  <a:lnTo>
                    <a:pt x="104765" y="324965"/>
                  </a:lnTo>
                  <a:lnTo>
                    <a:pt x="109766" y="323127"/>
                  </a:lnTo>
                  <a:lnTo>
                    <a:pt x="114706" y="321129"/>
                  </a:lnTo>
                  <a:lnTo>
                    <a:pt x="119580" y="318976"/>
                  </a:lnTo>
                  <a:lnTo>
                    <a:pt x="124383" y="316668"/>
                  </a:lnTo>
                  <a:lnTo>
                    <a:pt x="129110" y="314208"/>
                  </a:lnTo>
                  <a:lnTo>
                    <a:pt x="133756" y="311599"/>
                  </a:lnTo>
                  <a:lnTo>
                    <a:pt x="138317" y="308843"/>
                  </a:lnTo>
                  <a:lnTo>
                    <a:pt x="142787" y="305943"/>
                  </a:lnTo>
                  <a:lnTo>
                    <a:pt x="147163" y="302902"/>
                  </a:lnTo>
                  <a:lnTo>
                    <a:pt x="151439" y="299723"/>
                  </a:lnTo>
                  <a:lnTo>
                    <a:pt x="155612" y="296409"/>
                  </a:lnTo>
                  <a:lnTo>
                    <a:pt x="159678" y="292964"/>
                  </a:lnTo>
                  <a:lnTo>
                    <a:pt x="163631" y="289392"/>
                  </a:lnTo>
                  <a:lnTo>
                    <a:pt x="167469" y="285695"/>
                  </a:lnTo>
                  <a:lnTo>
                    <a:pt x="171187" y="281877"/>
                  </a:lnTo>
                  <a:lnTo>
                    <a:pt x="174781" y="277944"/>
                  </a:lnTo>
                  <a:lnTo>
                    <a:pt x="178248" y="273897"/>
                  </a:lnTo>
                  <a:lnTo>
                    <a:pt x="181584" y="269742"/>
                  </a:lnTo>
                  <a:lnTo>
                    <a:pt x="184787" y="265483"/>
                  </a:lnTo>
                  <a:lnTo>
                    <a:pt x="187851" y="261124"/>
                  </a:lnTo>
                  <a:lnTo>
                    <a:pt x="190776" y="256669"/>
                  </a:lnTo>
                  <a:lnTo>
                    <a:pt x="193557" y="252124"/>
                  </a:lnTo>
                  <a:lnTo>
                    <a:pt x="196191" y="247492"/>
                  </a:lnTo>
                  <a:lnTo>
                    <a:pt x="198677" y="242779"/>
                  </a:lnTo>
                  <a:lnTo>
                    <a:pt x="201011" y="237989"/>
                  </a:lnTo>
                  <a:lnTo>
                    <a:pt x="203191" y="233127"/>
                  </a:lnTo>
                  <a:lnTo>
                    <a:pt x="205216" y="228197"/>
                  </a:lnTo>
                  <a:lnTo>
                    <a:pt x="207082" y="223206"/>
                  </a:lnTo>
                  <a:lnTo>
                    <a:pt x="208788" y="218158"/>
                  </a:lnTo>
                  <a:lnTo>
                    <a:pt x="210332" y="213058"/>
                  </a:lnTo>
                  <a:lnTo>
                    <a:pt x="211713" y="207911"/>
                  </a:lnTo>
                  <a:lnTo>
                    <a:pt x="212929" y="202724"/>
                  </a:lnTo>
                  <a:lnTo>
                    <a:pt x="213980" y="197499"/>
                  </a:lnTo>
                  <a:lnTo>
                    <a:pt x="214863" y="192244"/>
                  </a:lnTo>
                  <a:lnTo>
                    <a:pt x="215578" y="186964"/>
                  </a:lnTo>
                  <a:lnTo>
                    <a:pt x="216125" y="181664"/>
                  </a:lnTo>
                  <a:lnTo>
                    <a:pt x="216502" y="176348"/>
                  </a:lnTo>
                  <a:lnTo>
                    <a:pt x="216710" y="171024"/>
                  </a:lnTo>
                  <a:lnTo>
                    <a:pt x="216748" y="165695"/>
                  </a:lnTo>
                  <a:lnTo>
                    <a:pt x="216616" y="160368"/>
                  </a:lnTo>
                  <a:lnTo>
                    <a:pt x="216315" y="155048"/>
                  </a:lnTo>
                  <a:lnTo>
                    <a:pt x="215844" y="149740"/>
                  </a:lnTo>
                  <a:lnTo>
                    <a:pt x="215204" y="144450"/>
                  </a:lnTo>
                  <a:lnTo>
                    <a:pt x="214396" y="139183"/>
                  </a:lnTo>
                  <a:lnTo>
                    <a:pt x="213420" y="133945"/>
                  </a:lnTo>
                  <a:lnTo>
                    <a:pt x="212278" y="128740"/>
                  </a:lnTo>
                  <a:lnTo>
                    <a:pt x="210970" y="123574"/>
                  </a:lnTo>
                  <a:lnTo>
                    <a:pt x="209499" y="118453"/>
                  </a:lnTo>
                  <a:lnTo>
                    <a:pt x="207865" y="113381"/>
                  </a:lnTo>
                  <a:lnTo>
                    <a:pt x="206071" y="108363"/>
                  </a:lnTo>
                  <a:lnTo>
                    <a:pt x="204117" y="103406"/>
                  </a:lnTo>
                  <a:lnTo>
                    <a:pt x="202006" y="98513"/>
                  </a:lnTo>
                  <a:lnTo>
                    <a:pt x="199741" y="93690"/>
                  </a:lnTo>
                  <a:lnTo>
                    <a:pt x="197322" y="88942"/>
                  </a:lnTo>
                  <a:lnTo>
                    <a:pt x="194754" y="84273"/>
                  </a:lnTo>
                  <a:lnTo>
                    <a:pt x="192038" y="79688"/>
                  </a:lnTo>
                  <a:lnTo>
                    <a:pt x="189178" y="75192"/>
                  </a:lnTo>
                  <a:lnTo>
                    <a:pt x="186176" y="70790"/>
                  </a:lnTo>
                  <a:lnTo>
                    <a:pt x="183034" y="66486"/>
                  </a:lnTo>
                  <a:lnTo>
                    <a:pt x="179758" y="62284"/>
                  </a:lnTo>
                  <a:lnTo>
                    <a:pt x="176349" y="58188"/>
                  </a:lnTo>
                  <a:lnTo>
                    <a:pt x="172811" y="54203"/>
                  </a:lnTo>
                  <a:lnTo>
                    <a:pt x="169148" y="50333"/>
                  </a:lnTo>
                  <a:lnTo>
                    <a:pt x="165364" y="46582"/>
                  </a:lnTo>
                  <a:lnTo>
                    <a:pt x="161461" y="42953"/>
                  </a:lnTo>
                  <a:lnTo>
                    <a:pt x="157446" y="39451"/>
                  </a:lnTo>
                  <a:lnTo>
                    <a:pt x="153320" y="36078"/>
                  </a:lnTo>
                  <a:lnTo>
                    <a:pt x="149090" y="32838"/>
                  </a:lnTo>
                  <a:lnTo>
                    <a:pt x="144758" y="29735"/>
                  </a:lnTo>
                  <a:lnTo>
                    <a:pt x="140329" y="26772"/>
                  </a:lnTo>
                  <a:lnTo>
                    <a:pt x="135808" y="23951"/>
                  </a:lnTo>
                  <a:lnTo>
                    <a:pt x="131200" y="21276"/>
                  </a:lnTo>
                  <a:lnTo>
                    <a:pt x="126509" y="18749"/>
                  </a:lnTo>
                  <a:lnTo>
                    <a:pt x="121739" y="16372"/>
                  </a:lnTo>
                  <a:lnTo>
                    <a:pt x="116896" y="14149"/>
                  </a:lnTo>
                  <a:lnTo>
                    <a:pt x="111985" y="12082"/>
                  </a:lnTo>
                  <a:lnTo>
                    <a:pt x="107011" y="10172"/>
                  </a:lnTo>
                  <a:lnTo>
                    <a:pt x="101978" y="8421"/>
                  </a:lnTo>
                  <a:lnTo>
                    <a:pt x="96892" y="6832"/>
                  </a:lnTo>
                  <a:lnTo>
                    <a:pt x="91757" y="5406"/>
                  </a:lnTo>
                  <a:lnTo>
                    <a:pt x="86580" y="4144"/>
                  </a:lnTo>
                  <a:lnTo>
                    <a:pt x="81366" y="3048"/>
                  </a:lnTo>
                  <a:lnTo>
                    <a:pt x="76119" y="2118"/>
                  </a:lnTo>
                  <a:lnTo>
                    <a:pt x="70845" y="1357"/>
                  </a:lnTo>
                  <a:lnTo>
                    <a:pt x="65549" y="763"/>
                  </a:lnTo>
                  <a:lnTo>
                    <a:pt x="60238" y="339"/>
                  </a:lnTo>
                  <a:lnTo>
                    <a:pt x="54915" y="84"/>
                  </a:lnTo>
                  <a:lnTo>
                    <a:pt x="49587" y="0"/>
                  </a:lnTo>
                  <a:lnTo>
                    <a:pt x="495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686" y="1071028"/>
              <a:ext cx="166814" cy="167167"/>
            </a:xfrm>
            <a:custGeom>
              <a:avLst/>
              <a:pathLst>
                <a:path w="166814" h="167167">
                  <a:moveTo>
                    <a:pt x="166814" y="0"/>
                  </a:moveTo>
                  <a:lnTo>
                    <a:pt x="161343" y="89"/>
                  </a:lnTo>
                  <a:lnTo>
                    <a:pt x="155878" y="358"/>
                  </a:lnTo>
                  <a:lnTo>
                    <a:pt x="150424" y="805"/>
                  </a:lnTo>
                  <a:lnTo>
                    <a:pt x="144988" y="1431"/>
                  </a:lnTo>
                  <a:lnTo>
                    <a:pt x="139575" y="2234"/>
                  </a:lnTo>
                  <a:lnTo>
                    <a:pt x="134191" y="3214"/>
                  </a:lnTo>
                  <a:lnTo>
                    <a:pt x="128843" y="4369"/>
                  </a:lnTo>
                  <a:lnTo>
                    <a:pt x="123535" y="5699"/>
                  </a:lnTo>
                  <a:lnTo>
                    <a:pt x="118273" y="7202"/>
                  </a:lnTo>
                  <a:lnTo>
                    <a:pt x="113063" y="8877"/>
                  </a:lnTo>
                  <a:lnTo>
                    <a:pt x="107911" y="10721"/>
                  </a:lnTo>
                  <a:lnTo>
                    <a:pt x="102823" y="12732"/>
                  </a:lnTo>
                  <a:lnTo>
                    <a:pt x="97802" y="14910"/>
                  </a:lnTo>
                  <a:lnTo>
                    <a:pt x="92856" y="17250"/>
                  </a:lnTo>
                  <a:lnTo>
                    <a:pt x="87989" y="19751"/>
                  </a:lnTo>
                  <a:lnTo>
                    <a:pt x="83206" y="22410"/>
                  </a:lnTo>
                  <a:lnTo>
                    <a:pt x="78513" y="25224"/>
                  </a:lnTo>
                  <a:lnTo>
                    <a:pt x="73915" y="28190"/>
                  </a:lnTo>
                  <a:lnTo>
                    <a:pt x="69416" y="31305"/>
                  </a:lnTo>
                  <a:lnTo>
                    <a:pt x="65021" y="34565"/>
                  </a:lnTo>
                  <a:lnTo>
                    <a:pt x="60736" y="37968"/>
                  </a:lnTo>
                  <a:lnTo>
                    <a:pt x="56564" y="41509"/>
                  </a:lnTo>
                  <a:lnTo>
                    <a:pt x="52510" y="45185"/>
                  </a:lnTo>
                  <a:lnTo>
                    <a:pt x="48579" y="48992"/>
                  </a:lnTo>
                  <a:lnTo>
                    <a:pt x="44775" y="52925"/>
                  </a:lnTo>
                  <a:lnTo>
                    <a:pt x="41101" y="56980"/>
                  </a:lnTo>
                  <a:lnTo>
                    <a:pt x="37562" y="61154"/>
                  </a:lnTo>
                  <a:lnTo>
                    <a:pt x="34162" y="65441"/>
                  </a:lnTo>
                  <a:lnTo>
                    <a:pt x="30903" y="69837"/>
                  </a:lnTo>
                  <a:lnTo>
                    <a:pt x="27790" y="74337"/>
                  </a:lnTo>
                  <a:lnTo>
                    <a:pt x="24827" y="78937"/>
                  </a:lnTo>
                  <a:lnTo>
                    <a:pt x="22015" y="83632"/>
                  </a:lnTo>
                  <a:lnTo>
                    <a:pt x="19358" y="88416"/>
                  </a:lnTo>
                  <a:lnTo>
                    <a:pt x="16860" y="93284"/>
                  </a:lnTo>
                  <a:lnTo>
                    <a:pt x="14522" y="98232"/>
                  </a:lnTo>
                  <a:lnTo>
                    <a:pt x="12348" y="103253"/>
                  </a:lnTo>
                  <a:lnTo>
                    <a:pt x="10338" y="108343"/>
                  </a:lnTo>
                  <a:lnTo>
                    <a:pt x="8497" y="113496"/>
                  </a:lnTo>
                  <a:lnTo>
                    <a:pt x="6825" y="118706"/>
                  </a:lnTo>
                  <a:lnTo>
                    <a:pt x="5325" y="123969"/>
                  </a:lnTo>
                  <a:lnTo>
                    <a:pt x="3997" y="129277"/>
                  </a:lnTo>
                  <a:lnTo>
                    <a:pt x="2845" y="134627"/>
                  </a:lnTo>
                  <a:lnTo>
                    <a:pt x="1867" y="140011"/>
                  </a:lnTo>
                  <a:lnTo>
                    <a:pt x="1067" y="145424"/>
                  </a:lnTo>
                  <a:lnTo>
                    <a:pt x="444" y="150860"/>
                  </a:lnTo>
                  <a:lnTo>
                    <a:pt x="0" y="156314"/>
                  </a:lnTo>
                  <a:lnTo>
                    <a:pt x="16681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686" y="1227343"/>
              <a:ext cx="166814" cy="10852"/>
            </a:xfrm>
            <a:custGeom>
              <a:avLst/>
              <a:pathLst>
                <a:path w="166814" h="10852">
                  <a:moveTo>
                    <a:pt x="0" y="0"/>
                  </a:moveTo>
                  <a:lnTo>
                    <a:pt x="166814" y="108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34" y="1072212"/>
              <a:ext cx="334331" cy="333139"/>
            </a:xfrm>
            <a:custGeom>
              <a:avLst/>
              <a:pathLst>
                <a:path w="334331" h="333139">
                  <a:moveTo>
                    <a:pt x="352" y="155131"/>
                  </a:moveTo>
                  <a:lnTo>
                    <a:pt x="92" y="160421"/>
                  </a:lnTo>
                  <a:lnTo>
                    <a:pt x="0" y="165718"/>
                  </a:lnTo>
                  <a:lnTo>
                    <a:pt x="75" y="171014"/>
                  </a:lnTo>
                  <a:lnTo>
                    <a:pt x="318" y="176306"/>
                  </a:lnTo>
                  <a:lnTo>
                    <a:pt x="729" y="181587"/>
                  </a:lnTo>
                  <a:lnTo>
                    <a:pt x="1307" y="186853"/>
                  </a:lnTo>
                  <a:lnTo>
                    <a:pt x="2052" y="192097"/>
                  </a:lnTo>
                  <a:lnTo>
                    <a:pt x="2962" y="197316"/>
                  </a:lnTo>
                  <a:lnTo>
                    <a:pt x="4037" y="202503"/>
                  </a:lnTo>
                  <a:lnTo>
                    <a:pt x="5276" y="207653"/>
                  </a:lnTo>
                  <a:lnTo>
                    <a:pt x="6677" y="212761"/>
                  </a:lnTo>
                  <a:lnTo>
                    <a:pt x="8240" y="217823"/>
                  </a:lnTo>
                  <a:lnTo>
                    <a:pt x="9962" y="222832"/>
                  </a:lnTo>
                  <a:lnTo>
                    <a:pt x="11843" y="227784"/>
                  </a:lnTo>
                  <a:lnTo>
                    <a:pt x="13879" y="232674"/>
                  </a:lnTo>
                  <a:lnTo>
                    <a:pt x="16069" y="237498"/>
                  </a:lnTo>
                  <a:lnTo>
                    <a:pt x="18410" y="242249"/>
                  </a:lnTo>
                  <a:lnTo>
                    <a:pt x="20901" y="246924"/>
                  </a:lnTo>
                  <a:lnTo>
                    <a:pt x="23539" y="251518"/>
                  </a:lnTo>
                  <a:lnTo>
                    <a:pt x="26321" y="256025"/>
                  </a:lnTo>
                  <a:lnTo>
                    <a:pt x="29245" y="260443"/>
                  </a:lnTo>
                  <a:lnTo>
                    <a:pt x="32307" y="264765"/>
                  </a:lnTo>
                  <a:lnTo>
                    <a:pt x="35505" y="268988"/>
                  </a:lnTo>
                  <a:lnTo>
                    <a:pt x="38834" y="273108"/>
                  </a:lnTo>
                  <a:lnTo>
                    <a:pt x="42293" y="277120"/>
                  </a:lnTo>
                  <a:lnTo>
                    <a:pt x="45877" y="281021"/>
                  </a:lnTo>
                  <a:lnTo>
                    <a:pt x="49582" y="284806"/>
                  </a:lnTo>
                  <a:lnTo>
                    <a:pt x="53406" y="288472"/>
                  </a:lnTo>
                  <a:lnTo>
                    <a:pt x="57344" y="292015"/>
                  </a:lnTo>
                  <a:lnTo>
                    <a:pt x="61393" y="295431"/>
                  </a:lnTo>
                  <a:lnTo>
                    <a:pt x="65547" y="298718"/>
                  </a:lnTo>
                  <a:lnTo>
                    <a:pt x="69804" y="301871"/>
                  </a:lnTo>
                  <a:lnTo>
                    <a:pt x="74158" y="304887"/>
                  </a:lnTo>
                  <a:lnTo>
                    <a:pt x="78606" y="307764"/>
                  </a:lnTo>
                  <a:lnTo>
                    <a:pt x="83142" y="310499"/>
                  </a:lnTo>
                  <a:lnTo>
                    <a:pt x="87763" y="313089"/>
                  </a:lnTo>
                  <a:lnTo>
                    <a:pt x="92464" y="315531"/>
                  </a:lnTo>
                  <a:lnTo>
                    <a:pt x="97240" y="317823"/>
                  </a:lnTo>
                  <a:lnTo>
                    <a:pt x="102086" y="319962"/>
                  </a:lnTo>
                  <a:lnTo>
                    <a:pt x="106997" y="321947"/>
                  </a:lnTo>
                  <a:lnTo>
                    <a:pt x="111969" y="323775"/>
                  </a:lnTo>
                  <a:lnTo>
                    <a:pt x="116996" y="325444"/>
                  </a:lnTo>
                  <a:lnTo>
                    <a:pt x="122073" y="326954"/>
                  </a:lnTo>
                  <a:lnTo>
                    <a:pt x="127196" y="328302"/>
                  </a:lnTo>
                  <a:lnTo>
                    <a:pt x="132359" y="329487"/>
                  </a:lnTo>
                  <a:lnTo>
                    <a:pt x="137557" y="330508"/>
                  </a:lnTo>
                  <a:lnTo>
                    <a:pt x="142784" y="331363"/>
                  </a:lnTo>
                  <a:lnTo>
                    <a:pt x="148037" y="332053"/>
                  </a:lnTo>
                  <a:lnTo>
                    <a:pt x="153308" y="332575"/>
                  </a:lnTo>
                  <a:lnTo>
                    <a:pt x="158593" y="332931"/>
                  </a:lnTo>
                  <a:lnTo>
                    <a:pt x="163887" y="333119"/>
                  </a:lnTo>
                  <a:lnTo>
                    <a:pt x="169184" y="333139"/>
                  </a:lnTo>
                  <a:lnTo>
                    <a:pt x="174479" y="332991"/>
                  </a:lnTo>
                  <a:lnTo>
                    <a:pt x="179767" y="332675"/>
                  </a:lnTo>
                  <a:lnTo>
                    <a:pt x="185042" y="332192"/>
                  </a:lnTo>
                  <a:lnTo>
                    <a:pt x="190299" y="331543"/>
                  </a:lnTo>
                  <a:lnTo>
                    <a:pt x="195533" y="330727"/>
                  </a:lnTo>
                  <a:lnTo>
                    <a:pt x="200738" y="329745"/>
                  </a:lnTo>
                  <a:lnTo>
                    <a:pt x="205910" y="328599"/>
                  </a:lnTo>
                  <a:lnTo>
                    <a:pt x="211043" y="327290"/>
                  </a:lnTo>
                  <a:lnTo>
                    <a:pt x="216132" y="325819"/>
                  </a:lnTo>
                  <a:lnTo>
                    <a:pt x="221171" y="324187"/>
                  </a:lnTo>
                  <a:lnTo>
                    <a:pt x="226157" y="322397"/>
                  </a:lnTo>
                  <a:lnTo>
                    <a:pt x="231083" y="320449"/>
                  </a:lnTo>
                  <a:lnTo>
                    <a:pt x="235945" y="318347"/>
                  </a:lnTo>
                  <a:lnTo>
                    <a:pt x="240738" y="316091"/>
                  </a:lnTo>
                  <a:lnTo>
                    <a:pt x="245457" y="313685"/>
                  </a:lnTo>
                  <a:lnTo>
                    <a:pt x="250097" y="311130"/>
                  </a:lnTo>
                  <a:lnTo>
                    <a:pt x="254654" y="308429"/>
                  </a:lnTo>
                  <a:lnTo>
                    <a:pt x="259124" y="305586"/>
                  </a:lnTo>
                  <a:lnTo>
                    <a:pt x="263501" y="302602"/>
                  </a:lnTo>
                  <a:lnTo>
                    <a:pt x="267781" y="299482"/>
                  </a:lnTo>
                  <a:lnTo>
                    <a:pt x="271960" y="296227"/>
                  </a:lnTo>
                  <a:lnTo>
                    <a:pt x="276034" y="292841"/>
                  </a:lnTo>
                  <a:lnTo>
                    <a:pt x="279999" y="289328"/>
                  </a:lnTo>
                  <a:lnTo>
                    <a:pt x="283850" y="285691"/>
                  </a:lnTo>
                  <a:lnTo>
                    <a:pt x="287584" y="281934"/>
                  </a:lnTo>
                  <a:lnTo>
                    <a:pt x="291198" y="278061"/>
                  </a:lnTo>
                  <a:lnTo>
                    <a:pt x="294686" y="274075"/>
                  </a:lnTo>
                  <a:lnTo>
                    <a:pt x="298047" y="269980"/>
                  </a:lnTo>
                  <a:lnTo>
                    <a:pt x="301276" y="265781"/>
                  </a:lnTo>
                  <a:lnTo>
                    <a:pt x="304371" y="261482"/>
                  </a:lnTo>
                  <a:lnTo>
                    <a:pt x="307328" y="257087"/>
                  </a:lnTo>
                  <a:lnTo>
                    <a:pt x="310144" y="252600"/>
                  </a:lnTo>
                  <a:lnTo>
                    <a:pt x="312817" y="248027"/>
                  </a:lnTo>
                  <a:lnTo>
                    <a:pt x="315343" y="243371"/>
                  </a:lnTo>
                  <a:lnTo>
                    <a:pt x="317720" y="238637"/>
                  </a:lnTo>
                  <a:lnTo>
                    <a:pt x="319947" y="233831"/>
                  </a:lnTo>
                  <a:lnTo>
                    <a:pt x="322020" y="228956"/>
                  </a:lnTo>
                  <a:lnTo>
                    <a:pt x="323937" y="224018"/>
                  </a:lnTo>
                  <a:lnTo>
                    <a:pt x="325697" y="219022"/>
                  </a:lnTo>
                  <a:lnTo>
                    <a:pt x="327298" y="213972"/>
                  </a:lnTo>
                  <a:lnTo>
                    <a:pt x="328738" y="208875"/>
                  </a:lnTo>
                  <a:lnTo>
                    <a:pt x="330016" y="203734"/>
                  </a:lnTo>
                  <a:lnTo>
                    <a:pt x="331130" y="198555"/>
                  </a:lnTo>
                  <a:lnTo>
                    <a:pt x="332080" y="193344"/>
                  </a:lnTo>
                  <a:lnTo>
                    <a:pt x="332864" y="188105"/>
                  </a:lnTo>
                  <a:lnTo>
                    <a:pt x="333482" y="182844"/>
                  </a:lnTo>
                  <a:lnTo>
                    <a:pt x="333932" y="177566"/>
                  </a:lnTo>
                  <a:lnTo>
                    <a:pt x="334216" y="172277"/>
                  </a:lnTo>
                  <a:lnTo>
                    <a:pt x="334331" y="166981"/>
                  </a:lnTo>
                  <a:lnTo>
                    <a:pt x="334279" y="161684"/>
                  </a:lnTo>
                  <a:lnTo>
                    <a:pt x="334059" y="156391"/>
                  </a:lnTo>
                  <a:lnTo>
                    <a:pt x="333671" y="151108"/>
                  </a:lnTo>
                  <a:lnTo>
                    <a:pt x="333116" y="145840"/>
                  </a:lnTo>
                  <a:lnTo>
                    <a:pt x="332395" y="140592"/>
                  </a:lnTo>
                  <a:lnTo>
                    <a:pt x="331507" y="135370"/>
                  </a:lnTo>
                  <a:lnTo>
                    <a:pt x="330455" y="130179"/>
                  </a:lnTo>
                  <a:lnTo>
                    <a:pt x="329238" y="125023"/>
                  </a:lnTo>
                  <a:lnTo>
                    <a:pt x="327859" y="119909"/>
                  </a:lnTo>
                  <a:lnTo>
                    <a:pt x="326319" y="114840"/>
                  </a:lnTo>
                  <a:lnTo>
                    <a:pt x="324618" y="109823"/>
                  </a:lnTo>
                  <a:lnTo>
                    <a:pt x="322760" y="104863"/>
                  </a:lnTo>
                  <a:lnTo>
                    <a:pt x="320745" y="99964"/>
                  </a:lnTo>
                  <a:lnTo>
                    <a:pt x="318576" y="95131"/>
                  </a:lnTo>
                  <a:lnTo>
                    <a:pt x="316256" y="90369"/>
                  </a:lnTo>
                  <a:lnTo>
                    <a:pt x="313785" y="85684"/>
                  </a:lnTo>
                  <a:lnTo>
                    <a:pt x="311167" y="81079"/>
                  </a:lnTo>
                  <a:lnTo>
                    <a:pt x="308405" y="76559"/>
                  </a:lnTo>
                  <a:lnTo>
                    <a:pt x="305501" y="72129"/>
                  </a:lnTo>
                  <a:lnTo>
                    <a:pt x="302457" y="67793"/>
                  </a:lnTo>
                  <a:lnTo>
                    <a:pt x="299278" y="63556"/>
                  </a:lnTo>
                  <a:lnTo>
                    <a:pt x="295967" y="59421"/>
                  </a:lnTo>
                  <a:lnTo>
                    <a:pt x="292526" y="55394"/>
                  </a:lnTo>
                  <a:lnTo>
                    <a:pt x="288959" y="51478"/>
                  </a:lnTo>
                  <a:lnTo>
                    <a:pt x="285270" y="47676"/>
                  </a:lnTo>
                  <a:lnTo>
                    <a:pt x="281462" y="43994"/>
                  </a:lnTo>
                  <a:lnTo>
                    <a:pt x="277540" y="40434"/>
                  </a:lnTo>
                  <a:lnTo>
                    <a:pt x="273506" y="37000"/>
                  </a:lnTo>
                  <a:lnTo>
                    <a:pt x="269366" y="33695"/>
                  </a:lnTo>
                  <a:lnTo>
                    <a:pt x="265124" y="30524"/>
                  </a:lnTo>
                  <a:lnTo>
                    <a:pt x="260783" y="27488"/>
                  </a:lnTo>
                  <a:lnTo>
                    <a:pt x="256348" y="24591"/>
                  </a:lnTo>
                  <a:lnTo>
                    <a:pt x="251823" y="21837"/>
                  </a:lnTo>
                  <a:lnTo>
                    <a:pt x="247213" y="19227"/>
                  </a:lnTo>
                  <a:lnTo>
                    <a:pt x="242523" y="16764"/>
                  </a:lnTo>
                  <a:lnTo>
                    <a:pt x="237758" y="14452"/>
                  </a:lnTo>
                  <a:lnTo>
                    <a:pt x="232921" y="12291"/>
                  </a:lnTo>
                  <a:lnTo>
                    <a:pt x="228019" y="10285"/>
                  </a:lnTo>
                  <a:lnTo>
                    <a:pt x="223055" y="8435"/>
                  </a:lnTo>
                  <a:lnTo>
                    <a:pt x="218035" y="6743"/>
                  </a:lnTo>
                  <a:lnTo>
                    <a:pt x="212964" y="5212"/>
                  </a:lnTo>
                  <a:lnTo>
                    <a:pt x="207848" y="3841"/>
                  </a:lnTo>
                  <a:lnTo>
                    <a:pt x="202690" y="2634"/>
                  </a:lnTo>
                  <a:lnTo>
                    <a:pt x="197496" y="1590"/>
                  </a:lnTo>
                  <a:lnTo>
                    <a:pt x="192273" y="712"/>
                  </a:lnTo>
                  <a:lnTo>
                    <a:pt x="187024" y="0"/>
                  </a:lnTo>
                  <a:lnTo>
                    <a:pt x="167167" y="1659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19856" cy="167167"/>
            </a:xfrm>
            <a:custGeom>
              <a:avLst/>
              <a:pathLst>
                <a:path w="19856" h="167167">
                  <a:moveTo>
                    <a:pt x="19856" y="1183"/>
                  </a:moveTo>
                  <a:lnTo>
                    <a:pt x="9946" y="2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6096" y="1322571"/>
              <a:ext cx="52624" cy="167167"/>
            </a:xfrm>
            <a:custGeom>
              <a:avLst/>
              <a:pathLst>
                <a:path w="52624" h="167167">
                  <a:moveTo>
                    <a:pt x="52624" y="0"/>
                  </a:moveTo>
                  <a:lnTo>
                    <a:pt x="46677" y="105"/>
                  </a:lnTo>
                  <a:lnTo>
                    <a:pt x="40737" y="423"/>
                  </a:lnTo>
                  <a:lnTo>
                    <a:pt x="34813" y="951"/>
                  </a:lnTo>
                  <a:lnTo>
                    <a:pt x="28911" y="1690"/>
                  </a:lnTo>
                  <a:lnTo>
                    <a:pt x="23039" y="2638"/>
                  </a:lnTo>
                  <a:lnTo>
                    <a:pt x="17205" y="3795"/>
                  </a:lnTo>
                  <a:lnTo>
                    <a:pt x="11415" y="5158"/>
                  </a:lnTo>
                  <a:lnTo>
                    <a:pt x="5677" y="6727"/>
                  </a:lnTo>
                  <a:lnTo>
                    <a:pt x="0" y="8499"/>
                  </a:lnTo>
                  <a:lnTo>
                    <a:pt x="5262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6096" y="1331070"/>
              <a:ext cx="52624" cy="158668"/>
            </a:xfrm>
            <a:custGeom>
              <a:avLst/>
              <a:pathLst>
                <a:path w="52624" h="158668">
                  <a:moveTo>
                    <a:pt x="0" y="0"/>
                  </a:moveTo>
                  <a:lnTo>
                    <a:pt x="52624" y="1586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69" y="1331070"/>
              <a:ext cx="334298" cy="325835"/>
            </a:xfrm>
            <a:custGeom>
              <a:avLst/>
              <a:pathLst>
                <a:path w="334298" h="325835">
                  <a:moveTo>
                    <a:pt x="114527" y="0"/>
                  </a:moveTo>
                  <a:lnTo>
                    <a:pt x="109522" y="1748"/>
                  </a:lnTo>
                  <a:lnTo>
                    <a:pt x="104576" y="3654"/>
                  </a:lnTo>
                  <a:lnTo>
                    <a:pt x="99693" y="5716"/>
                  </a:lnTo>
                  <a:lnTo>
                    <a:pt x="94877" y="7932"/>
                  </a:lnTo>
                  <a:lnTo>
                    <a:pt x="90134" y="10299"/>
                  </a:lnTo>
                  <a:lnTo>
                    <a:pt x="85468" y="12816"/>
                  </a:lnTo>
                  <a:lnTo>
                    <a:pt x="80885" y="15479"/>
                  </a:lnTo>
                  <a:lnTo>
                    <a:pt x="76388" y="18286"/>
                  </a:lnTo>
                  <a:lnTo>
                    <a:pt x="71983" y="21234"/>
                  </a:lnTo>
                  <a:lnTo>
                    <a:pt x="67673" y="24321"/>
                  </a:lnTo>
                  <a:lnTo>
                    <a:pt x="63464" y="27543"/>
                  </a:lnTo>
                  <a:lnTo>
                    <a:pt x="59358" y="30896"/>
                  </a:lnTo>
                  <a:lnTo>
                    <a:pt x="55361" y="34378"/>
                  </a:lnTo>
                  <a:lnTo>
                    <a:pt x="51477" y="37985"/>
                  </a:lnTo>
                  <a:lnTo>
                    <a:pt x="47708" y="41713"/>
                  </a:lnTo>
                  <a:lnTo>
                    <a:pt x="44060" y="45559"/>
                  </a:lnTo>
                  <a:lnTo>
                    <a:pt x="40536" y="49519"/>
                  </a:lnTo>
                  <a:lnTo>
                    <a:pt x="37139" y="53588"/>
                  </a:lnTo>
                  <a:lnTo>
                    <a:pt x="33872" y="57763"/>
                  </a:lnTo>
                  <a:lnTo>
                    <a:pt x="30740" y="62040"/>
                  </a:lnTo>
                  <a:lnTo>
                    <a:pt x="27745" y="66414"/>
                  </a:lnTo>
                  <a:lnTo>
                    <a:pt x="24890" y="70880"/>
                  </a:lnTo>
                  <a:lnTo>
                    <a:pt x="22178" y="75435"/>
                  </a:lnTo>
                  <a:lnTo>
                    <a:pt x="19612" y="80073"/>
                  </a:lnTo>
                  <a:lnTo>
                    <a:pt x="17194" y="84791"/>
                  </a:lnTo>
                  <a:lnTo>
                    <a:pt x="14927" y="89583"/>
                  </a:lnTo>
                  <a:lnTo>
                    <a:pt x="12813" y="94444"/>
                  </a:lnTo>
                  <a:lnTo>
                    <a:pt x="10854" y="99370"/>
                  </a:lnTo>
                  <a:lnTo>
                    <a:pt x="9053" y="104355"/>
                  </a:lnTo>
                  <a:lnTo>
                    <a:pt x="7410" y="109395"/>
                  </a:lnTo>
                  <a:lnTo>
                    <a:pt x="5928" y="114485"/>
                  </a:lnTo>
                  <a:lnTo>
                    <a:pt x="4608" y="119619"/>
                  </a:lnTo>
                  <a:lnTo>
                    <a:pt x="3452" y="124792"/>
                  </a:lnTo>
                  <a:lnTo>
                    <a:pt x="2460" y="129999"/>
                  </a:lnTo>
                  <a:lnTo>
                    <a:pt x="1634" y="135236"/>
                  </a:lnTo>
                  <a:lnTo>
                    <a:pt x="974" y="140495"/>
                  </a:lnTo>
                  <a:lnTo>
                    <a:pt x="482" y="145773"/>
                  </a:lnTo>
                  <a:lnTo>
                    <a:pt x="157" y="151064"/>
                  </a:lnTo>
                  <a:lnTo>
                    <a:pt x="0" y="156363"/>
                  </a:lnTo>
                  <a:lnTo>
                    <a:pt x="10" y="161664"/>
                  </a:lnTo>
                  <a:lnTo>
                    <a:pt x="189" y="166962"/>
                  </a:lnTo>
                  <a:lnTo>
                    <a:pt x="536" y="172252"/>
                  </a:lnTo>
                  <a:lnTo>
                    <a:pt x="1051" y="177527"/>
                  </a:lnTo>
                  <a:lnTo>
                    <a:pt x="1732" y="182784"/>
                  </a:lnTo>
                  <a:lnTo>
                    <a:pt x="2580" y="188017"/>
                  </a:lnTo>
                  <a:lnTo>
                    <a:pt x="3593" y="193220"/>
                  </a:lnTo>
                  <a:lnTo>
                    <a:pt x="4771" y="198389"/>
                  </a:lnTo>
                  <a:lnTo>
                    <a:pt x="6112" y="203517"/>
                  </a:lnTo>
                  <a:lnTo>
                    <a:pt x="7615" y="208601"/>
                  </a:lnTo>
                  <a:lnTo>
                    <a:pt x="9279" y="213634"/>
                  </a:lnTo>
                  <a:lnTo>
                    <a:pt x="11101" y="218612"/>
                  </a:lnTo>
                  <a:lnTo>
                    <a:pt x="13080" y="223530"/>
                  </a:lnTo>
                  <a:lnTo>
                    <a:pt x="15214" y="228382"/>
                  </a:lnTo>
                  <a:lnTo>
                    <a:pt x="17501" y="233165"/>
                  </a:lnTo>
                  <a:lnTo>
                    <a:pt x="19938" y="237872"/>
                  </a:lnTo>
                  <a:lnTo>
                    <a:pt x="22523" y="242500"/>
                  </a:lnTo>
                  <a:lnTo>
                    <a:pt x="25254" y="247043"/>
                  </a:lnTo>
                  <a:lnTo>
                    <a:pt x="28128" y="251498"/>
                  </a:lnTo>
                  <a:lnTo>
                    <a:pt x="31141" y="255859"/>
                  </a:lnTo>
                  <a:lnTo>
                    <a:pt x="34291" y="260123"/>
                  </a:lnTo>
                  <a:lnTo>
                    <a:pt x="37574" y="264284"/>
                  </a:lnTo>
                  <a:lnTo>
                    <a:pt x="40988" y="268340"/>
                  </a:lnTo>
                  <a:lnTo>
                    <a:pt x="44529" y="272285"/>
                  </a:lnTo>
                  <a:lnTo>
                    <a:pt x="48193" y="276115"/>
                  </a:lnTo>
                  <a:lnTo>
                    <a:pt x="51977" y="279828"/>
                  </a:lnTo>
                  <a:lnTo>
                    <a:pt x="55876" y="283419"/>
                  </a:lnTo>
                  <a:lnTo>
                    <a:pt x="59888" y="286884"/>
                  </a:lnTo>
                  <a:lnTo>
                    <a:pt x="64007" y="290221"/>
                  </a:lnTo>
                  <a:lnTo>
                    <a:pt x="68230" y="293425"/>
                  </a:lnTo>
                  <a:lnTo>
                    <a:pt x="72552" y="296494"/>
                  </a:lnTo>
                  <a:lnTo>
                    <a:pt x="76970" y="299424"/>
                  </a:lnTo>
                  <a:lnTo>
                    <a:pt x="81478" y="302213"/>
                  </a:lnTo>
                  <a:lnTo>
                    <a:pt x="86072" y="304857"/>
                  </a:lnTo>
                  <a:lnTo>
                    <a:pt x="90748" y="307354"/>
                  </a:lnTo>
                  <a:lnTo>
                    <a:pt x="95501" y="309702"/>
                  </a:lnTo>
                  <a:lnTo>
                    <a:pt x="100326" y="311898"/>
                  </a:lnTo>
                  <a:lnTo>
                    <a:pt x="105218" y="313939"/>
                  </a:lnTo>
                  <a:lnTo>
                    <a:pt x="110172" y="315825"/>
                  </a:lnTo>
                  <a:lnTo>
                    <a:pt x="115184" y="317552"/>
                  </a:lnTo>
                  <a:lnTo>
                    <a:pt x="120247" y="319120"/>
                  </a:lnTo>
                  <a:lnTo>
                    <a:pt x="125358" y="320527"/>
                  </a:lnTo>
                  <a:lnTo>
                    <a:pt x="130511" y="321771"/>
                  </a:lnTo>
                  <a:lnTo>
                    <a:pt x="135701" y="322850"/>
                  </a:lnTo>
                  <a:lnTo>
                    <a:pt x="140923" y="323765"/>
                  </a:lnTo>
                  <a:lnTo>
                    <a:pt x="146171" y="324513"/>
                  </a:lnTo>
                  <a:lnTo>
                    <a:pt x="151439" y="325095"/>
                  </a:lnTo>
                  <a:lnTo>
                    <a:pt x="156724" y="325510"/>
                  </a:lnTo>
                  <a:lnTo>
                    <a:pt x="162019" y="325757"/>
                  </a:lnTo>
                  <a:lnTo>
                    <a:pt x="167320" y="325835"/>
                  </a:lnTo>
                  <a:lnTo>
                    <a:pt x="172620" y="325746"/>
                  </a:lnTo>
                  <a:lnTo>
                    <a:pt x="177915" y="325488"/>
                  </a:lnTo>
                  <a:lnTo>
                    <a:pt x="183199" y="325063"/>
                  </a:lnTo>
                  <a:lnTo>
                    <a:pt x="188466" y="324471"/>
                  </a:lnTo>
                  <a:lnTo>
                    <a:pt x="193713" y="323712"/>
                  </a:lnTo>
                  <a:lnTo>
                    <a:pt x="198932" y="322786"/>
                  </a:lnTo>
                  <a:lnTo>
                    <a:pt x="204120" y="321696"/>
                  </a:lnTo>
                  <a:lnTo>
                    <a:pt x="209270" y="320442"/>
                  </a:lnTo>
                  <a:lnTo>
                    <a:pt x="214379" y="319025"/>
                  </a:lnTo>
                  <a:lnTo>
                    <a:pt x="219439" y="317447"/>
                  </a:lnTo>
                  <a:lnTo>
                    <a:pt x="224447" y="315710"/>
                  </a:lnTo>
                  <a:lnTo>
                    <a:pt x="229398" y="313814"/>
                  </a:lnTo>
                  <a:lnTo>
                    <a:pt x="234286" y="311762"/>
                  </a:lnTo>
                  <a:lnTo>
                    <a:pt x="239106" y="309557"/>
                  </a:lnTo>
                  <a:lnTo>
                    <a:pt x="243854" y="307199"/>
                  </a:lnTo>
                  <a:lnTo>
                    <a:pt x="248525" y="304693"/>
                  </a:lnTo>
                  <a:lnTo>
                    <a:pt x="253114" y="302039"/>
                  </a:lnTo>
                  <a:lnTo>
                    <a:pt x="257616" y="299242"/>
                  </a:lnTo>
                  <a:lnTo>
                    <a:pt x="262028" y="296303"/>
                  </a:lnTo>
                  <a:lnTo>
                    <a:pt x="266344" y="293225"/>
                  </a:lnTo>
                  <a:lnTo>
                    <a:pt x="270561" y="290012"/>
                  </a:lnTo>
                  <a:lnTo>
                    <a:pt x="274673" y="286668"/>
                  </a:lnTo>
                  <a:lnTo>
                    <a:pt x="278678" y="283194"/>
                  </a:lnTo>
                  <a:lnTo>
                    <a:pt x="282570" y="279595"/>
                  </a:lnTo>
                  <a:lnTo>
                    <a:pt x="286346" y="275875"/>
                  </a:lnTo>
                  <a:lnTo>
                    <a:pt x="290002" y="272037"/>
                  </a:lnTo>
                  <a:lnTo>
                    <a:pt x="293535" y="268085"/>
                  </a:lnTo>
                  <a:lnTo>
                    <a:pt x="296941" y="264022"/>
                  </a:lnTo>
                  <a:lnTo>
                    <a:pt x="300216" y="259854"/>
                  </a:lnTo>
                  <a:lnTo>
                    <a:pt x="303357" y="255584"/>
                  </a:lnTo>
                  <a:lnTo>
                    <a:pt x="306362" y="251217"/>
                  </a:lnTo>
                  <a:lnTo>
                    <a:pt x="309226" y="246757"/>
                  </a:lnTo>
                  <a:lnTo>
                    <a:pt x="311948" y="242208"/>
                  </a:lnTo>
                  <a:lnTo>
                    <a:pt x="314524" y="237575"/>
                  </a:lnTo>
                  <a:lnTo>
                    <a:pt x="316951" y="232862"/>
                  </a:lnTo>
                  <a:lnTo>
                    <a:pt x="319229" y="228075"/>
                  </a:lnTo>
                  <a:lnTo>
                    <a:pt x="321353" y="223219"/>
                  </a:lnTo>
                  <a:lnTo>
                    <a:pt x="323322" y="218297"/>
                  </a:lnTo>
                  <a:lnTo>
                    <a:pt x="325134" y="213315"/>
                  </a:lnTo>
                  <a:lnTo>
                    <a:pt x="326787" y="208279"/>
                  </a:lnTo>
                  <a:lnTo>
                    <a:pt x="328280" y="203192"/>
                  </a:lnTo>
                  <a:lnTo>
                    <a:pt x="329611" y="198061"/>
                  </a:lnTo>
                  <a:lnTo>
                    <a:pt x="330778" y="192890"/>
                  </a:lnTo>
                  <a:lnTo>
                    <a:pt x="331781" y="187685"/>
                  </a:lnTo>
                  <a:lnTo>
                    <a:pt x="332618" y="182450"/>
                  </a:lnTo>
                  <a:lnTo>
                    <a:pt x="333289" y="177192"/>
                  </a:lnTo>
                  <a:lnTo>
                    <a:pt x="333793" y="171915"/>
                  </a:lnTo>
                  <a:lnTo>
                    <a:pt x="334129" y="166625"/>
                  </a:lnTo>
                  <a:lnTo>
                    <a:pt x="334297" y="161327"/>
                  </a:lnTo>
                  <a:lnTo>
                    <a:pt x="334298" y="156026"/>
                  </a:lnTo>
                  <a:lnTo>
                    <a:pt x="334130" y="150727"/>
                  </a:lnTo>
                  <a:lnTo>
                    <a:pt x="333794" y="145437"/>
                  </a:lnTo>
                  <a:lnTo>
                    <a:pt x="333291" y="140160"/>
                  </a:lnTo>
                  <a:lnTo>
                    <a:pt x="332620" y="134902"/>
                  </a:lnTo>
                  <a:lnTo>
                    <a:pt x="331784" y="129667"/>
                  </a:lnTo>
                  <a:lnTo>
                    <a:pt x="330781" y="124462"/>
                  </a:lnTo>
                  <a:lnTo>
                    <a:pt x="329615" y="119291"/>
                  </a:lnTo>
                  <a:lnTo>
                    <a:pt x="328284" y="114159"/>
                  </a:lnTo>
                  <a:lnTo>
                    <a:pt x="326792" y="109073"/>
                  </a:lnTo>
                  <a:lnTo>
                    <a:pt x="325139" y="104036"/>
                  </a:lnTo>
                  <a:lnTo>
                    <a:pt x="323328" y="99054"/>
                  </a:lnTo>
                  <a:lnTo>
                    <a:pt x="321359" y="94132"/>
                  </a:lnTo>
                  <a:lnTo>
                    <a:pt x="319235" y="89275"/>
                  </a:lnTo>
                  <a:lnTo>
                    <a:pt x="316959" y="84488"/>
                  </a:lnTo>
                  <a:lnTo>
                    <a:pt x="314531" y="79776"/>
                  </a:lnTo>
                  <a:lnTo>
                    <a:pt x="311956" y="75142"/>
                  </a:lnTo>
                  <a:lnTo>
                    <a:pt x="309235" y="70593"/>
                  </a:lnTo>
                  <a:lnTo>
                    <a:pt x="306371" y="66132"/>
                  </a:lnTo>
                  <a:lnTo>
                    <a:pt x="303367" y="61765"/>
                  </a:lnTo>
                  <a:lnTo>
                    <a:pt x="300226" y="57494"/>
                  </a:lnTo>
                  <a:lnTo>
                    <a:pt x="296951" y="53326"/>
                  </a:lnTo>
                  <a:lnTo>
                    <a:pt x="293546" y="49263"/>
                  </a:lnTo>
                  <a:lnTo>
                    <a:pt x="290013" y="45311"/>
                  </a:lnTo>
                  <a:lnTo>
                    <a:pt x="286358" y="41472"/>
                  </a:lnTo>
                  <a:lnTo>
                    <a:pt x="282582" y="37752"/>
                  </a:lnTo>
                  <a:lnTo>
                    <a:pt x="278690" y="34153"/>
                  </a:lnTo>
                  <a:lnTo>
                    <a:pt x="274686" y="30679"/>
                  </a:lnTo>
                  <a:lnTo>
                    <a:pt x="270574" y="27333"/>
                  </a:lnTo>
                  <a:lnTo>
                    <a:pt x="167151" y="158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103422" cy="167167"/>
            </a:xfrm>
            <a:custGeom>
              <a:avLst/>
              <a:pathLst>
                <a:path w="103422" h="167167">
                  <a:moveTo>
                    <a:pt x="103422" y="35833"/>
                  </a:moveTo>
                  <a:lnTo>
                    <a:pt x="98985" y="32457"/>
                  </a:lnTo>
                  <a:lnTo>
                    <a:pt x="94438" y="29231"/>
                  </a:lnTo>
                  <a:lnTo>
                    <a:pt x="89786" y="26158"/>
                  </a:lnTo>
                  <a:lnTo>
                    <a:pt x="85033" y="23243"/>
                  </a:lnTo>
                  <a:lnTo>
                    <a:pt x="80187" y="20487"/>
                  </a:lnTo>
                  <a:lnTo>
                    <a:pt x="75251" y="17895"/>
                  </a:lnTo>
                  <a:lnTo>
                    <a:pt x="70231" y="15468"/>
                  </a:lnTo>
                  <a:lnTo>
                    <a:pt x="65134" y="13211"/>
                  </a:lnTo>
                  <a:lnTo>
                    <a:pt x="59963" y="11124"/>
                  </a:lnTo>
                  <a:lnTo>
                    <a:pt x="54727" y="9212"/>
                  </a:lnTo>
                  <a:lnTo>
                    <a:pt x="49429" y="7474"/>
                  </a:lnTo>
                  <a:lnTo>
                    <a:pt x="44076" y="5915"/>
                  </a:lnTo>
                  <a:lnTo>
                    <a:pt x="38674" y="4535"/>
                  </a:lnTo>
                  <a:lnTo>
                    <a:pt x="33230" y="3336"/>
                  </a:lnTo>
                  <a:lnTo>
                    <a:pt x="27748" y="2319"/>
                  </a:lnTo>
                  <a:lnTo>
                    <a:pt x="22235" y="1485"/>
                  </a:lnTo>
                  <a:lnTo>
                    <a:pt x="16698" y="836"/>
                  </a:lnTo>
                  <a:lnTo>
                    <a:pt x="11142" y="371"/>
                  </a:lnTo>
                  <a:lnTo>
                    <a:pt x="5574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4587" y="1681503"/>
              <a:ext cx="1937" cy="167167"/>
            </a:xfrm>
            <a:custGeom>
              <a:avLst/>
              <a:pathLst>
                <a:path w="1937" h="167167">
                  <a:moveTo>
                    <a:pt x="1937" y="0"/>
                  </a:moveTo>
                  <a:lnTo>
                    <a:pt x="0" y="11"/>
                  </a:lnTo>
                  <a:lnTo>
                    <a:pt x="193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587" y="1681514"/>
              <a:ext cx="1937" cy="167156"/>
            </a:xfrm>
            <a:custGeom>
              <a:avLst/>
              <a:pathLst>
                <a:path w="1937" h="167156">
                  <a:moveTo>
                    <a:pt x="0" y="0"/>
                  </a:moveTo>
                  <a:lnTo>
                    <a:pt x="1937" y="1671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68063" y="1681514"/>
              <a:ext cx="118461" cy="167156"/>
            </a:xfrm>
            <a:custGeom>
              <a:avLst/>
              <a:pathLst>
                <a:path w="118461" h="167156">
                  <a:moveTo>
                    <a:pt x="116524" y="0"/>
                  </a:moveTo>
                  <a:lnTo>
                    <a:pt x="110886" y="160"/>
                  </a:lnTo>
                  <a:lnTo>
                    <a:pt x="105257" y="511"/>
                  </a:lnTo>
                  <a:lnTo>
                    <a:pt x="99644" y="1051"/>
                  </a:lnTo>
                  <a:lnTo>
                    <a:pt x="94051" y="1780"/>
                  </a:lnTo>
                  <a:lnTo>
                    <a:pt x="88487" y="2698"/>
                  </a:lnTo>
                  <a:lnTo>
                    <a:pt x="82956" y="3802"/>
                  </a:lnTo>
                  <a:lnTo>
                    <a:pt x="77466" y="5093"/>
                  </a:lnTo>
                  <a:lnTo>
                    <a:pt x="72023" y="6568"/>
                  </a:lnTo>
                  <a:lnTo>
                    <a:pt x="66633" y="8226"/>
                  </a:lnTo>
                  <a:lnTo>
                    <a:pt x="61301" y="10064"/>
                  </a:lnTo>
                  <a:lnTo>
                    <a:pt x="56035" y="12082"/>
                  </a:lnTo>
                  <a:lnTo>
                    <a:pt x="50839" y="14276"/>
                  </a:lnTo>
                  <a:lnTo>
                    <a:pt x="45721" y="16644"/>
                  </a:lnTo>
                  <a:lnTo>
                    <a:pt x="40685" y="19183"/>
                  </a:lnTo>
                  <a:lnTo>
                    <a:pt x="35738" y="21891"/>
                  </a:lnTo>
                  <a:lnTo>
                    <a:pt x="30885" y="24764"/>
                  </a:lnTo>
                  <a:lnTo>
                    <a:pt x="26132" y="27799"/>
                  </a:lnTo>
                  <a:lnTo>
                    <a:pt x="21484" y="30993"/>
                  </a:lnTo>
                  <a:lnTo>
                    <a:pt x="16946" y="34342"/>
                  </a:lnTo>
                  <a:lnTo>
                    <a:pt x="12523" y="37842"/>
                  </a:lnTo>
                  <a:lnTo>
                    <a:pt x="8222" y="41489"/>
                  </a:lnTo>
                  <a:lnTo>
                    <a:pt x="4046" y="45279"/>
                  </a:lnTo>
                  <a:lnTo>
                    <a:pt x="0" y="49208"/>
                  </a:lnTo>
                  <a:lnTo>
                    <a:pt x="118461" y="1671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67" y="1681503"/>
              <a:ext cx="334307" cy="334333"/>
            </a:xfrm>
            <a:custGeom>
              <a:avLst/>
              <a:pathLst>
                <a:path w="334307" h="334333">
                  <a:moveTo>
                    <a:pt x="48695" y="49219"/>
                  </a:moveTo>
                  <a:lnTo>
                    <a:pt x="45009" y="53041"/>
                  </a:lnTo>
                  <a:lnTo>
                    <a:pt x="41445" y="56978"/>
                  </a:lnTo>
                  <a:lnTo>
                    <a:pt x="38009" y="61026"/>
                  </a:lnTo>
                  <a:lnTo>
                    <a:pt x="34703" y="65182"/>
                  </a:lnTo>
                  <a:lnTo>
                    <a:pt x="31531" y="69440"/>
                  </a:lnTo>
                  <a:lnTo>
                    <a:pt x="28495" y="73797"/>
                  </a:lnTo>
                  <a:lnTo>
                    <a:pt x="25600" y="78248"/>
                  </a:lnTo>
                  <a:lnTo>
                    <a:pt x="22847" y="82789"/>
                  </a:lnTo>
                  <a:lnTo>
                    <a:pt x="20240" y="87415"/>
                  </a:lnTo>
                  <a:lnTo>
                    <a:pt x="17781" y="92122"/>
                  </a:lnTo>
                  <a:lnTo>
                    <a:pt x="15473" y="96904"/>
                  </a:lnTo>
                  <a:lnTo>
                    <a:pt x="13318" y="101757"/>
                  </a:lnTo>
                  <a:lnTo>
                    <a:pt x="11318" y="106676"/>
                  </a:lnTo>
                  <a:lnTo>
                    <a:pt x="9475" y="111656"/>
                  </a:lnTo>
                  <a:lnTo>
                    <a:pt x="7792" y="116693"/>
                  </a:lnTo>
                  <a:lnTo>
                    <a:pt x="6269" y="121780"/>
                  </a:lnTo>
                  <a:lnTo>
                    <a:pt x="4909" y="126913"/>
                  </a:lnTo>
                  <a:lnTo>
                    <a:pt x="3712" y="132086"/>
                  </a:lnTo>
                  <a:lnTo>
                    <a:pt x="2680" y="137295"/>
                  </a:lnTo>
                  <a:lnTo>
                    <a:pt x="1814" y="142534"/>
                  </a:lnTo>
                  <a:lnTo>
                    <a:pt x="1115" y="147798"/>
                  </a:lnTo>
                  <a:lnTo>
                    <a:pt x="584" y="153081"/>
                  </a:lnTo>
                  <a:lnTo>
                    <a:pt x="221" y="158379"/>
                  </a:lnTo>
                  <a:lnTo>
                    <a:pt x="26" y="163686"/>
                  </a:lnTo>
                  <a:lnTo>
                    <a:pt x="0" y="168996"/>
                  </a:lnTo>
                  <a:lnTo>
                    <a:pt x="142" y="174304"/>
                  </a:lnTo>
                  <a:lnTo>
                    <a:pt x="453" y="179605"/>
                  </a:lnTo>
                  <a:lnTo>
                    <a:pt x="932" y="184893"/>
                  </a:lnTo>
                  <a:lnTo>
                    <a:pt x="1579" y="190164"/>
                  </a:lnTo>
                  <a:lnTo>
                    <a:pt x="2393" y="195411"/>
                  </a:lnTo>
                  <a:lnTo>
                    <a:pt x="3373" y="200630"/>
                  </a:lnTo>
                  <a:lnTo>
                    <a:pt x="4518" y="205815"/>
                  </a:lnTo>
                  <a:lnTo>
                    <a:pt x="5828" y="210961"/>
                  </a:lnTo>
                  <a:lnTo>
                    <a:pt x="7300" y="216063"/>
                  </a:lnTo>
                  <a:lnTo>
                    <a:pt x="8934" y="221116"/>
                  </a:lnTo>
                  <a:lnTo>
                    <a:pt x="10727" y="226114"/>
                  </a:lnTo>
                  <a:lnTo>
                    <a:pt x="12678" y="231052"/>
                  </a:lnTo>
                  <a:lnTo>
                    <a:pt x="14786" y="235927"/>
                  </a:lnTo>
                  <a:lnTo>
                    <a:pt x="17046" y="240731"/>
                  </a:lnTo>
                  <a:lnTo>
                    <a:pt x="19458" y="245462"/>
                  </a:lnTo>
                  <a:lnTo>
                    <a:pt x="22020" y="250114"/>
                  </a:lnTo>
                  <a:lnTo>
                    <a:pt x="24727" y="254682"/>
                  </a:lnTo>
                  <a:lnTo>
                    <a:pt x="27579" y="259161"/>
                  </a:lnTo>
                  <a:lnTo>
                    <a:pt x="30571" y="263548"/>
                  </a:lnTo>
                  <a:lnTo>
                    <a:pt x="33701" y="267837"/>
                  </a:lnTo>
                  <a:lnTo>
                    <a:pt x="36966" y="272025"/>
                  </a:lnTo>
                  <a:lnTo>
                    <a:pt x="40362" y="276107"/>
                  </a:lnTo>
                  <a:lnTo>
                    <a:pt x="43886" y="280080"/>
                  </a:lnTo>
                  <a:lnTo>
                    <a:pt x="47535" y="283938"/>
                  </a:lnTo>
                  <a:lnTo>
                    <a:pt x="51304" y="287678"/>
                  </a:lnTo>
                  <a:lnTo>
                    <a:pt x="55190" y="291297"/>
                  </a:lnTo>
                  <a:lnTo>
                    <a:pt x="59189" y="294791"/>
                  </a:lnTo>
                  <a:lnTo>
                    <a:pt x="63297" y="298156"/>
                  </a:lnTo>
                  <a:lnTo>
                    <a:pt x="67509" y="301388"/>
                  </a:lnTo>
                  <a:lnTo>
                    <a:pt x="71823" y="304485"/>
                  </a:lnTo>
                  <a:lnTo>
                    <a:pt x="76232" y="307444"/>
                  </a:lnTo>
                  <a:lnTo>
                    <a:pt x="80734" y="310261"/>
                  </a:lnTo>
                  <a:lnTo>
                    <a:pt x="85322" y="312934"/>
                  </a:lnTo>
                  <a:lnTo>
                    <a:pt x="89993" y="315459"/>
                  </a:lnTo>
                  <a:lnTo>
                    <a:pt x="94742" y="317835"/>
                  </a:lnTo>
                  <a:lnTo>
                    <a:pt x="99564" y="320059"/>
                  </a:lnTo>
                  <a:lnTo>
                    <a:pt x="104454" y="322129"/>
                  </a:lnTo>
                  <a:lnTo>
                    <a:pt x="109407" y="324043"/>
                  </a:lnTo>
                  <a:lnTo>
                    <a:pt x="114419" y="325798"/>
                  </a:lnTo>
                  <a:lnTo>
                    <a:pt x="119484" y="327393"/>
                  </a:lnTo>
                  <a:lnTo>
                    <a:pt x="124597" y="328826"/>
                  </a:lnTo>
                  <a:lnTo>
                    <a:pt x="129753" y="330096"/>
                  </a:lnTo>
                  <a:lnTo>
                    <a:pt x="134947" y="331202"/>
                  </a:lnTo>
                  <a:lnTo>
                    <a:pt x="140173" y="332142"/>
                  </a:lnTo>
                  <a:lnTo>
                    <a:pt x="145426" y="332916"/>
                  </a:lnTo>
                  <a:lnTo>
                    <a:pt x="150702" y="333523"/>
                  </a:lnTo>
                  <a:lnTo>
                    <a:pt x="155994" y="333961"/>
                  </a:lnTo>
                  <a:lnTo>
                    <a:pt x="161297" y="334232"/>
                  </a:lnTo>
                  <a:lnTo>
                    <a:pt x="166606" y="334333"/>
                  </a:lnTo>
                  <a:lnTo>
                    <a:pt x="171916" y="334267"/>
                  </a:lnTo>
                  <a:lnTo>
                    <a:pt x="177221" y="334031"/>
                  </a:lnTo>
                  <a:lnTo>
                    <a:pt x="182515" y="333627"/>
                  </a:lnTo>
                  <a:lnTo>
                    <a:pt x="187795" y="333056"/>
                  </a:lnTo>
                  <a:lnTo>
                    <a:pt x="193053" y="332316"/>
                  </a:lnTo>
                  <a:lnTo>
                    <a:pt x="198285" y="331411"/>
                  </a:lnTo>
                  <a:lnTo>
                    <a:pt x="203486" y="330339"/>
                  </a:lnTo>
                  <a:lnTo>
                    <a:pt x="208650" y="329103"/>
                  </a:lnTo>
                  <a:lnTo>
                    <a:pt x="213773" y="327703"/>
                  </a:lnTo>
                  <a:lnTo>
                    <a:pt x="218848" y="326142"/>
                  </a:lnTo>
                  <a:lnTo>
                    <a:pt x="223871" y="324420"/>
                  </a:lnTo>
                  <a:lnTo>
                    <a:pt x="228837" y="322539"/>
                  </a:lnTo>
                  <a:lnTo>
                    <a:pt x="233741" y="320502"/>
                  </a:lnTo>
                  <a:lnTo>
                    <a:pt x="238577" y="318310"/>
                  </a:lnTo>
                  <a:lnTo>
                    <a:pt x="243342" y="315965"/>
                  </a:lnTo>
                  <a:lnTo>
                    <a:pt x="248029" y="313470"/>
                  </a:lnTo>
                  <a:lnTo>
                    <a:pt x="252635" y="310828"/>
                  </a:lnTo>
                  <a:lnTo>
                    <a:pt x="257155" y="308040"/>
                  </a:lnTo>
                  <a:lnTo>
                    <a:pt x="261584" y="305111"/>
                  </a:lnTo>
                  <a:lnTo>
                    <a:pt x="265917" y="302042"/>
                  </a:lnTo>
                  <a:lnTo>
                    <a:pt x="270151" y="298837"/>
                  </a:lnTo>
                  <a:lnTo>
                    <a:pt x="274281" y="295500"/>
                  </a:lnTo>
                  <a:lnTo>
                    <a:pt x="278303" y="292033"/>
                  </a:lnTo>
                  <a:lnTo>
                    <a:pt x="282213" y="288439"/>
                  </a:lnTo>
                  <a:lnTo>
                    <a:pt x="286007" y="284724"/>
                  </a:lnTo>
                  <a:lnTo>
                    <a:pt x="289681" y="280890"/>
                  </a:lnTo>
                  <a:lnTo>
                    <a:pt x="293231" y="276941"/>
                  </a:lnTo>
                  <a:lnTo>
                    <a:pt x="296654" y="272881"/>
                  </a:lnTo>
                  <a:lnTo>
                    <a:pt x="299946" y="268715"/>
                  </a:lnTo>
                  <a:lnTo>
                    <a:pt x="303104" y="264446"/>
                  </a:lnTo>
                  <a:lnTo>
                    <a:pt x="306126" y="260079"/>
                  </a:lnTo>
                  <a:lnTo>
                    <a:pt x="309006" y="255619"/>
                  </a:lnTo>
                  <a:lnTo>
                    <a:pt x="311744" y="251069"/>
                  </a:lnTo>
                  <a:lnTo>
                    <a:pt x="314336" y="246434"/>
                  </a:lnTo>
                  <a:lnTo>
                    <a:pt x="316779" y="241719"/>
                  </a:lnTo>
                  <a:lnTo>
                    <a:pt x="319072" y="236930"/>
                  </a:lnTo>
                  <a:lnTo>
                    <a:pt x="321211" y="232069"/>
                  </a:lnTo>
                  <a:lnTo>
                    <a:pt x="323195" y="227144"/>
                  </a:lnTo>
                  <a:lnTo>
                    <a:pt x="325021" y="222158"/>
                  </a:lnTo>
                  <a:lnTo>
                    <a:pt x="326688" y="217116"/>
                  </a:lnTo>
                  <a:lnTo>
                    <a:pt x="328194" y="212024"/>
                  </a:lnTo>
                  <a:lnTo>
                    <a:pt x="329537" y="206886"/>
                  </a:lnTo>
                  <a:lnTo>
                    <a:pt x="330717" y="201709"/>
                  </a:lnTo>
                  <a:lnTo>
                    <a:pt x="331731" y="196497"/>
                  </a:lnTo>
                  <a:lnTo>
                    <a:pt x="332580" y="191255"/>
                  </a:lnTo>
                  <a:lnTo>
                    <a:pt x="333261" y="185989"/>
                  </a:lnTo>
                  <a:lnTo>
                    <a:pt x="333775" y="180703"/>
                  </a:lnTo>
                  <a:lnTo>
                    <a:pt x="334121" y="175405"/>
                  </a:lnTo>
                  <a:lnTo>
                    <a:pt x="334299" y="170097"/>
                  </a:lnTo>
                  <a:lnTo>
                    <a:pt x="334307" y="164787"/>
                  </a:lnTo>
                  <a:lnTo>
                    <a:pt x="334148" y="159480"/>
                  </a:lnTo>
                  <a:lnTo>
                    <a:pt x="333819" y="154180"/>
                  </a:lnTo>
                  <a:lnTo>
                    <a:pt x="333323" y="148893"/>
                  </a:lnTo>
                  <a:lnTo>
                    <a:pt x="332658" y="143624"/>
                  </a:lnTo>
                  <a:lnTo>
                    <a:pt x="331827" y="138380"/>
                  </a:lnTo>
                  <a:lnTo>
                    <a:pt x="330830" y="133164"/>
                  </a:lnTo>
                  <a:lnTo>
                    <a:pt x="329667" y="127983"/>
                  </a:lnTo>
                  <a:lnTo>
                    <a:pt x="328341" y="122841"/>
                  </a:lnTo>
                  <a:lnTo>
                    <a:pt x="326851" y="117744"/>
                  </a:lnTo>
                  <a:lnTo>
                    <a:pt x="325201" y="112697"/>
                  </a:lnTo>
                  <a:lnTo>
                    <a:pt x="323391" y="107705"/>
                  </a:lnTo>
                  <a:lnTo>
                    <a:pt x="321424" y="102773"/>
                  </a:lnTo>
                  <a:lnTo>
                    <a:pt x="319301" y="97905"/>
                  </a:lnTo>
                  <a:lnTo>
                    <a:pt x="317024" y="93108"/>
                  </a:lnTo>
                  <a:lnTo>
                    <a:pt x="314597" y="88385"/>
                  </a:lnTo>
                  <a:lnTo>
                    <a:pt x="312020" y="83742"/>
                  </a:lnTo>
                  <a:lnTo>
                    <a:pt x="309297" y="79183"/>
                  </a:lnTo>
                  <a:lnTo>
                    <a:pt x="306431" y="74713"/>
                  </a:lnTo>
                  <a:lnTo>
                    <a:pt x="303424" y="70336"/>
                  </a:lnTo>
                  <a:lnTo>
                    <a:pt x="300280" y="66057"/>
                  </a:lnTo>
                  <a:lnTo>
                    <a:pt x="297002" y="61880"/>
                  </a:lnTo>
                  <a:lnTo>
                    <a:pt x="293592" y="57809"/>
                  </a:lnTo>
                  <a:lnTo>
                    <a:pt x="290055" y="53849"/>
                  </a:lnTo>
                  <a:lnTo>
                    <a:pt x="286394" y="50002"/>
                  </a:lnTo>
                  <a:lnTo>
                    <a:pt x="282612" y="46274"/>
                  </a:lnTo>
                  <a:lnTo>
                    <a:pt x="278714" y="42668"/>
                  </a:lnTo>
                  <a:lnTo>
                    <a:pt x="274704" y="39188"/>
                  </a:lnTo>
                  <a:lnTo>
                    <a:pt x="270585" y="35837"/>
                  </a:lnTo>
                  <a:lnTo>
                    <a:pt x="266361" y="32618"/>
                  </a:lnTo>
                  <a:lnTo>
                    <a:pt x="262038" y="29535"/>
                  </a:lnTo>
                  <a:lnTo>
                    <a:pt x="257619" y="26591"/>
                  </a:lnTo>
                  <a:lnTo>
                    <a:pt x="253108" y="23789"/>
                  </a:lnTo>
                  <a:lnTo>
                    <a:pt x="248511" y="21131"/>
                  </a:lnTo>
                  <a:lnTo>
                    <a:pt x="243832" y="18621"/>
                  </a:lnTo>
                  <a:lnTo>
                    <a:pt x="239075" y="16261"/>
                  </a:lnTo>
                  <a:lnTo>
                    <a:pt x="234246" y="14052"/>
                  </a:lnTo>
                  <a:lnTo>
                    <a:pt x="229349" y="11999"/>
                  </a:lnTo>
                  <a:lnTo>
                    <a:pt x="224389" y="10102"/>
                  </a:lnTo>
                  <a:lnTo>
                    <a:pt x="219372" y="8363"/>
                  </a:lnTo>
                  <a:lnTo>
                    <a:pt x="214302" y="6785"/>
                  </a:lnTo>
                  <a:lnTo>
                    <a:pt x="209184" y="5369"/>
                  </a:lnTo>
                  <a:lnTo>
                    <a:pt x="204024" y="4115"/>
                  </a:lnTo>
                  <a:lnTo>
                    <a:pt x="198826" y="3027"/>
                  </a:lnTo>
                  <a:lnTo>
                    <a:pt x="193597" y="2104"/>
                  </a:lnTo>
                  <a:lnTo>
                    <a:pt x="188341" y="1347"/>
                  </a:lnTo>
                  <a:lnTo>
                    <a:pt x="183064" y="758"/>
                  </a:lnTo>
                  <a:lnTo>
                    <a:pt x="177770" y="337"/>
                  </a:lnTo>
                  <a:lnTo>
                    <a:pt x="172466" y="84"/>
                  </a:lnTo>
                  <a:lnTo>
                    <a:pt x="167157" y="0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0469" y="2126963"/>
              <a:ext cx="20818" cy="167167"/>
            </a:xfrm>
            <a:custGeom>
              <a:avLst/>
              <a:pathLst>
                <a:path w="20818" h="167167">
                  <a:moveTo>
                    <a:pt x="20818" y="0"/>
                  </a:moveTo>
                  <a:lnTo>
                    <a:pt x="10389" y="325"/>
                  </a:lnTo>
                  <a:lnTo>
                    <a:pt x="0" y="1301"/>
                  </a:lnTo>
                  <a:lnTo>
                    <a:pt x="2081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469" y="2128265"/>
              <a:ext cx="20818" cy="165866"/>
            </a:xfrm>
            <a:custGeom>
              <a:avLst/>
              <a:pathLst>
                <a:path w="20818" h="165866">
                  <a:moveTo>
                    <a:pt x="0" y="0"/>
                  </a:moveTo>
                  <a:lnTo>
                    <a:pt x="20818" y="1658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31" y="2128265"/>
              <a:ext cx="334318" cy="333030"/>
            </a:xfrm>
            <a:custGeom>
              <a:avLst/>
              <a:pathLst>
                <a:path w="334318" h="333030">
                  <a:moveTo>
                    <a:pt x="146337" y="0"/>
                  </a:moveTo>
                  <a:lnTo>
                    <a:pt x="141092" y="742"/>
                  </a:lnTo>
                  <a:lnTo>
                    <a:pt x="135874" y="1651"/>
                  </a:lnTo>
                  <a:lnTo>
                    <a:pt x="130687" y="2725"/>
                  </a:lnTo>
                  <a:lnTo>
                    <a:pt x="125536" y="3962"/>
                  </a:lnTo>
                  <a:lnTo>
                    <a:pt x="120427" y="5362"/>
                  </a:lnTo>
                  <a:lnTo>
                    <a:pt x="115366" y="6923"/>
                  </a:lnTo>
                  <a:lnTo>
                    <a:pt x="110356" y="8644"/>
                  </a:lnTo>
                  <a:lnTo>
                    <a:pt x="105403" y="10522"/>
                  </a:lnTo>
                  <a:lnTo>
                    <a:pt x="100512" y="12557"/>
                  </a:lnTo>
                  <a:lnTo>
                    <a:pt x="95689" y="14745"/>
                  </a:lnTo>
                  <a:lnTo>
                    <a:pt x="90937" y="17085"/>
                  </a:lnTo>
                  <a:lnTo>
                    <a:pt x="86261" y="19575"/>
                  </a:lnTo>
                  <a:lnTo>
                    <a:pt x="81667" y="22211"/>
                  </a:lnTo>
                  <a:lnTo>
                    <a:pt x="77158" y="24992"/>
                  </a:lnTo>
                  <a:lnTo>
                    <a:pt x="72740" y="27914"/>
                  </a:lnTo>
                  <a:lnTo>
                    <a:pt x="68417" y="30974"/>
                  </a:lnTo>
                  <a:lnTo>
                    <a:pt x="64193" y="34170"/>
                  </a:lnTo>
                  <a:lnTo>
                    <a:pt x="60072" y="37499"/>
                  </a:lnTo>
                  <a:lnTo>
                    <a:pt x="56059" y="40956"/>
                  </a:lnTo>
                  <a:lnTo>
                    <a:pt x="52157" y="44538"/>
                  </a:lnTo>
                  <a:lnTo>
                    <a:pt x="48371" y="48243"/>
                  </a:lnTo>
                  <a:lnTo>
                    <a:pt x="44704" y="52065"/>
                  </a:lnTo>
                  <a:lnTo>
                    <a:pt x="41159" y="56002"/>
                  </a:lnTo>
                  <a:lnTo>
                    <a:pt x="37742" y="60049"/>
                  </a:lnTo>
                  <a:lnTo>
                    <a:pt x="34454" y="64203"/>
                  </a:lnTo>
                  <a:lnTo>
                    <a:pt x="31300" y="68458"/>
                  </a:lnTo>
                  <a:lnTo>
                    <a:pt x="28282" y="72811"/>
                  </a:lnTo>
                  <a:lnTo>
                    <a:pt x="25404" y="77258"/>
                  </a:lnTo>
                  <a:lnTo>
                    <a:pt x="22667" y="81793"/>
                  </a:lnTo>
                  <a:lnTo>
                    <a:pt x="20076" y="86413"/>
                  </a:lnTo>
                  <a:lnTo>
                    <a:pt x="17633" y="91113"/>
                  </a:lnTo>
                  <a:lnTo>
                    <a:pt x="15339" y="95888"/>
                  </a:lnTo>
                  <a:lnTo>
                    <a:pt x="13199" y="100733"/>
                  </a:lnTo>
                  <a:lnTo>
                    <a:pt x="11212" y="105644"/>
                  </a:lnTo>
                  <a:lnTo>
                    <a:pt x="9383" y="110615"/>
                  </a:lnTo>
                  <a:lnTo>
                    <a:pt x="7711" y="115641"/>
                  </a:lnTo>
                  <a:lnTo>
                    <a:pt x="6200" y="120718"/>
                  </a:lnTo>
                  <a:lnTo>
                    <a:pt x="4850" y="125840"/>
                  </a:lnTo>
                  <a:lnTo>
                    <a:pt x="3664" y="131002"/>
                  </a:lnTo>
                  <a:lnTo>
                    <a:pt x="2641" y="136200"/>
                  </a:lnTo>
                  <a:lnTo>
                    <a:pt x="1784" y="141427"/>
                  </a:lnTo>
                  <a:lnTo>
                    <a:pt x="1093" y="146679"/>
                  </a:lnTo>
                  <a:lnTo>
                    <a:pt x="568" y="151950"/>
                  </a:lnTo>
                  <a:lnTo>
                    <a:pt x="211" y="157235"/>
                  </a:lnTo>
                  <a:lnTo>
                    <a:pt x="21" y="162528"/>
                  </a:lnTo>
                  <a:lnTo>
                    <a:pt x="0" y="167825"/>
                  </a:lnTo>
                  <a:lnTo>
                    <a:pt x="146" y="173120"/>
                  </a:lnTo>
                  <a:lnTo>
                    <a:pt x="459" y="178408"/>
                  </a:lnTo>
                  <a:lnTo>
                    <a:pt x="940" y="183683"/>
                  </a:lnTo>
                  <a:lnTo>
                    <a:pt x="1588" y="188940"/>
                  </a:lnTo>
                  <a:lnTo>
                    <a:pt x="2402" y="194174"/>
                  </a:lnTo>
                  <a:lnTo>
                    <a:pt x="3382" y="199380"/>
                  </a:lnTo>
                  <a:lnTo>
                    <a:pt x="4526" y="204552"/>
                  </a:lnTo>
                  <a:lnTo>
                    <a:pt x="5833" y="209685"/>
                  </a:lnTo>
                  <a:lnTo>
                    <a:pt x="7303" y="214774"/>
                  </a:lnTo>
                  <a:lnTo>
                    <a:pt x="8933" y="219814"/>
                  </a:lnTo>
                  <a:lnTo>
                    <a:pt x="10721" y="224800"/>
                  </a:lnTo>
                  <a:lnTo>
                    <a:pt x="12667" y="229727"/>
                  </a:lnTo>
                  <a:lnTo>
                    <a:pt x="14768" y="234590"/>
                  </a:lnTo>
                  <a:lnTo>
                    <a:pt x="17022" y="239383"/>
                  </a:lnTo>
                  <a:lnTo>
                    <a:pt x="19426" y="244103"/>
                  </a:lnTo>
                  <a:lnTo>
                    <a:pt x="21979" y="248744"/>
                  </a:lnTo>
                  <a:lnTo>
                    <a:pt x="24678" y="253302"/>
                  </a:lnTo>
                  <a:lnTo>
                    <a:pt x="27520" y="257772"/>
                  </a:lnTo>
                  <a:lnTo>
                    <a:pt x="30502" y="262150"/>
                  </a:lnTo>
                  <a:lnTo>
                    <a:pt x="33621" y="266432"/>
                  </a:lnTo>
                  <a:lnTo>
                    <a:pt x="36874" y="270612"/>
                  </a:lnTo>
                  <a:lnTo>
                    <a:pt x="40258" y="274687"/>
                  </a:lnTo>
                  <a:lnTo>
                    <a:pt x="43770" y="278653"/>
                  </a:lnTo>
                  <a:lnTo>
                    <a:pt x="47405" y="282505"/>
                  </a:lnTo>
                  <a:lnTo>
                    <a:pt x="51161" y="286241"/>
                  </a:lnTo>
                  <a:lnTo>
                    <a:pt x="55033" y="289855"/>
                  </a:lnTo>
                  <a:lnTo>
                    <a:pt x="59018" y="293346"/>
                  </a:lnTo>
                  <a:lnTo>
                    <a:pt x="63111" y="296708"/>
                  </a:lnTo>
                  <a:lnTo>
                    <a:pt x="67308" y="299938"/>
                  </a:lnTo>
                  <a:lnTo>
                    <a:pt x="71606" y="303035"/>
                  </a:lnTo>
                  <a:lnTo>
                    <a:pt x="76000" y="305993"/>
                  </a:lnTo>
                  <a:lnTo>
                    <a:pt x="80486" y="308811"/>
                  </a:lnTo>
                  <a:lnTo>
                    <a:pt x="85058" y="311485"/>
                  </a:lnTo>
                  <a:lnTo>
                    <a:pt x="89713" y="314013"/>
                  </a:lnTo>
                  <a:lnTo>
                    <a:pt x="94446" y="316392"/>
                  </a:lnTo>
                  <a:lnTo>
                    <a:pt x="99251" y="318620"/>
                  </a:lnTo>
                  <a:lnTo>
                    <a:pt x="104125" y="320695"/>
                  </a:lnTo>
                  <a:lnTo>
                    <a:pt x="109062" y="322614"/>
                  </a:lnTo>
                  <a:lnTo>
                    <a:pt x="114058" y="324376"/>
                  </a:lnTo>
                  <a:lnTo>
                    <a:pt x="119106" y="325979"/>
                  </a:lnTo>
                  <a:lnTo>
                    <a:pt x="124203" y="327421"/>
                  </a:lnTo>
                  <a:lnTo>
                    <a:pt x="129343" y="328700"/>
                  </a:lnTo>
                  <a:lnTo>
                    <a:pt x="134521" y="329817"/>
                  </a:lnTo>
                  <a:lnTo>
                    <a:pt x="139732" y="330768"/>
                  </a:lnTo>
                  <a:lnTo>
                    <a:pt x="144971" y="331554"/>
                  </a:lnTo>
                  <a:lnTo>
                    <a:pt x="150231" y="332174"/>
                  </a:lnTo>
                  <a:lnTo>
                    <a:pt x="155509" y="332627"/>
                  </a:lnTo>
                  <a:lnTo>
                    <a:pt x="160798" y="332912"/>
                  </a:lnTo>
                  <a:lnTo>
                    <a:pt x="166094" y="333030"/>
                  </a:lnTo>
                  <a:lnTo>
                    <a:pt x="171391" y="332979"/>
                  </a:lnTo>
                  <a:lnTo>
                    <a:pt x="176683" y="332761"/>
                  </a:lnTo>
                  <a:lnTo>
                    <a:pt x="181966" y="332376"/>
                  </a:lnTo>
                  <a:lnTo>
                    <a:pt x="187234" y="331823"/>
                  </a:lnTo>
                  <a:lnTo>
                    <a:pt x="192482" y="331103"/>
                  </a:lnTo>
                  <a:lnTo>
                    <a:pt x="197705" y="330218"/>
                  </a:lnTo>
                  <a:lnTo>
                    <a:pt x="202897" y="329167"/>
                  </a:lnTo>
                  <a:lnTo>
                    <a:pt x="208052" y="327953"/>
                  </a:lnTo>
                  <a:lnTo>
                    <a:pt x="213167" y="326576"/>
                  </a:lnTo>
                  <a:lnTo>
                    <a:pt x="218236" y="325038"/>
                  </a:lnTo>
                  <a:lnTo>
                    <a:pt x="223253" y="323339"/>
                  </a:lnTo>
                  <a:lnTo>
                    <a:pt x="228214" y="321483"/>
                  </a:lnTo>
                  <a:lnTo>
                    <a:pt x="233114" y="319470"/>
                  </a:lnTo>
                  <a:lnTo>
                    <a:pt x="237948" y="317303"/>
                  </a:lnTo>
                  <a:lnTo>
                    <a:pt x="242710" y="314984"/>
                  </a:lnTo>
                  <a:lnTo>
                    <a:pt x="247397" y="312516"/>
                  </a:lnTo>
                  <a:lnTo>
                    <a:pt x="252003" y="309900"/>
                  </a:lnTo>
                  <a:lnTo>
                    <a:pt x="256524" y="307139"/>
                  </a:lnTo>
                  <a:lnTo>
                    <a:pt x="260955" y="304237"/>
                  </a:lnTo>
                  <a:lnTo>
                    <a:pt x="265292" y="301196"/>
                  </a:lnTo>
                  <a:lnTo>
                    <a:pt x="269530" y="298018"/>
                  </a:lnTo>
                  <a:lnTo>
                    <a:pt x="273666" y="294709"/>
                  </a:lnTo>
                  <a:lnTo>
                    <a:pt x="277694" y="291269"/>
                  </a:lnTo>
                  <a:lnTo>
                    <a:pt x="281612" y="287704"/>
                  </a:lnTo>
                  <a:lnTo>
                    <a:pt x="285415" y="284017"/>
                  </a:lnTo>
                  <a:lnTo>
                    <a:pt x="289099" y="280211"/>
                  </a:lnTo>
                  <a:lnTo>
                    <a:pt x="292660" y="276290"/>
                  </a:lnTo>
                  <a:lnTo>
                    <a:pt x="296096" y="272258"/>
                  </a:lnTo>
                  <a:lnTo>
                    <a:pt x="299402" y="268119"/>
                  </a:lnTo>
                  <a:lnTo>
                    <a:pt x="302575" y="263878"/>
                  </a:lnTo>
                  <a:lnTo>
                    <a:pt x="305613" y="259538"/>
                  </a:lnTo>
                  <a:lnTo>
                    <a:pt x="308511" y="255104"/>
                  </a:lnTo>
                  <a:lnTo>
                    <a:pt x="311267" y="250581"/>
                  </a:lnTo>
                  <a:lnTo>
                    <a:pt x="313879" y="245973"/>
                  </a:lnTo>
                  <a:lnTo>
                    <a:pt x="316343" y="241284"/>
                  </a:lnTo>
                  <a:lnTo>
                    <a:pt x="318658" y="236519"/>
                  </a:lnTo>
                  <a:lnTo>
                    <a:pt x="320820" y="231684"/>
                  </a:lnTo>
                  <a:lnTo>
                    <a:pt x="322829" y="226782"/>
                  </a:lnTo>
                  <a:lnTo>
                    <a:pt x="324680" y="221819"/>
                  </a:lnTo>
                  <a:lnTo>
                    <a:pt x="326374" y="216801"/>
                  </a:lnTo>
                  <a:lnTo>
                    <a:pt x="327908" y="211730"/>
                  </a:lnTo>
                  <a:lnTo>
                    <a:pt x="329280" y="206614"/>
                  </a:lnTo>
                  <a:lnTo>
                    <a:pt x="330490" y="201457"/>
                  </a:lnTo>
                  <a:lnTo>
                    <a:pt x="331536" y="196264"/>
                  </a:lnTo>
                  <a:lnTo>
                    <a:pt x="332416" y="191041"/>
                  </a:lnTo>
                  <a:lnTo>
                    <a:pt x="333131" y="185793"/>
                  </a:lnTo>
                  <a:lnTo>
                    <a:pt x="333679" y="180524"/>
                  </a:lnTo>
                  <a:lnTo>
                    <a:pt x="334060" y="175241"/>
                  </a:lnTo>
                  <a:lnTo>
                    <a:pt x="334273" y="169948"/>
                  </a:lnTo>
                  <a:lnTo>
                    <a:pt x="334318" y="164651"/>
                  </a:lnTo>
                  <a:lnTo>
                    <a:pt x="334196" y="159356"/>
                  </a:lnTo>
                  <a:lnTo>
                    <a:pt x="333906" y="154066"/>
                  </a:lnTo>
                  <a:lnTo>
                    <a:pt x="333448" y="148789"/>
                  </a:lnTo>
                  <a:lnTo>
                    <a:pt x="332824" y="143529"/>
                  </a:lnTo>
                  <a:lnTo>
                    <a:pt x="332033" y="138292"/>
                  </a:lnTo>
                  <a:lnTo>
                    <a:pt x="331077" y="133082"/>
                  </a:lnTo>
                  <a:lnTo>
                    <a:pt x="329956" y="127905"/>
                  </a:lnTo>
                  <a:lnTo>
                    <a:pt x="328671" y="122766"/>
                  </a:lnTo>
                  <a:lnTo>
                    <a:pt x="327225" y="117670"/>
                  </a:lnTo>
                  <a:lnTo>
                    <a:pt x="325617" y="112623"/>
                  </a:lnTo>
                  <a:lnTo>
                    <a:pt x="323851" y="107629"/>
                  </a:lnTo>
                  <a:lnTo>
                    <a:pt x="321927" y="102694"/>
                  </a:lnTo>
                  <a:lnTo>
                    <a:pt x="319848" y="97822"/>
                  </a:lnTo>
                  <a:lnTo>
                    <a:pt x="317615" y="93018"/>
                  </a:lnTo>
                  <a:lnTo>
                    <a:pt x="315232" y="88288"/>
                  </a:lnTo>
                  <a:lnTo>
                    <a:pt x="312700" y="83635"/>
                  </a:lnTo>
                  <a:lnTo>
                    <a:pt x="310021" y="79065"/>
                  </a:lnTo>
                  <a:lnTo>
                    <a:pt x="307199" y="74582"/>
                  </a:lnTo>
                  <a:lnTo>
                    <a:pt x="304237" y="70191"/>
                  </a:lnTo>
                  <a:lnTo>
                    <a:pt x="301137" y="65896"/>
                  </a:lnTo>
                  <a:lnTo>
                    <a:pt x="297902" y="61701"/>
                  </a:lnTo>
                  <a:lnTo>
                    <a:pt x="294536" y="57611"/>
                  </a:lnTo>
                  <a:lnTo>
                    <a:pt x="291043" y="53630"/>
                  </a:lnTo>
                  <a:lnTo>
                    <a:pt x="287425" y="49761"/>
                  </a:lnTo>
                  <a:lnTo>
                    <a:pt x="283686" y="46009"/>
                  </a:lnTo>
                  <a:lnTo>
                    <a:pt x="279830" y="42377"/>
                  </a:lnTo>
                  <a:lnTo>
                    <a:pt x="275861" y="38869"/>
                  </a:lnTo>
                  <a:lnTo>
                    <a:pt x="271783" y="35489"/>
                  </a:lnTo>
                  <a:lnTo>
                    <a:pt x="267599" y="32239"/>
                  </a:lnTo>
                  <a:lnTo>
                    <a:pt x="263315" y="29124"/>
                  </a:lnTo>
                  <a:lnTo>
                    <a:pt x="258935" y="26146"/>
                  </a:lnTo>
                  <a:lnTo>
                    <a:pt x="254462" y="23308"/>
                  </a:lnTo>
                  <a:lnTo>
                    <a:pt x="249901" y="20614"/>
                  </a:lnTo>
                  <a:lnTo>
                    <a:pt x="245258" y="18065"/>
                  </a:lnTo>
                  <a:lnTo>
                    <a:pt x="240536" y="15665"/>
                  </a:lnTo>
                  <a:lnTo>
                    <a:pt x="235740" y="13415"/>
                  </a:lnTo>
                  <a:lnTo>
                    <a:pt x="230876" y="11319"/>
                  </a:lnTo>
                  <a:lnTo>
                    <a:pt x="225947" y="9378"/>
                  </a:lnTo>
                  <a:lnTo>
                    <a:pt x="220960" y="7593"/>
                  </a:lnTo>
                  <a:lnTo>
                    <a:pt x="215918" y="5968"/>
                  </a:lnTo>
                  <a:lnTo>
                    <a:pt x="210828" y="4504"/>
                  </a:lnTo>
                  <a:lnTo>
                    <a:pt x="205693" y="3201"/>
                  </a:lnTo>
                  <a:lnTo>
                    <a:pt x="200520" y="2062"/>
                  </a:lnTo>
                  <a:lnTo>
                    <a:pt x="167155" y="1658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33364" cy="167167"/>
            </a:xfrm>
            <a:custGeom>
              <a:avLst/>
              <a:pathLst>
                <a:path w="33364" h="167167">
                  <a:moveTo>
                    <a:pt x="33364" y="3363"/>
                  </a:moveTo>
                  <a:lnTo>
                    <a:pt x="26756" y="2155"/>
                  </a:lnTo>
                  <a:lnTo>
                    <a:pt x="20105" y="1213"/>
                  </a:lnTo>
                  <a:lnTo>
                    <a:pt x="13421" y="539"/>
                  </a:lnTo>
                  <a:lnTo>
                    <a:pt x="6716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7276" y="2633064"/>
              <a:ext cx="3471" cy="167167"/>
            </a:xfrm>
            <a:custGeom>
              <a:avLst/>
              <a:pathLst>
                <a:path w="3471" h="167167">
                  <a:moveTo>
                    <a:pt x="3471" y="0"/>
                  </a:moveTo>
                  <a:lnTo>
                    <a:pt x="0" y="36"/>
                  </a:lnTo>
                  <a:lnTo>
                    <a:pt x="347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7276" y="2633100"/>
              <a:ext cx="3471" cy="167131"/>
            </a:xfrm>
            <a:custGeom>
              <a:avLst/>
              <a:pathLst>
                <a:path w="3471" h="167131">
                  <a:moveTo>
                    <a:pt x="0" y="0"/>
                  </a:moveTo>
                  <a:lnTo>
                    <a:pt x="3471" y="1671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81" y="2633100"/>
              <a:ext cx="334328" cy="334287"/>
            </a:xfrm>
            <a:custGeom>
              <a:avLst/>
              <a:pathLst>
                <a:path w="334328" h="334287">
                  <a:moveTo>
                    <a:pt x="163695" y="0"/>
                  </a:moveTo>
                  <a:lnTo>
                    <a:pt x="158409" y="193"/>
                  </a:lnTo>
                  <a:lnTo>
                    <a:pt x="153132" y="554"/>
                  </a:lnTo>
                  <a:lnTo>
                    <a:pt x="147869" y="1081"/>
                  </a:lnTo>
                  <a:lnTo>
                    <a:pt x="142625" y="1775"/>
                  </a:lnTo>
                  <a:lnTo>
                    <a:pt x="137406" y="2634"/>
                  </a:lnTo>
                  <a:lnTo>
                    <a:pt x="132216" y="3658"/>
                  </a:lnTo>
                  <a:lnTo>
                    <a:pt x="127062" y="4846"/>
                  </a:lnTo>
                  <a:lnTo>
                    <a:pt x="121947" y="6196"/>
                  </a:lnTo>
                  <a:lnTo>
                    <a:pt x="116878" y="7707"/>
                  </a:lnTo>
                  <a:lnTo>
                    <a:pt x="111860" y="9378"/>
                  </a:lnTo>
                  <a:lnTo>
                    <a:pt x="106896" y="11207"/>
                  </a:lnTo>
                  <a:lnTo>
                    <a:pt x="101993" y="13191"/>
                  </a:lnTo>
                  <a:lnTo>
                    <a:pt x="97156" y="15331"/>
                  </a:lnTo>
                  <a:lnTo>
                    <a:pt x="92388" y="17622"/>
                  </a:lnTo>
                  <a:lnTo>
                    <a:pt x="87695" y="20062"/>
                  </a:lnTo>
                  <a:lnTo>
                    <a:pt x="83082" y="22650"/>
                  </a:lnTo>
                  <a:lnTo>
                    <a:pt x="78553" y="25383"/>
                  </a:lnTo>
                  <a:lnTo>
                    <a:pt x="74113" y="28257"/>
                  </a:lnTo>
                  <a:lnTo>
                    <a:pt x="69766" y="31271"/>
                  </a:lnTo>
                  <a:lnTo>
                    <a:pt x="65516" y="34421"/>
                  </a:lnTo>
                  <a:lnTo>
                    <a:pt x="61368" y="37703"/>
                  </a:lnTo>
                  <a:lnTo>
                    <a:pt x="57326" y="41115"/>
                  </a:lnTo>
                  <a:lnTo>
                    <a:pt x="53394" y="44653"/>
                  </a:lnTo>
                  <a:lnTo>
                    <a:pt x="49576" y="48314"/>
                  </a:lnTo>
                  <a:lnTo>
                    <a:pt x="45876" y="52094"/>
                  </a:lnTo>
                  <a:lnTo>
                    <a:pt x="42297" y="55989"/>
                  </a:lnTo>
                  <a:lnTo>
                    <a:pt x="38843" y="59995"/>
                  </a:lnTo>
                  <a:lnTo>
                    <a:pt x="35518" y="64109"/>
                  </a:lnTo>
                  <a:lnTo>
                    <a:pt x="32325" y="68326"/>
                  </a:lnTo>
                  <a:lnTo>
                    <a:pt x="29266" y="72641"/>
                  </a:lnTo>
                  <a:lnTo>
                    <a:pt x="26346" y="77051"/>
                  </a:lnTo>
                  <a:lnTo>
                    <a:pt x="23566" y="81552"/>
                  </a:lnTo>
                  <a:lnTo>
                    <a:pt x="20930" y="86138"/>
                  </a:lnTo>
                  <a:lnTo>
                    <a:pt x="18441" y="90805"/>
                  </a:lnTo>
                  <a:lnTo>
                    <a:pt x="16101" y="95549"/>
                  </a:lnTo>
                  <a:lnTo>
                    <a:pt x="13912" y="100364"/>
                  </a:lnTo>
                  <a:lnTo>
                    <a:pt x="11876" y="105246"/>
                  </a:lnTo>
                  <a:lnTo>
                    <a:pt x="9996" y="110190"/>
                  </a:lnTo>
                  <a:lnTo>
                    <a:pt x="8273" y="115191"/>
                  </a:lnTo>
                  <a:lnTo>
                    <a:pt x="6709" y="120245"/>
                  </a:lnTo>
                  <a:lnTo>
                    <a:pt x="5306" y="125345"/>
                  </a:lnTo>
                  <a:lnTo>
                    <a:pt x="4065" y="130486"/>
                  </a:lnTo>
                  <a:lnTo>
                    <a:pt x="2988" y="135665"/>
                  </a:lnTo>
                  <a:lnTo>
                    <a:pt x="2074" y="140875"/>
                  </a:lnTo>
                  <a:lnTo>
                    <a:pt x="1326" y="146112"/>
                  </a:lnTo>
                  <a:lnTo>
                    <a:pt x="744" y="151369"/>
                  </a:lnTo>
                  <a:lnTo>
                    <a:pt x="329" y="156642"/>
                  </a:lnTo>
                  <a:lnTo>
                    <a:pt x="81" y="161926"/>
                  </a:lnTo>
                  <a:lnTo>
                    <a:pt x="0" y="167215"/>
                  </a:lnTo>
                  <a:lnTo>
                    <a:pt x="86" y="172504"/>
                  </a:lnTo>
                  <a:lnTo>
                    <a:pt x="339" y="177787"/>
                  </a:lnTo>
                  <a:lnTo>
                    <a:pt x="760" y="183060"/>
                  </a:lnTo>
                  <a:lnTo>
                    <a:pt x="1347" y="188317"/>
                  </a:lnTo>
                  <a:lnTo>
                    <a:pt x="2101" y="193552"/>
                  </a:lnTo>
                  <a:lnTo>
                    <a:pt x="3019" y="198761"/>
                  </a:lnTo>
                  <a:lnTo>
                    <a:pt x="4102" y="203939"/>
                  </a:lnTo>
                  <a:lnTo>
                    <a:pt x="5348" y="209080"/>
                  </a:lnTo>
                  <a:lnTo>
                    <a:pt x="6756" y="214178"/>
                  </a:lnTo>
                  <a:lnTo>
                    <a:pt x="8325" y="219230"/>
                  </a:lnTo>
                  <a:lnTo>
                    <a:pt x="10053" y="224229"/>
                  </a:lnTo>
                  <a:lnTo>
                    <a:pt x="11938" y="229171"/>
                  </a:lnTo>
                  <a:lnTo>
                    <a:pt x="13979" y="234051"/>
                  </a:lnTo>
                  <a:lnTo>
                    <a:pt x="16173" y="238864"/>
                  </a:lnTo>
                  <a:lnTo>
                    <a:pt x="18518" y="243606"/>
                  </a:lnTo>
                  <a:lnTo>
                    <a:pt x="21012" y="248270"/>
                  </a:lnTo>
                  <a:lnTo>
                    <a:pt x="23652" y="252854"/>
                  </a:lnTo>
                  <a:lnTo>
                    <a:pt x="26436" y="257352"/>
                  </a:lnTo>
                  <a:lnTo>
                    <a:pt x="29361" y="261759"/>
                  </a:lnTo>
                  <a:lnTo>
                    <a:pt x="32424" y="266071"/>
                  </a:lnTo>
                  <a:lnTo>
                    <a:pt x="35621" y="270285"/>
                  </a:lnTo>
                  <a:lnTo>
                    <a:pt x="38951" y="274395"/>
                  </a:lnTo>
                  <a:lnTo>
                    <a:pt x="42409" y="278398"/>
                  </a:lnTo>
                  <a:lnTo>
                    <a:pt x="45991" y="282289"/>
                  </a:lnTo>
                  <a:lnTo>
                    <a:pt x="49696" y="286065"/>
                  </a:lnTo>
                  <a:lnTo>
                    <a:pt x="53517" y="289722"/>
                  </a:lnTo>
                  <a:lnTo>
                    <a:pt x="57453" y="293257"/>
                  </a:lnTo>
                  <a:lnTo>
                    <a:pt x="61498" y="296665"/>
                  </a:lnTo>
                  <a:lnTo>
                    <a:pt x="65649" y="299943"/>
                  </a:lnTo>
                  <a:lnTo>
                    <a:pt x="69902" y="303088"/>
                  </a:lnTo>
                  <a:lnTo>
                    <a:pt x="74252" y="306098"/>
                  </a:lnTo>
                  <a:lnTo>
                    <a:pt x="78695" y="308968"/>
                  </a:lnTo>
                  <a:lnTo>
                    <a:pt x="83227" y="311696"/>
                  </a:lnTo>
                  <a:lnTo>
                    <a:pt x="87843" y="314279"/>
                  </a:lnTo>
                  <a:lnTo>
                    <a:pt x="92538" y="316715"/>
                  </a:lnTo>
                  <a:lnTo>
                    <a:pt x="97308" y="319001"/>
                  </a:lnTo>
                  <a:lnTo>
                    <a:pt x="102148" y="321136"/>
                  </a:lnTo>
                  <a:lnTo>
                    <a:pt x="107053" y="323116"/>
                  </a:lnTo>
                  <a:lnTo>
                    <a:pt x="112018" y="324939"/>
                  </a:lnTo>
                  <a:lnTo>
                    <a:pt x="117038" y="326605"/>
                  </a:lnTo>
                  <a:lnTo>
                    <a:pt x="122109" y="328111"/>
                  </a:lnTo>
                  <a:lnTo>
                    <a:pt x="127224" y="329456"/>
                  </a:lnTo>
                  <a:lnTo>
                    <a:pt x="132380" y="330639"/>
                  </a:lnTo>
                  <a:lnTo>
                    <a:pt x="137571" y="331658"/>
                  </a:lnTo>
                  <a:lnTo>
                    <a:pt x="142791" y="332512"/>
                  </a:lnTo>
                  <a:lnTo>
                    <a:pt x="148035" y="333200"/>
                  </a:lnTo>
                  <a:lnTo>
                    <a:pt x="153299" y="333722"/>
                  </a:lnTo>
                  <a:lnTo>
                    <a:pt x="158577" y="334077"/>
                  </a:lnTo>
                  <a:lnTo>
                    <a:pt x="163863" y="334266"/>
                  </a:lnTo>
                  <a:lnTo>
                    <a:pt x="169152" y="334287"/>
                  </a:lnTo>
                  <a:lnTo>
                    <a:pt x="174440" y="334140"/>
                  </a:lnTo>
                  <a:lnTo>
                    <a:pt x="179720" y="333826"/>
                  </a:lnTo>
                  <a:lnTo>
                    <a:pt x="184988" y="333346"/>
                  </a:lnTo>
                  <a:lnTo>
                    <a:pt x="190237" y="332699"/>
                  </a:lnTo>
                  <a:lnTo>
                    <a:pt x="195464" y="331886"/>
                  </a:lnTo>
                  <a:lnTo>
                    <a:pt x="200663" y="330908"/>
                  </a:lnTo>
                  <a:lnTo>
                    <a:pt x="205827" y="329766"/>
                  </a:lnTo>
                  <a:lnTo>
                    <a:pt x="210953" y="328462"/>
                  </a:lnTo>
                  <a:lnTo>
                    <a:pt x="216036" y="326996"/>
                  </a:lnTo>
                  <a:lnTo>
                    <a:pt x="221069" y="325370"/>
                  </a:lnTo>
                  <a:lnTo>
                    <a:pt x="226049" y="323585"/>
                  </a:lnTo>
                  <a:lnTo>
                    <a:pt x="230969" y="321644"/>
                  </a:lnTo>
                  <a:lnTo>
                    <a:pt x="235826" y="319548"/>
                  </a:lnTo>
                  <a:lnTo>
                    <a:pt x="240613" y="317299"/>
                  </a:lnTo>
                  <a:lnTo>
                    <a:pt x="245328" y="314900"/>
                  </a:lnTo>
                  <a:lnTo>
                    <a:pt x="249964" y="312354"/>
                  </a:lnTo>
                  <a:lnTo>
                    <a:pt x="254517" y="309661"/>
                  </a:lnTo>
                  <a:lnTo>
                    <a:pt x="258982" y="306826"/>
                  </a:lnTo>
                  <a:lnTo>
                    <a:pt x="263356" y="303852"/>
                  </a:lnTo>
                  <a:lnTo>
                    <a:pt x="267634" y="300740"/>
                  </a:lnTo>
                  <a:lnTo>
                    <a:pt x="271811" y="297494"/>
                  </a:lnTo>
                  <a:lnTo>
                    <a:pt x="275883" y="294119"/>
                  </a:lnTo>
                  <a:lnTo>
                    <a:pt x="279846" y="290615"/>
                  </a:lnTo>
                  <a:lnTo>
                    <a:pt x="283696" y="286989"/>
                  </a:lnTo>
                  <a:lnTo>
                    <a:pt x="287430" y="283242"/>
                  </a:lnTo>
                  <a:lnTo>
                    <a:pt x="291043" y="279379"/>
                  </a:lnTo>
                  <a:lnTo>
                    <a:pt x="294533" y="275403"/>
                  </a:lnTo>
                  <a:lnTo>
                    <a:pt x="297894" y="271320"/>
                  </a:lnTo>
                  <a:lnTo>
                    <a:pt x="301125" y="267131"/>
                  </a:lnTo>
                  <a:lnTo>
                    <a:pt x="304222" y="262843"/>
                  </a:lnTo>
                  <a:lnTo>
                    <a:pt x="307182" y="258459"/>
                  </a:lnTo>
                  <a:lnTo>
                    <a:pt x="310001" y="253984"/>
                  </a:lnTo>
                  <a:lnTo>
                    <a:pt x="312677" y="249421"/>
                  </a:lnTo>
                  <a:lnTo>
                    <a:pt x="315208" y="244776"/>
                  </a:lnTo>
                  <a:lnTo>
                    <a:pt x="317590" y="240054"/>
                  </a:lnTo>
                  <a:lnTo>
                    <a:pt x="319822" y="235258"/>
                  </a:lnTo>
                  <a:lnTo>
                    <a:pt x="321901" y="230394"/>
                  </a:lnTo>
                  <a:lnTo>
                    <a:pt x="323825" y="225467"/>
                  </a:lnTo>
                  <a:lnTo>
                    <a:pt x="325593" y="220481"/>
                  </a:lnTo>
                  <a:lnTo>
                    <a:pt x="327201" y="215442"/>
                  </a:lnTo>
                  <a:lnTo>
                    <a:pt x="328650" y="210355"/>
                  </a:lnTo>
                  <a:lnTo>
                    <a:pt x="329936" y="205224"/>
                  </a:lnTo>
                  <a:lnTo>
                    <a:pt x="331060" y="200056"/>
                  </a:lnTo>
                  <a:lnTo>
                    <a:pt x="332020" y="194854"/>
                  </a:lnTo>
                  <a:lnTo>
                    <a:pt x="332814" y="189624"/>
                  </a:lnTo>
                  <a:lnTo>
                    <a:pt x="333443" y="184372"/>
                  </a:lnTo>
                  <a:lnTo>
                    <a:pt x="333905" y="179103"/>
                  </a:lnTo>
                  <a:lnTo>
                    <a:pt x="334200" y="173822"/>
                  </a:lnTo>
                  <a:lnTo>
                    <a:pt x="334328" y="168534"/>
                  </a:lnTo>
                  <a:lnTo>
                    <a:pt x="334289" y="163244"/>
                  </a:lnTo>
                  <a:lnTo>
                    <a:pt x="334083" y="157959"/>
                  </a:lnTo>
                  <a:lnTo>
                    <a:pt x="333709" y="152683"/>
                  </a:lnTo>
                  <a:lnTo>
                    <a:pt x="333168" y="147421"/>
                  </a:lnTo>
                  <a:lnTo>
                    <a:pt x="332462" y="142179"/>
                  </a:lnTo>
                  <a:lnTo>
                    <a:pt x="331589" y="136961"/>
                  </a:lnTo>
                  <a:lnTo>
                    <a:pt x="330553" y="131775"/>
                  </a:lnTo>
                  <a:lnTo>
                    <a:pt x="329352" y="126623"/>
                  </a:lnTo>
                  <a:lnTo>
                    <a:pt x="327989" y="121512"/>
                  </a:lnTo>
                  <a:lnTo>
                    <a:pt x="326466" y="116447"/>
                  </a:lnTo>
                  <a:lnTo>
                    <a:pt x="324782" y="111432"/>
                  </a:lnTo>
                  <a:lnTo>
                    <a:pt x="322941" y="106473"/>
                  </a:lnTo>
                  <a:lnTo>
                    <a:pt x="320944" y="101575"/>
                  </a:lnTo>
                  <a:lnTo>
                    <a:pt x="318793" y="96743"/>
                  </a:lnTo>
                  <a:lnTo>
                    <a:pt x="316490" y="91981"/>
                  </a:lnTo>
                  <a:lnTo>
                    <a:pt x="314038" y="87294"/>
                  </a:lnTo>
                  <a:lnTo>
                    <a:pt x="311438" y="82688"/>
                  </a:lnTo>
                  <a:lnTo>
                    <a:pt x="308695" y="78165"/>
                  </a:lnTo>
                  <a:lnTo>
                    <a:pt x="305809" y="73732"/>
                  </a:lnTo>
                  <a:lnTo>
                    <a:pt x="302785" y="69393"/>
                  </a:lnTo>
                  <a:lnTo>
                    <a:pt x="299625" y="65151"/>
                  </a:lnTo>
                  <a:lnTo>
                    <a:pt x="296332" y="61011"/>
                  </a:lnTo>
                  <a:lnTo>
                    <a:pt x="292910" y="56978"/>
                  </a:lnTo>
                  <a:lnTo>
                    <a:pt x="289362" y="53055"/>
                  </a:lnTo>
                  <a:lnTo>
                    <a:pt x="285691" y="49246"/>
                  </a:lnTo>
                  <a:lnTo>
                    <a:pt x="281902" y="45555"/>
                  </a:lnTo>
                  <a:lnTo>
                    <a:pt x="277999" y="41986"/>
                  </a:lnTo>
                  <a:lnTo>
                    <a:pt x="273984" y="38542"/>
                  </a:lnTo>
                  <a:lnTo>
                    <a:pt x="269862" y="35227"/>
                  </a:lnTo>
                  <a:lnTo>
                    <a:pt x="265637" y="32044"/>
                  </a:lnTo>
                  <a:lnTo>
                    <a:pt x="261314" y="28996"/>
                  </a:lnTo>
                  <a:lnTo>
                    <a:pt x="256897" y="26086"/>
                  </a:lnTo>
                  <a:lnTo>
                    <a:pt x="252389" y="23318"/>
                  </a:lnTo>
                  <a:lnTo>
                    <a:pt x="247797" y="20694"/>
                  </a:lnTo>
                  <a:lnTo>
                    <a:pt x="167167" y="1671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80629" cy="167167"/>
            </a:xfrm>
            <a:custGeom>
              <a:avLst/>
              <a:pathLst>
                <a:path w="80629" h="167167">
                  <a:moveTo>
                    <a:pt x="80629" y="20730"/>
                  </a:moveTo>
                  <a:lnTo>
                    <a:pt x="75671" y="18107"/>
                  </a:lnTo>
                  <a:lnTo>
                    <a:pt x="70628" y="15653"/>
                  </a:lnTo>
                  <a:lnTo>
                    <a:pt x="65505" y="13369"/>
                  </a:lnTo>
                  <a:lnTo>
                    <a:pt x="60309" y="11258"/>
                  </a:lnTo>
                  <a:lnTo>
                    <a:pt x="55044" y="9322"/>
                  </a:lnTo>
                  <a:lnTo>
                    <a:pt x="49718" y="7564"/>
                  </a:lnTo>
                  <a:lnTo>
                    <a:pt x="44336" y="5986"/>
                  </a:lnTo>
                  <a:lnTo>
                    <a:pt x="38904" y="4589"/>
                  </a:lnTo>
                  <a:lnTo>
                    <a:pt x="33428" y="3376"/>
                  </a:lnTo>
                  <a:lnTo>
                    <a:pt x="27914" y="2347"/>
                  </a:lnTo>
                  <a:lnTo>
                    <a:pt x="22369" y="1503"/>
                  </a:lnTo>
                  <a:lnTo>
                    <a:pt x="16799" y="846"/>
                  </a:lnTo>
                  <a:lnTo>
                    <a:pt x="11209" y="376"/>
                  </a:lnTo>
                  <a:lnTo>
                    <a:pt x="560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9816" y="3170392"/>
              <a:ext cx="16164" cy="167167"/>
            </a:xfrm>
            <a:custGeom>
              <a:avLst/>
              <a:pathLst>
                <a:path w="16164" h="167167">
                  <a:moveTo>
                    <a:pt x="16164" y="0"/>
                  </a:moveTo>
                  <a:lnTo>
                    <a:pt x="8072" y="195"/>
                  </a:lnTo>
                  <a:lnTo>
                    <a:pt x="0" y="783"/>
                  </a:lnTo>
                  <a:lnTo>
                    <a:pt x="1616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9816" y="3171175"/>
              <a:ext cx="16164" cy="166384"/>
            </a:xfrm>
            <a:custGeom>
              <a:avLst/>
              <a:pathLst>
                <a:path w="16164" h="166384">
                  <a:moveTo>
                    <a:pt x="0" y="0"/>
                  </a:moveTo>
                  <a:lnTo>
                    <a:pt x="16164" y="1663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31" y="3171175"/>
              <a:ext cx="334309" cy="333550"/>
            </a:xfrm>
            <a:custGeom>
              <a:avLst/>
              <a:pathLst>
                <a:path w="334309" h="333550">
                  <a:moveTo>
                    <a:pt x="150984" y="0"/>
                  </a:moveTo>
                  <a:lnTo>
                    <a:pt x="145723" y="595"/>
                  </a:lnTo>
                  <a:lnTo>
                    <a:pt x="140483" y="1357"/>
                  </a:lnTo>
                  <a:lnTo>
                    <a:pt x="135270" y="2284"/>
                  </a:lnTo>
                  <a:lnTo>
                    <a:pt x="130089" y="3376"/>
                  </a:lnTo>
                  <a:lnTo>
                    <a:pt x="124946" y="4631"/>
                  </a:lnTo>
                  <a:lnTo>
                    <a:pt x="119844" y="6049"/>
                  </a:lnTo>
                  <a:lnTo>
                    <a:pt x="114790" y="7627"/>
                  </a:lnTo>
                  <a:lnTo>
                    <a:pt x="109789" y="9365"/>
                  </a:lnTo>
                  <a:lnTo>
                    <a:pt x="104845" y="11261"/>
                  </a:lnTo>
                  <a:lnTo>
                    <a:pt x="99963" y="13312"/>
                  </a:lnTo>
                  <a:lnTo>
                    <a:pt x="95149" y="15516"/>
                  </a:lnTo>
                  <a:lnTo>
                    <a:pt x="90407" y="17872"/>
                  </a:lnTo>
                  <a:lnTo>
                    <a:pt x="85742" y="20377"/>
                  </a:lnTo>
                  <a:lnTo>
                    <a:pt x="81159" y="23028"/>
                  </a:lnTo>
                  <a:lnTo>
                    <a:pt x="76662" y="25823"/>
                  </a:lnTo>
                  <a:lnTo>
                    <a:pt x="72256" y="28760"/>
                  </a:lnTo>
                  <a:lnTo>
                    <a:pt x="67945" y="31834"/>
                  </a:lnTo>
                  <a:lnTo>
                    <a:pt x="63734" y="35043"/>
                  </a:lnTo>
                  <a:lnTo>
                    <a:pt x="59626" y="38384"/>
                  </a:lnTo>
                  <a:lnTo>
                    <a:pt x="55627" y="41853"/>
                  </a:lnTo>
                  <a:lnTo>
                    <a:pt x="51739" y="45448"/>
                  </a:lnTo>
                  <a:lnTo>
                    <a:pt x="47966" y="49163"/>
                  </a:lnTo>
                  <a:lnTo>
                    <a:pt x="44314" y="52997"/>
                  </a:lnTo>
                  <a:lnTo>
                    <a:pt x="40785" y="56944"/>
                  </a:lnTo>
                  <a:lnTo>
                    <a:pt x="37382" y="61001"/>
                  </a:lnTo>
                  <a:lnTo>
                    <a:pt x="34110" y="65163"/>
                  </a:lnTo>
                  <a:lnTo>
                    <a:pt x="30971" y="69427"/>
                  </a:lnTo>
                  <a:lnTo>
                    <a:pt x="27969" y="73789"/>
                  </a:lnTo>
                  <a:lnTo>
                    <a:pt x="25106" y="78243"/>
                  </a:lnTo>
                  <a:lnTo>
                    <a:pt x="22386" y="82785"/>
                  </a:lnTo>
                  <a:lnTo>
                    <a:pt x="19811" y="87412"/>
                  </a:lnTo>
                  <a:lnTo>
                    <a:pt x="17384" y="92118"/>
                  </a:lnTo>
                  <a:lnTo>
                    <a:pt x="15107" y="96898"/>
                  </a:lnTo>
                  <a:lnTo>
                    <a:pt x="12983" y="101748"/>
                  </a:lnTo>
                  <a:lnTo>
                    <a:pt x="11013" y="106663"/>
                  </a:lnTo>
                  <a:lnTo>
                    <a:pt x="9200" y="111638"/>
                  </a:lnTo>
                  <a:lnTo>
                    <a:pt x="7545" y="116667"/>
                  </a:lnTo>
                  <a:lnTo>
                    <a:pt x="6051" y="121747"/>
                  </a:lnTo>
                  <a:lnTo>
                    <a:pt x="4718" y="126871"/>
                  </a:lnTo>
                  <a:lnTo>
                    <a:pt x="3548" y="132035"/>
                  </a:lnTo>
                  <a:lnTo>
                    <a:pt x="2542" y="137234"/>
                  </a:lnTo>
                  <a:lnTo>
                    <a:pt x="1702" y="142461"/>
                  </a:lnTo>
                  <a:lnTo>
                    <a:pt x="1027" y="147713"/>
                  </a:lnTo>
                  <a:lnTo>
                    <a:pt x="519" y="152983"/>
                  </a:lnTo>
                  <a:lnTo>
                    <a:pt x="178" y="158267"/>
                  </a:lnTo>
                  <a:lnTo>
                    <a:pt x="5" y="163559"/>
                  </a:lnTo>
                  <a:lnTo>
                    <a:pt x="0" y="168854"/>
                  </a:lnTo>
                  <a:lnTo>
                    <a:pt x="162" y="174146"/>
                  </a:lnTo>
                  <a:lnTo>
                    <a:pt x="491" y="179431"/>
                  </a:lnTo>
                  <a:lnTo>
                    <a:pt x="988" y="184702"/>
                  </a:lnTo>
                  <a:lnTo>
                    <a:pt x="1651" y="189955"/>
                  </a:lnTo>
                  <a:lnTo>
                    <a:pt x="2481" y="195185"/>
                  </a:lnTo>
                  <a:lnTo>
                    <a:pt x="3476" y="200385"/>
                  </a:lnTo>
                  <a:lnTo>
                    <a:pt x="4635" y="205552"/>
                  </a:lnTo>
                  <a:lnTo>
                    <a:pt x="5957" y="210679"/>
                  </a:lnTo>
                  <a:lnTo>
                    <a:pt x="7440" y="215762"/>
                  </a:lnTo>
                  <a:lnTo>
                    <a:pt x="9084" y="220795"/>
                  </a:lnTo>
                  <a:lnTo>
                    <a:pt x="10887" y="225773"/>
                  </a:lnTo>
                  <a:lnTo>
                    <a:pt x="12846" y="230692"/>
                  </a:lnTo>
                  <a:lnTo>
                    <a:pt x="14960" y="235547"/>
                  </a:lnTo>
                  <a:lnTo>
                    <a:pt x="17227" y="240332"/>
                  </a:lnTo>
                  <a:lnTo>
                    <a:pt x="19644" y="245043"/>
                  </a:lnTo>
                  <a:lnTo>
                    <a:pt x="22209" y="249675"/>
                  </a:lnTo>
                  <a:lnTo>
                    <a:pt x="24919" y="254223"/>
                  </a:lnTo>
                  <a:lnTo>
                    <a:pt x="27773" y="258683"/>
                  </a:lnTo>
                  <a:lnTo>
                    <a:pt x="30766" y="263051"/>
                  </a:lnTo>
                  <a:lnTo>
                    <a:pt x="33895" y="267322"/>
                  </a:lnTo>
                  <a:lnTo>
                    <a:pt x="37159" y="271491"/>
                  </a:lnTo>
                  <a:lnTo>
                    <a:pt x="40553" y="275555"/>
                  </a:lnTo>
                  <a:lnTo>
                    <a:pt x="44074" y="279510"/>
                  </a:lnTo>
                  <a:lnTo>
                    <a:pt x="47718" y="283351"/>
                  </a:lnTo>
                  <a:lnTo>
                    <a:pt x="51483" y="287075"/>
                  </a:lnTo>
                  <a:lnTo>
                    <a:pt x="55363" y="290677"/>
                  </a:lnTo>
                  <a:lnTo>
                    <a:pt x="59355" y="294155"/>
                  </a:lnTo>
                  <a:lnTo>
                    <a:pt x="63456" y="297505"/>
                  </a:lnTo>
                  <a:lnTo>
                    <a:pt x="67660" y="300723"/>
                  </a:lnTo>
                  <a:lnTo>
                    <a:pt x="71965" y="303806"/>
                  </a:lnTo>
                  <a:lnTo>
                    <a:pt x="76365" y="306752"/>
                  </a:lnTo>
                  <a:lnTo>
                    <a:pt x="80856" y="309556"/>
                  </a:lnTo>
                  <a:lnTo>
                    <a:pt x="85433" y="312217"/>
                  </a:lnTo>
                  <a:lnTo>
                    <a:pt x="90093" y="314732"/>
                  </a:lnTo>
                  <a:lnTo>
                    <a:pt x="94829" y="317098"/>
                  </a:lnTo>
                  <a:lnTo>
                    <a:pt x="99639" y="319313"/>
                  </a:lnTo>
                  <a:lnTo>
                    <a:pt x="104516" y="321374"/>
                  </a:lnTo>
                  <a:lnTo>
                    <a:pt x="109456" y="323280"/>
                  </a:lnTo>
                  <a:lnTo>
                    <a:pt x="114454" y="325028"/>
                  </a:lnTo>
                  <a:lnTo>
                    <a:pt x="119504" y="326618"/>
                  </a:lnTo>
                  <a:lnTo>
                    <a:pt x="124603" y="328046"/>
                  </a:lnTo>
                  <a:lnTo>
                    <a:pt x="129744" y="329313"/>
                  </a:lnTo>
                  <a:lnTo>
                    <a:pt x="134923" y="330415"/>
                  </a:lnTo>
                  <a:lnTo>
                    <a:pt x="140134" y="331354"/>
                  </a:lnTo>
                  <a:lnTo>
                    <a:pt x="145372" y="332127"/>
                  </a:lnTo>
                  <a:lnTo>
                    <a:pt x="150632" y="332733"/>
                  </a:lnTo>
                  <a:lnTo>
                    <a:pt x="155908" y="333173"/>
                  </a:lnTo>
                  <a:lnTo>
                    <a:pt x="161196" y="333445"/>
                  </a:lnTo>
                  <a:lnTo>
                    <a:pt x="166490" y="333550"/>
                  </a:lnTo>
                  <a:lnTo>
                    <a:pt x="171784" y="333487"/>
                  </a:lnTo>
                  <a:lnTo>
                    <a:pt x="177074" y="333256"/>
                  </a:lnTo>
                  <a:lnTo>
                    <a:pt x="182354" y="332858"/>
                  </a:lnTo>
                  <a:lnTo>
                    <a:pt x="187619" y="332293"/>
                  </a:lnTo>
                  <a:lnTo>
                    <a:pt x="192863" y="331562"/>
                  </a:lnTo>
                  <a:lnTo>
                    <a:pt x="198081" y="330664"/>
                  </a:lnTo>
                  <a:lnTo>
                    <a:pt x="203268" y="329602"/>
                  </a:lnTo>
                  <a:lnTo>
                    <a:pt x="208419" y="328377"/>
                  </a:lnTo>
                  <a:lnTo>
                    <a:pt x="213529" y="326988"/>
                  </a:lnTo>
                  <a:lnTo>
                    <a:pt x="218592" y="325439"/>
                  </a:lnTo>
                  <a:lnTo>
                    <a:pt x="223603" y="323730"/>
                  </a:lnTo>
                  <a:lnTo>
                    <a:pt x="228558" y="321863"/>
                  </a:lnTo>
                  <a:lnTo>
                    <a:pt x="233451" y="319840"/>
                  </a:lnTo>
                  <a:lnTo>
                    <a:pt x="238278" y="317664"/>
                  </a:lnTo>
                  <a:lnTo>
                    <a:pt x="243033" y="315335"/>
                  </a:lnTo>
                  <a:lnTo>
                    <a:pt x="247712" y="312857"/>
                  </a:lnTo>
                  <a:lnTo>
                    <a:pt x="252311" y="310232"/>
                  </a:lnTo>
                  <a:lnTo>
                    <a:pt x="256824" y="307463"/>
                  </a:lnTo>
                  <a:lnTo>
                    <a:pt x="261247" y="304552"/>
                  </a:lnTo>
                  <a:lnTo>
                    <a:pt x="265575" y="301503"/>
                  </a:lnTo>
                  <a:lnTo>
                    <a:pt x="269805" y="298318"/>
                  </a:lnTo>
                  <a:lnTo>
                    <a:pt x="273932" y="295001"/>
                  </a:lnTo>
                  <a:lnTo>
                    <a:pt x="277951" y="291554"/>
                  </a:lnTo>
                  <a:lnTo>
                    <a:pt x="281860" y="287982"/>
                  </a:lnTo>
                  <a:lnTo>
                    <a:pt x="285653" y="284289"/>
                  </a:lnTo>
                  <a:lnTo>
                    <a:pt x="289328" y="280476"/>
                  </a:lnTo>
                  <a:lnTo>
                    <a:pt x="292880" y="276550"/>
                  </a:lnTo>
                  <a:lnTo>
                    <a:pt x="296306" y="272513"/>
                  </a:lnTo>
                  <a:lnTo>
                    <a:pt x="299602" y="268369"/>
                  </a:lnTo>
                  <a:lnTo>
                    <a:pt x="302766" y="264123"/>
                  </a:lnTo>
                  <a:lnTo>
                    <a:pt x="305793" y="259779"/>
                  </a:lnTo>
                  <a:lnTo>
                    <a:pt x="308681" y="255341"/>
                  </a:lnTo>
                  <a:lnTo>
                    <a:pt x="311428" y="250814"/>
                  </a:lnTo>
                  <a:lnTo>
                    <a:pt x="314029" y="246203"/>
                  </a:lnTo>
                  <a:lnTo>
                    <a:pt x="316483" y="241511"/>
                  </a:lnTo>
                  <a:lnTo>
                    <a:pt x="318788" y="236744"/>
                  </a:lnTo>
                  <a:lnTo>
                    <a:pt x="320940" y="231906"/>
                  </a:lnTo>
                  <a:lnTo>
                    <a:pt x="322938" y="227003"/>
                  </a:lnTo>
                  <a:lnTo>
                    <a:pt x="324779" y="222039"/>
                  </a:lnTo>
                  <a:lnTo>
                    <a:pt x="326463" y="217019"/>
                  </a:lnTo>
                  <a:lnTo>
                    <a:pt x="327987" y="211948"/>
                  </a:lnTo>
                  <a:lnTo>
                    <a:pt x="329349" y="206831"/>
                  </a:lnTo>
                  <a:lnTo>
                    <a:pt x="330549" y="201674"/>
                  </a:lnTo>
                  <a:lnTo>
                    <a:pt x="331584" y="196482"/>
                  </a:lnTo>
                  <a:lnTo>
                    <a:pt x="332455" y="191259"/>
                  </a:lnTo>
                  <a:lnTo>
                    <a:pt x="333160" y="186011"/>
                  </a:lnTo>
                  <a:lnTo>
                    <a:pt x="333698" y="180744"/>
                  </a:lnTo>
                  <a:lnTo>
                    <a:pt x="334069" y="175462"/>
                  </a:lnTo>
                  <a:lnTo>
                    <a:pt x="334273" y="170171"/>
                  </a:lnTo>
                  <a:lnTo>
                    <a:pt x="334309" y="164877"/>
                  </a:lnTo>
                  <a:lnTo>
                    <a:pt x="334178" y="159583"/>
                  </a:lnTo>
                  <a:lnTo>
                    <a:pt x="333879" y="154297"/>
                  </a:lnTo>
                  <a:lnTo>
                    <a:pt x="333412" y="149023"/>
                  </a:lnTo>
                  <a:lnTo>
                    <a:pt x="332779" y="143766"/>
                  </a:lnTo>
                  <a:lnTo>
                    <a:pt x="331980" y="138532"/>
                  </a:lnTo>
                  <a:lnTo>
                    <a:pt x="331015" y="133326"/>
                  </a:lnTo>
                  <a:lnTo>
                    <a:pt x="329886" y="128153"/>
                  </a:lnTo>
                  <a:lnTo>
                    <a:pt x="328593" y="123018"/>
                  </a:lnTo>
                  <a:lnTo>
                    <a:pt x="327139" y="117927"/>
                  </a:lnTo>
                  <a:lnTo>
                    <a:pt x="325524" y="112884"/>
                  </a:lnTo>
                  <a:lnTo>
                    <a:pt x="323750" y="107895"/>
                  </a:lnTo>
                  <a:lnTo>
                    <a:pt x="321819" y="102965"/>
                  </a:lnTo>
                  <a:lnTo>
                    <a:pt x="319733" y="98099"/>
                  </a:lnTo>
                  <a:lnTo>
                    <a:pt x="317494" y="93301"/>
                  </a:lnTo>
                  <a:lnTo>
                    <a:pt x="315104" y="88576"/>
                  </a:lnTo>
                  <a:lnTo>
                    <a:pt x="312566" y="83929"/>
                  </a:lnTo>
                  <a:lnTo>
                    <a:pt x="309882" y="79365"/>
                  </a:lnTo>
                  <a:lnTo>
                    <a:pt x="307054" y="74888"/>
                  </a:lnTo>
                  <a:lnTo>
                    <a:pt x="304087" y="70504"/>
                  </a:lnTo>
                  <a:lnTo>
                    <a:pt x="300981" y="66215"/>
                  </a:lnTo>
                  <a:lnTo>
                    <a:pt x="297742" y="62027"/>
                  </a:lnTo>
                  <a:lnTo>
                    <a:pt x="294371" y="57943"/>
                  </a:lnTo>
                  <a:lnTo>
                    <a:pt x="290873" y="53968"/>
                  </a:lnTo>
                  <a:lnTo>
                    <a:pt x="287251" y="50106"/>
                  </a:lnTo>
                  <a:lnTo>
                    <a:pt x="167149" y="1663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120102" cy="167167"/>
            </a:xfrm>
            <a:custGeom>
              <a:avLst/>
              <a:pathLst>
                <a:path w="120102" h="167167">
                  <a:moveTo>
                    <a:pt x="120102" y="50890"/>
                  </a:moveTo>
                  <a:lnTo>
                    <a:pt x="116152" y="46944"/>
                  </a:lnTo>
                  <a:lnTo>
                    <a:pt x="112073" y="43132"/>
                  </a:lnTo>
                  <a:lnTo>
                    <a:pt x="107868" y="39459"/>
                  </a:lnTo>
                  <a:lnTo>
                    <a:pt x="103544" y="35928"/>
                  </a:lnTo>
                  <a:lnTo>
                    <a:pt x="99103" y="32544"/>
                  </a:lnTo>
                  <a:lnTo>
                    <a:pt x="94553" y="29310"/>
                  </a:lnTo>
                  <a:lnTo>
                    <a:pt x="89897" y="26229"/>
                  </a:lnTo>
                  <a:lnTo>
                    <a:pt x="85140" y="23306"/>
                  </a:lnTo>
                  <a:lnTo>
                    <a:pt x="80289" y="20543"/>
                  </a:lnTo>
                  <a:lnTo>
                    <a:pt x="75348" y="17944"/>
                  </a:lnTo>
                  <a:lnTo>
                    <a:pt x="70323" y="15511"/>
                  </a:lnTo>
                  <a:lnTo>
                    <a:pt x="65219" y="13247"/>
                  </a:lnTo>
                  <a:lnTo>
                    <a:pt x="60043" y="11155"/>
                  </a:lnTo>
                  <a:lnTo>
                    <a:pt x="54800" y="9237"/>
                  </a:lnTo>
                  <a:lnTo>
                    <a:pt x="49495" y="7495"/>
                  </a:lnTo>
                  <a:lnTo>
                    <a:pt x="44136" y="5931"/>
                  </a:lnTo>
                  <a:lnTo>
                    <a:pt x="38727" y="4547"/>
                  </a:lnTo>
                  <a:lnTo>
                    <a:pt x="33275" y="3345"/>
                  </a:lnTo>
                  <a:lnTo>
                    <a:pt x="27786" y="2325"/>
                  </a:lnTo>
                  <a:lnTo>
                    <a:pt x="22266" y="1489"/>
                  </a:lnTo>
                  <a:lnTo>
                    <a:pt x="16721" y="838"/>
                  </a:lnTo>
                  <a:lnTo>
                    <a:pt x="11158" y="372"/>
                  </a:lnTo>
                  <a:lnTo>
                    <a:pt x="5582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7236" y="3707720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7236" y="3707757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1" y="3707757"/>
              <a:ext cx="334333" cy="334277"/>
            </a:xfrm>
            <a:custGeom>
              <a:avLst/>
              <a:pathLst>
                <a:path w="334333" h="334277">
                  <a:moveTo>
                    <a:pt x="163654" y="0"/>
                  </a:moveTo>
                  <a:lnTo>
                    <a:pt x="158362" y="195"/>
                  </a:lnTo>
                  <a:lnTo>
                    <a:pt x="153078" y="557"/>
                  </a:lnTo>
                  <a:lnTo>
                    <a:pt x="147808" y="1087"/>
                  </a:lnTo>
                  <a:lnTo>
                    <a:pt x="142558" y="1784"/>
                  </a:lnTo>
                  <a:lnTo>
                    <a:pt x="137332" y="2646"/>
                  </a:lnTo>
                  <a:lnTo>
                    <a:pt x="132137" y="3674"/>
                  </a:lnTo>
                  <a:lnTo>
                    <a:pt x="126977" y="4866"/>
                  </a:lnTo>
                  <a:lnTo>
                    <a:pt x="121856" y="6220"/>
                  </a:lnTo>
                  <a:lnTo>
                    <a:pt x="116782" y="7736"/>
                  </a:lnTo>
                  <a:lnTo>
                    <a:pt x="111758" y="9412"/>
                  </a:lnTo>
                  <a:lnTo>
                    <a:pt x="106790" y="11247"/>
                  </a:lnTo>
                  <a:lnTo>
                    <a:pt x="101882" y="13238"/>
                  </a:lnTo>
                  <a:lnTo>
                    <a:pt x="97040" y="15383"/>
                  </a:lnTo>
                  <a:lnTo>
                    <a:pt x="92268" y="17681"/>
                  </a:lnTo>
                  <a:lnTo>
                    <a:pt x="87571" y="20128"/>
                  </a:lnTo>
                  <a:lnTo>
                    <a:pt x="82954" y="22723"/>
                  </a:lnTo>
                  <a:lnTo>
                    <a:pt x="78422" y="25464"/>
                  </a:lnTo>
                  <a:lnTo>
                    <a:pt x="73979" y="28346"/>
                  </a:lnTo>
                  <a:lnTo>
                    <a:pt x="69629" y="31368"/>
                  </a:lnTo>
                  <a:lnTo>
                    <a:pt x="65377" y="34525"/>
                  </a:lnTo>
                  <a:lnTo>
                    <a:pt x="61228" y="37816"/>
                  </a:lnTo>
                  <a:lnTo>
                    <a:pt x="57185" y="41237"/>
                  </a:lnTo>
                  <a:lnTo>
                    <a:pt x="53252" y="44784"/>
                  </a:lnTo>
                  <a:lnTo>
                    <a:pt x="49433" y="48454"/>
                  </a:lnTo>
                  <a:lnTo>
                    <a:pt x="45733" y="52244"/>
                  </a:lnTo>
                  <a:lnTo>
                    <a:pt x="42155" y="56148"/>
                  </a:lnTo>
                  <a:lnTo>
                    <a:pt x="38702" y="60164"/>
                  </a:lnTo>
                  <a:lnTo>
                    <a:pt x="35378" y="64287"/>
                  </a:lnTo>
                  <a:lnTo>
                    <a:pt x="32186" y="68513"/>
                  </a:lnTo>
                  <a:lnTo>
                    <a:pt x="29130" y="72839"/>
                  </a:lnTo>
                  <a:lnTo>
                    <a:pt x="26212" y="77259"/>
                  </a:lnTo>
                  <a:lnTo>
                    <a:pt x="23436" y="81769"/>
                  </a:lnTo>
                  <a:lnTo>
                    <a:pt x="20804" y="86365"/>
                  </a:lnTo>
                  <a:lnTo>
                    <a:pt x="18319" y="91042"/>
                  </a:lnTo>
                  <a:lnTo>
                    <a:pt x="15983" y="95795"/>
                  </a:lnTo>
                  <a:lnTo>
                    <a:pt x="13799" y="100620"/>
                  </a:lnTo>
                  <a:lnTo>
                    <a:pt x="11769" y="105512"/>
                  </a:lnTo>
                  <a:lnTo>
                    <a:pt x="9895" y="110466"/>
                  </a:lnTo>
                  <a:lnTo>
                    <a:pt x="8179" y="115476"/>
                  </a:lnTo>
                  <a:lnTo>
                    <a:pt x="6623" y="120539"/>
                  </a:lnTo>
                  <a:lnTo>
                    <a:pt x="5228" y="125648"/>
                  </a:lnTo>
                  <a:lnTo>
                    <a:pt x="3995" y="130798"/>
                  </a:lnTo>
                  <a:lnTo>
                    <a:pt x="2926" y="135986"/>
                  </a:lnTo>
                  <a:lnTo>
                    <a:pt x="2022" y="141204"/>
                  </a:lnTo>
                  <a:lnTo>
                    <a:pt x="1283" y="146449"/>
                  </a:lnTo>
                  <a:lnTo>
                    <a:pt x="711" y="151714"/>
                  </a:lnTo>
                  <a:lnTo>
                    <a:pt x="306" y="156994"/>
                  </a:lnTo>
                  <a:lnTo>
                    <a:pt x="69" y="162285"/>
                  </a:lnTo>
                  <a:lnTo>
                    <a:pt x="0" y="167581"/>
                  </a:lnTo>
                  <a:lnTo>
                    <a:pt x="98" y="172876"/>
                  </a:lnTo>
                  <a:lnTo>
                    <a:pt x="364" y="178166"/>
                  </a:lnTo>
                  <a:lnTo>
                    <a:pt x="797" y="183444"/>
                  </a:lnTo>
                  <a:lnTo>
                    <a:pt x="1397" y="188706"/>
                  </a:lnTo>
                  <a:lnTo>
                    <a:pt x="2164" y="193947"/>
                  </a:lnTo>
                  <a:lnTo>
                    <a:pt x="3096" y="199160"/>
                  </a:lnTo>
                  <a:lnTo>
                    <a:pt x="4193" y="204342"/>
                  </a:lnTo>
                  <a:lnTo>
                    <a:pt x="5454" y="209486"/>
                  </a:lnTo>
                  <a:lnTo>
                    <a:pt x="6877" y="214587"/>
                  </a:lnTo>
                  <a:lnTo>
                    <a:pt x="8460" y="219641"/>
                  </a:lnTo>
                  <a:lnTo>
                    <a:pt x="10204" y="224642"/>
                  </a:lnTo>
                  <a:lnTo>
                    <a:pt x="12104" y="229585"/>
                  </a:lnTo>
                  <a:lnTo>
                    <a:pt x="14160" y="234466"/>
                  </a:lnTo>
                  <a:lnTo>
                    <a:pt x="16370" y="239279"/>
                  </a:lnTo>
                  <a:lnTo>
                    <a:pt x="18732" y="244020"/>
                  </a:lnTo>
                  <a:lnTo>
                    <a:pt x="21242" y="248684"/>
                  </a:lnTo>
                  <a:lnTo>
                    <a:pt x="23898" y="253265"/>
                  </a:lnTo>
                  <a:lnTo>
                    <a:pt x="26699" y="257760"/>
                  </a:lnTo>
                  <a:lnTo>
                    <a:pt x="29640" y="262165"/>
                  </a:lnTo>
                  <a:lnTo>
                    <a:pt x="32720" y="266474"/>
                  </a:lnTo>
                  <a:lnTo>
                    <a:pt x="35934" y="270683"/>
                  </a:lnTo>
                  <a:lnTo>
                    <a:pt x="39281" y="274788"/>
                  </a:lnTo>
                  <a:lnTo>
                    <a:pt x="42755" y="278785"/>
                  </a:lnTo>
                  <a:lnTo>
                    <a:pt x="46355" y="282670"/>
                  </a:lnTo>
                  <a:lnTo>
                    <a:pt x="50075" y="286439"/>
                  </a:lnTo>
                  <a:lnTo>
                    <a:pt x="53914" y="290088"/>
                  </a:lnTo>
                  <a:lnTo>
                    <a:pt x="57866" y="293614"/>
                  </a:lnTo>
                  <a:lnTo>
                    <a:pt x="61927" y="297013"/>
                  </a:lnTo>
                  <a:lnTo>
                    <a:pt x="66094" y="300282"/>
                  </a:lnTo>
                  <a:lnTo>
                    <a:pt x="70363" y="303417"/>
                  </a:lnTo>
                  <a:lnTo>
                    <a:pt x="74729" y="306415"/>
                  </a:lnTo>
                  <a:lnTo>
                    <a:pt x="79188" y="309273"/>
                  </a:lnTo>
                  <a:lnTo>
                    <a:pt x="83735" y="311989"/>
                  </a:lnTo>
                  <a:lnTo>
                    <a:pt x="88365" y="314559"/>
                  </a:lnTo>
                  <a:lnTo>
                    <a:pt x="93075" y="316981"/>
                  </a:lnTo>
                  <a:lnTo>
                    <a:pt x="97859" y="319253"/>
                  </a:lnTo>
                  <a:lnTo>
                    <a:pt x="102713" y="321373"/>
                  </a:lnTo>
                  <a:lnTo>
                    <a:pt x="107632" y="323337"/>
                  </a:lnTo>
                  <a:lnTo>
                    <a:pt x="112610" y="325144"/>
                  </a:lnTo>
                  <a:lnTo>
                    <a:pt x="117643" y="326793"/>
                  </a:lnTo>
                  <a:lnTo>
                    <a:pt x="122725" y="328282"/>
                  </a:lnTo>
                  <a:lnTo>
                    <a:pt x="127853" y="329609"/>
                  </a:lnTo>
                  <a:lnTo>
                    <a:pt x="133019" y="330773"/>
                  </a:lnTo>
                  <a:lnTo>
                    <a:pt x="138220" y="331772"/>
                  </a:lnTo>
                  <a:lnTo>
                    <a:pt x="143451" y="332607"/>
                  </a:lnTo>
                  <a:lnTo>
                    <a:pt x="148704" y="333275"/>
                  </a:lnTo>
                  <a:lnTo>
                    <a:pt x="153977" y="333776"/>
                  </a:lnTo>
                  <a:lnTo>
                    <a:pt x="159262" y="334111"/>
                  </a:lnTo>
                  <a:lnTo>
                    <a:pt x="164556" y="334277"/>
                  </a:lnTo>
                  <a:lnTo>
                    <a:pt x="169852" y="334276"/>
                  </a:lnTo>
                  <a:lnTo>
                    <a:pt x="175146" y="334107"/>
                  </a:lnTo>
                  <a:lnTo>
                    <a:pt x="180431" y="333770"/>
                  </a:lnTo>
                  <a:lnTo>
                    <a:pt x="185703" y="333267"/>
                  </a:lnTo>
                  <a:lnTo>
                    <a:pt x="190957" y="332596"/>
                  </a:lnTo>
                  <a:lnTo>
                    <a:pt x="196187" y="331759"/>
                  </a:lnTo>
                  <a:lnTo>
                    <a:pt x="201387" y="330757"/>
                  </a:lnTo>
                  <a:lnTo>
                    <a:pt x="206553" y="329591"/>
                  </a:lnTo>
                  <a:lnTo>
                    <a:pt x="211680" y="328262"/>
                  </a:lnTo>
                  <a:lnTo>
                    <a:pt x="216762" y="326771"/>
                  </a:lnTo>
                  <a:lnTo>
                    <a:pt x="221794" y="325120"/>
                  </a:lnTo>
                  <a:lnTo>
                    <a:pt x="226772" y="323310"/>
                  </a:lnTo>
                  <a:lnTo>
                    <a:pt x="231689" y="321343"/>
                  </a:lnTo>
                  <a:lnTo>
                    <a:pt x="236542" y="319222"/>
                  </a:lnTo>
                  <a:lnTo>
                    <a:pt x="241325" y="316948"/>
                  </a:lnTo>
                  <a:lnTo>
                    <a:pt x="246034" y="314524"/>
                  </a:lnTo>
                  <a:lnTo>
                    <a:pt x="250663" y="311951"/>
                  </a:lnTo>
                  <a:lnTo>
                    <a:pt x="255209" y="309234"/>
                  </a:lnTo>
                  <a:lnTo>
                    <a:pt x="259667" y="306373"/>
                  </a:lnTo>
                  <a:lnTo>
                    <a:pt x="264031" y="303373"/>
                  </a:lnTo>
                  <a:lnTo>
                    <a:pt x="268298" y="300236"/>
                  </a:lnTo>
                  <a:lnTo>
                    <a:pt x="272464" y="296966"/>
                  </a:lnTo>
                  <a:lnTo>
                    <a:pt x="276524" y="293565"/>
                  </a:lnTo>
                  <a:lnTo>
                    <a:pt x="280475" y="290037"/>
                  </a:lnTo>
                  <a:lnTo>
                    <a:pt x="284311" y="286386"/>
                  </a:lnTo>
                  <a:lnTo>
                    <a:pt x="288030" y="282615"/>
                  </a:lnTo>
                  <a:lnTo>
                    <a:pt x="291628" y="278729"/>
                  </a:lnTo>
                  <a:lnTo>
                    <a:pt x="295101" y="274730"/>
                  </a:lnTo>
                  <a:lnTo>
                    <a:pt x="298445" y="270623"/>
                  </a:lnTo>
                  <a:lnTo>
                    <a:pt x="301658" y="266413"/>
                  </a:lnTo>
                  <a:lnTo>
                    <a:pt x="304735" y="262103"/>
                  </a:lnTo>
                  <a:lnTo>
                    <a:pt x="307675" y="257697"/>
                  </a:lnTo>
                  <a:lnTo>
                    <a:pt x="310473" y="253200"/>
                  </a:lnTo>
                  <a:lnTo>
                    <a:pt x="313128" y="248618"/>
                  </a:lnTo>
                  <a:lnTo>
                    <a:pt x="315636" y="243953"/>
                  </a:lnTo>
                  <a:lnTo>
                    <a:pt x="317995" y="239211"/>
                  </a:lnTo>
                  <a:lnTo>
                    <a:pt x="320203" y="234397"/>
                  </a:lnTo>
                  <a:lnTo>
                    <a:pt x="322257" y="229515"/>
                  </a:lnTo>
                  <a:lnTo>
                    <a:pt x="324155" y="224571"/>
                  </a:lnTo>
                  <a:lnTo>
                    <a:pt x="325896" y="219569"/>
                  </a:lnTo>
                  <a:lnTo>
                    <a:pt x="327477" y="214515"/>
                  </a:lnTo>
                  <a:lnTo>
                    <a:pt x="328898" y="209413"/>
                  </a:lnTo>
                  <a:lnTo>
                    <a:pt x="330156" y="204268"/>
                  </a:lnTo>
                  <a:lnTo>
                    <a:pt x="331251" y="199086"/>
                  </a:lnTo>
                  <a:lnTo>
                    <a:pt x="332181" y="193872"/>
                  </a:lnTo>
                  <a:lnTo>
                    <a:pt x="332945" y="188631"/>
                  </a:lnTo>
                  <a:lnTo>
                    <a:pt x="333543" y="183369"/>
                  </a:lnTo>
                  <a:lnTo>
                    <a:pt x="333974" y="178090"/>
                  </a:lnTo>
                  <a:lnTo>
                    <a:pt x="334238" y="172801"/>
                  </a:lnTo>
                  <a:lnTo>
                    <a:pt x="334333" y="167505"/>
                  </a:lnTo>
                  <a:lnTo>
                    <a:pt x="334261" y="162210"/>
                  </a:lnTo>
                  <a:lnTo>
                    <a:pt x="334022" y="156919"/>
                  </a:lnTo>
                  <a:lnTo>
                    <a:pt x="333614" y="151638"/>
                  </a:lnTo>
                  <a:lnTo>
                    <a:pt x="333040" y="146374"/>
                  </a:lnTo>
                  <a:lnTo>
                    <a:pt x="332299" y="141129"/>
                  </a:lnTo>
                  <a:lnTo>
                    <a:pt x="331393" y="135911"/>
                  </a:lnTo>
                  <a:lnTo>
                    <a:pt x="330321" y="130725"/>
                  </a:lnTo>
                  <a:lnTo>
                    <a:pt x="329086" y="125574"/>
                  </a:lnTo>
                  <a:lnTo>
                    <a:pt x="327689" y="120466"/>
                  </a:lnTo>
                  <a:lnTo>
                    <a:pt x="326130" y="115404"/>
                  </a:lnTo>
                  <a:lnTo>
                    <a:pt x="324412" y="110395"/>
                  </a:lnTo>
                  <a:lnTo>
                    <a:pt x="322535" y="105442"/>
                  </a:lnTo>
                  <a:lnTo>
                    <a:pt x="320503" y="100551"/>
                  </a:lnTo>
                  <a:lnTo>
                    <a:pt x="318317" y="95727"/>
                  </a:lnTo>
                  <a:lnTo>
                    <a:pt x="315979" y="90975"/>
                  </a:lnTo>
                  <a:lnTo>
                    <a:pt x="313492" y="86299"/>
                  </a:lnTo>
                  <a:lnTo>
                    <a:pt x="310858" y="81704"/>
                  </a:lnTo>
                  <a:lnTo>
                    <a:pt x="308080" y="77195"/>
                  </a:lnTo>
                  <a:lnTo>
                    <a:pt x="305160" y="72776"/>
                  </a:lnTo>
                  <a:lnTo>
                    <a:pt x="302102" y="68452"/>
                  </a:lnTo>
                  <a:lnTo>
                    <a:pt x="298909" y="64227"/>
                  </a:lnTo>
                  <a:lnTo>
                    <a:pt x="295583" y="60106"/>
                  </a:lnTo>
                  <a:lnTo>
                    <a:pt x="292128" y="56092"/>
                  </a:lnTo>
                  <a:lnTo>
                    <a:pt x="288548" y="52189"/>
                  </a:lnTo>
                  <a:lnTo>
                    <a:pt x="284846" y="48401"/>
                  </a:lnTo>
                  <a:lnTo>
                    <a:pt x="281026" y="44733"/>
                  </a:lnTo>
                  <a:lnTo>
                    <a:pt x="277091" y="41188"/>
                  </a:lnTo>
                  <a:lnTo>
                    <a:pt x="273046" y="37769"/>
                  </a:lnTo>
                  <a:lnTo>
                    <a:pt x="268895" y="34479"/>
                  </a:lnTo>
                  <a:lnTo>
                    <a:pt x="264642" y="31323"/>
                  </a:lnTo>
                  <a:lnTo>
                    <a:pt x="260291" y="28304"/>
                  </a:lnTo>
                  <a:lnTo>
                    <a:pt x="255847" y="25423"/>
                  </a:lnTo>
                  <a:lnTo>
                    <a:pt x="251313" y="22685"/>
                  </a:lnTo>
                  <a:lnTo>
                    <a:pt x="246695" y="20092"/>
                  </a:lnTo>
                  <a:lnTo>
                    <a:pt x="241997" y="17647"/>
                  </a:lnTo>
                  <a:lnTo>
                    <a:pt x="237225" y="15351"/>
                  </a:lnTo>
                  <a:lnTo>
                    <a:pt x="232381" y="13208"/>
                  </a:lnTo>
                  <a:lnTo>
                    <a:pt x="227473" y="11219"/>
                  </a:lnTo>
                  <a:lnTo>
                    <a:pt x="222503" y="9387"/>
                  </a:lnTo>
                  <a:lnTo>
                    <a:pt x="167166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55337" cy="167167"/>
            </a:xfrm>
            <a:custGeom>
              <a:avLst/>
              <a:pathLst>
                <a:path w="55337" h="167167">
                  <a:moveTo>
                    <a:pt x="55337" y="9424"/>
                  </a:moveTo>
                  <a:lnTo>
                    <a:pt x="49386" y="7461"/>
                  </a:lnTo>
                  <a:lnTo>
                    <a:pt x="43365" y="5722"/>
                  </a:lnTo>
                  <a:lnTo>
                    <a:pt x="37284" y="4210"/>
                  </a:lnTo>
                  <a:lnTo>
                    <a:pt x="31150" y="2928"/>
                  </a:lnTo>
                  <a:lnTo>
                    <a:pt x="24973" y="1875"/>
                  </a:lnTo>
                  <a:lnTo>
                    <a:pt x="18760" y="1056"/>
                  </a:lnTo>
                  <a:lnTo>
                    <a:pt x="12521" y="469"/>
                  </a:lnTo>
                  <a:lnTo>
                    <a:pt x="6265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775" y="4213821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775" y="421385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0" y="4213858"/>
              <a:ext cx="334333" cy="334277"/>
            </a:xfrm>
            <a:custGeom>
              <a:avLst/>
              <a:pathLst>
                <a:path w="334333" h="334277">
                  <a:moveTo>
                    <a:pt x="163654" y="0"/>
                  </a:moveTo>
                  <a:lnTo>
                    <a:pt x="158362" y="195"/>
                  </a:lnTo>
                  <a:lnTo>
                    <a:pt x="153078" y="557"/>
                  </a:lnTo>
                  <a:lnTo>
                    <a:pt x="147808" y="1087"/>
                  </a:lnTo>
                  <a:lnTo>
                    <a:pt x="142558" y="1784"/>
                  </a:lnTo>
                  <a:lnTo>
                    <a:pt x="137332" y="2646"/>
                  </a:lnTo>
                  <a:lnTo>
                    <a:pt x="132137" y="3674"/>
                  </a:lnTo>
                  <a:lnTo>
                    <a:pt x="126977" y="4866"/>
                  </a:lnTo>
                  <a:lnTo>
                    <a:pt x="121856" y="6220"/>
                  </a:lnTo>
                  <a:lnTo>
                    <a:pt x="116782" y="7736"/>
                  </a:lnTo>
                  <a:lnTo>
                    <a:pt x="111758" y="9412"/>
                  </a:lnTo>
                  <a:lnTo>
                    <a:pt x="106790" y="11247"/>
                  </a:lnTo>
                  <a:lnTo>
                    <a:pt x="101882" y="13238"/>
                  </a:lnTo>
                  <a:lnTo>
                    <a:pt x="97040" y="15383"/>
                  </a:lnTo>
                  <a:lnTo>
                    <a:pt x="92268" y="17681"/>
                  </a:lnTo>
                  <a:lnTo>
                    <a:pt x="87571" y="20128"/>
                  </a:lnTo>
                  <a:lnTo>
                    <a:pt x="82954" y="22723"/>
                  </a:lnTo>
                  <a:lnTo>
                    <a:pt x="78422" y="25464"/>
                  </a:lnTo>
                  <a:lnTo>
                    <a:pt x="73979" y="28346"/>
                  </a:lnTo>
                  <a:lnTo>
                    <a:pt x="69629" y="31368"/>
                  </a:lnTo>
                  <a:lnTo>
                    <a:pt x="65377" y="34525"/>
                  </a:lnTo>
                  <a:lnTo>
                    <a:pt x="61228" y="37816"/>
                  </a:lnTo>
                  <a:lnTo>
                    <a:pt x="57185" y="41237"/>
                  </a:lnTo>
                  <a:lnTo>
                    <a:pt x="53252" y="44784"/>
                  </a:lnTo>
                  <a:lnTo>
                    <a:pt x="49433" y="48454"/>
                  </a:lnTo>
                  <a:lnTo>
                    <a:pt x="45733" y="52244"/>
                  </a:lnTo>
                  <a:lnTo>
                    <a:pt x="42155" y="56148"/>
                  </a:lnTo>
                  <a:lnTo>
                    <a:pt x="38702" y="60164"/>
                  </a:lnTo>
                  <a:lnTo>
                    <a:pt x="35378" y="64287"/>
                  </a:lnTo>
                  <a:lnTo>
                    <a:pt x="32186" y="68513"/>
                  </a:lnTo>
                  <a:lnTo>
                    <a:pt x="29130" y="72839"/>
                  </a:lnTo>
                  <a:lnTo>
                    <a:pt x="26212" y="77259"/>
                  </a:lnTo>
                  <a:lnTo>
                    <a:pt x="23436" y="81769"/>
                  </a:lnTo>
                  <a:lnTo>
                    <a:pt x="20804" y="86365"/>
                  </a:lnTo>
                  <a:lnTo>
                    <a:pt x="18319" y="91042"/>
                  </a:lnTo>
                  <a:lnTo>
                    <a:pt x="15983" y="95795"/>
                  </a:lnTo>
                  <a:lnTo>
                    <a:pt x="13799" y="100620"/>
                  </a:lnTo>
                  <a:lnTo>
                    <a:pt x="11769" y="105512"/>
                  </a:lnTo>
                  <a:lnTo>
                    <a:pt x="9895" y="110466"/>
                  </a:lnTo>
                  <a:lnTo>
                    <a:pt x="8179" y="115476"/>
                  </a:lnTo>
                  <a:lnTo>
                    <a:pt x="6623" y="120539"/>
                  </a:lnTo>
                  <a:lnTo>
                    <a:pt x="5228" y="125648"/>
                  </a:lnTo>
                  <a:lnTo>
                    <a:pt x="3995" y="130798"/>
                  </a:lnTo>
                  <a:lnTo>
                    <a:pt x="2926" y="135986"/>
                  </a:lnTo>
                  <a:lnTo>
                    <a:pt x="2022" y="141204"/>
                  </a:lnTo>
                  <a:lnTo>
                    <a:pt x="1283" y="146449"/>
                  </a:lnTo>
                  <a:lnTo>
                    <a:pt x="711" y="151714"/>
                  </a:lnTo>
                  <a:lnTo>
                    <a:pt x="306" y="156994"/>
                  </a:lnTo>
                  <a:lnTo>
                    <a:pt x="69" y="162285"/>
                  </a:lnTo>
                  <a:lnTo>
                    <a:pt x="0" y="167581"/>
                  </a:lnTo>
                  <a:lnTo>
                    <a:pt x="98" y="172876"/>
                  </a:lnTo>
                  <a:lnTo>
                    <a:pt x="364" y="178166"/>
                  </a:lnTo>
                  <a:lnTo>
                    <a:pt x="797" y="183444"/>
                  </a:lnTo>
                  <a:lnTo>
                    <a:pt x="1397" y="188706"/>
                  </a:lnTo>
                  <a:lnTo>
                    <a:pt x="2164" y="193947"/>
                  </a:lnTo>
                  <a:lnTo>
                    <a:pt x="3096" y="199160"/>
                  </a:lnTo>
                  <a:lnTo>
                    <a:pt x="4193" y="204342"/>
                  </a:lnTo>
                  <a:lnTo>
                    <a:pt x="5454" y="209486"/>
                  </a:lnTo>
                  <a:lnTo>
                    <a:pt x="6877" y="214587"/>
                  </a:lnTo>
                  <a:lnTo>
                    <a:pt x="8460" y="219641"/>
                  </a:lnTo>
                  <a:lnTo>
                    <a:pt x="10204" y="224642"/>
                  </a:lnTo>
                  <a:lnTo>
                    <a:pt x="12104" y="229585"/>
                  </a:lnTo>
                  <a:lnTo>
                    <a:pt x="14160" y="234466"/>
                  </a:lnTo>
                  <a:lnTo>
                    <a:pt x="16370" y="239279"/>
                  </a:lnTo>
                  <a:lnTo>
                    <a:pt x="18732" y="244020"/>
                  </a:lnTo>
                  <a:lnTo>
                    <a:pt x="21242" y="248684"/>
                  </a:lnTo>
                  <a:lnTo>
                    <a:pt x="23898" y="253265"/>
                  </a:lnTo>
                  <a:lnTo>
                    <a:pt x="26699" y="257760"/>
                  </a:lnTo>
                  <a:lnTo>
                    <a:pt x="29640" y="262165"/>
                  </a:lnTo>
                  <a:lnTo>
                    <a:pt x="32720" y="266474"/>
                  </a:lnTo>
                  <a:lnTo>
                    <a:pt x="35934" y="270683"/>
                  </a:lnTo>
                  <a:lnTo>
                    <a:pt x="39281" y="274788"/>
                  </a:lnTo>
                  <a:lnTo>
                    <a:pt x="42755" y="278785"/>
                  </a:lnTo>
                  <a:lnTo>
                    <a:pt x="46355" y="282670"/>
                  </a:lnTo>
                  <a:lnTo>
                    <a:pt x="50075" y="286439"/>
                  </a:lnTo>
                  <a:lnTo>
                    <a:pt x="53914" y="290088"/>
                  </a:lnTo>
                  <a:lnTo>
                    <a:pt x="57866" y="293614"/>
                  </a:lnTo>
                  <a:lnTo>
                    <a:pt x="61927" y="297013"/>
                  </a:lnTo>
                  <a:lnTo>
                    <a:pt x="66094" y="300282"/>
                  </a:lnTo>
                  <a:lnTo>
                    <a:pt x="70363" y="303417"/>
                  </a:lnTo>
                  <a:lnTo>
                    <a:pt x="74729" y="306415"/>
                  </a:lnTo>
                  <a:lnTo>
                    <a:pt x="79188" y="309273"/>
                  </a:lnTo>
                  <a:lnTo>
                    <a:pt x="83735" y="311989"/>
                  </a:lnTo>
                  <a:lnTo>
                    <a:pt x="88365" y="314559"/>
                  </a:lnTo>
                  <a:lnTo>
                    <a:pt x="93075" y="316981"/>
                  </a:lnTo>
                  <a:lnTo>
                    <a:pt x="97859" y="319253"/>
                  </a:lnTo>
                  <a:lnTo>
                    <a:pt x="102713" y="321373"/>
                  </a:lnTo>
                  <a:lnTo>
                    <a:pt x="107632" y="323337"/>
                  </a:lnTo>
                  <a:lnTo>
                    <a:pt x="112610" y="325144"/>
                  </a:lnTo>
                  <a:lnTo>
                    <a:pt x="117643" y="326793"/>
                  </a:lnTo>
                  <a:lnTo>
                    <a:pt x="122725" y="328282"/>
                  </a:lnTo>
                  <a:lnTo>
                    <a:pt x="127853" y="329609"/>
                  </a:lnTo>
                  <a:lnTo>
                    <a:pt x="133019" y="330773"/>
                  </a:lnTo>
                  <a:lnTo>
                    <a:pt x="138220" y="331772"/>
                  </a:lnTo>
                  <a:lnTo>
                    <a:pt x="143451" y="332607"/>
                  </a:lnTo>
                  <a:lnTo>
                    <a:pt x="148704" y="333275"/>
                  </a:lnTo>
                  <a:lnTo>
                    <a:pt x="153977" y="333776"/>
                  </a:lnTo>
                  <a:lnTo>
                    <a:pt x="159262" y="334111"/>
                  </a:lnTo>
                  <a:lnTo>
                    <a:pt x="164556" y="334277"/>
                  </a:lnTo>
                  <a:lnTo>
                    <a:pt x="169852" y="334276"/>
                  </a:lnTo>
                  <a:lnTo>
                    <a:pt x="175146" y="334107"/>
                  </a:lnTo>
                  <a:lnTo>
                    <a:pt x="180431" y="333770"/>
                  </a:lnTo>
                  <a:lnTo>
                    <a:pt x="185703" y="333267"/>
                  </a:lnTo>
                  <a:lnTo>
                    <a:pt x="190957" y="332596"/>
                  </a:lnTo>
                  <a:lnTo>
                    <a:pt x="196187" y="331759"/>
                  </a:lnTo>
                  <a:lnTo>
                    <a:pt x="201387" y="330757"/>
                  </a:lnTo>
                  <a:lnTo>
                    <a:pt x="206553" y="329591"/>
                  </a:lnTo>
                  <a:lnTo>
                    <a:pt x="211680" y="328262"/>
                  </a:lnTo>
                  <a:lnTo>
                    <a:pt x="216762" y="326771"/>
                  </a:lnTo>
                  <a:lnTo>
                    <a:pt x="221794" y="325120"/>
                  </a:lnTo>
                  <a:lnTo>
                    <a:pt x="226772" y="323310"/>
                  </a:lnTo>
                  <a:lnTo>
                    <a:pt x="231689" y="321343"/>
                  </a:lnTo>
                  <a:lnTo>
                    <a:pt x="236542" y="319222"/>
                  </a:lnTo>
                  <a:lnTo>
                    <a:pt x="241325" y="316948"/>
                  </a:lnTo>
                  <a:lnTo>
                    <a:pt x="246034" y="314524"/>
                  </a:lnTo>
                  <a:lnTo>
                    <a:pt x="250663" y="311951"/>
                  </a:lnTo>
                  <a:lnTo>
                    <a:pt x="255209" y="309234"/>
                  </a:lnTo>
                  <a:lnTo>
                    <a:pt x="259667" y="306373"/>
                  </a:lnTo>
                  <a:lnTo>
                    <a:pt x="264031" y="303373"/>
                  </a:lnTo>
                  <a:lnTo>
                    <a:pt x="268298" y="300236"/>
                  </a:lnTo>
                  <a:lnTo>
                    <a:pt x="272464" y="296966"/>
                  </a:lnTo>
                  <a:lnTo>
                    <a:pt x="276524" y="293565"/>
                  </a:lnTo>
                  <a:lnTo>
                    <a:pt x="280475" y="290037"/>
                  </a:lnTo>
                  <a:lnTo>
                    <a:pt x="284311" y="286386"/>
                  </a:lnTo>
                  <a:lnTo>
                    <a:pt x="288030" y="282615"/>
                  </a:lnTo>
                  <a:lnTo>
                    <a:pt x="291628" y="278729"/>
                  </a:lnTo>
                  <a:lnTo>
                    <a:pt x="295101" y="274730"/>
                  </a:lnTo>
                  <a:lnTo>
                    <a:pt x="298445" y="270623"/>
                  </a:lnTo>
                  <a:lnTo>
                    <a:pt x="301658" y="266413"/>
                  </a:lnTo>
                  <a:lnTo>
                    <a:pt x="304735" y="262103"/>
                  </a:lnTo>
                  <a:lnTo>
                    <a:pt x="307675" y="257697"/>
                  </a:lnTo>
                  <a:lnTo>
                    <a:pt x="310473" y="253200"/>
                  </a:lnTo>
                  <a:lnTo>
                    <a:pt x="313128" y="248618"/>
                  </a:lnTo>
                  <a:lnTo>
                    <a:pt x="315636" y="243953"/>
                  </a:lnTo>
                  <a:lnTo>
                    <a:pt x="317995" y="239211"/>
                  </a:lnTo>
                  <a:lnTo>
                    <a:pt x="320203" y="234397"/>
                  </a:lnTo>
                  <a:lnTo>
                    <a:pt x="322257" y="229515"/>
                  </a:lnTo>
                  <a:lnTo>
                    <a:pt x="324155" y="224571"/>
                  </a:lnTo>
                  <a:lnTo>
                    <a:pt x="325896" y="219569"/>
                  </a:lnTo>
                  <a:lnTo>
                    <a:pt x="327477" y="214515"/>
                  </a:lnTo>
                  <a:lnTo>
                    <a:pt x="328898" y="209413"/>
                  </a:lnTo>
                  <a:lnTo>
                    <a:pt x="330156" y="204268"/>
                  </a:lnTo>
                  <a:lnTo>
                    <a:pt x="331251" y="199086"/>
                  </a:lnTo>
                  <a:lnTo>
                    <a:pt x="332181" y="193872"/>
                  </a:lnTo>
                  <a:lnTo>
                    <a:pt x="332945" y="188631"/>
                  </a:lnTo>
                  <a:lnTo>
                    <a:pt x="333543" y="183369"/>
                  </a:lnTo>
                  <a:lnTo>
                    <a:pt x="333974" y="178090"/>
                  </a:lnTo>
                  <a:lnTo>
                    <a:pt x="334238" y="172801"/>
                  </a:lnTo>
                  <a:lnTo>
                    <a:pt x="334333" y="167505"/>
                  </a:lnTo>
                  <a:lnTo>
                    <a:pt x="334261" y="162210"/>
                  </a:lnTo>
                  <a:lnTo>
                    <a:pt x="334022" y="156919"/>
                  </a:lnTo>
                  <a:lnTo>
                    <a:pt x="333614" y="151638"/>
                  </a:lnTo>
                  <a:lnTo>
                    <a:pt x="333040" y="146374"/>
                  </a:lnTo>
                  <a:lnTo>
                    <a:pt x="332299" y="141129"/>
                  </a:lnTo>
                  <a:lnTo>
                    <a:pt x="331393" y="135911"/>
                  </a:lnTo>
                  <a:lnTo>
                    <a:pt x="330321" y="130725"/>
                  </a:lnTo>
                  <a:lnTo>
                    <a:pt x="329086" y="125574"/>
                  </a:lnTo>
                  <a:lnTo>
                    <a:pt x="327689" y="120466"/>
                  </a:lnTo>
                  <a:lnTo>
                    <a:pt x="326130" y="115404"/>
                  </a:lnTo>
                  <a:lnTo>
                    <a:pt x="324412" y="110395"/>
                  </a:lnTo>
                  <a:lnTo>
                    <a:pt x="322535" y="105442"/>
                  </a:lnTo>
                  <a:lnTo>
                    <a:pt x="320503" y="100551"/>
                  </a:lnTo>
                  <a:lnTo>
                    <a:pt x="318317" y="95727"/>
                  </a:lnTo>
                  <a:lnTo>
                    <a:pt x="315979" y="90975"/>
                  </a:lnTo>
                  <a:lnTo>
                    <a:pt x="313492" y="86299"/>
                  </a:lnTo>
                  <a:lnTo>
                    <a:pt x="310858" y="81704"/>
                  </a:lnTo>
                  <a:lnTo>
                    <a:pt x="308080" y="77195"/>
                  </a:lnTo>
                  <a:lnTo>
                    <a:pt x="305160" y="72776"/>
                  </a:lnTo>
                  <a:lnTo>
                    <a:pt x="302102" y="68452"/>
                  </a:lnTo>
                  <a:lnTo>
                    <a:pt x="298909" y="64227"/>
                  </a:lnTo>
                  <a:lnTo>
                    <a:pt x="295583" y="60106"/>
                  </a:lnTo>
                  <a:lnTo>
                    <a:pt x="292128" y="56092"/>
                  </a:lnTo>
                  <a:lnTo>
                    <a:pt x="288548" y="52189"/>
                  </a:lnTo>
                  <a:lnTo>
                    <a:pt x="284846" y="48401"/>
                  </a:lnTo>
                  <a:lnTo>
                    <a:pt x="281026" y="44733"/>
                  </a:lnTo>
                  <a:lnTo>
                    <a:pt x="277091" y="41188"/>
                  </a:lnTo>
                  <a:lnTo>
                    <a:pt x="273046" y="37769"/>
                  </a:lnTo>
                  <a:lnTo>
                    <a:pt x="268895" y="34479"/>
                  </a:lnTo>
                  <a:lnTo>
                    <a:pt x="264642" y="31323"/>
                  </a:lnTo>
                  <a:lnTo>
                    <a:pt x="260291" y="28304"/>
                  </a:lnTo>
                  <a:lnTo>
                    <a:pt x="255847" y="25423"/>
                  </a:lnTo>
                  <a:lnTo>
                    <a:pt x="251313" y="22685"/>
                  </a:lnTo>
                  <a:lnTo>
                    <a:pt x="246695" y="20092"/>
                  </a:lnTo>
                  <a:lnTo>
                    <a:pt x="241997" y="17647"/>
                  </a:lnTo>
                  <a:lnTo>
                    <a:pt x="237225" y="15351"/>
                  </a:lnTo>
                  <a:lnTo>
                    <a:pt x="232381" y="13208"/>
                  </a:lnTo>
                  <a:lnTo>
                    <a:pt x="227473" y="11219"/>
                  </a:lnTo>
                  <a:lnTo>
                    <a:pt x="222503" y="9387"/>
                  </a:lnTo>
                  <a:lnTo>
                    <a:pt x="167166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4213821"/>
              <a:ext cx="55337" cy="167167"/>
            </a:xfrm>
            <a:custGeom>
              <a:avLst/>
              <a:pathLst>
                <a:path w="55337" h="167167">
                  <a:moveTo>
                    <a:pt x="55337" y="9424"/>
                  </a:moveTo>
                  <a:lnTo>
                    <a:pt x="49386" y="7461"/>
                  </a:lnTo>
                  <a:lnTo>
                    <a:pt x="43365" y="5722"/>
                  </a:lnTo>
                  <a:lnTo>
                    <a:pt x="37284" y="4210"/>
                  </a:lnTo>
                  <a:lnTo>
                    <a:pt x="31150" y="2928"/>
                  </a:lnTo>
                  <a:lnTo>
                    <a:pt x="24973" y="1875"/>
                  </a:lnTo>
                  <a:lnTo>
                    <a:pt x="18760" y="1056"/>
                  </a:lnTo>
                  <a:lnTo>
                    <a:pt x="12521" y="469"/>
                  </a:lnTo>
                  <a:lnTo>
                    <a:pt x="6265" y="11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313" y="4659281"/>
              <a:ext cx="1211" cy="167167"/>
            </a:xfrm>
            <a:custGeom>
              <a:avLst/>
              <a:pathLst>
                <a:path w="1211" h="167167">
                  <a:moveTo>
                    <a:pt x="1211" y="0"/>
                  </a:moveTo>
                  <a:lnTo>
                    <a:pt x="0" y="4"/>
                  </a:lnTo>
                  <a:lnTo>
                    <a:pt x="121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313" y="4659286"/>
              <a:ext cx="1211" cy="167163"/>
            </a:xfrm>
            <a:custGeom>
              <a:avLst/>
              <a:pathLst>
                <a:path w="1211" h="167163">
                  <a:moveTo>
                    <a:pt x="0" y="0"/>
                  </a:moveTo>
                  <a:lnTo>
                    <a:pt x="1211" y="16716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21132" y="4659286"/>
              <a:ext cx="165392" cy="167163"/>
            </a:xfrm>
            <a:custGeom>
              <a:avLst/>
              <a:pathLst>
                <a:path w="165392" h="167163">
                  <a:moveTo>
                    <a:pt x="164180" y="0"/>
                  </a:moveTo>
                  <a:lnTo>
                    <a:pt x="158796" y="125"/>
                  </a:lnTo>
                  <a:lnTo>
                    <a:pt x="153418" y="424"/>
                  </a:lnTo>
                  <a:lnTo>
                    <a:pt x="148053" y="897"/>
                  </a:lnTo>
                  <a:lnTo>
                    <a:pt x="142706" y="1542"/>
                  </a:lnTo>
                  <a:lnTo>
                    <a:pt x="137382" y="2358"/>
                  </a:lnTo>
                  <a:lnTo>
                    <a:pt x="132088" y="3346"/>
                  </a:lnTo>
                  <a:lnTo>
                    <a:pt x="126828" y="4504"/>
                  </a:lnTo>
                  <a:lnTo>
                    <a:pt x="121608" y="5831"/>
                  </a:lnTo>
                  <a:lnTo>
                    <a:pt x="116434" y="7325"/>
                  </a:lnTo>
                  <a:lnTo>
                    <a:pt x="111310" y="8985"/>
                  </a:lnTo>
                  <a:lnTo>
                    <a:pt x="106242" y="10809"/>
                  </a:lnTo>
                  <a:lnTo>
                    <a:pt x="101236" y="12796"/>
                  </a:lnTo>
                  <a:lnTo>
                    <a:pt x="96297" y="14943"/>
                  </a:lnTo>
                  <a:lnTo>
                    <a:pt x="91429" y="17248"/>
                  </a:lnTo>
                  <a:lnTo>
                    <a:pt x="86638" y="19708"/>
                  </a:lnTo>
                  <a:lnTo>
                    <a:pt x="81929" y="22322"/>
                  </a:lnTo>
                  <a:lnTo>
                    <a:pt x="77306" y="25085"/>
                  </a:lnTo>
                  <a:lnTo>
                    <a:pt x="72775" y="27997"/>
                  </a:lnTo>
                  <a:lnTo>
                    <a:pt x="68340" y="31053"/>
                  </a:lnTo>
                  <a:lnTo>
                    <a:pt x="64005" y="34250"/>
                  </a:lnTo>
                  <a:lnTo>
                    <a:pt x="59776" y="37585"/>
                  </a:lnTo>
                  <a:lnTo>
                    <a:pt x="55657" y="41054"/>
                  </a:lnTo>
                  <a:lnTo>
                    <a:pt x="51651" y="44655"/>
                  </a:lnTo>
                  <a:lnTo>
                    <a:pt x="47764" y="48383"/>
                  </a:lnTo>
                  <a:lnTo>
                    <a:pt x="43998" y="52234"/>
                  </a:lnTo>
                  <a:lnTo>
                    <a:pt x="40359" y="56204"/>
                  </a:lnTo>
                  <a:lnTo>
                    <a:pt x="36850" y="60289"/>
                  </a:lnTo>
                  <a:lnTo>
                    <a:pt x="33473" y="64486"/>
                  </a:lnTo>
                  <a:lnTo>
                    <a:pt x="30234" y="68789"/>
                  </a:lnTo>
                  <a:lnTo>
                    <a:pt x="27135" y="73194"/>
                  </a:lnTo>
                  <a:lnTo>
                    <a:pt x="24180" y="77696"/>
                  </a:lnTo>
                  <a:lnTo>
                    <a:pt x="21371" y="82292"/>
                  </a:lnTo>
                  <a:lnTo>
                    <a:pt x="18712" y="86975"/>
                  </a:lnTo>
                  <a:lnTo>
                    <a:pt x="16205" y="91742"/>
                  </a:lnTo>
                  <a:lnTo>
                    <a:pt x="13853" y="96587"/>
                  </a:lnTo>
                  <a:lnTo>
                    <a:pt x="11658" y="101506"/>
                  </a:lnTo>
                  <a:lnTo>
                    <a:pt x="9622" y="106492"/>
                  </a:lnTo>
                  <a:lnTo>
                    <a:pt x="7749" y="111542"/>
                  </a:lnTo>
                  <a:lnTo>
                    <a:pt x="6039" y="116649"/>
                  </a:lnTo>
                  <a:lnTo>
                    <a:pt x="4494" y="121808"/>
                  </a:lnTo>
                  <a:lnTo>
                    <a:pt x="3117" y="127015"/>
                  </a:lnTo>
                  <a:lnTo>
                    <a:pt x="1908" y="132264"/>
                  </a:lnTo>
                  <a:lnTo>
                    <a:pt x="868" y="137548"/>
                  </a:lnTo>
                  <a:lnTo>
                    <a:pt x="0" y="142864"/>
                  </a:lnTo>
                  <a:lnTo>
                    <a:pt x="165392" y="1671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71" y="4659281"/>
              <a:ext cx="334302" cy="334334"/>
            </a:xfrm>
            <a:custGeom>
              <a:avLst/>
              <a:pathLst>
                <a:path w="334302" h="334334">
                  <a:moveTo>
                    <a:pt x="1761" y="142868"/>
                  </a:moveTo>
                  <a:lnTo>
                    <a:pt x="1073" y="148131"/>
                  </a:lnTo>
                  <a:lnTo>
                    <a:pt x="552" y="153413"/>
                  </a:lnTo>
                  <a:lnTo>
                    <a:pt x="200" y="158710"/>
                  </a:lnTo>
                  <a:lnTo>
                    <a:pt x="15" y="164014"/>
                  </a:lnTo>
                  <a:lnTo>
                    <a:pt x="0" y="169322"/>
                  </a:lnTo>
                  <a:lnTo>
                    <a:pt x="152" y="174628"/>
                  </a:lnTo>
                  <a:lnTo>
                    <a:pt x="473" y="179926"/>
                  </a:lnTo>
                  <a:lnTo>
                    <a:pt x="962" y="185211"/>
                  </a:lnTo>
                  <a:lnTo>
                    <a:pt x="1619" y="190479"/>
                  </a:lnTo>
                  <a:lnTo>
                    <a:pt x="2443" y="195722"/>
                  </a:lnTo>
                  <a:lnTo>
                    <a:pt x="3432" y="200937"/>
                  </a:lnTo>
                  <a:lnTo>
                    <a:pt x="4587" y="206118"/>
                  </a:lnTo>
                  <a:lnTo>
                    <a:pt x="5905" y="211259"/>
                  </a:lnTo>
                  <a:lnTo>
                    <a:pt x="7386" y="216356"/>
                  </a:lnTo>
                  <a:lnTo>
                    <a:pt x="9029" y="221404"/>
                  </a:lnTo>
                  <a:lnTo>
                    <a:pt x="10830" y="226397"/>
                  </a:lnTo>
                  <a:lnTo>
                    <a:pt x="12790" y="231330"/>
                  </a:lnTo>
                  <a:lnTo>
                    <a:pt x="14904" y="236198"/>
                  </a:lnTo>
                  <a:lnTo>
                    <a:pt x="17173" y="240997"/>
                  </a:lnTo>
                  <a:lnTo>
                    <a:pt x="19592" y="245721"/>
                  </a:lnTo>
                  <a:lnTo>
                    <a:pt x="22161" y="250366"/>
                  </a:lnTo>
                  <a:lnTo>
                    <a:pt x="24875" y="254928"/>
                  </a:lnTo>
                  <a:lnTo>
                    <a:pt x="27733" y="259401"/>
                  </a:lnTo>
                  <a:lnTo>
                    <a:pt x="30732" y="263780"/>
                  </a:lnTo>
                  <a:lnTo>
                    <a:pt x="33868" y="268063"/>
                  </a:lnTo>
                  <a:lnTo>
                    <a:pt x="37138" y="272243"/>
                  </a:lnTo>
                  <a:lnTo>
                    <a:pt x="40540" y="276318"/>
                  </a:lnTo>
                  <a:lnTo>
                    <a:pt x="44069" y="280283"/>
                  </a:lnTo>
                  <a:lnTo>
                    <a:pt x="47722" y="284134"/>
                  </a:lnTo>
                  <a:lnTo>
                    <a:pt x="51496" y="287866"/>
                  </a:lnTo>
                  <a:lnTo>
                    <a:pt x="55386" y="291477"/>
                  </a:lnTo>
                  <a:lnTo>
                    <a:pt x="59389" y="294963"/>
                  </a:lnTo>
                  <a:lnTo>
                    <a:pt x="63501" y="298320"/>
                  </a:lnTo>
                  <a:lnTo>
                    <a:pt x="67717" y="301545"/>
                  </a:lnTo>
                  <a:lnTo>
                    <a:pt x="72033" y="304634"/>
                  </a:lnTo>
                  <a:lnTo>
                    <a:pt x="76445" y="307584"/>
                  </a:lnTo>
                  <a:lnTo>
                    <a:pt x="80949" y="310393"/>
                  </a:lnTo>
                  <a:lnTo>
                    <a:pt x="85540" y="313058"/>
                  </a:lnTo>
                  <a:lnTo>
                    <a:pt x="90212" y="315575"/>
                  </a:lnTo>
                  <a:lnTo>
                    <a:pt x="94963" y="317943"/>
                  </a:lnTo>
                  <a:lnTo>
                    <a:pt x="99786" y="320159"/>
                  </a:lnTo>
                  <a:lnTo>
                    <a:pt x="104677" y="322221"/>
                  </a:lnTo>
                  <a:lnTo>
                    <a:pt x="109631" y="324126"/>
                  </a:lnTo>
                  <a:lnTo>
                    <a:pt x="114644" y="325873"/>
                  </a:lnTo>
                  <a:lnTo>
                    <a:pt x="119709" y="327460"/>
                  </a:lnTo>
                  <a:lnTo>
                    <a:pt x="124822" y="328886"/>
                  </a:lnTo>
                  <a:lnTo>
                    <a:pt x="129977" y="330148"/>
                  </a:lnTo>
                  <a:lnTo>
                    <a:pt x="135170" y="331246"/>
                  </a:lnTo>
                  <a:lnTo>
                    <a:pt x="140396" y="332179"/>
                  </a:lnTo>
                  <a:lnTo>
                    <a:pt x="145648" y="332945"/>
                  </a:lnTo>
                  <a:lnTo>
                    <a:pt x="150922" y="333545"/>
                  </a:lnTo>
                  <a:lnTo>
                    <a:pt x="156212" y="333976"/>
                  </a:lnTo>
                  <a:lnTo>
                    <a:pt x="161514" y="334239"/>
                  </a:lnTo>
                  <a:lnTo>
                    <a:pt x="166821" y="334334"/>
                  </a:lnTo>
                  <a:lnTo>
                    <a:pt x="172128" y="334260"/>
                  </a:lnTo>
                  <a:lnTo>
                    <a:pt x="177430" y="334018"/>
                  </a:lnTo>
                  <a:lnTo>
                    <a:pt x="182722" y="333608"/>
                  </a:lnTo>
                  <a:lnTo>
                    <a:pt x="187999" y="333030"/>
                  </a:lnTo>
                  <a:lnTo>
                    <a:pt x="193254" y="332284"/>
                  </a:lnTo>
                  <a:lnTo>
                    <a:pt x="198483" y="331372"/>
                  </a:lnTo>
                  <a:lnTo>
                    <a:pt x="203680" y="330295"/>
                  </a:lnTo>
                  <a:lnTo>
                    <a:pt x="208841" y="329053"/>
                  </a:lnTo>
                  <a:lnTo>
                    <a:pt x="213959" y="327648"/>
                  </a:lnTo>
                  <a:lnTo>
                    <a:pt x="219031" y="326081"/>
                  </a:lnTo>
                  <a:lnTo>
                    <a:pt x="224050" y="324354"/>
                  </a:lnTo>
                  <a:lnTo>
                    <a:pt x="229012" y="322468"/>
                  </a:lnTo>
                  <a:lnTo>
                    <a:pt x="233911" y="320426"/>
                  </a:lnTo>
                  <a:lnTo>
                    <a:pt x="238743" y="318229"/>
                  </a:lnTo>
                  <a:lnTo>
                    <a:pt x="243503" y="315880"/>
                  </a:lnTo>
                  <a:lnTo>
                    <a:pt x="248186" y="313381"/>
                  </a:lnTo>
                  <a:lnTo>
                    <a:pt x="252787" y="310735"/>
                  </a:lnTo>
                  <a:lnTo>
                    <a:pt x="257302" y="307944"/>
                  </a:lnTo>
                  <a:lnTo>
                    <a:pt x="261726" y="305011"/>
                  </a:lnTo>
                  <a:lnTo>
                    <a:pt x="266054" y="301939"/>
                  </a:lnTo>
                  <a:lnTo>
                    <a:pt x="270283" y="298731"/>
                  </a:lnTo>
                  <a:lnTo>
                    <a:pt x="274408" y="295391"/>
                  </a:lnTo>
                  <a:lnTo>
                    <a:pt x="278425" y="291921"/>
                  </a:lnTo>
                  <a:lnTo>
                    <a:pt x="282329" y="288325"/>
                  </a:lnTo>
                  <a:lnTo>
                    <a:pt x="286118" y="284608"/>
                  </a:lnTo>
                  <a:lnTo>
                    <a:pt x="289786" y="280772"/>
                  </a:lnTo>
                  <a:lnTo>
                    <a:pt x="293331" y="276821"/>
                  </a:lnTo>
                  <a:lnTo>
                    <a:pt x="296749" y="272760"/>
                  </a:lnTo>
                  <a:lnTo>
                    <a:pt x="300036" y="268592"/>
                  </a:lnTo>
                  <a:lnTo>
                    <a:pt x="303189" y="264322"/>
                  </a:lnTo>
                  <a:lnTo>
                    <a:pt x="306205" y="259954"/>
                  </a:lnTo>
                  <a:lnTo>
                    <a:pt x="309081" y="255493"/>
                  </a:lnTo>
                  <a:lnTo>
                    <a:pt x="311813" y="250943"/>
                  </a:lnTo>
                  <a:lnTo>
                    <a:pt x="314400" y="246308"/>
                  </a:lnTo>
                  <a:lnTo>
                    <a:pt x="316838" y="241593"/>
                  </a:lnTo>
                  <a:lnTo>
                    <a:pt x="319126" y="236803"/>
                  </a:lnTo>
                  <a:lnTo>
                    <a:pt x="321260" y="231943"/>
                  </a:lnTo>
                  <a:lnTo>
                    <a:pt x="323239" y="227018"/>
                  </a:lnTo>
                  <a:lnTo>
                    <a:pt x="325060" y="222032"/>
                  </a:lnTo>
                  <a:lnTo>
                    <a:pt x="326723" y="216992"/>
                  </a:lnTo>
                  <a:lnTo>
                    <a:pt x="328224" y="211900"/>
                  </a:lnTo>
                  <a:lnTo>
                    <a:pt x="329563" y="206764"/>
                  </a:lnTo>
                  <a:lnTo>
                    <a:pt x="330738" y="201588"/>
                  </a:lnTo>
                  <a:lnTo>
                    <a:pt x="331749" y="196377"/>
                  </a:lnTo>
                  <a:lnTo>
                    <a:pt x="332593" y="191137"/>
                  </a:lnTo>
                  <a:lnTo>
                    <a:pt x="333271" y="185872"/>
                  </a:lnTo>
                  <a:lnTo>
                    <a:pt x="333781" y="180589"/>
                  </a:lnTo>
                  <a:lnTo>
                    <a:pt x="334123" y="175292"/>
                  </a:lnTo>
                  <a:lnTo>
                    <a:pt x="334297" y="169987"/>
                  </a:lnTo>
                  <a:lnTo>
                    <a:pt x="334302" y="164679"/>
                  </a:lnTo>
                  <a:lnTo>
                    <a:pt x="334139" y="159374"/>
                  </a:lnTo>
                  <a:lnTo>
                    <a:pt x="333807" y="154076"/>
                  </a:lnTo>
                  <a:lnTo>
                    <a:pt x="333308" y="148792"/>
                  </a:lnTo>
                  <a:lnTo>
                    <a:pt x="332640" y="143526"/>
                  </a:lnTo>
                  <a:lnTo>
                    <a:pt x="331806" y="138284"/>
                  </a:lnTo>
                  <a:lnTo>
                    <a:pt x="330806" y="133071"/>
                  </a:lnTo>
                  <a:lnTo>
                    <a:pt x="329641" y="127893"/>
                  </a:lnTo>
                  <a:lnTo>
                    <a:pt x="328313" y="122754"/>
                  </a:lnTo>
                  <a:lnTo>
                    <a:pt x="326821" y="117660"/>
                  </a:lnTo>
                  <a:lnTo>
                    <a:pt x="325169" y="112616"/>
                  </a:lnTo>
                  <a:lnTo>
                    <a:pt x="323358" y="107626"/>
                  </a:lnTo>
                  <a:lnTo>
                    <a:pt x="321389" y="102697"/>
                  </a:lnTo>
                  <a:lnTo>
                    <a:pt x="319264" y="97833"/>
                  </a:lnTo>
                  <a:lnTo>
                    <a:pt x="316986" y="93039"/>
                  </a:lnTo>
                  <a:lnTo>
                    <a:pt x="314557" y="88319"/>
                  </a:lnTo>
                  <a:lnTo>
                    <a:pt x="311980" y="83679"/>
                  </a:lnTo>
                  <a:lnTo>
                    <a:pt x="309256" y="79123"/>
                  </a:lnTo>
                  <a:lnTo>
                    <a:pt x="306389" y="74656"/>
                  </a:lnTo>
                  <a:lnTo>
                    <a:pt x="303382" y="70282"/>
                  </a:lnTo>
                  <a:lnTo>
                    <a:pt x="300237" y="66006"/>
                  </a:lnTo>
                  <a:lnTo>
                    <a:pt x="296959" y="61832"/>
                  </a:lnTo>
                  <a:lnTo>
                    <a:pt x="293549" y="57764"/>
                  </a:lnTo>
                  <a:lnTo>
                    <a:pt x="290012" y="53806"/>
                  </a:lnTo>
                  <a:lnTo>
                    <a:pt x="286351" y="49963"/>
                  </a:lnTo>
                  <a:lnTo>
                    <a:pt x="282570" y="46238"/>
                  </a:lnTo>
                  <a:lnTo>
                    <a:pt x="278673" y="42635"/>
                  </a:lnTo>
                  <a:lnTo>
                    <a:pt x="274663" y="39157"/>
                  </a:lnTo>
                  <a:lnTo>
                    <a:pt x="270545" y="35808"/>
                  </a:lnTo>
                  <a:lnTo>
                    <a:pt x="266322" y="32592"/>
                  </a:lnTo>
                  <a:lnTo>
                    <a:pt x="262000" y="29511"/>
                  </a:lnTo>
                  <a:lnTo>
                    <a:pt x="257581" y="26569"/>
                  </a:lnTo>
                  <a:lnTo>
                    <a:pt x="253072" y="23769"/>
                  </a:lnTo>
                  <a:lnTo>
                    <a:pt x="248476" y="21114"/>
                  </a:lnTo>
                  <a:lnTo>
                    <a:pt x="243798" y="18606"/>
                  </a:lnTo>
                  <a:lnTo>
                    <a:pt x="239043" y="16247"/>
                  </a:lnTo>
                  <a:lnTo>
                    <a:pt x="234216" y="14041"/>
                  </a:lnTo>
                  <a:lnTo>
                    <a:pt x="229320" y="11989"/>
                  </a:lnTo>
                  <a:lnTo>
                    <a:pt x="224362" y="10094"/>
                  </a:lnTo>
                  <a:lnTo>
                    <a:pt x="219347" y="8356"/>
                  </a:lnTo>
                  <a:lnTo>
                    <a:pt x="214279" y="6779"/>
                  </a:lnTo>
                  <a:lnTo>
                    <a:pt x="209163" y="5364"/>
                  </a:lnTo>
                  <a:lnTo>
                    <a:pt x="204005" y="4112"/>
                  </a:lnTo>
                  <a:lnTo>
                    <a:pt x="198809" y="3024"/>
                  </a:lnTo>
                  <a:lnTo>
                    <a:pt x="193582" y="2102"/>
                  </a:lnTo>
                  <a:lnTo>
                    <a:pt x="188329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161" y="0"/>
                  </a:moveTo>
                  <a:lnTo>
                    <a:pt x="0" y="0"/>
                  </a:ln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69" y="5018213"/>
              <a:ext cx="334306" cy="334334"/>
            </a:xfrm>
            <a:custGeom>
              <a:avLst/>
              <a:pathLst>
                <a:path w="334306" h="334334">
                  <a:moveTo>
                    <a:pt x="166989" y="0"/>
                  </a:moveTo>
                  <a:lnTo>
                    <a:pt x="161682" y="89"/>
                  </a:lnTo>
                  <a:lnTo>
                    <a:pt x="156381" y="347"/>
                  </a:lnTo>
                  <a:lnTo>
                    <a:pt x="151090" y="773"/>
                  </a:lnTo>
                  <a:lnTo>
                    <a:pt x="145815" y="1367"/>
                  </a:lnTo>
                  <a:lnTo>
                    <a:pt x="140562" y="2127"/>
                  </a:lnTo>
                  <a:lnTo>
                    <a:pt x="135336" y="3055"/>
                  </a:lnTo>
                  <a:lnTo>
                    <a:pt x="130142" y="4148"/>
                  </a:lnTo>
                  <a:lnTo>
                    <a:pt x="124985" y="5405"/>
                  </a:lnTo>
                  <a:lnTo>
                    <a:pt x="119871" y="6825"/>
                  </a:lnTo>
                  <a:lnTo>
                    <a:pt x="114804" y="8407"/>
                  </a:lnTo>
                  <a:lnTo>
                    <a:pt x="109790" y="10149"/>
                  </a:lnTo>
                  <a:lnTo>
                    <a:pt x="104834" y="12049"/>
                  </a:lnTo>
                  <a:lnTo>
                    <a:pt x="99941" y="14105"/>
                  </a:lnTo>
                  <a:lnTo>
                    <a:pt x="95116" y="16316"/>
                  </a:lnTo>
                  <a:lnTo>
                    <a:pt x="90363" y="18679"/>
                  </a:lnTo>
                  <a:lnTo>
                    <a:pt x="85687" y="21192"/>
                  </a:lnTo>
                  <a:lnTo>
                    <a:pt x="81094" y="23852"/>
                  </a:lnTo>
                  <a:lnTo>
                    <a:pt x="76588" y="26656"/>
                  </a:lnTo>
                  <a:lnTo>
                    <a:pt x="72172" y="29602"/>
                  </a:lnTo>
                  <a:lnTo>
                    <a:pt x="67853" y="32687"/>
                  </a:lnTo>
                  <a:lnTo>
                    <a:pt x="63634" y="35907"/>
                  </a:lnTo>
                  <a:lnTo>
                    <a:pt x="59519" y="39260"/>
                  </a:lnTo>
                  <a:lnTo>
                    <a:pt x="55512" y="42741"/>
                  </a:lnTo>
                  <a:lnTo>
                    <a:pt x="51618" y="46348"/>
                  </a:lnTo>
                  <a:lnTo>
                    <a:pt x="47841" y="50077"/>
                  </a:lnTo>
                  <a:lnTo>
                    <a:pt x="44183" y="53924"/>
                  </a:lnTo>
                  <a:lnTo>
                    <a:pt x="40650" y="57885"/>
                  </a:lnTo>
                  <a:lnTo>
                    <a:pt x="37245" y="61956"/>
                  </a:lnTo>
                  <a:lnTo>
                    <a:pt x="33970" y="66133"/>
                  </a:lnTo>
                  <a:lnTo>
                    <a:pt x="30829" y="70412"/>
                  </a:lnTo>
                  <a:lnTo>
                    <a:pt x="27826" y="74789"/>
                  </a:lnTo>
                  <a:lnTo>
                    <a:pt x="24964" y="79259"/>
                  </a:lnTo>
                  <a:lnTo>
                    <a:pt x="22245" y="83817"/>
                  </a:lnTo>
                  <a:lnTo>
                    <a:pt x="19672" y="88460"/>
                  </a:lnTo>
                  <a:lnTo>
                    <a:pt x="17247" y="93181"/>
                  </a:lnTo>
                  <a:lnTo>
                    <a:pt x="14974" y="97978"/>
                  </a:lnTo>
                  <a:lnTo>
                    <a:pt x="12854" y="102844"/>
                  </a:lnTo>
                  <a:lnTo>
                    <a:pt x="10890" y="107775"/>
                  </a:lnTo>
                  <a:lnTo>
                    <a:pt x="9083" y="112766"/>
                  </a:lnTo>
                  <a:lnTo>
                    <a:pt x="7435" y="117811"/>
                  </a:lnTo>
                  <a:lnTo>
                    <a:pt x="5949" y="122907"/>
                  </a:lnTo>
                  <a:lnTo>
                    <a:pt x="4625" y="128047"/>
                  </a:lnTo>
                  <a:lnTo>
                    <a:pt x="3465" y="133226"/>
                  </a:lnTo>
                  <a:lnTo>
                    <a:pt x="2470" y="138440"/>
                  </a:lnTo>
                  <a:lnTo>
                    <a:pt x="1641" y="143683"/>
                  </a:lnTo>
                  <a:lnTo>
                    <a:pt x="979" y="148949"/>
                  </a:lnTo>
                  <a:lnTo>
                    <a:pt x="484" y="154234"/>
                  </a:lnTo>
                  <a:lnTo>
                    <a:pt x="158" y="159532"/>
                  </a:lnTo>
                  <a:lnTo>
                    <a:pt x="0" y="164837"/>
                  </a:lnTo>
                  <a:lnTo>
                    <a:pt x="10" y="170145"/>
                  </a:lnTo>
                  <a:lnTo>
                    <a:pt x="189" y="175450"/>
                  </a:lnTo>
                  <a:lnTo>
                    <a:pt x="536" y="180746"/>
                  </a:lnTo>
                  <a:lnTo>
                    <a:pt x="1051" y="186029"/>
                  </a:lnTo>
                  <a:lnTo>
                    <a:pt x="1733" y="191293"/>
                  </a:lnTo>
                  <a:lnTo>
                    <a:pt x="2583" y="196532"/>
                  </a:lnTo>
                  <a:lnTo>
                    <a:pt x="3598" y="201742"/>
                  </a:lnTo>
                  <a:lnTo>
                    <a:pt x="4778" y="206917"/>
                  </a:lnTo>
                  <a:lnTo>
                    <a:pt x="6122" y="212052"/>
                  </a:lnTo>
                  <a:lnTo>
                    <a:pt x="7628" y="217142"/>
                  </a:lnTo>
                  <a:lnTo>
                    <a:pt x="9295" y="222181"/>
                  </a:lnTo>
                  <a:lnTo>
                    <a:pt x="11121" y="227165"/>
                  </a:lnTo>
                  <a:lnTo>
                    <a:pt x="13105" y="232088"/>
                  </a:lnTo>
                  <a:lnTo>
                    <a:pt x="15243" y="236946"/>
                  </a:lnTo>
                  <a:lnTo>
                    <a:pt x="17535" y="241733"/>
                  </a:lnTo>
                  <a:lnTo>
                    <a:pt x="19978" y="246446"/>
                  </a:lnTo>
                  <a:lnTo>
                    <a:pt x="22569" y="251078"/>
                  </a:lnTo>
                  <a:lnTo>
                    <a:pt x="25306" y="255626"/>
                  </a:lnTo>
                  <a:lnTo>
                    <a:pt x="28186" y="260085"/>
                  </a:lnTo>
                  <a:lnTo>
                    <a:pt x="31206" y="264450"/>
                  </a:lnTo>
                  <a:lnTo>
                    <a:pt x="34363" y="268717"/>
                  </a:lnTo>
                  <a:lnTo>
                    <a:pt x="37654" y="272881"/>
                  </a:lnTo>
                  <a:lnTo>
                    <a:pt x="41075" y="276939"/>
                  </a:lnTo>
                  <a:lnTo>
                    <a:pt x="44624" y="280886"/>
                  </a:lnTo>
                  <a:lnTo>
                    <a:pt x="48296" y="284719"/>
                  </a:lnTo>
                  <a:lnTo>
                    <a:pt x="52088" y="288433"/>
                  </a:lnTo>
                  <a:lnTo>
                    <a:pt x="55996" y="292025"/>
                  </a:lnTo>
                  <a:lnTo>
                    <a:pt x="60016" y="295491"/>
                  </a:lnTo>
                  <a:lnTo>
                    <a:pt x="64144" y="298827"/>
                  </a:lnTo>
                  <a:lnTo>
                    <a:pt x="68375" y="302031"/>
                  </a:lnTo>
                  <a:lnTo>
                    <a:pt x="72707" y="305099"/>
                  </a:lnTo>
                  <a:lnTo>
                    <a:pt x="77133" y="308028"/>
                  </a:lnTo>
                  <a:lnTo>
                    <a:pt x="81651" y="310815"/>
                  </a:lnTo>
                  <a:lnTo>
                    <a:pt x="86254" y="313457"/>
                  </a:lnTo>
                  <a:lnTo>
                    <a:pt x="90940" y="315951"/>
                  </a:lnTo>
                  <a:lnTo>
                    <a:pt x="95701" y="318296"/>
                  </a:lnTo>
                  <a:lnTo>
                    <a:pt x="100535" y="320488"/>
                  </a:lnTo>
                  <a:lnTo>
                    <a:pt x="105437" y="322526"/>
                  </a:lnTo>
                  <a:lnTo>
                    <a:pt x="110400" y="324407"/>
                  </a:lnTo>
                  <a:lnTo>
                    <a:pt x="115421" y="326129"/>
                  </a:lnTo>
                  <a:lnTo>
                    <a:pt x="120493" y="327691"/>
                  </a:lnTo>
                  <a:lnTo>
                    <a:pt x="125613" y="329091"/>
                  </a:lnTo>
                  <a:lnTo>
                    <a:pt x="130775" y="330329"/>
                  </a:lnTo>
                  <a:lnTo>
                    <a:pt x="135973" y="331401"/>
                  </a:lnTo>
                  <a:lnTo>
                    <a:pt x="141203" y="332308"/>
                  </a:lnTo>
                  <a:lnTo>
                    <a:pt x="146459" y="333049"/>
                  </a:lnTo>
                  <a:lnTo>
                    <a:pt x="151736" y="333622"/>
                  </a:lnTo>
                  <a:lnTo>
                    <a:pt x="157028" y="334028"/>
                  </a:lnTo>
                  <a:lnTo>
                    <a:pt x="162330" y="334265"/>
                  </a:lnTo>
                  <a:lnTo>
                    <a:pt x="167638" y="334334"/>
                  </a:lnTo>
                  <a:lnTo>
                    <a:pt x="172945" y="334234"/>
                  </a:lnTo>
                  <a:lnTo>
                    <a:pt x="178246" y="333966"/>
                  </a:lnTo>
                  <a:lnTo>
                    <a:pt x="183536" y="333529"/>
                  </a:lnTo>
                  <a:lnTo>
                    <a:pt x="188809" y="332925"/>
                  </a:lnTo>
                  <a:lnTo>
                    <a:pt x="194061" y="332154"/>
                  </a:lnTo>
                  <a:lnTo>
                    <a:pt x="199285" y="331217"/>
                  </a:lnTo>
                  <a:lnTo>
                    <a:pt x="204477" y="330114"/>
                  </a:lnTo>
                  <a:lnTo>
                    <a:pt x="209631" y="328847"/>
                  </a:lnTo>
                  <a:lnTo>
                    <a:pt x="214743" y="327417"/>
                  </a:lnTo>
                  <a:lnTo>
                    <a:pt x="219806" y="325825"/>
                  </a:lnTo>
                  <a:lnTo>
                    <a:pt x="224817" y="324073"/>
                  </a:lnTo>
                  <a:lnTo>
                    <a:pt x="229769" y="322163"/>
                  </a:lnTo>
                  <a:lnTo>
                    <a:pt x="234658" y="320097"/>
                  </a:lnTo>
                  <a:lnTo>
                    <a:pt x="239479" y="317877"/>
                  </a:lnTo>
                  <a:lnTo>
                    <a:pt x="244228" y="315505"/>
                  </a:lnTo>
                  <a:lnTo>
                    <a:pt x="248898" y="312983"/>
                  </a:lnTo>
                  <a:lnTo>
                    <a:pt x="253486" y="310314"/>
                  </a:lnTo>
                  <a:lnTo>
                    <a:pt x="257987" y="307501"/>
                  </a:lnTo>
                  <a:lnTo>
                    <a:pt x="262397" y="304546"/>
                  </a:lnTo>
                  <a:lnTo>
                    <a:pt x="266710" y="301453"/>
                  </a:lnTo>
                  <a:lnTo>
                    <a:pt x="270923" y="298225"/>
                  </a:lnTo>
                  <a:lnTo>
                    <a:pt x="275032" y="294864"/>
                  </a:lnTo>
                  <a:lnTo>
                    <a:pt x="279032" y="291375"/>
                  </a:lnTo>
                  <a:lnTo>
                    <a:pt x="282918" y="287760"/>
                  </a:lnTo>
                  <a:lnTo>
                    <a:pt x="286689" y="284024"/>
                  </a:lnTo>
                  <a:lnTo>
                    <a:pt x="290338" y="280170"/>
                  </a:lnTo>
                  <a:lnTo>
                    <a:pt x="293864" y="276202"/>
                  </a:lnTo>
                  <a:lnTo>
                    <a:pt x="297262" y="272125"/>
                  </a:lnTo>
                  <a:lnTo>
                    <a:pt x="300528" y="267941"/>
                  </a:lnTo>
                  <a:lnTo>
                    <a:pt x="303660" y="263656"/>
                  </a:lnTo>
                  <a:lnTo>
                    <a:pt x="306655" y="259273"/>
                  </a:lnTo>
                  <a:lnTo>
                    <a:pt x="309509" y="254798"/>
                  </a:lnTo>
                  <a:lnTo>
                    <a:pt x="312219" y="250234"/>
                  </a:lnTo>
                  <a:lnTo>
                    <a:pt x="314783" y="245587"/>
                  </a:lnTo>
                  <a:lnTo>
                    <a:pt x="317198" y="240860"/>
                  </a:lnTo>
                  <a:lnTo>
                    <a:pt x="319462" y="236059"/>
                  </a:lnTo>
                  <a:lnTo>
                    <a:pt x="321573" y="231189"/>
                  </a:lnTo>
                  <a:lnTo>
                    <a:pt x="323527" y="226254"/>
                  </a:lnTo>
                  <a:lnTo>
                    <a:pt x="325324" y="221260"/>
                  </a:lnTo>
                  <a:lnTo>
                    <a:pt x="326962" y="216211"/>
                  </a:lnTo>
                  <a:lnTo>
                    <a:pt x="328438" y="211113"/>
                  </a:lnTo>
                  <a:lnTo>
                    <a:pt x="329752" y="205970"/>
                  </a:lnTo>
                  <a:lnTo>
                    <a:pt x="330902" y="200788"/>
                  </a:lnTo>
                  <a:lnTo>
                    <a:pt x="331887" y="195573"/>
                  </a:lnTo>
                  <a:lnTo>
                    <a:pt x="332706" y="190328"/>
                  </a:lnTo>
                  <a:lnTo>
                    <a:pt x="333358" y="185061"/>
                  </a:lnTo>
                  <a:lnTo>
                    <a:pt x="333842" y="179775"/>
                  </a:lnTo>
                  <a:lnTo>
                    <a:pt x="334158" y="174477"/>
                  </a:lnTo>
                  <a:lnTo>
                    <a:pt x="334306" y="169171"/>
                  </a:lnTo>
                  <a:lnTo>
                    <a:pt x="334286" y="163863"/>
                  </a:lnTo>
                  <a:lnTo>
                    <a:pt x="334096" y="158559"/>
                  </a:lnTo>
                  <a:lnTo>
                    <a:pt x="333739" y="153263"/>
                  </a:lnTo>
                  <a:lnTo>
                    <a:pt x="333214" y="147981"/>
                  </a:lnTo>
                  <a:lnTo>
                    <a:pt x="332521" y="142719"/>
                  </a:lnTo>
                  <a:lnTo>
                    <a:pt x="331661" y="137481"/>
                  </a:lnTo>
                  <a:lnTo>
                    <a:pt x="330636" y="132273"/>
                  </a:lnTo>
                  <a:lnTo>
                    <a:pt x="329446" y="127100"/>
                  </a:lnTo>
                  <a:lnTo>
                    <a:pt x="328092" y="121968"/>
                  </a:lnTo>
                  <a:lnTo>
                    <a:pt x="326576" y="116881"/>
                  </a:lnTo>
                  <a:lnTo>
                    <a:pt x="324899" y="111845"/>
                  </a:lnTo>
                  <a:lnTo>
                    <a:pt x="323063" y="106865"/>
                  </a:lnTo>
                  <a:lnTo>
                    <a:pt x="321070" y="101946"/>
                  </a:lnTo>
                  <a:lnTo>
                    <a:pt x="318922" y="97092"/>
                  </a:lnTo>
                  <a:lnTo>
                    <a:pt x="316621" y="92309"/>
                  </a:lnTo>
                  <a:lnTo>
                    <a:pt x="314169" y="87601"/>
                  </a:lnTo>
                  <a:lnTo>
                    <a:pt x="311569" y="82974"/>
                  </a:lnTo>
                  <a:lnTo>
                    <a:pt x="308823" y="78432"/>
                  </a:lnTo>
                  <a:lnTo>
                    <a:pt x="305934" y="73979"/>
                  </a:lnTo>
                  <a:lnTo>
                    <a:pt x="302906" y="69619"/>
                  </a:lnTo>
                  <a:lnTo>
                    <a:pt x="299741" y="65359"/>
                  </a:lnTo>
                  <a:lnTo>
                    <a:pt x="296442" y="61201"/>
                  </a:lnTo>
                  <a:lnTo>
                    <a:pt x="293012" y="57149"/>
                  </a:lnTo>
                  <a:lnTo>
                    <a:pt x="289456" y="53209"/>
                  </a:lnTo>
                  <a:lnTo>
                    <a:pt x="285776" y="49384"/>
                  </a:lnTo>
                  <a:lnTo>
                    <a:pt x="281977" y="45677"/>
                  </a:lnTo>
                  <a:lnTo>
                    <a:pt x="278062" y="42093"/>
                  </a:lnTo>
                  <a:lnTo>
                    <a:pt x="274036" y="38635"/>
                  </a:lnTo>
                  <a:lnTo>
                    <a:pt x="269901" y="35306"/>
                  </a:lnTo>
                  <a:lnTo>
                    <a:pt x="265663" y="32110"/>
                  </a:lnTo>
                  <a:lnTo>
                    <a:pt x="261326" y="29051"/>
                  </a:lnTo>
                  <a:lnTo>
                    <a:pt x="256893" y="26131"/>
                  </a:lnTo>
                  <a:lnTo>
                    <a:pt x="252371" y="23353"/>
                  </a:lnTo>
                  <a:lnTo>
                    <a:pt x="247762" y="20720"/>
                  </a:lnTo>
                  <a:lnTo>
                    <a:pt x="243072" y="1823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75921" cy="167167"/>
            </a:xfrm>
            <a:custGeom>
              <a:avLst/>
              <a:pathLst>
                <a:path w="75921" h="167167">
                  <a:moveTo>
                    <a:pt x="75921" y="18234"/>
                  </a:moveTo>
                  <a:lnTo>
                    <a:pt x="70863" y="15763"/>
                  </a:lnTo>
                  <a:lnTo>
                    <a:pt x="65726" y="13463"/>
                  </a:lnTo>
                  <a:lnTo>
                    <a:pt x="60514" y="11337"/>
                  </a:lnTo>
                  <a:lnTo>
                    <a:pt x="55233" y="9388"/>
                  </a:lnTo>
                  <a:lnTo>
                    <a:pt x="49890" y="7618"/>
                  </a:lnTo>
                  <a:lnTo>
                    <a:pt x="44490" y="6029"/>
                  </a:lnTo>
                  <a:lnTo>
                    <a:pt x="39040" y="4622"/>
                  </a:lnTo>
                  <a:lnTo>
                    <a:pt x="33545" y="3400"/>
                  </a:lnTo>
                  <a:lnTo>
                    <a:pt x="28012" y="2363"/>
                  </a:lnTo>
                  <a:lnTo>
                    <a:pt x="22448" y="1514"/>
                  </a:lnTo>
                  <a:lnTo>
                    <a:pt x="16858" y="852"/>
                  </a:lnTo>
                  <a:lnTo>
                    <a:pt x="11249" y="378"/>
                  </a:lnTo>
                  <a:lnTo>
                    <a:pt x="5628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8302" y="5269756"/>
              <a:ext cx="166198" cy="167167"/>
            </a:xfrm>
            <a:custGeom>
              <a:avLst/>
              <a:pathLst>
                <a:path w="166198" h="167167">
                  <a:moveTo>
                    <a:pt x="166198" y="0"/>
                  </a:moveTo>
                  <a:lnTo>
                    <a:pt x="160764" y="88"/>
                  </a:lnTo>
                  <a:lnTo>
                    <a:pt x="155336" y="353"/>
                  </a:lnTo>
                  <a:lnTo>
                    <a:pt x="149919" y="794"/>
                  </a:lnTo>
                  <a:lnTo>
                    <a:pt x="144519" y="1411"/>
                  </a:lnTo>
                  <a:lnTo>
                    <a:pt x="139142" y="2204"/>
                  </a:lnTo>
                  <a:lnTo>
                    <a:pt x="133794" y="3170"/>
                  </a:lnTo>
                  <a:lnTo>
                    <a:pt x="128480" y="4310"/>
                  </a:lnTo>
                  <a:lnTo>
                    <a:pt x="123206" y="5622"/>
                  </a:lnTo>
                  <a:lnTo>
                    <a:pt x="117977" y="7105"/>
                  </a:lnTo>
                  <a:lnTo>
                    <a:pt x="112800" y="8757"/>
                  </a:lnTo>
                  <a:lnTo>
                    <a:pt x="107678" y="10577"/>
                  </a:lnTo>
                  <a:lnTo>
                    <a:pt x="102619" y="12562"/>
                  </a:lnTo>
                  <a:lnTo>
                    <a:pt x="97627" y="14711"/>
                  </a:lnTo>
                  <a:lnTo>
                    <a:pt x="92707" y="17020"/>
                  </a:lnTo>
                  <a:lnTo>
                    <a:pt x="87865" y="19489"/>
                  </a:lnTo>
                  <a:lnTo>
                    <a:pt x="83106" y="22113"/>
                  </a:lnTo>
                  <a:lnTo>
                    <a:pt x="78435" y="24891"/>
                  </a:lnTo>
                  <a:lnTo>
                    <a:pt x="73856" y="27819"/>
                  </a:lnTo>
                  <a:lnTo>
                    <a:pt x="69375" y="30894"/>
                  </a:lnTo>
                  <a:lnTo>
                    <a:pt x="64996" y="34114"/>
                  </a:lnTo>
                  <a:lnTo>
                    <a:pt x="60725" y="37474"/>
                  </a:lnTo>
                  <a:lnTo>
                    <a:pt x="56564" y="40971"/>
                  </a:lnTo>
                  <a:lnTo>
                    <a:pt x="52520" y="44602"/>
                  </a:lnTo>
                  <a:lnTo>
                    <a:pt x="48596" y="48362"/>
                  </a:lnTo>
                  <a:lnTo>
                    <a:pt x="44796" y="52248"/>
                  </a:lnTo>
                  <a:lnTo>
                    <a:pt x="41124" y="56255"/>
                  </a:lnTo>
                  <a:lnTo>
                    <a:pt x="37585" y="60379"/>
                  </a:lnTo>
                  <a:lnTo>
                    <a:pt x="34182" y="64616"/>
                  </a:lnTo>
                  <a:lnTo>
                    <a:pt x="30918" y="68962"/>
                  </a:lnTo>
                  <a:lnTo>
                    <a:pt x="27797" y="73412"/>
                  </a:lnTo>
                  <a:lnTo>
                    <a:pt x="24822" y="77960"/>
                  </a:lnTo>
                  <a:lnTo>
                    <a:pt x="21997" y="82603"/>
                  </a:lnTo>
                  <a:lnTo>
                    <a:pt x="19324" y="87335"/>
                  </a:lnTo>
                  <a:lnTo>
                    <a:pt x="16807" y="92152"/>
                  </a:lnTo>
                  <a:lnTo>
                    <a:pt x="14447" y="97048"/>
                  </a:lnTo>
                  <a:lnTo>
                    <a:pt x="12248" y="102018"/>
                  </a:lnTo>
                  <a:lnTo>
                    <a:pt x="10212" y="107057"/>
                  </a:lnTo>
                  <a:lnTo>
                    <a:pt x="8340" y="112159"/>
                  </a:lnTo>
                  <a:lnTo>
                    <a:pt x="6636" y="117320"/>
                  </a:lnTo>
                  <a:lnTo>
                    <a:pt x="5099" y="122533"/>
                  </a:lnTo>
                  <a:lnTo>
                    <a:pt x="3734" y="127794"/>
                  </a:lnTo>
                  <a:lnTo>
                    <a:pt x="2540" y="133096"/>
                  </a:lnTo>
                  <a:lnTo>
                    <a:pt x="1519" y="138434"/>
                  </a:lnTo>
                  <a:lnTo>
                    <a:pt x="672" y="143802"/>
                  </a:lnTo>
                  <a:lnTo>
                    <a:pt x="0" y="149195"/>
                  </a:lnTo>
                  <a:lnTo>
                    <a:pt x="16619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47" y="5269756"/>
              <a:ext cx="334303" cy="334334"/>
            </a:xfrm>
            <a:custGeom>
              <a:avLst/>
              <a:pathLst>
                <a:path w="334303" h="334334">
                  <a:moveTo>
                    <a:pt x="955" y="149195"/>
                  </a:moveTo>
                  <a:lnTo>
                    <a:pt x="469" y="154474"/>
                  </a:lnTo>
                  <a:lnTo>
                    <a:pt x="150" y="159765"/>
                  </a:lnTo>
                  <a:lnTo>
                    <a:pt x="0" y="165064"/>
                  </a:lnTo>
                  <a:lnTo>
                    <a:pt x="17" y="170365"/>
                  </a:lnTo>
                  <a:lnTo>
                    <a:pt x="202" y="175662"/>
                  </a:lnTo>
                  <a:lnTo>
                    <a:pt x="556" y="180951"/>
                  </a:lnTo>
                  <a:lnTo>
                    <a:pt x="1076" y="186227"/>
                  </a:lnTo>
                  <a:lnTo>
                    <a:pt x="1764" y="191483"/>
                  </a:lnTo>
                  <a:lnTo>
                    <a:pt x="2618" y="196714"/>
                  </a:lnTo>
                  <a:lnTo>
                    <a:pt x="3638" y="201916"/>
                  </a:lnTo>
                  <a:lnTo>
                    <a:pt x="4822" y="207083"/>
                  </a:lnTo>
                  <a:lnTo>
                    <a:pt x="6169" y="212210"/>
                  </a:lnTo>
                  <a:lnTo>
                    <a:pt x="7678" y="217291"/>
                  </a:lnTo>
                  <a:lnTo>
                    <a:pt x="9347" y="222323"/>
                  </a:lnTo>
                  <a:lnTo>
                    <a:pt x="11176" y="227298"/>
                  </a:lnTo>
                  <a:lnTo>
                    <a:pt x="13160" y="232213"/>
                  </a:lnTo>
                  <a:lnTo>
                    <a:pt x="15300" y="237063"/>
                  </a:lnTo>
                  <a:lnTo>
                    <a:pt x="17593" y="241843"/>
                  </a:lnTo>
                  <a:lnTo>
                    <a:pt x="20036" y="246547"/>
                  </a:lnTo>
                  <a:lnTo>
                    <a:pt x="22626" y="251172"/>
                  </a:lnTo>
                  <a:lnTo>
                    <a:pt x="25362" y="255712"/>
                  </a:lnTo>
                  <a:lnTo>
                    <a:pt x="28241" y="260163"/>
                  </a:lnTo>
                  <a:lnTo>
                    <a:pt x="31260" y="264521"/>
                  </a:lnTo>
                  <a:lnTo>
                    <a:pt x="34415" y="268780"/>
                  </a:lnTo>
                  <a:lnTo>
                    <a:pt x="37703" y="272938"/>
                  </a:lnTo>
                  <a:lnTo>
                    <a:pt x="41122" y="276989"/>
                  </a:lnTo>
                  <a:lnTo>
                    <a:pt x="44667" y="280930"/>
                  </a:lnTo>
                  <a:lnTo>
                    <a:pt x="48336" y="284756"/>
                  </a:lnTo>
                  <a:lnTo>
                    <a:pt x="52124" y="288464"/>
                  </a:lnTo>
                  <a:lnTo>
                    <a:pt x="56027" y="292050"/>
                  </a:lnTo>
                  <a:lnTo>
                    <a:pt x="60043" y="295511"/>
                  </a:lnTo>
                  <a:lnTo>
                    <a:pt x="64166" y="298842"/>
                  </a:lnTo>
                  <a:lnTo>
                    <a:pt x="68392" y="302042"/>
                  </a:lnTo>
                  <a:lnTo>
                    <a:pt x="72718" y="305105"/>
                  </a:lnTo>
                  <a:lnTo>
                    <a:pt x="77139" y="308030"/>
                  </a:lnTo>
                  <a:lnTo>
                    <a:pt x="81651" y="310813"/>
                  </a:lnTo>
                  <a:lnTo>
                    <a:pt x="86248" y="313452"/>
                  </a:lnTo>
                  <a:lnTo>
                    <a:pt x="90927" y="315943"/>
                  </a:lnTo>
                  <a:lnTo>
                    <a:pt x="95682" y="318285"/>
                  </a:lnTo>
                  <a:lnTo>
                    <a:pt x="100510" y="320476"/>
                  </a:lnTo>
                  <a:lnTo>
                    <a:pt x="105404" y="322511"/>
                  </a:lnTo>
                  <a:lnTo>
                    <a:pt x="110360" y="324391"/>
                  </a:lnTo>
                  <a:lnTo>
                    <a:pt x="115374" y="326113"/>
                  </a:lnTo>
                  <a:lnTo>
                    <a:pt x="120439" y="327675"/>
                  </a:lnTo>
                  <a:lnTo>
                    <a:pt x="125552" y="329075"/>
                  </a:lnTo>
                  <a:lnTo>
                    <a:pt x="130706" y="330313"/>
                  </a:lnTo>
                  <a:lnTo>
                    <a:pt x="135897" y="331386"/>
                  </a:lnTo>
                  <a:lnTo>
                    <a:pt x="141120" y="332295"/>
                  </a:lnTo>
                  <a:lnTo>
                    <a:pt x="146368" y="333037"/>
                  </a:lnTo>
                  <a:lnTo>
                    <a:pt x="151638" y="333613"/>
                  </a:lnTo>
                  <a:lnTo>
                    <a:pt x="156923" y="334021"/>
                  </a:lnTo>
                  <a:lnTo>
                    <a:pt x="162218" y="334262"/>
                  </a:lnTo>
                  <a:lnTo>
                    <a:pt x="167519" y="334334"/>
                  </a:lnTo>
                  <a:lnTo>
                    <a:pt x="172819" y="334238"/>
                  </a:lnTo>
                  <a:lnTo>
                    <a:pt x="178113" y="333975"/>
                  </a:lnTo>
                  <a:lnTo>
                    <a:pt x="183396" y="333543"/>
                  </a:lnTo>
                  <a:lnTo>
                    <a:pt x="188663" y="332945"/>
                  </a:lnTo>
                  <a:lnTo>
                    <a:pt x="193909" y="332179"/>
                  </a:lnTo>
                  <a:lnTo>
                    <a:pt x="199127" y="331248"/>
                  </a:lnTo>
                  <a:lnTo>
                    <a:pt x="204313" y="330152"/>
                  </a:lnTo>
                  <a:lnTo>
                    <a:pt x="209462" y="328892"/>
                  </a:lnTo>
                  <a:lnTo>
                    <a:pt x="214568" y="327469"/>
                  </a:lnTo>
                  <a:lnTo>
                    <a:pt x="219627" y="325885"/>
                  </a:lnTo>
                  <a:lnTo>
                    <a:pt x="224633" y="324142"/>
                  </a:lnTo>
                  <a:lnTo>
                    <a:pt x="229581" y="322240"/>
                  </a:lnTo>
                  <a:lnTo>
                    <a:pt x="234467" y="320183"/>
                  </a:lnTo>
                  <a:lnTo>
                    <a:pt x="239284" y="317972"/>
                  </a:lnTo>
                  <a:lnTo>
                    <a:pt x="244029" y="315609"/>
                  </a:lnTo>
                  <a:lnTo>
                    <a:pt x="248697" y="313097"/>
                  </a:lnTo>
                  <a:lnTo>
                    <a:pt x="253283" y="310438"/>
                  </a:lnTo>
                  <a:lnTo>
                    <a:pt x="257782" y="307635"/>
                  </a:lnTo>
                  <a:lnTo>
                    <a:pt x="262190" y="304691"/>
                  </a:lnTo>
                  <a:lnTo>
                    <a:pt x="266503" y="301609"/>
                  </a:lnTo>
                  <a:lnTo>
                    <a:pt x="270716" y="298391"/>
                  </a:lnTo>
                  <a:lnTo>
                    <a:pt x="274824" y="295042"/>
                  </a:lnTo>
                  <a:lnTo>
                    <a:pt x="278824" y="291564"/>
                  </a:lnTo>
                  <a:lnTo>
                    <a:pt x="282712" y="287961"/>
                  </a:lnTo>
                  <a:lnTo>
                    <a:pt x="286484" y="284236"/>
                  </a:lnTo>
                  <a:lnTo>
                    <a:pt x="290136" y="280394"/>
                  </a:lnTo>
                  <a:lnTo>
                    <a:pt x="293664" y="276438"/>
                  </a:lnTo>
                  <a:lnTo>
                    <a:pt x="297065" y="272372"/>
                  </a:lnTo>
                  <a:lnTo>
                    <a:pt x="300335" y="268200"/>
                  </a:lnTo>
                  <a:lnTo>
                    <a:pt x="303472" y="263926"/>
                  </a:lnTo>
                  <a:lnTo>
                    <a:pt x="306471" y="259556"/>
                  </a:lnTo>
                  <a:lnTo>
                    <a:pt x="309330" y="255092"/>
                  </a:lnTo>
                  <a:lnTo>
                    <a:pt x="312046" y="250540"/>
                  </a:lnTo>
                  <a:lnTo>
                    <a:pt x="314617" y="245904"/>
                  </a:lnTo>
                  <a:lnTo>
                    <a:pt x="317039" y="241189"/>
                  </a:lnTo>
                  <a:lnTo>
                    <a:pt x="319311" y="236399"/>
                  </a:lnTo>
                  <a:lnTo>
                    <a:pt x="321429" y="231540"/>
                  </a:lnTo>
                  <a:lnTo>
                    <a:pt x="323393" y="226617"/>
                  </a:lnTo>
                  <a:lnTo>
                    <a:pt x="325199" y="221633"/>
                  </a:lnTo>
                  <a:lnTo>
                    <a:pt x="326847" y="216595"/>
                  </a:lnTo>
                  <a:lnTo>
                    <a:pt x="328334" y="211507"/>
                  </a:lnTo>
                  <a:lnTo>
                    <a:pt x="329658" y="206374"/>
                  </a:lnTo>
                  <a:lnTo>
                    <a:pt x="330820" y="201202"/>
                  </a:lnTo>
                  <a:lnTo>
                    <a:pt x="331817" y="195996"/>
                  </a:lnTo>
                  <a:lnTo>
                    <a:pt x="332648" y="190760"/>
                  </a:lnTo>
                  <a:lnTo>
                    <a:pt x="333313" y="185501"/>
                  </a:lnTo>
                  <a:lnTo>
                    <a:pt x="333810" y="180224"/>
                  </a:lnTo>
                  <a:lnTo>
                    <a:pt x="334141" y="174933"/>
                  </a:lnTo>
                  <a:lnTo>
                    <a:pt x="334303" y="169635"/>
                  </a:lnTo>
                  <a:lnTo>
                    <a:pt x="334297" y="164334"/>
                  </a:lnTo>
                  <a:lnTo>
                    <a:pt x="334123" y="159036"/>
                  </a:lnTo>
                  <a:lnTo>
                    <a:pt x="333782" y="153746"/>
                  </a:lnTo>
                  <a:lnTo>
                    <a:pt x="333272" y="148470"/>
                  </a:lnTo>
                  <a:lnTo>
                    <a:pt x="332596" y="143212"/>
                  </a:lnTo>
                  <a:lnTo>
                    <a:pt x="331753" y="137979"/>
                  </a:lnTo>
                  <a:lnTo>
                    <a:pt x="330745" y="132775"/>
                  </a:lnTo>
                  <a:lnTo>
                    <a:pt x="329572" y="127605"/>
                  </a:lnTo>
                  <a:lnTo>
                    <a:pt x="328236" y="122476"/>
                  </a:lnTo>
                  <a:lnTo>
                    <a:pt x="326738" y="117391"/>
                  </a:lnTo>
                  <a:lnTo>
                    <a:pt x="325080" y="112356"/>
                  </a:lnTo>
                  <a:lnTo>
                    <a:pt x="323263" y="107376"/>
                  </a:lnTo>
                  <a:lnTo>
                    <a:pt x="321289" y="102457"/>
                  </a:lnTo>
                  <a:lnTo>
                    <a:pt x="319159" y="97602"/>
                  </a:lnTo>
                  <a:lnTo>
                    <a:pt x="316877" y="92818"/>
                  </a:lnTo>
                  <a:lnTo>
                    <a:pt x="314445" y="88108"/>
                  </a:lnTo>
                  <a:lnTo>
                    <a:pt x="311864" y="83478"/>
                  </a:lnTo>
                  <a:lnTo>
                    <a:pt x="309138" y="78932"/>
                  </a:lnTo>
                  <a:lnTo>
                    <a:pt x="306269" y="74474"/>
                  </a:lnTo>
                  <a:lnTo>
                    <a:pt x="303260" y="70110"/>
                  </a:lnTo>
                  <a:lnTo>
                    <a:pt x="300114" y="65844"/>
                  </a:lnTo>
                  <a:lnTo>
                    <a:pt x="296835" y="61679"/>
                  </a:lnTo>
                  <a:lnTo>
                    <a:pt x="293425" y="57620"/>
                  </a:lnTo>
                  <a:lnTo>
                    <a:pt x="289888" y="53672"/>
                  </a:lnTo>
                  <a:lnTo>
                    <a:pt x="286228" y="49838"/>
                  </a:lnTo>
                  <a:lnTo>
                    <a:pt x="282448" y="46121"/>
                  </a:lnTo>
                  <a:lnTo>
                    <a:pt x="278553" y="42526"/>
                  </a:lnTo>
                  <a:lnTo>
                    <a:pt x="274545" y="39057"/>
                  </a:lnTo>
                  <a:lnTo>
                    <a:pt x="270429" y="35717"/>
                  </a:lnTo>
                  <a:lnTo>
                    <a:pt x="266209" y="32508"/>
                  </a:lnTo>
                  <a:lnTo>
                    <a:pt x="261890" y="29435"/>
                  </a:lnTo>
                  <a:lnTo>
                    <a:pt x="257475" y="26501"/>
                  </a:lnTo>
                  <a:lnTo>
                    <a:pt x="252970" y="23708"/>
                  </a:lnTo>
                  <a:lnTo>
                    <a:pt x="248378" y="21059"/>
                  </a:lnTo>
                  <a:lnTo>
                    <a:pt x="243705" y="18557"/>
                  </a:lnTo>
                  <a:lnTo>
                    <a:pt x="238955" y="16205"/>
                  </a:lnTo>
                  <a:lnTo>
                    <a:pt x="234132" y="14004"/>
                  </a:lnTo>
                  <a:lnTo>
                    <a:pt x="229243" y="11958"/>
                  </a:lnTo>
                  <a:lnTo>
                    <a:pt x="224290" y="10067"/>
                  </a:lnTo>
                  <a:lnTo>
                    <a:pt x="219281" y="8334"/>
                  </a:lnTo>
                  <a:lnTo>
                    <a:pt x="214218" y="6762"/>
                  </a:lnTo>
                  <a:lnTo>
                    <a:pt x="209109" y="5350"/>
                  </a:lnTo>
                  <a:lnTo>
                    <a:pt x="203957" y="4101"/>
                  </a:lnTo>
                  <a:lnTo>
                    <a:pt x="198769" y="3016"/>
                  </a:lnTo>
                  <a:lnTo>
                    <a:pt x="193548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2703" y="5399291"/>
              <a:ext cx="3512" cy="167167"/>
            </a:xfrm>
            <a:custGeom>
              <a:avLst/>
              <a:pathLst>
                <a:path w="3512" h="167167">
                  <a:moveTo>
                    <a:pt x="3512" y="0"/>
                  </a:moveTo>
                  <a:lnTo>
                    <a:pt x="0" y="36"/>
                  </a:lnTo>
                  <a:lnTo>
                    <a:pt x="351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2703" y="539932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2703" y="539932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2703" y="539932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2703" y="539932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2703" y="539932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2703" y="5399328"/>
              <a:ext cx="3512" cy="167130"/>
            </a:xfrm>
            <a:custGeom>
              <a:avLst/>
              <a:pathLst>
                <a:path w="3512" h="167130">
                  <a:moveTo>
                    <a:pt x="0" y="0"/>
                  </a:moveTo>
                  <a:lnTo>
                    <a:pt x="3512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48" y="5399328"/>
              <a:ext cx="334333" cy="334278"/>
            </a:xfrm>
            <a:custGeom>
              <a:avLst/>
              <a:pathLst>
                <a:path w="334333" h="334278">
                  <a:moveTo>
                    <a:pt x="163654" y="0"/>
                  </a:moveTo>
                  <a:lnTo>
                    <a:pt x="158363" y="195"/>
                  </a:lnTo>
                  <a:lnTo>
                    <a:pt x="153081" y="557"/>
                  </a:lnTo>
                  <a:lnTo>
                    <a:pt x="147812" y="1087"/>
                  </a:lnTo>
                  <a:lnTo>
                    <a:pt x="142564" y="1783"/>
                  </a:lnTo>
                  <a:lnTo>
                    <a:pt x="137339" y="2645"/>
                  </a:lnTo>
                  <a:lnTo>
                    <a:pt x="132145" y="3672"/>
                  </a:lnTo>
                  <a:lnTo>
                    <a:pt x="126986" y="4863"/>
                  </a:lnTo>
                  <a:lnTo>
                    <a:pt x="121867" y="6217"/>
                  </a:lnTo>
                  <a:lnTo>
                    <a:pt x="116794" y="7733"/>
                  </a:lnTo>
                  <a:lnTo>
                    <a:pt x="111771" y="9408"/>
                  </a:lnTo>
                  <a:lnTo>
                    <a:pt x="106804" y="11241"/>
                  </a:lnTo>
                  <a:lnTo>
                    <a:pt x="101897" y="13231"/>
                  </a:lnTo>
                  <a:lnTo>
                    <a:pt x="97056" y="15376"/>
                  </a:lnTo>
                  <a:lnTo>
                    <a:pt x="92285" y="17672"/>
                  </a:lnTo>
                  <a:lnTo>
                    <a:pt x="87589" y="20118"/>
                  </a:lnTo>
                  <a:lnTo>
                    <a:pt x="82973" y="22712"/>
                  </a:lnTo>
                  <a:lnTo>
                    <a:pt x="78442" y="25451"/>
                  </a:lnTo>
                  <a:lnTo>
                    <a:pt x="73999" y="28332"/>
                  </a:lnTo>
                  <a:lnTo>
                    <a:pt x="69650" y="31352"/>
                  </a:lnTo>
                  <a:lnTo>
                    <a:pt x="65399" y="34509"/>
                  </a:lnTo>
                  <a:lnTo>
                    <a:pt x="61250" y="37798"/>
                  </a:lnTo>
                  <a:lnTo>
                    <a:pt x="57207" y="41218"/>
                  </a:lnTo>
                  <a:lnTo>
                    <a:pt x="53275" y="44763"/>
                  </a:lnTo>
                  <a:lnTo>
                    <a:pt x="49457" y="48431"/>
                  </a:lnTo>
                  <a:lnTo>
                    <a:pt x="45757" y="52219"/>
                  </a:lnTo>
                  <a:lnTo>
                    <a:pt x="42178" y="56122"/>
                  </a:lnTo>
                  <a:lnTo>
                    <a:pt x="38725" y="60136"/>
                  </a:lnTo>
                  <a:lnTo>
                    <a:pt x="35401" y="64257"/>
                  </a:lnTo>
                  <a:lnTo>
                    <a:pt x="32209" y="68482"/>
                  </a:lnTo>
                  <a:lnTo>
                    <a:pt x="29153" y="72805"/>
                  </a:lnTo>
                  <a:lnTo>
                    <a:pt x="26235" y="77223"/>
                  </a:lnTo>
                  <a:lnTo>
                    <a:pt x="23458" y="81732"/>
                  </a:lnTo>
                  <a:lnTo>
                    <a:pt x="20826" y="86326"/>
                  </a:lnTo>
                  <a:lnTo>
                    <a:pt x="18340" y="91001"/>
                  </a:lnTo>
                  <a:lnTo>
                    <a:pt x="16004" y="95752"/>
                  </a:lnTo>
                  <a:lnTo>
                    <a:pt x="13819" y="100576"/>
                  </a:lnTo>
                  <a:lnTo>
                    <a:pt x="11788" y="105465"/>
                  </a:lnTo>
                  <a:lnTo>
                    <a:pt x="9913" y="110417"/>
                  </a:lnTo>
                  <a:lnTo>
                    <a:pt x="8196" y="115426"/>
                  </a:lnTo>
                  <a:lnTo>
                    <a:pt x="6638" y="120486"/>
                  </a:lnTo>
                  <a:lnTo>
                    <a:pt x="5242" y="125594"/>
                  </a:lnTo>
                  <a:lnTo>
                    <a:pt x="4007" y="130743"/>
                  </a:lnTo>
                  <a:lnTo>
                    <a:pt x="2937" y="135928"/>
                  </a:lnTo>
                  <a:lnTo>
                    <a:pt x="2031" y="141145"/>
                  </a:lnTo>
                  <a:lnTo>
                    <a:pt x="1291" y="146388"/>
                  </a:lnTo>
                  <a:lnTo>
                    <a:pt x="717" y="151651"/>
                  </a:lnTo>
                  <a:lnTo>
                    <a:pt x="311" y="156931"/>
                  </a:lnTo>
                  <a:lnTo>
                    <a:pt x="71" y="162220"/>
                  </a:lnTo>
                  <a:lnTo>
                    <a:pt x="0" y="167514"/>
                  </a:lnTo>
                  <a:lnTo>
                    <a:pt x="96" y="172808"/>
                  </a:lnTo>
                  <a:lnTo>
                    <a:pt x="359" y="178097"/>
                  </a:lnTo>
                  <a:lnTo>
                    <a:pt x="790" y="183374"/>
                  </a:lnTo>
                  <a:lnTo>
                    <a:pt x="1388" y="188635"/>
                  </a:lnTo>
                  <a:lnTo>
                    <a:pt x="2152" y="193874"/>
                  </a:lnTo>
                  <a:lnTo>
                    <a:pt x="3082" y="199087"/>
                  </a:lnTo>
                  <a:lnTo>
                    <a:pt x="4176" y="204267"/>
                  </a:lnTo>
                  <a:lnTo>
                    <a:pt x="5434" y="209411"/>
                  </a:lnTo>
                  <a:lnTo>
                    <a:pt x="6854" y="214511"/>
                  </a:lnTo>
                  <a:lnTo>
                    <a:pt x="8435" y="219565"/>
                  </a:lnTo>
                  <a:lnTo>
                    <a:pt x="10176" y="224565"/>
                  </a:lnTo>
                  <a:lnTo>
                    <a:pt x="12073" y="229508"/>
                  </a:lnTo>
                  <a:lnTo>
                    <a:pt x="14127" y="234389"/>
                  </a:lnTo>
                  <a:lnTo>
                    <a:pt x="16333" y="239202"/>
                  </a:lnTo>
                  <a:lnTo>
                    <a:pt x="18692" y="243943"/>
                  </a:lnTo>
                  <a:lnTo>
                    <a:pt x="21199" y="248606"/>
                  </a:lnTo>
                  <a:lnTo>
                    <a:pt x="23852" y="253188"/>
                  </a:lnTo>
                  <a:lnTo>
                    <a:pt x="26650" y="257684"/>
                  </a:lnTo>
                  <a:lnTo>
                    <a:pt x="29588" y="262088"/>
                  </a:lnTo>
                  <a:lnTo>
                    <a:pt x="32664" y="266398"/>
                  </a:lnTo>
                  <a:lnTo>
                    <a:pt x="35876" y="270608"/>
                  </a:lnTo>
                  <a:lnTo>
                    <a:pt x="39219" y="274714"/>
                  </a:lnTo>
                  <a:lnTo>
                    <a:pt x="42690" y="278712"/>
                  </a:lnTo>
                  <a:lnTo>
                    <a:pt x="46286" y="282598"/>
                  </a:lnTo>
                  <a:lnTo>
                    <a:pt x="50004" y="286369"/>
                  </a:lnTo>
                  <a:lnTo>
                    <a:pt x="53839" y="290019"/>
                  </a:lnTo>
                  <a:lnTo>
                    <a:pt x="57787" y="293547"/>
                  </a:lnTo>
                  <a:lnTo>
                    <a:pt x="61846" y="296947"/>
                  </a:lnTo>
                  <a:lnTo>
                    <a:pt x="66010" y="300218"/>
                  </a:lnTo>
                  <a:lnTo>
                    <a:pt x="70276" y="303355"/>
                  </a:lnTo>
                  <a:lnTo>
                    <a:pt x="74638" y="306355"/>
                  </a:lnTo>
                  <a:lnTo>
                    <a:pt x="79094" y="309215"/>
                  </a:lnTo>
                  <a:lnTo>
                    <a:pt x="83638" y="311933"/>
                  </a:lnTo>
                  <a:lnTo>
                    <a:pt x="88266" y="314506"/>
                  </a:lnTo>
                  <a:lnTo>
                    <a:pt x="92973" y="316931"/>
                  </a:lnTo>
                  <a:lnTo>
                    <a:pt x="97754" y="319205"/>
                  </a:lnTo>
                  <a:lnTo>
                    <a:pt x="102605" y="321327"/>
                  </a:lnTo>
                  <a:lnTo>
                    <a:pt x="107521" y="323295"/>
                  </a:lnTo>
                  <a:lnTo>
                    <a:pt x="112497" y="325105"/>
                  </a:lnTo>
                  <a:lnTo>
                    <a:pt x="117527" y="326757"/>
                  </a:lnTo>
                  <a:lnTo>
                    <a:pt x="122607" y="328249"/>
                  </a:lnTo>
                  <a:lnTo>
                    <a:pt x="127732" y="329580"/>
                  </a:lnTo>
                  <a:lnTo>
                    <a:pt x="132897" y="330747"/>
                  </a:lnTo>
                  <a:lnTo>
                    <a:pt x="138096" y="331750"/>
                  </a:lnTo>
                  <a:lnTo>
                    <a:pt x="143324" y="332588"/>
                  </a:lnTo>
                  <a:lnTo>
                    <a:pt x="148576" y="333261"/>
                  </a:lnTo>
                  <a:lnTo>
                    <a:pt x="153847" y="333766"/>
                  </a:lnTo>
                  <a:lnTo>
                    <a:pt x="159131" y="334104"/>
                  </a:lnTo>
                  <a:lnTo>
                    <a:pt x="164423" y="334275"/>
                  </a:lnTo>
                  <a:lnTo>
                    <a:pt x="169718" y="334278"/>
                  </a:lnTo>
                  <a:lnTo>
                    <a:pt x="175010" y="334113"/>
                  </a:lnTo>
                  <a:lnTo>
                    <a:pt x="180294" y="333781"/>
                  </a:lnTo>
                  <a:lnTo>
                    <a:pt x="185566" y="333282"/>
                  </a:lnTo>
                  <a:lnTo>
                    <a:pt x="190818" y="332616"/>
                  </a:lnTo>
                  <a:lnTo>
                    <a:pt x="196047" y="331784"/>
                  </a:lnTo>
                  <a:lnTo>
                    <a:pt x="201247" y="330787"/>
                  </a:lnTo>
                  <a:lnTo>
                    <a:pt x="206413" y="329625"/>
                  </a:lnTo>
                  <a:lnTo>
                    <a:pt x="211540" y="328301"/>
                  </a:lnTo>
                  <a:lnTo>
                    <a:pt x="216622" y="326814"/>
                  </a:lnTo>
                  <a:lnTo>
                    <a:pt x="221654" y="325168"/>
                  </a:lnTo>
                  <a:lnTo>
                    <a:pt x="226632" y="323363"/>
                  </a:lnTo>
                  <a:lnTo>
                    <a:pt x="231550" y="321402"/>
                  </a:lnTo>
                  <a:lnTo>
                    <a:pt x="236403" y="319285"/>
                  </a:lnTo>
                  <a:lnTo>
                    <a:pt x="241187" y="317016"/>
                  </a:lnTo>
                  <a:lnTo>
                    <a:pt x="245897" y="314597"/>
                  </a:lnTo>
                  <a:lnTo>
                    <a:pt x="250528" y="312029"/>
                  </a:lnTo>
                  <a:lnTo>
                    <a:pt x="255075" y="309317"/>
                  </a:lnTo>
                  <a:lnTo>
                    <a:pt x="259534" y="306461"/>
                  </a:lnTo>
                  <a:lnTo>
                    <a:pt x="263900" y="303466"/>
                  </a:lnTo>
                  <a:lnTo>
                    <a:pt x="268170" y="300334"/>
                  </a:lnTo>
                  <a:lnTo>
                    <a:pt x="272337" y="297069"/>
                  </a:lnTo>
                  <a:lnTo>
                    <a:pt x="276400" y="293673"/>
                  </a:lnTo>
                  <a:lnTo>
                    <a:pt x="280353" y="290150"/>
                  </a:lnTo>
                  <a:lnTo>
                    <a:pt x="284192" y="286504"/>
                  </a:lnTo>
                  <a:lnTo>
                    <a:pt x="287914" y="282737"/>
                  </a:lnTo>
                  <a:lnTo>
                    <a:pt x="291514" y="278855"/>
                  </a:lnTo>
                  <a:lnTo>
                    <a:pt x="294990" y="274861"/>
                  </a:lnTo>
                  <a:lnTo>
                    <a:pt x="298338" y="270759"/>
                  </a:lnTo>
                  <a:lnTo>
                    <a:pt x="301554" y="266553"/>
                  </a:lnTo>
                  <a:lnTo>
                    <a:pt x="304635" y="262247"/>
                  </a:lnTo>
                  <a:lnTo>
                    <a:pt x="307579" y="257846"/>
                  </a:lnTo>
                  <a:lnTo>
                    <a:pt x="310381" y="253353"/>
                  </a:lnTo>
                  <a:lnTo>
                    <a:pt x="313040" y="248774"/>
                  </a:lnTo>
                  <a:lnTo>
                    <a:pt x="315553" y="244114"/>
                  </a:lnTo>
                  <a:lnTo>
                    <a:pt x="317916" y="239376"/>
                  </a:lnTo>
                  <a:lnTo>
                    <a:pt x="320129" y="234565"/>
                  </a:lnTo>
                  <a:lnTo>
                    <a:pt x="322188" y="229687"/>
                  </a:lnTo>
                  <a:lnTo>
                    <a:pt x="324091" y="224746"/>
                  </a:lnTo>
                  <a:lnTo>
                    <a:pt x="325837" y="219748"/>
                  </a:lnTo>
                  <a:lnTo>
                    <a:pt x="327424" y="214696"/>
                  </a:lnTo>
                  <a:lnTo>
                    <a:pt x="328850" y="209597"/>
                  </a:lnTo>
                  <a:lnTo>
                    <a:pt x="330114" y="204455"/>
                  </a:lnTo>
                  <a:lnTo>
                    <a:pt x="331214" y="199276"/>
                  </a:lnTo>
                  <a:lnTo>
                    <a:pt x="332150" y="194064"/>
                  </a:lnTo>
                  <a:lnTo>
                    <a:pt x="332920" y="188826"/>
                  </a:lnTo>
                  <a:lnTo>
                    <a:pt x="333524" y="183566"/>
                  </a:lnTo>
                  <a:lnTo>
                    <a:pt x="333961" y="178289"/>
                  </a:lnTo>
                  <a:lnTo>
                    <a:pt x="334231" y="173001"/>
                  </a:lnTo>
                  <a:lnTo>
                    <a:pt x="334333" y="167707"/>
                  </a:lnTo>
                  <a:lnTo>
                    <a:pt x="334267" y="162413"/>
                  </a:lnTo>
                  <a:lnTo>
                    <a:pt x="334034" y="157123"/>
                  </a:lnTo>
                  <a:lnTo>
                    <a:pt x="333634" y="151843"/>
                  </a:lnTo>
                  <a:lnTo>
                    <a:pt x="333066" y="146579"/>
                  </a:lnTo>
                  <a:lnTo>
                    <a:pt x="332332" y="141335"/>
                  </a:lnTo>
                  <a:lnTo>
                    <a:pt x="331432" y="136117"/>
                  </a:lnTo>
                  <a:lnTo>
                    <a:pt x="330367" y="130931"/>
                  </a:lnTo>
                  <a:lnTo>
                    <a:pt x="329139" y="125780"/>
                  </a:lnTo>
                  <a:lnTo>
                    <a:pt x="327748" y="120671"/>
                  </a:lnTo>
                  <a:lnTo>
                    <a:pt x="326196" y="115609"/>
                  </a:lnTo>
                  <a:lnTo>
                    <a:pt x="324485" y="110598"/>
                  </a:lnTo>
                  <a:lnTo>
                    <a:pt x="322616" y="105645"/>
                  </a:lnTo>
                  <a:lnTo>
                    <a:pt x="320591" y="100752"/>
                  </a:lnTo>
                  <a:lnTo>
                    <a:pt x="318411" y="95927"/>
                  </a:lnTo>
                  <a:lnTo>
                    <a:pt x="316081" y="91172"/>
                  </a:lnTo>
                  <a:lnTo>
                    <a:pt x="313600" y="86494"/>
                  </a:lnTo>
                  <a:lnTo>
                    <a:pt x="310973" y="81897"/>
                  </a:lnTo>
                  <a:lnTo>
                    <a:pt x="308202" y="77386"/>
                  </a:lnTo>
                  <a:lnTo>
                    <a:pt x="305289" y="72964"/>
                  </a:lnTo>
                  <a:lnTo>
                    <a:pt x="302237" y="68637"/>
                  </a:lnTo>
                  <a:lnTo>
                    <a:pt x="299050" y="64409"/>
                  </a:lnTo>
                  <a:lnTo>
                    <a:pt x="295731" y="60284"/>
                  </a:lnTo>
                  <a:lnTo>
                    <a:pt x="292283" y="56266"/>
                  </a:lnTo>
                  <a:lnTo>
                    <a:pt x="288709" y="52359"/>
                  </a:lnTo>
                  <a:lnTo>
                    <a:pt x="285013" y="48567"/>
                  </a:lnTo>
                  <a:lnTo>
                    <a:pt x="281199" y="44895"/>
                  </a:lnTo>
                  <a:lnTo>
                    <a:pt x="277271" y="41344"/>
                  </a:lnTo>
                  <a:lnTo>
                    <a:pt x="273232" y="37921"/>
                  </a:lnTo>
                  <a:lnTo>
                    <a:pt x="269087" y="34626"/>
                  </a:lnTo>
                  <a:lnTo>
                    <a:pt x="264839" y="31465"/>
                  </a:lnTo>
                  <a:lnTo>
                    <a:pt x="260494" y="28440"/>
                  </a:lnTo>
                  <a:lnTo>
                    <a:pt x="256054" y="25554"/>
                  </a:lnTo>
                  <a:lnTo>
                    <a:pt x="251526" y="22810"/>
                  </a:lnTo>
                  <a:lnTo>
                    <a:pt x="246913" y="20210"/>
                  </a:lnTo>
                  <a:lnTo>
                    <a:pt x="242220" y="17758"/>
                  </a:lnTo>
                  <a:lnTo>
                    <a:pt x="237452" y="15456"/>
                  </a:lnTo>
                  <a:lnTo>
                    <a:pt x="232613" y="13307"/>
                  </a:lnTo>
                  <a:lnTo>
                    <a:pt x="227709" y="11311"/>
                  </a:lnTo>
                  <a:lnTo>
                    <a:pt x="222744" y="9472"/>
                  </a:lnTo>
                  <a:lnTo>
                    <a:pt x="217723" y="7791"/>
                  </a:lnTo>
                  <a:lnTo>
                    <a:pt x="212651" y="6270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45484" cy="167167"/>
            </a:xfrm>
            <a:custGeom>
              <a:avLst/>
              <a:pathLst>
                <a:path w="45484" h="167167">
                  <a:moveTo>
                    <a:pt x="45484" y="6306"/>
                  </a:moveTo>
                  <a:lnTo>
                    <a:pt x="39118" y="4641"/>
                  </a:lnTo>
                  <a:lnTo>
                    <a:pt x="32691" y="3227"/>
                  </a:lnTo>
                  <a:lnTo>
                    <a:pt x="26214" y="2068"/>
                  </a:lnTo>
                  <a:lnTo>
                    <a:pt x="19696" y="1164"/>
                  </a:lnTo>
                  <a:lnTo>
                    <a:pt x="13148" y="517"/>
                  </a:lnTo>
                  <a:lnTo>
                    <a:pt x="6579" y="12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70077" y="5399291"/>
              <a:ext cx="53466" cy="167167"/>
            </a:xfrm>
            <a:custGeom>
              <a:avLst/>
              <a:pathLst>
                <a:path w="53466" h="167167">
                  <a:moveTo>
                    <a:pt x="53466" y="0"/>
                  </a:moveTo>
                  <a:lnTo>
                    <a:pt x="47420" y="109"/>
                  </a:lnTo>
                  <a:lnTo>
                    <a:pt x="41383" y="437"/>
                  </a:lnTo>
                  <a:lnTo>
                    <a:pt x="35361" y="983"/>
                  </a:lnTo>
                  <a:lnTo>
                    <a:pt x="29362" y="1746"/>
                  </a:lnTo>
                  <a:lnTo>
                    <a:pt x="23396" y="2726"/>
                  </a:lnTo>
                  <a:lnTo>
                    <a:pt x="17468" y="3921"/>
                  </a:lnTo>
                  <a:lnTo>
                    <a:pt x="11588" y="5330"/>
                  </a:lnTo>
                  <a:lnTo>
                    <a:pt x="5763" y="6950"/>
                  </a:lnTo>
                  <a:lnTo>
                    <a:pt x="0" y="8780"/>
                  </a:lnTo>
                  <a:lnTo>
                    <a:pt x="534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70077" y="5408072"/>
              <a:ext cx="53466" cy="158386"/>
            </a:xfrm>
            <a:custGeom>
              <a:avLst/>
              <a:pathLst>
                <a:path w="53466" h="158386">
                  <a:moveTo>
                    <a:pt x="0" y="0"/>
                  </a:moveTo>
                  <a:lnTo>
                    <a:pt x="53466" y="158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70077" y="5408072"/>
              <a:ext cx="53466" cy="158386"/>
            </a:xfrm>
            <a:custGeom>
              <a:avLst/>
              <a:pathLst>
                <a:path w="53466" h="158386">
                  <a:moveTo>
                    <a:pt x="0" y="0"/>
                  </a:moveTo>
                  <a:lnTo>
                    <a:pt x="53466" y="158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70077" y="5408072"/>
              <a:ext cx="53466" cy="158386"/>
            </a:xfrm>
            <a:custGeom>
              <a:avLst/>
              <a:pathLst>
                <a:path w="53466" h="158386">
                  <a:moveTo>
                    <a:pt x="0" y="0"/>
                  </a:moveTo>
                  <a:lnTo>
                    <a:pt x="53466" y="158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70077" y="5408072"/>
              <a:ext cx="53466" cy="158386"/>
            </a:xfrm>
            <a:custGeom>
              <a:avLst/>
              <a:pathLst>
                <a:path w="53466" h="158386">
                  <a:moveTo>
                    <a:pt x="0" y="0"/>
                  </a:moveTo>
                  <a:lnTo>
                    <a:pt x="53466" y="158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70077" y="5408072"/>
              <a:ext cx="53466" cy="158386"/>
            </a:xfrm>
            <a:custGeom>
              <a:avLst/>
              <a:pathLst>
                <a:path w="53466" h="158386">
                  <a:moveTo>
                    <a:pt x="0" y="0"/>
                  </a:moveTo>
                  <a:lnTo>
                    <a:pt x="53466" y="158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76" y="5408072"/>
              <a:ext cx="182206" cy="325551"/>
            </a:xfrm>
            <a:custGeom>
              <a:avLst/>
              <a:pathLst>
                <a:path w="182206" h="325551">
                  <a:moveTo>
                    <a:pt x="113700" y="0"/>
                  </a:moveTo>
                  <a:lnTo>
                    <a:pt x="108670" y="1787"/>
                  </a:lnTo>
                  <a:lnTo>
                    <a:pt x="103700" y="3735"/>
                  </a:lnTo>
                  <a:lnTo>
                    <a:pt x="98794" y="5840"/>
                  </a:lnTo>
                  <a:lnTo>
                    <a:pt x="93959" y="8101"/>
                  </a:lnTo>
                  <a:lnTo>
                    <a:pt x="89197" y="10516"/>
                  </a:lnTo>
                  <a:lnTo>
                    <a:pt x="84516" y="13080"/>
                  </a:lnTo>
                  <a:lnTo>
                    <a:pt x="79918" y="15794"/>
                  </a:lnTo>
                  <a:lnTo>
                    <a:pt x="75410" y="18652"/>
                  </a:lnTo>
                  <a:lnTo>
                    <a:pt x="70995" y="21653"/>
                  </a:lnTo>
                  <a:lnTo>
                    <a:pt x="66678" y="24794"/>
                  </a:lnTo>
                  <a:lnTo>
                    <a:pt x="62463" y="28070"/>
                  </a:lnTo>
                  <a:lnTo>
                    <a:pt x="58356" y="31480"/>
                  </a:lnTo>
                  <a:lnTo>
                    <a:pt x="54359" y="35019"/>
                  </a:lnTo>
                  <a:lnTo>
                    <a:pt x="50478" y="38684"/>
                  </a:lnTo>
                  <a:lnTo>
                    <a:pt x="46715" y="42471"/>
                  </a:lnTo>
                  <a:lnTo>
                    <a:pt x="43075" y="46376"/>
                  </a:lnTo>
                  <a:lnTo>
                    <a:pt x="39562" y="50395"/>
                  </a:lnTo>
                  <a:lnTo>
                    <a:pt x="36179" y="54525"/>
                  </a:lnTo>
                  <a:lnTo>
                    <a:pt x="32930" y="58760"/>
                  </a:lnTo>
                  <a:lnTo>
                    <a:pt x="29817" y="63097"/>
                  </a:lnTo>
                  <a:lnTo>
                    <a:pt x="26845" y="67531"/>
                  </a:lnTo>
                  <a:lnTo>
                    <a:pt x="24015" y="72058"/>
                  </a:lnTo>
                  <a:lnTo>
                    <a:pt x="21332" y="76673"/>
                  </a:lnTo>
                  <a:lnTo>
                    <a:pt x="18797" y="81371"/>
                  </a:lnTo>
                  <a:lnTo>
                    <a:pt x="16413" y="86148"/>
                  </a:lnTo>
                  <a:lnTo>
                    <a:pt x="14184" y="90998"/>
                  </a:lnTo>
                  <a:lnTo>
                    <a:pt x="12110" y="95917"/>
                  </a:lnTo>
                  <a:lnTo>
                    <a:pt x="10195" y="100900"/>
                  </a:lnTo>
                  <a:lnTo>
                    <a:pt x="8439" y="105942"/>
                  </a:lnTo>
                  <a:lnTo>
                    <a:pt x="6845" y="111037"/>
                  </a:lnTo>
                  <a:lnTo>
                    <a:pt x="5415" y="116180"/>
                  </a:lnTo>
                  <a:lnTo>
                    <a:pt x="4150" y="121366"/>
                  </a:lnTo>
                  <a:lnTo>
                    <a:pt x="3051" y="126590"/>
                  </a:lnTo>
                  <a:lnTo>
                    <a:pt x="2120" y="131846"/>
                  </a:lnTo>
                  <a:lnTo>
                    <a:pt x="1356" y="137130"/>
                  </a:lnTo>
                  <a:lnTo>
                    <a:pt x="762" y="142435"/>
                  </a:lnTo>
                  <a:lnTo>
                    <a:pt x="338" y="147756"/>
                  </a:lnTo>
                  <a:lnTo>
                    <a:pt x="83" y="153089"/>
                  </a:lnTo>
                  <a:lnTo>
                    <a:pt x="0" y="158426"/>
                  </a:lnTo>
                  <a:lnTo>
                    <a:pt x="86" y="163764"/>
                  </a:lnTo>
                  <a:lnTo>
                    <a:pt x="343" y="169096"/>
                  </a:lnTo>
                  <a:lnTo>
                    <a:pt x="770" y="174417"/>
                  </a:lnTo>
                  <a:lnTo>
                    <a:pt x="1367" y="179722"/>
                  </a:lnTo>
                  <a:lnTo>
                    <a:pt x="2133" y="185005"/>
                  </a:lnTo>
                  <a:lnTo>
                    <a:pt x="3067" y="190261"/>
                  </a:lnTo>
                  <a:lnTo>
                    <a:pt x="4168" y="195485"/>
                  </a:lnTo>
                  <a:lnTo>
                    <a:pt x="5436" y="200670"/>
                  </a:lnTo>
                  <a:lnTo>
                    <a:pt x="6868" y="205813"/>
                  </a:lnTo>
                  <a:lnTo>
                    <a:pt x="8464" y="210907"/>
                  </a:lnTo>
                  <a:lnTo>
                    <a:pt x="10222" y="215948"/>
                  </a:lnTo>
                  <a:lnTo>
                    <a:pt x="12140" y="220930"/>
                  </a:lnTo>
                  <a:lnTo>
                    <a:pt x="14216" y="225848"/>
                  </a:lnTo>
                  <a:lnTo>
                    <a:pt x="16448" y="230697"/>
                  </a:lnTo>
                  <a:lnTo>
                    <a:pt x="18834" y="235472"/>
                  </a:lnTo>
                  <a:lnTo>
                    <a:pt x="21371" y="240169"/>
                  </a:lnTo>
                  <a:lnTo>
                    <a:pt x="24057" y="244783"/>
                  </a:lnTo>
                  <a:lnTo>
                    <a:pt x="26888" y="249308"/>
                  </a:lnTo>
                  <a:lnTo>
                    <a:pt x="29863" y="253741"/>
                  </a:lnTo>
                  <a:lnTo>
                    <a:pt x="32978" y="258077"/>
                  </a:lnTo>
                  <a:lnTo>
                    <a:pt x="36229" y="262310"/>
                  </a:lnTo>
                  <a:lnTo>
                    <a:pt x="39614" y="266438"/>
                  </a:lnTo>
                  <a:lnTo>
                    <a:pt x="43130" y="270456"/>
                  </a:lnTo>
                  <a:lnTo>
                    <a:pt x="46771" y="274359"/>
                  </a:lnTo>
                  <a:lnTo>
                    <a:pt x="50536" y="278144"/>
                  </a:lnTo>
                  <a:lnTo>
                    <a:pt x="54419" y="281807"/>
                  </a:lnTo>
                  <a:lnTo>
                    <a:pt x="58417" y="285344"/>
                  </a:lnTo>
                  <a:lnTo>
                    <a:pt x="62526" y="288752"/>
                  </a:lnTo>
                  <a:lnTo>
                    <a:pt x="66742" y="292027"/>
                  </a:lnTo>
                  <a:lnTo>
                    <a:pt x="71061" y="295165"/>
                  </a:lnTo>
                  <a:lnTo>
                    <a:pt x="75477" y="298164"/>
                  </a:lnTo>
                  <a:lnTo>
                    <a:pt x="79987" y="301021"/>
                  </a:lnTo>
                  <a:lnTo>
                    <a:pt x="84586" y="303731"/>
                  </a:lnTo>
                  <a:lnTo>
                    <a:pt x="89269" y="306294"/>
                  </a:lnTo>
                  <a:lnTo>
                    <a:pt x="94031" y="308706"/>
                  </a:lnTo>
                  <a:lnTo>
                    <a:pt x="98868" y="310965"/>
                  </a:lnTo>
                  <a:lnTo>
                    <a:pt x="103775" y="313068"/>
                  </a:lnTo>
                  <a:lnTo>
                    <a:pt x="108746" y="315013"/>
                  </a:lnTo>
                  <a:lnTo>
                    <a:pt x="113777" y="316798"/>
                  </a:lnTo>
                  <a:lnTo>
                    <a:pt x="118862" y="318422"/>
                  </a:lnTo>
                  <a:lnTo>
                    <a:pt x="123997" y="319883"/>
                  </a:lnTo>
                  <a:lnTo>
                    <a:pt x="129175" y="321179"/>
                  </a:lnTo>
                  <a:lnTo>
                    <a:pt x="134393" y="322309"/>
                  </a:lnTo>
                  <a:lnTo>
                    <a:pt x="139644" y="323272"/>
                  </a:lnTo>
                  <a:lnTo>
                    <a:pt x="144922" y="324067"/>
                  </a:lnTo>
                  <a:lnTo>
                    <a:pt x="150224" y="324693"/>
                  </a:lnTo>
                  <a:lnTo>
                    <a:pt x="155543" y="325149"/>
                  </a:lnTo>
                  <a:lnTo>
                    <a:pt x="160873" y="325435"/>
                  </a:lnTo>
                  <a:lnTo>
                    <a:pt x="166210" y="325551"/>
                  </a:lnTo>
                  <a:lnTo>
                    <a:pt x="171548" y="325496"/>
                  </a:lnTo>
                  <a:lnTo>
                    <a:pt x="176882" y="325271"/>
                  </a:lnTo>
                  <a:lnTo>
                    <a:pt x="182206" y="324876"/>
                  </a:lnTo>
                  <a:lnTo>
                    <a:pt x="167167" y="1583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167152" cy="333657"/>
            </a:xfrm>
            <a:custGeom>
              <a:avLst/>
              <a:pathLst>
                <a:path w="167152" h="333657">
                  <a:moveTo>
                    <a:pt x="15038" y="333657"/>
                  </a:moveTo>
                  <a:lnTo>
                    <a:pt x="20322" y="333094"/>
                  </a:lnTo>
                  <a:lnTo>
                    <a:pt x="25585" y="332365"/>
                  </a:lnTo>
                  <a:lnTo>
                    <a:pt x="30822" y="331468"/>
                  </a:lnTo>
                  <a:lnTo>
                    <a:pt x="36028" y="330406"/>
                  </a:lnTo>
                  <a:lnTo>
                    <a:pt x="41198" y="329178"/>
                  </a:lnTo>
                  <a:lnTo>
                    <a:pt x="46326" y="327787"/>
                  </a:lnTo>
                  <a:lnTo>
                    <a:pt x="51408" y="326233"/>
                  </a:lnTo>
                  <a:lnTo>
                    <a:pt x="56437" y="324519"/>
                  </a:lnTo>
                  <a:lnTo>
                    <a:pt x="61409" y="322646"/>
                  </a:lnTo>
                  <a:lnTo>
                    <a:pt x="66320" y="320616"/>
                  </a:lnTo>
                  <a:lnTo>
                    <a:pt x="71163" y="318431"/>
                  </a:lnTo>
                  <a:lnTo>
                    <a:pt x="75934" y="316093"/>
                  </a:lnTo>
                  <a:lnTo>
                    <a:pt x="80629" y="313604"/>
                  </a:lnTo>
                  <a:lnTo>
                    <a:pt x="85242" y="310968"/>
                  </a:lnTo>
                  <a:lnTo>
                    <a:pt x="89769" y="308186"/>
                  </a:lnTo>
                  <a:lnTo>
                    <a:pt x="94206" y="305262"/>
                  </a:lnTo>
                  <a:lnTo>
                    <a:pt x="98547" y="302198"/>
                  </a:lnTo>
                  <a:lnTo>
                    <a:pt x="102788" y="298998"/>
                  </a:lnTo>
                  <a:lnTo>
                    <a:pt x="106926" y="295664"/>
                  </a:lnTo>
                  <a:lnTo>
                    <a:pt x="110956" y="292201"/>
                  </a:lnTo>
                  <a:lnTo>
                    <a:pt x="114874" y="288612"/>
                  </a:lnTo>
                  <a:lnTo>
                    <a:pt x="118675" y="284900"/>
                  </a:lnTo>
                  <a:lnTo>
                    <a:pt x="122357" y="281068"/>
                  </a:lnTo>
                  <a:lnTo>
                    <a:pt x="125915" y="277122"/>
                  </a:lnTo>
                  <a:lnTo>
                    <a:pt x="129346" y="273065"/>
                  </a:lnTo>
                  <a:lnTo>
                    <a:pt x="132646" y="268901"/>
                  </a:lnTo>
                  <a:lnTo>
                    <a:pt x="135813" y="264634"/>
                  </a:lnTo>
                  <a:lnTo>
                    <a:pt x="138842" y="260268"/>
                  </a:lnTo>
                  <a:lnTo>
                    <a:pt x="141730" y="255808"/>
                  </a:lnTo>
                  <a:lnTo>
                    <a:pt x="144476" y="251259"/>
                  </a:lnTo>
                  <a:lnTo>
                    <a:pt x="147075" y="246625"/>
                  </a:lnTo>
                  <a:lnTo>
                    <a:pt x="149526" y="241911"/>
                  </a:lnTo>
                  <a:lnTo>
                    <a:pt x="151826" y="237121"/>
                  </a:lnTo>
                  <a:lnTo>
                    <a:pt x="153973" y="232260"/>
                  </a:lnTo>
                  <a:lnTo>
                    <a:pt x="155964" y="227334"/>
                  </a:lnTo>
                  <a:lnTo>
                    <a:pt x="157797" y="222347"/>
                  </a:lnTo>
                  <a:lnTo>
                    <a:pt x="159471" y="217304"/>
                  </a:lnTo>
                  <a:lnTo>
                    <a:pt x="160984" y="212210"/>
                  </a:lnTo>
                  <a:lnTo>
                    <a:pt x="162334" y="207071"/>
                  </a:lnTo>
                  <a:lnTo>
                    <a:pt x="163521" y="201892"/>
                  </a:lnTo>
                  <a:lnTo>
                    <a:pt x="164542" y="196678"/>
                  </a:lnTo>
                  <a:lnTo>
                    <a:pt x="165396" y="191433"/>
                  </a:lnTo>
                  <a:lnTo>
                    <a:pt x="166084" y="186165"/>
                  </a:lnTo>
                  <a:lnTo>
                    <a:pt x="166604" y="180877"/>
                  </a:lnTo>
                  <a:lnTo>
                    <a:pt x="166955" y="175575"/>
                  </a:lnTo>
                  <a:lnTo>
                    <a:pt x="167138" y="170265"/>
                  </a:lnTo>
                  <a:lnTo>
                    <a:pt x="167152" y="164951"/>
                  </a:lnTo>
                  <a:lnTo>
                    <a:pt x="166997" y="159640"/>
                  </a:lnTo>
                  <a:lnTo>
                    <a:pt x="166674" y="154336"/>
                  </a:lnTo>
                  <a:lnTo>
                    <a:pt x="166182" y="149046"/>
                  </a:lnTo>
                  <a:lnTo>
                    <a:pt x="165522" y="143773"/>
                  </a:lnTo>
                  <a:lnTo>
                    <a:pt x="164695" y="138525"/>
                  </a:lnTo>
                  <a:lnTo>
                    <a:pt x="163701" y="133305"/>
                  </a:lnTo>
                  <a:lnTo>
                    <a:pt x="162543" y="128119"/>
                  </a:lnTo>
                  <a:lnTo>
                    <a:pt x="161219" y="122973"/>
                  </a:lnTo>
                  <a:lnTo>
                    <a:pt x="159734" y="117872"/>
                  </a:lnTo>
                  <a:lnTo>
                    <a:pt x="158086" y="112820"/>
                  </a:lnTo>
                  <a:lnTo>
                    <a:pt x="156279" y="107824"/>
                  </a:lnTo>
                  <a:lnTo>
                    <a:pt x="154314" y="102887"/>
                  </a:lnTo>
                  <a:lnTo>
                    <a:pt x="152193" y="98015"/>
                  </a:lnTo>
                  <a:lnTo>
                    <a:pt x="149919" y="93213"/>
                  </a:lnTo>
                  <a:lnTo>
                    <a:pt x="147493" y="88486"/>
                  </a:lnTo>
                  <a:lnTo>
                    <a:pt x="144918" y="83838"/>
                  </a:lnTo>
                  <a:lnTo>
                    <a:pt x="142196" y="79274"/>
                  </a:lnTo>
                  <a:lnTo>
                    <a:pt x="139331" y="74800"/>
                  </a:lnTo>
                  <a:lnTo>
                    <a:pt x="136325" y="70418"/>
                  </a:lnTo>
                  <a:lnTo>
                    <a:pt x="133181" y="66134"/>
                  </a:lnTo>
                  <a:lnTo>
                    <a:pt x="129903" y="61953"/>
                  </a:lnTo>
                  <a:lnTo>
                    <a:pt x="126494" y="57877"/>
                  </a:lnTo>
                  <a:lnTo>
                    <a:pt x="122956" y="53913"/>
                  </a:lnTo>
                  <a:lnTo>
                    <a:pt x="119295" y="50062"/>
                  </a:lnTo>
                  <a:lnTo>
                    <a:pt x="115513" y="46330"/>
                  </a:lnTo>
                  <a:lnTo>
                    <a:pt x="111614" y="42720"/>
                  </a:lnTo>
                  <a:lnTo>
                    <a:pt x="107603" y="39235"/>
                  </a:lnTo>
                  <a:lnTo>
                    <a:pt x="103483" y="35880"/>
                  </a:lnTo>
                  <a:lnTo>
                    <a:pt x="99258" y="32658"/>
                  </a:lnTo>
                  <a:lnTo>
                    <a:pt x="94933" y="29571"/>
                  </a:lnTo>
                  <a:lnTo>
                    <a:pt x="90512" y="26623"/>
                  </a:lnTo>
                  <a:lnTo>
                    <a:pt x="86000" y="23818"/>
                  </a:lnTo>
                  <a:lnTo>
                    <a:pt x="81400" y="21157"/>
                  </a:lnTo>
                  <a:lnTo>
                    <a:pt x="76719" y="18644"/>
                  </a:lnTo>
                  <a:lnTo>
                    <a:pt x="71960" y="16281"/>
                  </a:lnTo>
                  <a:lnTo>
                    <a:pt x="67128" y="14070"/>
                  </a:lnTo>
                  <a:lnTo>
                    <a:pt x="62229" y="12014"/>
                  </a:lnTo>
                  <a:lnTo>
                    <a:pt x="57266" y="10114"/>
                  </a:lnTo>
                  <a:lnTo>
                    <a:pt x="52246" y="8374"/>
                  </a:lnTo>
                  <a:lnTo>
                    <a:pt x="47173" y="6794"/>
                  </a:lnTo>
                  <a:lnTo>
                    <a:pt x="42052" y="5375"/>
                  </a:lnTo>
                  <a:lnTo>
                    <a:pt x="36889" y="4121"/>
                  </a:lnTo>
                  <a:lnTo>
                    <a:pt x="31689" y="3031"/>
                  </a:lnTo>
                  <a:lnTo>
                    <a:pt x="26456" y="2106"/>
                  </a:lnTo>
                  <a:lnTo>
                    <a:pt x="21197" y="1349"/>
                  </a:lnTo>
                  <a:lnTo>
                    <a:pt x="15916" y="759"/>
                  </a:lnTo>
                  <a:lnTo>
                    <a:pt x="10620" y="337"/>
                  </a:lnTo>
                  <a:lnTo>
                    <a:pt x="531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9255" y="5269756"/>
              <a:ext cx="16003" cy="167167"/>
            </a:xfrm>
            <a:custGeom>
              <a:avLst/>
              <a:pathLst>
                <a:path w="16003" h="167167">
                  <a:moveTo>
                    <a:pt x="16003" y="0"/>
                  </a:moveTo>
                  <a:lnTo>
                    <a:pt x="7992" y="192"/>
                  </a:lnTo>
                  <a:lnTo>
                    <a:pt x="0" y="767"/>
                  </a:lnTo>
                  <a:lnTo>
                    <a:pt x="1600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9255" y="5270524"/>
              <a:ext cx="16003" cy="166399"/>
            </a:xfrm>
            <a:custGeom>
              <a:avLst/>
              <a:pathLst>
                <a:path w="16003" h="166399">
                  <a:moveTo>
                    <a:pt x="0" y="0"/>
                  </a:moveTo>
                  <a:lnTo>
                    <a:pt x="16003" y="16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9255" y="5270524"/>
              <a:ext cx="16003" cy="166399"/>
            </a:xfrm>
            <a:custGeom>
              <a:avLst/>
              <a:pathLst>
                <a:path w="16003" h="166399">
                  <a:moveTo>
                    <a:pt x="0" y="0"/>
                  </a:moveTo>
                  <a:lnTo>
                    <a:pt x="16003" y="1663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9255" y="5270524"/>
              <a:ext cx="16003" cy="166399"/>
            </a:xfrm>
            <a:custGeom>
              <a:avLst/>
              <a:pathLst>
                <a:path w="16003" h="166399">
                  <a:moveTo>
                    <a:pt x="0" y="0"/>
                  </a:moveTo>
                  <a:lnTo>
                    <a:pt x="16003" y="1663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9255" y="5270524"/>
              <a:ext cx="16003" cy="166399"/>
            </a:xfrm>
            <a:custGeom>
              <a:avLst/>
              <a:pathLst>
                <a:path w="16003" h="166399">
                  <a:moveTo>
                    <a:pt x="0" y="0"/>
                  </a:moveTo>
                  <a:lnTo>
                    <a:pt x="16003" y="1663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96583" y="5270524"/>
              <a:ext cx="148675" cy="166399"/>
            </a:xfrm>
            <a:custGeom>
              <a:avLst/>
              <a:pathLst>
                <a:path w="148675" h="166399">
                  <a:moveTo>
                    <a:pt x="132671" y="0"/>
                  </a:moveTo>
                  <a:lnTo>
                    <a:pt x="127134" y="625"/>
                  </a:lnTo>
                  <a:lnTo>
                    <a:pt x="121620" y="1435"/>
                  </a:lnTo>
                  <a:lnTo>
                    <a:pt x="116137" y="2429"/>
                  </a:lnTo>
                  <a:lnTo>
                    <a:pt x="110690" y="3604"/>
                  </a:lnTo>
                  <a:lnTo>
                    <a:pt x="105285" y="4961"/>
                  </a:lnTo>
                  <a:lnTo>
                    <a:pt x="99928" y="6497"/>
                  </a:lnTo>
                  <a:lnTo>
                    <a:pt x="94626" y="8210"/>
                  </a:lnTo>
                  <a:lnTo>
                    <a:pt x="89383" y="10100"/>
                  </a:lnTo>
                  <a:lnTo>
                    <a:pt x="84207" y="12163"/>
                  </a:lnTo>
                  <a:lnTo>
                    <a:pt x="79102" y="14397"/>
                  </a:lnTo>
                  <a:lnTo>
                    <a:pt x="74074" y="16801"/>
                  </a:lnTo>
                  <a:lnTo>
                    <a:pt x="69129" y="19370"/>
                  </a:lnTo>
                  <a:lnTo>
                    <a:pt x="64273" y="22103"/>
                  </a:lnTo>
                  <a:lnTo>
                    <a:pt x="59510" y="24997"/>
                  </a:lnTo>
                  <a:lnTo>
                    <a:pt x="54847" y="28047"/>
                  </a:lnTo>
                  <a:lnTo>
                    <a:pt x="50288" y="31251"/>
                  </a:lnTo>
                  <a:lnTo>
                    <a:pt x="45838" y="34606"/>
                  </a:lnTo>
                  <a:lnTo>
                    <a:pt x="41502" y="38106"/>
                  </a:lnTo>
                  <a:lnTo>
                    <a:pt x="37286" y="41750"/>
                  </a:lnTo>
                  <a:lnTo>
                    <a:pt x="33193" y="45532"/>
                  </a:lnTo>
                  <a:lnTo>
                    <a:pt x="29228" y="49448"/>
                  </a:lnTo>
                  <a:lnTo>
                    <a:pt x="25397" y="53494"/>
                  </a:lnTo>
                  <a:lnTo>
                    <a:pt x="21702" y="57666"/>
                  </a:lnTo>
                  <a:lnTo>
                    <a:pt x="18148" y="61958"/>
                  </a:lnTo>
                  <a:lnTo>
                    <a:pt x="14740" y="66367"/>
                  </a:lnTo>
                  <a:lnTo>
                    <a:pt x="11480" y="70887"/>
                  </a:lnTo>
                  <a:lnTo>
                    <a:pt x="8373" y="75512"/>
                  </a:lnTo>
                  <a:lnTo>
                    <a:pt x="5422" y="80239"/>
                  </a:lnTo>
                  <a:lnTo>
                    <a:pt x="2629" y="85062"/>
                  </a:lnTo>
                  <a:lnTo>
                    <a:pt x="0" y="89975"/>
                  </a:lnTo>
                  <a:lnTo>
                    <a:pt x="148675" y="16639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091" y="5269756"/>
              <a:ext cx="334325" cy="334326"/>
            </a:xfrm>
            <a:custGeom>
              <a:avLst/>
              <a:pathLst>
                <a:path w="334325" h="334326">
                  <a:moveTo>
                    <a:pt x="18492" y="90743"/>
                  </a:moveTo>
                  <a:lnTo>
                    <a:pt x="16149" y="95483"/>
                  </a:lnTo>
                  <a:lnTo>
                    <a:pt x="13958" y="100294"/>
                  </a:lnTo>
                  <a:lnTo>
                    <a:pt x="11920" y="105173"/>
                  </a:lnTo>
                  <a:lnTo>
                    <a:pt x="10037" y="110113"/>
                  </a:lnTo>
                  <a:lnTo>
                    <a:pt x="8311" y="115111"/>
                  </a:lnTo>
                  <a:lnTo>
                    <a:pt x="6745" y="120161"/>
                  </a:lnTo>
                  <a:lnTo>
                    <a:pt x="5338" y="125257"/>
                  </a:lnTo>
                  <a:lnTo>
                    <a:pt x="4094" y="130396"/>
                  </a:lnTo>
                  <a:lnTo>
                    <a:pt x="3013" y="135571"/>
                  </a:lnTo>
                  <a:lnTo>
                    <a:pt x="2095" y="140778"/>
                  </a:lnTo>
                  <a:lnTo>
                    <a:pt x="1343" y="146012"/>
                  </a:lnTo>
                  <a:lnTo>
                    <a:pt x="757" y="151266"/>
                  </a:lnTo>
                  <a:lnTo>
                    <a:pt x="338" y="156537"/>
                  </a:lnTo>
                  <a:lnTo>
                    <a:pt x="85" y="161818"/>
                  </a:lnTo>
                  <a:lnTo>
                    <a:pt x="0" y="167104"/>
                  </a:lnTo>
                  <a:lnTo>
                    <a:pt x="81" y="172391"/>
                  </a:lnTo>
                  <a:lnTo>
                    <a:pt x="330" y="177672"/>
                  </a:lnTo>
                  <a:lnTo>
                    <a:pt x="746" y="182943"/>
                  </a:lnTo>
                  <a:lnTo>
                    <a:pt x="1328" y="188198"/>
                  </a:lnTo>
                  <a:lnTo>
                    <a:pt x="2076" y="193432"/>
                  </a:lnTo>
                  <a:lnTo>
                    <a:pt x="2989" y="198640"/>
                  </a:lnTo>
                  <a:lnTo>
                    <a:pt x="4066" y="203816"/>
                  </a:lnTo>
                  <a:lnTo>
                    <a:pt x="5307" y="208956"/>
                  </a:lnTo>
                  <a:lnTo>
                    <a:pt x="6709" y="214053"/>
                  </a:lnTo>
                  <a:lnTo>
                    <a:pt x="8272" y="219104"/>
                  </a:lnTo>
                  <a:lnTo>
                    <a:pt x="9994" y="224103"/>
                  </a:lnTo>
                  <a:lnTo>
                    <a:pt x="11873" y="229045"/>
                  </a:lnTo>
                  <a:lnTo>
                    <a:pt x="13908" y="233925"/>
                  </a:lnTo>
                  <a:lnTo>
                    <a:pt x="16096" y="238738"/>
                  </a:lnTo>
                  <a:lnTo>
                    <a:pt x="18435" y="243480"/>
                  </a:lnTo>
                  <a:lnTo>
                    <a:pt x="20922" y="248145"/>
                  </a:lnTo>
                  <a:lnTo>
                    <a:pt x="23556" y="252730"/>
                  </a:lnTo>
                  <a:lnTo>
                    <a:pt x="26334" y="257228"/>
                  </a:lnTo>
                  <a:lnTo>
                    <a:pt x="29253" y="261637"/>
                  </a:lnTo>
                  <a:lnTo>
                    <a:pt x="32309" y="265951"/>
                  </a:lnTo>
                  <a:lnTo>
                    <a:pt x="35501" y="270167"/>
                  </a:lnTo>
                  <a:lnTo>
                    <a:pt x="38824" y="274279"/>
                  </a:lnTo>
                  <a:lnTo>
                    <a:pt x="42275" y="278284"/>
                  </a:lnTo>
                  <a:lnTo>
                    <a:pt x="45852" y="282178"/>
                  </a:lnTo>
                  <a:lnTo>
                    <a:pt x="49549" y="285957"/>
                  </a:lnTo>
                  <a:lnTo>
                    <a:pt x="53365" y="289617"/>
                  </a:lnTo>
                  <a:lnTo>
                    <a:pt x="57294" y="293155"/>
                  </a:lnTo>
                  <a:lnTo>
                    <a:pt x="61333" y="296566"/>
                  </a:lnTo>
                  <a:lnTo>
                    <a:pt x="65478" y="299849"/>
                  </a:lnTo>
                  <a:lnTo>
                    <a:pt x="69725" y="302998"/>
                  </a:lnTo>
                  <a:lnTo>
                    <a:pt x="74069" y="306012"/>
                  </a:lnTo>
                  <a:lnTo>
                    <a:pt x="78507" y="308886"/>
                  </a:lnTo>
                  <a:lnTo>
                    <a:pt x="83033" y="311619"/>
                  </a:lnTo>
                  <a:lnTo>
                    <a:pt x="87643" y="314207"/>
                  </a:lnTo>
                  <a:lnTo>
                    <a:pt x="92333" y="316649"/>
                  </a:lnTo>
                  <a:lnTo>
                    <a:pt x="97098" y="318941"/>
                  </a:lnTo>
                  <a:lnTo>
                    <a:pt x="101932" y="321081"/>
                  </a:lnTo>
                  <a:lnTo>
                    <a:pt x="106832" y="323067"/>
                  </a:lnTo>
                  <a:lnTo>
                    <a:pt x="111793" y="324897"/>
                  </a:lnTo>
                  <a:lnTo>
                    <a:pt x="116808" y="326569"/>
                  </a:lnTo>
                  <a:lnTo>
                    <a:pt x="121875" y="328082"/>
                  </a:lnTo>
                  <a:lnTo>
                    <a:pt x="126986" y="329434"/>
                  </a:lnTo>
                  <a:lnTo>
                    <a:pt x="132138" y="330623"/>
                  </a:lnTo>
                  <a:lnTo>
                    <a:pt x="137324" y="331649"/>
                  </a:lnTo>
                  <a:lnTo>
                    <a:pt x="142541" y="332511"/>
                  </a:lnTo>
                  <a:lnTo>
                    <a:pt x="147782" y="333207"/>
                  </a:lnTo>
                  <a:lnTo>
                    <a:pt x="153042" y="333737"/>
                  </a:lnTo>
                  <a:lnTo>
                    <a:pt x="158317" y="334100"/>
                  </a:lnTo>
                  <a:lnTo>
                    <a:pt x="163601" y="334296"/>
                  </a:lnTo>
                  <a:lnTo>
                    <a:pt x="168888" y="334326"/>
                  </a:lnTo>
                  <a:lnTo>
                    <a:pt x="174173" y="334188"/>
                  </a:lnTo>
                  <a:lnTo>
                    <a:pt x="179451" y="333882"/>
                  </a:lnTo>
                  <a:lnTo>
                    <a:pt x="184717" y="333411"/>
                  </a:lnTo>
                  <a:lnTo>
                    <a:pt x="189966" y="332772"/>
                  </a:lnTo>
                  <a:lnTo>
                    <a:pt x="195192" y="331969"/>
                  </a:lnTo>
                  <a:lnTo>
                    <a:pt x="200389" y="331000"/>
                  </a:lnTo>
                  <a:lnTo>
                    <a:pt x="205554" y="329867"/>
                  </a:lnTo>
                  <a:lnTo>
                    <a:pt x="210680" y="328572"/>
                  </a:lnTo>
                  <a:lnTo>
                    <a:pt x="215762" y="327115"/>
                  </a:lnTo>
                  <a:lnTo>
                    <a:pt x="220796" y="325498"/>
                  </a:lnTo>
                  <a:lnTo>
                    <a:pt x="225776" y="323723"/>
                  </a:lnTo>
                  <a:lnTo>
                    <a:pt x="230698" y="321791"/>
                  </a:lnTo>
                  <a:lnTo>
                    <a:pt x="235556" y="319705"/>
                  </a:lnTo>
                  <a:lnTo>
                    <a:pt x="240346" y="317466"/>
                  </a:lnTo>
                  <a:lnTo>
                    <a:pt x="245062" y="315077"/>
                  </a:lnTo>
                  <a:lnTo>
                    <a:pt x="249701" y="312539"/>
                  </a:lnTo>
                  <a:lnTo>
                    <a:pt x="254257" y="309856"/>
                  </a:lnTo>
                  <a:lnTo>
                    <a:pt x="258726" y="307031"/>
                  </a:lnTo>
                  <a:lnTo>
                    <a:pt x="263103" y="304066"/>
                  </a:lnTo>
                  <a:lnTo>
                    <a:pt x="267384" y="300963"/>
                  </a:lnTo>
                  <a:lnTo>
                    <a:pt x="271565" y="297727"/>
                  </a:lnTo>
                  <a:lnTo>
                    <a:pt x="275642" y="294360"/>
                  </a:lnTo>
                  <a:lnTo>
                    <a:pt x="279610" y="290866"/>
                  </a:lnTo>
                  <a:lnTo>
                    <a:pt x="283466" y="287248"/>
                  </a:lnTo>
                  <a:lnTo>
                    <a:pt x="287205" y="283511"/>
                  </a:lnTo>
                  <a:lnTo>
                    <a:pt x="290824" y="279656"/>
                  </a:lnTo>
                  <a:lnTo>
                    <a:pt x="294320" y="275689"/>
                  </a:lnTo>
                  <a:lnTo>
                    <a:pt x="297688" y="271614"/>
                  </a:lnTo>
                  <a:lnTo>
                    <a:pt x="300926" y="267434"/>
                  </a:lnTo>
                  <a:lnTo>
                    <a:pt x="304030" y="263154"/>
                  </a:lnTo>
                  <a:lnTo>
                    <a:pt x="306997" y="258778"/>
                  </a:lnTo>
                  <a:lnTo>
                    <a:pt x="309824" y="254310"/>
                  </a:lnTo>
                  <a:lnTo>
                    <a:pt x="312508" y="249755"/>
                  </a:lnTo>
                  <a:lnTo>
                    <a:pt x="315047" y="245118"/>
                  </a:lnTo>
                  <a:lnTo>
                    <a:pt x="317439" y="240402"/>
                  </a:lnTo>
                  <a:lnTo>
                    <a:pt x="319679" y="235613"/>
                  </a:lnTo>
                  <a:lnTo>
                    <a:pt x="321768" y="230756"/>
                  </a:lnTo>
                  <a:lnTo>
                    <a:pt x="323701" y="225835"/>
                  </a:lnTo>
                  <a:lnTo>
                    <a:pt x="325478" y="220855"/>
                  </a:lnTo>
                  <a:lnTo>
                    <a:pt x="327097" y="215822"/>
                  </a:lnTo>
                  <a:lnTo>
                    <a:pt x="328556" y="210740"/>
                  </a:lnTo>
                  <a:lnTo>
                    <a:pt x="329853" y="205615"/>
                  </a:lnTo>
                  <a:lnTo>
                    <a:pt x="330987" y="200451"/>
                  </a:lnTo>
                  <a:lnTo>
                    <a:pt x="331958" y="195253"/>
                  </a:lnTo>
                  <a:lnTo>
                    <a:pt x="332764" y="190028"/>
                  </a:lnTo>
                  <a:lnTo>
                    <a:pt x="333404" y="184780"/>
                  </a:lnTo>
                  <a:lnTo>
                    <a:pt x="333878" y="179514"/>
                  </a:lnTo>
                  <a:lnTo>
                    <a:pt x="334185" y="174236"/>
                  </a:lnTo>
                  <a:lnTo>
                    <a:pt x="334325" y="168950"/>
                  </a:lnTo>
                  <a:lnTo>
                    <a:pt x="334298" y="163663"/>
                  </a:lnTo>
                  <a:lnTo>
                    <a:pt x="334103" y="158380"/>
                  </a:lnTo>
                  <a:lnTo>
                    <a:pt x="333742" y="153105"/>
                  </a:lnTo>
                  <a:lnTo>
                    <a:pt x="333214" y="147844"/>
                  </a:lnTo>
                  <a:lnTo>
                    <a:pt x="332520" y="142603"/>
                  </a:lnTo>
                  <a:lnTo>
                    <a:pt x="331660" y="137386"/>
                  </a:lnTo>
                  <a:lnTo>
                    <a:pt x="330636" y="132199"/>
                  </a:lnTo>
                  <a:lnTo>
                    <a:pt x="329449" y="127047"/>
                  </a:lnTo>
                  <a:lnTo>
                    <a:pt x="328099" y="121935"/>
                  </a:lnTo>
                  <a:lnTo>
                    <a:pt x="326588" y="116868"/>
                  </a:lnTo>
                  <a:lnTo>
                    <a:pt x="324917" y="111852"/>
                  </a:lnTo>
                  <a:lnTo>
                    <a:pt x="323089" y="106891"/>
                  </a:lnTo>
                  <a:lnTo>
                    <a:pt x="321105" y="101990"/>
                  </a:lnTo>
                  <a:lnTo>
                    <a:pt x="318967" y="97154"/>
                  </a:lnTo>
                  <a:lnTo>
                    <a:pt x="316677" y="92389"/>
                  </a:lnTo>
                  <a:lnTo>
                    <a:pt x="314237" y="87698"/>
                  </a:lnTo>
                  <a:lnTo>
                    <a:pt x="311651" y="83087"/>
                  </a:lnTo>
                  <a:lnTo>
                    <a:pt x="308919" y="78560"/>
                  </a:lnTo>
                  <a:lnTo>
                    <a:pt x="306046" y="74121"/>
                  </a:lnTo>
                  <a:lnTo>
                    <a:pt x="303034" y="69776"/>
                  </a:lnTo>
                  <a:lnTo>
                    <a:pt x="299887" y="65528"/>
                  </a:lnTo>
                  <a:lnTo>
                    <a:pt x="296606" y="61382"/>
                  </a:lnTo>
                  <a:lnTo>
                    <a:pt x="293196" y="57341"/>
                  </a:lnTo>
                  <a:lnTo>
                    <a:pt x="289660" y="53411"/>
                  </a:lnTo>
                  <a:lnTo>
                    <a:pt x="286001" y="49594"/>
                  </a:lnTo>
                  <a:lnTo>
                    <a:pt x="282223" y="45895"/>
                  </a:lnTo>
                  <a:lnTo>
                    <a:pt x="278331" y="42317"/>
                  </a:lnTo>
                  <a:lnTo>
                    <a:pt x="274327" y="38864"/>
                  </a:lnTo>
                  <a:lnTo>
                    <a:pt x="270216" y="35539"/>
                  </a:lnTo>
                  <a:lnTo>
                    <a:pt x="266002" y="32346"/>
                  </a:lnTo>
                  <a:lnTo>
                    <a:pt x="261689" y="29288"/>
                  </a:lnTo>
                  <a:lnTo>
                    <a:pt x="257281" y="26368"/>
                  </a:lnTo>
                  <a:lnTo>
                    <a:pt x="252783" y="23588"/>
                  </a:lnTo>
                  <a:lnTo>
                    <a:pt x="248200" y="20953"/>
                  </a:lnTo>
                  <a:lnTo>
                    <a:pt x="243536" y="18463"/>
                  </a:lnTo>
                  <a:lnTo>
                    <a:pt x="238795" y="16123"/>
                  </a:lnTo>
                  <a:lnTo>
                    <a:pt x="233982" y="13933"/>
                  </a:lnTo>
                  <a:lnTo>
                    <a:pt x="229103" y="11897"/>
                  </a:lnTo>
                  <a:lnTo>
                    <a:pt x="224162" y="10016"/>
                  </a:lnTo>
                  <a:lnTo>
                    <a:pt x="219164" y="8292"/>
                  </a:lnTo>
                  <a:lnTo>
                    <a:pt x="214113" y="6727"/>
                  </a:lnTo>
                  <a:lnTo>
                    <a:pt x="209016" y="5323"/>
                  </a:lnTo>
                  <a:lnTo>
                    <a:pt x="203877" y="4080"/>
                  </a:lnTo>
                  <a:lnTo>
                    <a:pt x="198701" y="3001"/>
                  </a:lnTo>
                  <a:lnTo>
                    <a:pt x="193494" y="2086"/>
                  </a:lnTo>
                  <a:lnTo>
                    <a:pt x="188260" y="1336"/>
                  </a:lnTo>
                  <a:lnTo>
                    <a:pt x="183005" y="751"/>
                  </a:lnTo>
                  <a:lnTo>
                    <a:pt x="177735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91639" y="5018213"/>
              <a:ext cx="29399" cy="167167"/>
            </a:xfrm>
            <a:custGeom>
              <a:avLst/>
              <a:pathLst>
                <a:path w="29399" h="167167">
                  <a:moveTo>
                    <a:pt x="29399" y="0"/>
                  </a:moveTo>
                  <a:lnTo>
                    <a:pt x="22013" y="163"/>
                  </a:lnTo>
                  <a:lnTo>
                    <a:pt x="14642" y="652"/>
                  </a:lnTo>
                  <a:lnTo>
                    <a:pt x="7299" y="1467"/>
                  </a:lnTo>
                  <a:lnTo>
                    <a:pt x="0" y="2605"/>
                  </a:lnTo>
                  <a:lnTo>
                    <a:pt x="2939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91639" y="5020818"/>
              <a:ext cx="29399" cy="164561"/>
            </a:xfrm>
            <a:custGeom>
              <a:avLst/>
              <a:pathLst>
                <a:path w="29399" h="164561">
                  <a:moveTo>
                    <a:pt x="0" y="0"/>
                  </a:moveTo>
                  <a:lnTo>
                    <a:pt x="29399" y="1645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91639" y="5020818"/>
              <a:ext cx="29399" cy="164561"/>
            </a:xfrm>
            <a:custGeom>
              <a:avLst/>
              <a:pathLst>
                <a:path w="29399" h="164561">
                  <a:moveTo>
                    <a:pt x="0" y="0"/>
                  </a:moveTo>
                  <a:lnTo>
                    <a:pt x="29399" y="1645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91639" y="5020818"/>
              <a:ext cx="29399" cy="164561"/>
            </a:xfrm>
            <a:custGeom>
              <a:avLst/>
              <a:pathLst>
                <a:path w="29399" h="164561">
                  <a:moveTo>
                    <a:pt x="0" y="0"/>
                  </a:moveTo>
                  <a:lnTo>
                    <a:pt x="29399" y="1645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80" y="5020818"/>
              <a:ext cx="167159" cy="194994"/>
            </a:xfrm>
            <a:custGeom>
              <a:avLst/>
              <a:pathLst>
                <a:path w="167159" h="194994">
                  <a:moveTo>
                    <a:pt x="137759" y="0"/>
                  </a:moveTo>
                  <a:lnTo>
                    <a:pt x="132479" y="1031"/>
                  </a:lnTo>
                  <a:lnTo>
                    <a:pt x="127234" y="2231"/>
                  </a:lnTo>
                  <a:lnTo>
                    <a:pt x="122031" y="3600"/>
                  </a:lnTo>
                  <a:lnTo>
                    <a:pt x="116875" y="5136"/>
                  </a:lnTo>
                  <a:lnTo>
                    <a:pt x="111771" y="6836"/>
                  </a:lnTo>
                  <a:lnTo>
                    <a:pt x="106724" y="8701"/>
                  </a:lnTo>
                  <a:lnTo>
                    <a:pt x="101740" y="10726"/>
                  </a:lnTo>
                  <a:lnTo>
                    <a:pt x="96823" y="12911"/>
                  </a:lnTo>
                  <a:lnTo>
                    <a:pt x="91980" y="15253"/>
                  </a:lnTo>
                  <a:lnTo>
                    <a:pt x="87214" y="17749"/>
                  </a:lnTo>
                  <a:lnTo>
                    <a:pt x="82531" y="20398"/>
                  </a:lnTo>
                  <a:lnTo>
                    <a:pt x="77936" y="23196"/>
                  </a:lnTo>
                  <a:lnTo>
                    <a:pt x="73433" y="26140"/>
                  </a:lnTo>
                  <a:lnTo>
                    <a:pt x="69027" y="29228"/>
                  </a:lnTo>
                  <a:lnTo>
                    <a:pt x="64723" y="32456"/>
                  </a:lnTo>
                  <a:lnTo>
                    <a:pt x="60525" y="35821"/>
                  </a:lnTo>
                  <a:lnTo>
                    <a:pt x="56437" y="39319"/>
                  </a:lnTo>
                  <a:lnTo>
                    <a:pt x="52464" y="42947"/>
                  </a:lnTo>
                  <a:lnTo>
                    <a:pt x="48610" y="46700"/>
                  </a:lnTo>
                  <a:lnTo>
                    <a:pt x="44879" y="50576"/>
                  </a:lnTo>
                  <a:lnTo>
                    <a:pt x="41274" y="54570"/>
                  </a:lnTo>
                  <a:lnTo>
                    <a:pt x="37800" y="58678"/>
                  </a:lnTo>
                  <a:lnTo>
                    <a:pt x="34459" y="62896"/>
                  </a:lnTo>
                  <a:lnTo>
                    <a:pt x="31257" y="67219"/>
                  </a:lnTo>
                  <a:lnTo>
                    <a:pt x="28195" y="71642"/>
                  </a:lnTo>
                  <a:lnTo>
                    <a:pt x="25276" y="76162"/>
                  </a:lnTo>
                  <a:lnTo>
                    <a:pt x="22505" y="80774"/>
                  </a:lnTo>
                  <a:lnTo>
                    <a:pt x="19884" y="85472"/>
                  </a:lnTo>
                  <a:lnTo>
                    <a:pt x="17415" y="90252"/>
                  </a:lnTo>
                  <a:lnTo>
                    <a:pt x="15101" y="95109"/>
                  </a:lnTo>
                  <a:lnTo>
                    <a:pt x="12945" y="100039"/>
                  </a:lnTo>
                  <a:lnTo>
                    <a:pt x="10949" y="105034"/>
                  </a:lnTo>
                  <a:lnTo>
                    <a:pt x="9114" y="110092"/>
                  </a:lnTo>
                  <a:lnTo>
                    <a:pt x="7443" y="115206"/>
                  </a:lnTo>
                  <a:lnTo>
                    <a:pt x="5938" y="120371"/>
                  </a:lnTo>
                  <a:lnTo>
                    <a:pt x="4599" y="125582"/>
                  </a:lnTo>
                  <a:lnTo>
                    <a:pt x="3429" y="130833"/>
                  </a:lnTo>
                  <a:lnTo>
                    <a:pt x="2428" y="136120"/>
                  </a:lnTo>
                  <a:lnTo>
                    <a:pt x="1598" y="141435"/>
                  </a:lnTo>
                  <a:lnTo>
                    <a:pt x="940" y="146775"/>
                  </a:lnTo>
                  <a:lnTo>
                    <a:pt x="454" y="152133"/>
                  </a:lnTo>
                  <a:lnTo>
                    <a:pt x="140" y="157504"/>
                  </a:lnTo>
                  <a:lnTo>
                    <a:pt x="0" y="162882"/>
                  </a:lnTo>
                  <a:lnTo>
                    <a:pt x="32" y="168262"/>
                  </a:lnTo>
                  <a:lnTo>
                    <a:pt x="238" y="173638"/>
                  </a:lnTo>
                  <a:lnTo>
                    <a:pt x="616" y="179005"/>
                  </a:lnTo>
                  <a:lnTo>
                    <a:pt x="1167" y="184357"/>
                  </a:lnTo>
                  <a:lnTo>
                    <a:pt x="1890" y="189688"/>
                  </a:lnTo>
                  <a:lnTo>
                    <a:pt x="2784" y="194994"/>
                  </a:lnTo>
                  <a:lnTo>
                    <a:pt x="167159" y="1645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6664" y="5018213"/>
              <a:ext cx="331527" cy="334331"/>
            </a:xfrm>
            <a:custGeom>
              <a:avLst/>
              <a:pathLst>
                <a:path w="331527" h="334331">
                  <a:moveTo>
                    <a:pt x="0" y="197599"/>
                  </a:moveTo>
                  <a:lnTo>
                    <a:pt x="1046" y="202789"/>
                  </a:lnTo>
                  <a:lnTo>
                    <a:pt x="2256" y="207944"/>
                  </a:lnTo>
                  <a:lnTo>
                    <a:pt x="3628" y="213057"/>
                  </a:lnTo>
                  <a:lnTo>
                    <a:pt x="5162" y="218125"/>
                  </a:lnTo>
                  <a:lnTo>
                    <a:pt x="6856" y="223141"/>
                  </a:lnTo>
                  <a:lnTo>
                    <a:pt x="8707" y="228101"/>
                  </a:lnTo>
                  <a:lnTo>
                    <a:pt x="10715" y="233000"/>
                  </a:lnTo>
                  <a:lnTo>
                    <a:pt x="12877" y="237834"/>
                  </a:lnTo>
                  <a:lnTo>
                    <a:pt x="15191" y="242596"/>
                  </a:lnTo>
                  <a:lnTo>
                    <a:pt x="17655" y="247282"/>
                  </a:lnTo>
                  <a:lnTo>
                    <a:pt x="20265" y="251888"/>
                  </a:lnTo>
                  <a:lnTo>
                    <a:pt x="23020" y="256410"/>
                  </a:lnTo>
                  <a:lnTo>
                    <a:pt x="25918" y="260841"/>
                  </a:lnTo>
                  <a:lnTo>
                    <a:pt x="28953" y="265179"/>
                  </a:lnTo>
                  <a:lnTo>
                    <a:pt x="32125" y="269418"/>
                  </a:lnTo>
                  <a:lnTo>
                    <a:pt x="35430" y="273555"/>
                  </a:lnTo>
                  <a:lnTo>
                    <a:pt x="38864" y="277585"/>
                  </a:lnTo>
                  <a:lnTo>
                    <a:pt x="42423" y="281504"/>
                  </a:lnTo>
                  <a:lnTo>
                    <a:pt x="46105" y="285309"/>
                  </a:lnTo>
                  <a:lnTo>
                    <a:pt x="49906" y="288995"/>
                  </a:lnTo>
                  <a:lnTo>
                    <a:pt x="53821" y="292559"/>
                  </a:lnTo>
                  <a:lnTo>
                    <a:pt x="57848" y="295997"/>
                  </a:lnTo>
                  <a:lnTo>
                    <a:pt x="61981" y="299306"/>
                  </a:lnTo>
                  <a:lnTo>
                    <a:pt x="66217" y="302482"/>
                  </a:lnTo>
                  <a:lnTo>
                    <a:pt x="70552" y="305523"/>
                  </a:lnTo>
                  <a:lnTo>
                    <a:pt x="74980" y="308425"/>
                  </a:lnTo>
                  <a:lnTo>
                    <a:pt x="79498" y="311185"/>
                  </a:lnTo>
                  <a:lnTo>
                    <a:pt x="84102" y="313800"/>
                  </a:lnTo>
                  <a:lnTo>
                    <a:pt x="88786" y="316269"/>
                  </a:lnTo>
                  <a:lnTo>
                    <a:pt x="93545" y="318588"/>
                  </a:lnTo>
                  <a:lnTo>
                    <a:pt x="98376" y="320755"/>
                  </a:lnTo>
                  <a:lnTo>
                    <a:pt x="103273" y="322768"/>
                  </a:lnTo>
                  <a:lnTo>
                    <a:pt x="108231" y="324625"/>
                  </a:lnTo>
                  <a:lnTo>
                    <a:pt x="113246" y="326324"/>
                  </a:lnTo>
                  <a:lnTo>
                    <a:pt x="118312" y="327863"/>
                  </a:lnTo>
                  <a:lnTo>
                    <a:pt x="123424" y="329241"/>
                  </a:lnTo>
                  <a:lnTo>
                    <a:pt x="128577" y="330457"/>
                  </a:lnTo>
                  <a:lnTo>
                    <a:pt x="133766" y="331508"/>
                  </a:lnTo>
                  <a:lnTo>
                    <a:pt x="138986" y="332395"/>
                  </a:lnTo>
                  <a:lnTo>
                    <a:pt x="144231" y="333116"/>
                  </a:lnTo>
                  <a:lnTo>
                    <a:pt x="149497" y="333671"/>
                  </a:lnTo>
                  <a:lnTo>
                    <a:pt x="154777" y="334059"/>
                  </a:lnTo>
                  <a:lnTo>
                    <a:pt x="160067" y="334279"/>
                  </a:lnTo>
                  <a:lnTo>
                    <a:pt x="165361" y="334331"/>
                  </a:lnTo>
                  <a:lnTo>
                    <a:pt x="170654" y="334216"/>
                  </a:lnTo>
                  <a:lnTo>
                    <a:pt x="175942" y="333934"/>
                  </a:lnTo>
                  <a:lnTo>
                    <a:pt x="181217" y="333484"/>
                  </a:lnTo>
                  <a:lnTo>
                    <a:pt x="186475" y="332867"/>
                  </a:lnTo>
                  <a:lnTo>
                    <a:pt x="191712" y="332084"/>
                  </a:lnTo>
                  <a:lnTo>
                    <a:pt x="196921" y="331135"/>
                  </a:lnTo>
                  <a:lnTo>
                    <a:pt x="202097" y="330022"/>
                  </a:lnTo>
                  <a:lnTo>
                    <a:pt x="207235" y="328746"/>
                  </a:lnTo>
                  <a:lnTo>
                    <a:pt x="212331" y="327308"/>
                  </a:lnTo>
                  <a:lnTo>
                    <a:pt x="217378" y="325709"/>
                  </a:lnTo>
                  <a:lnTo>
                    <a:pt x="222372" y="323951"/>
                  </a:lnTo>
                  <a:lnTo>
                    <a:pt x="227308" y="322035"/>
                  </a:lnTo>
                  <a:lnTo>
                    <a:pt x="232181" y="319964"/>
                  </a:lnTo>
                  <a:lnTo>
                    <a:pt x="236986" y="317740"/>
                  </a:lnTo>
                  <a:lnTo>
                    <a:pt x="241718" y="315365"/>
                  </a:lnTo>
                  <a:lnTo>
                    <a:pt x="246372" y="312842"/>
                  </a:lnTo>
                  <a:lnTo>
                    <a:pt x="250945" y="310172"/>
                  </a:lnTo>
                  <a:lnTo>
                    <a:pt x="255430" y="307359"/>
                  </a:lnTo>
                  <a:lnTo>
                    <a:pt x="259824" y="304405"/>
                  </a:lnTo>
                  <a:lnTo>
                    <a:pt x="264122" y="301313"/>
                  </a:lnTo>
                  <a:lnTo>
                    <a:pt x="268320" y="298087"/>
                  </a:lnTo>
                  <a:lnTo>
                    <a:pt x="272414" y="294730"/>
                  </a:lnTo>
                  <a:lnTo>
                    <a:pt x="276400" y="291244"/>
                  </a:lnTo>
                  <a:lnTo>
                    <a:pt x="280273" y="287634"/>
                  </a:lnTo>
                  <a:lnTo>
                    <a:pt x="284030" y="283903"/>
                  </a:lnTo>
                  <a:lnTo>
                    <a:pt x="287666" y="280056"/>
                  </a:lnTo>
                  <a:lnTo>
                    <a:pt x="291179" y="276095"/>
                  </a:lnTo>
                  <a:lnTo>
                    <a:pt x="294565" y="272024"/>
                  </a:lnTo>
                  <a:lnTo>
                    <a:pt x="297821" y="267849"/>
                  </a:lnTo>
                  <a:lnTo>
                    <a:pt x="300942" y="263572"/>
                  </a:lnTo>
                  <a:lnTo>
                    <a:pt x="303927" y="259199"/>
                  </a:lnTo>
                  <a:lnTo>
                    <a:pt x="306771" y="254733"/>
                  </a:lnTo>
                  <a:lnTo>
                    <a:pt x="309473" y="250180"/>
                  </a:lnTo>
                  <a:lnTo>
                    <a:pt x="312029" y="245543"/>
                  </a:lnTo>
                  <a:lnTo>
                    <a:pt x="314437" y="240828"/>
                  </a:lnTo>
                  <a:lnTo>
                    <a:pt x="316694" y="236039"/>
                  </a:lnTo>
                  <a:lnTo>
                    <a:pt x="318799" y="231180"/>
                  </a:lnTo>
                  <a:lnTo>
                    <a:pt x="320749" y="226258"/>
                  </a:lnTo>
                  <a:lnTo>
                    <a:pt x="322542" y="221276"/>
                  </a:lnTo>
                  <a:lnTo>
                    <a:pt x="324176" y="216240"/>
                  </a:lnTo>
                  <a:lnTo>
                    <a:pt x="325650" y="211155"/>
                  </a:lnTo>
                  <a:lnTo>
                    <a:pt x="326962" y="206025"/>
                  </a:lnTo>
                  <a:lnTo>
                    <a:pt x="328111" y="200857"/>
                  </a:lnTo>
                  <a:lnTo>
                    <a:pt x="329096" y="195655"/>
                  </a:lnTo>
                  <a:lnTo>
                    <a:pt x="329915" y="190424"/>
                  </a:lnTo>
                  <a:lnTo>
                    <a:pt x="330569" y="185170"/>
                  </a:lnTo>
                  <a:lnTo>
                    <a:pt x="331056" y="179898"/>
                  </a:lnTo>
                  <a:lnTo>
                    <a:pt x="331375" y="174613"/>
                  </a:lnTo>
                  <a:lnTo>
                    <a:pt x="331527" y="169320"/>
                  </a:lnTo>
                  <a:lnTo>
                    <a:pt x="331512" y="164026"/>
                  </a:lnTo>
                  <a:lnTo>
                    <a:pt x="331328" y="158735"/>
                  </a:lnTo>
                  <a:lnTo>
                    <a:pt x="330977" y="153452"/>
                  </a:lnTo>
                  <a:lnTo>
                    <a:pt x="330460" y="148182"/>
                  </a:lnTo>
                  <a:lnTo>
                    <a:pt x="329775" y="142932"/>
                  </a:lnTo>
                  <a:lnTo>
                    <a:pt x="328925" y="137706"/>
                  </a:lnTo>
                  <a:lnTo>
                    <a:pt x="327909" y="132510"/>
                  </a:lnTo>
                  <a:lnTo>
                    <a:pt x="326730" y="127349"/>
                  </a:lnTo>
                  <a:lnTo>
                    <a:pt x="325387" y="122227"/>
                  </a:lnTo>
                  <a:lnTo>
                    <a:pt x="323883" y="117151"/>
                  </a:lnTo>
                  <a:lnTo>
                    <a:pt x="322219" y="112124"/>
                  </a:lnTo>
                  <a:lnTo>
                    <a:pt x="320397" y="107153"/>
                  </a:lnTo>
                  <a:lnTo>
                    <a:pt x="318418" y="102242"/>
                  </a:lnTo>
                  <a:lnTo>
                    <a:pt x="316285" y="97397"/>
                  </a:lnTo>
                  <a:lnTo>
                    <a:pt x="313999" y="92621"/>
                  </a:lnTo>
                  <a:lnTo>
                    <a:pt x="311563" y="87920"/>
                  </a:lnTo>
                  <a:lnTo>
                    <a:pt x="308980" y="83298"/>
                  </a:lnTo>
                  <a:lnTo>
                    <a:pt x="306251" y="78761"/>
                  </a:lnTo>
                  <a:lnTo>
                    <a:pt x="303381" y="74312"/>
                  </a:lnTo>
                  <a:lnTo>
                    <a:pt x="300370" y="69957"/>
                  </a:lnTo>
                  <a:lnTo>
                    <a:pt x="297224" y="65699"/>
                  </a:lnTo>
                  <a:lnTo>
                    <a:pt x="293944" y="61542"/>
                  </a:lnTo>
                  <a:lnTo>
                    <a:pt x="290534" y="57492"/>
                  </a:lnTo>
                  <a:lnTo>
                    <a:pt x="286997" y="53552"/>
                  </a:lnTo>
                  <a:lnTo>
                    <a:pt x="283338" y="49726"/>
                  </a:lnTo>
                  <a:lnTo>
                    <a:pt x="279559" y="46017"/>
                  </a:lnTo>
                  <a:lnTo>
                    <a:pt x="275665" y="42430"/>
                  </a:lnTo>
                  <a:lnTo>
                    <a:pt x="271659" y="38968"/>
                  </a:lnTo>
                  <a:lnTo>
                    <a:pt x="267545" y="35635"/>
                  </a:lnTo>
                  <a:lnTo>
                    <a:pt x="263328" y="32434"/>
                  </a:lnTo>
                  <a:lnTo>
                    <a:pt x="259011" y="29368"/>
                  </a:lnTo>
                  <a:lnTo>
                    <a:pt x="254600" y="26440"/>
                  </a:lnTo>
                  <a:lnTo>
                    <a:pt x="250098" y="23653"/>
                  </a:lnTo>
                  <a:lnTo>
                    <a:pt x="245510" y="21010"/>
                  </a:lnTo>
                  <a:lnTo>
                    <a:pt x="240841" y="18514"/>
                  </a:lnTo>
                  <a:lnTo>
                    <a:pt x="236095" y="16167"/>
                  </a:lnTo>
                  <a:lnTo>
                    <a:pt x="231277" y="13971"/>
                  </a:lnTo>
                  <a:lnTo>
                    <a:pt x="226392" y="11930"/>
                  </a:lnTo>
                  <a:lnTo>
                    <a:pt x="221445" y="10043"/>
                  </a:lnTo>
                  <a:lnTo>
                    <a:pt x="216441" y="8315"/>
                  </a:lnTo>
                  <a:lnTo>
                    <a:pt x="211384" y="6746"/>
                  </a:lnTo>
                  <a:lnTo>
                    <a:pt x="206280" y="5337"/>
                  </a:lnTo>
                  <a:lnTo>
                    <a:pt x="201134" y="4091"/>
                  </a:lnTo>
                  <a:lnTo>
                    <a:pt x="195951" y="3009"/>
                  </a:lnTo>
                  <a:lnTo>
                    <a:pt x="190737" y="2091"/>
                  </a:lnTo>
                  <a:lnTo>
                    <a:pt x="185496" y="1339"/>
                  </a:lnTo>
                  <a:lnTo>
                    <a:pt x="180234" y="754"/>
                  </a:lnTo>
                  <a:lnTo>
                    <a:pt x="174956" y="335"/>
                  </a:lnTo>
                  <a:lnTo>
                    <a:pt x="169667" y="83"/>
                  </a:lnTo>
                  <a:lnTo>
                    <a:pt x="164374" y="0"/>
                  </a:lnTo>
                  <a:lnTo>
                    <a:pt x="16437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9057" y="4659281"/>
              <a:ext cx="84177" cy="167167"/>
            </a:xfrm>
            <a:custGeom>
              <a:avLst/>
              <a:pathLst>
                <a:path w="84177" h="167167">
                  <a:moveTo>
                    <a:pt x="84177" y="0"/>
                  </a:moveTo>
                  <a:lnTo>
                    <a:pt x="78297" y="103"/>
                  </a:lnTo>
                  <a:lnTo>
                    <a:pt x="72425" y="413"/>
                  </a:lnTo>
                  <a:lnTo>
                    <a:pt x="66567" y="930"/>
                  </a:lnTo>
                  <a:lnTo>
                    <a:pt x="60730" y="1652"/>
                  </a:lnTo>
                  <a:lnTo>
                    <a:pt x="54923" y="2579"/>
                  </a:lnTo>
                  <a:lnTo>
                    <a:pt x="49152" y="3710"/>
                  </a:lnTo>
                  <a:lnTo>
                    <a:pt x="43425" y="5043"/>
                  </a:lnTo>
                  <a:lnTo>
                    <a:pt x="37748" y="6577"/>
                  </a:lnTo>
                  <a:lnTo>
                    <a:pt x="32128" y="8309"/>
                  </a:lnTo>
                  <a:lnTo>
                    <a:pt x="26573" y="10238"/>
                  </a:lnTo>
                  <a:lnTo>
                    <a:pt x="21088" y="12361"/>
                  </a:lnTo>
                  <a:lnTo>
                    <a:pt x="15683" y="14676"/>
                  </a:lnTo>
                  <a:lnTo>
                    <a:pt x="10361" y="17180"/>
                  </a:lnTo>
                  <a:lnTo>
                    <a:pt x="5132" y="19869"/>
                  </a:lnTo>
                  <a:lnTo>
                    <a:pt x="0" y="22740"/>
                  </a:lnTo>
                  <a:lnTo>
                    <a:pt x="8417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9057" y="4682022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9057" y="4682022"/>
              <a:ext cx="84177" cy="144426"/>
            </a:xfrm>
            <a:custGeom>
              <a:avLst/>
              <a:pathLst>
                <a:path w="84177" h="144426">
                  <a:moveTo>
                    <a:pt x="0" y="0"/>
                  </a:moveTo>
                  <a:lnTo>
                    <a:pt x="84177" y="1444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79" y="4682022"/>
              <a:ext cx="276218" cy="311589"/>
            </a:xfrm>
            <a:custGeom>
              <a:avLst/>
              <a:pathLst>
                <a:path w="276218" h="311589">
                  <a:moveTo>
                    <a:pt x="82978" y="0"/>
                  </a:moveTo>
                  <a:lnTo>
                    <a:pt x="78405" y="2764"/>
                  </a:lnTo>
                  <a:lnTo>
                    <a:pt x="73922" y="5673"/>
                  </a:lnTo>
                  <a:lnTo>
                    <a:pt x="69535" y="8724"/>
                  </a:lnTo>
                  <a:lnTo>
                    <a:pt x="65247" y="11913"/>
                  </a:lnTo>
                  <a:lnTo>
                    <a:pt x="61064" y="15238"/>
                  </a:lnTo>
                  <a:lnTo>
                    <a:pt x="56989" y="18695"/>
                  </a:lnTo>
                  <a:lnTo>
                    <a:pt x="53027" y="22281"/>
                  </a:lnTo>
                  <a:lnTo>
                    <a:pt x="49181" y="25991"/>
                  </a:lnTo>
                  <a:lnTo>
                    <a:pt x="45456" y="29822"/>
                  </a:lnTo>
                  <a:lnTo>
                    <a:pt x="41855" y="33770"/>
                  </a:lnTo>
                  <a:lnTo>
                    <a:pt x="38382" y="37832"/>
                  </a:lnTo>
                  <a:lnTo>
                    <a:pt x="35041" y="42002"/>
                  </a:lnTo>
                  <a:lnTo>
                    <a:pt x="31834" y="46277"/>
                  </a:lnTo>
                  <a:lnTo>
                    <a:pt x="28767" y="50653"/>
                  </a:lnTo>
                  <a:lnTo>
                    <a:pt x="25840" y="55124"/>
                  </a:lnTo>
                  <a:lnTo>
                    <a:pt x="23058" y="59686"/>
                  </a:lnTo>
                  <a:lnTo>
                    <a:pt x="20423" y="64335"/>
                  </a:lnTo>
                  <a:lnTo>
                    <a:pt x="17938" y="69066"/>
                  </a:lnTo>
                  <a:lnTo>
                    <a:pt x="15606" y="73874"/>
                  </a:lnTo>
                  <a:lnTo>
                    <a:pt x="13428" y="78754"/>
                  </a:lnTo>
                  <a:lnTo>
                    <a:pt x="11407" y="83701"/>
                  </a:lnTo>
                  <a:lnTo>
                    <a:pt x="9546" y="88710"/>
                  </a:lnTo>
                  <a:lnTo>
                    <a:pt x="7846" y="93776"/>
                  </a:lnTo>
                  <a:lnTo>
                    <a:pt x="6308" y="98894"/>
                  </a:lnTo>
                  <a:lnTo>
                    <a:pt x="4935" y="104058"/>
                  </a:lnTo>
                  <a:lnTo>
                    <a:pt x="3728" y="109264"/>
                  </a:lnTo>
                  <a:lnTo>
                    <a:pt x="2687" y="114505"/>
                  </a:lnTo>
                  <a:lnTo>
                    <a:pt x="1815" y="119777"/>
                  </a:lnTo>
                  <a:lnTo>
                    <a:pt x="1112" y="125075"/>
                  </a:lnTo>
                  <a:lnTo>
                    <a:pt x="578" y="130392"/>
                  </a:lnTo>
                  <a:lnTo>
                    <a:pt x="214" y="135723"/>
                  </a:lnTo>
                  <a:lnTo>
                    <a:pt x="22" y="141063"/>
                  </a:lnTo>
                  <a:lnTo>
                    <a:pt x="0" y="146407"/>
                  </a:lnTo>
                  <a:lnTo>
                    <a:pt x="148" y="151749"/>
                  </a:lnTo>
                  <a:lnTo>
                    <a:pt x="468" y="157083"/>
                  </a:lnTo>
                  <a:lnTo>
                    <a:pt x="957" y="162404"/>
                  </a:lnTo>
                  <a:lnTo>
                    <a:pt x="1617" y="167707"/>
                  </a:lnTo>
                  <a:lnTo>
                    <a:pt x="2445" y="172986"/>
                  </a:lnTo>
                  <a:lnTo>
                    <a:pt x="3442" y="178236"/>
                  </a:lnTo>
                  <a:lnTo>
                    <a:pt x="4607" y="183451"/>
                  </a:lnTo>
                  <a:lnTo>
                    <a:pt x="5937" y="188627"/>
                  </a:lnTo>
                  <a:lnTo>
                    <a:pt x="7432" y="193757"/>
                  </a:lnTo>
                  <a:lnTo>
                    <a:pt x="9091" y="198837"/>
                  </a:lnTo>
                  <a:lnTo>
                    <a:pt x="10910" y="203862"/>
                  </a:lnTo>
                  <a:lnTo>
                    <a:pt x="12890" y="208825"/>
                  </a:lnTo>
                  <a:lnTo>
                    <a:pt x="15027" y="213723"/>
                  </a:lnTo>
                  <a:lnTo>
                    <a:pt x="17320" y="218550"/>
                  </a:lnTo>
                  <a:lnTo>
                    <a:pt x="19766" y="223301"/>
                  </a:lnTo>
                  <a:lnTo>
                    <a:pt x="22362" y="227972"/>
                  </a:lnTo>
                  <a:lnTo>
                    <a:pt x="25106" y="232557"/>
                  </a:lnTo>
                  <a:lnTo>
                    <a:pt x="27996" y="237052"/>
                  </a:lnTo>
                  <a:lnTo>
                    <a:pt x="31027" y="241453"/>
                  </a:lnTo>
                  <a:lnTo>
                    <a:pt x="34198" y="245754"/>
                  </a:lnTo>
                  <a:lnTo>
                    <a:pt x="37505" y="249952"/>
                  </a:lnTo>
                  <a:lnTo>
                    <a:pt x="40944" y="254042"/>
                  </a:lnTo>
                  <a:lnTo>
                    <a:pt x="44512" y="258020"/>
                  </a:lnTo>
                  <a:lnTo>
                    <a:pt x="48205" y="261882"/>
                  </a:lnTo>
                  <a:lnTo>
                    <a:pt x="52020" y="265624"/>
                  </a:lnTo>
                  <a:lnTo>
                    <a:pt x="55953" y="269242"/>
                  </a:lnTo>
                  <a:lnTo>
                    <a:pt x="59999" y="272733"/>
                  </a:lnTo>
                  <a:lnTo>
                    <a:pt x="64155" y="276092"/>
                  </a:lnTo>
                  <a:lnTo>
                    <a:pt x="68416" y="279317"/>
                  </a:lnTo>
                  <a:lnTo>
                    <a:pt x="72778" y="282404"/>
                  </a:lnTo>
                  <a:lnTo>
                    <a:pt x="77236" y="285350"/>
                  </a:lnTo>
                  <a:lnTo>
                    <a:pt x="81786" y="288152"/>
                  </a:lnTo>
                  <a:lnTo>
                    <a:pt x="86423" y="290807"/>
                  </a:lnTo>
                  <a:lnTo>
                    <a:pt x="91143" y="293313"/>
                  </a:lnTo>
                  <a:lnTo>
                    <a:pt x="95941" y="295666"/>
                  </a:lnTo>
                  <a:lnTo>
                    <a:pt x="100811" y="297865"/>
                  </a:lnTo>
                  <a:lnTo>
                    <a:pt x="105750" y="299907"/>
                  </a:lnTo>
                  <a:lnTo>
                    <a:pt x="110750" y="301790"/>
                  </a:lnTo>
                  <a:lnTo>
                    <a:pt x="115809" y="303513"/>
                  </a:lnTo>
                  <a:lnTo>
                    <a:pt x="120920" y="305073"/>
                  </a:lnTo>
                  <a:lnTo>
                    <a:pt x="126078" y="306468"/>
                  </a:lnTo>
                  <a:lnTo>
                    <a:pt x="131279" y="307699"/>
                  </a:lnTo>
                  <a:lnTo>
                    <a:pt x="136515" y="308762"/>
                  </a:lnTo>
                  <a:lnTo>
                    <a:pt x="141784" y="309657"/>
                  </a:lnTo>
                  <a:lnTo>
                    <a:pt x="147078" y="310384"/>
                  </a:lnTo>
                  <a:lnTo>
                    <a:pt x="152393" y="310941"/>
                  </a:lnTo>
                  <a:lnTo>
                    <a:pt x="157722" y="311327"/>
                  </a:lnTo>
                  <a:lnTo>
                    <a:pt x="163062" y="311544"/>
                  </a:lnTo>
                  <a:lnTo>
                    <a:pt x="168405" y="311589"/>
                  </a:lnTo>
                  <a:lnTo>
                    <a:pt x="173747" y="311464"/>
                  </a:lnTo>
                  <a:lnTo>
                    <a:pt x="179083" y="311168"/>
                  </a:lnTo>
                  <a:lnTo>
                    <a:pt x="184406" y="310701"/>
                  </a:lnTo>
                  <a:lnTo>
                    <a:pt x="189712" y="310065"/>
                  </a:lnTo>
                  <a:lnTo>
                    <a:pt x="194995" y="309259"/>
                  </a:lnTo>
                  <a:lnTo>
                    <a:pt x="200249" y="308285"/>
                  </a:lnTo>
                  <a:lnTo>
                    <a:pt x="205469" y="307144"/>
                  </a:lnTo>
                  <a:lnTo>
                    <a:pt x="210651" y="305836"/>
                  </a:lnTo>
                  <a:lnTo>
                    <a:pt x="215788" y="304363"/>
                  </a:lnTo>
                  <a:lnTo>
                    <a:pt x="220875" y="302727"/>
                  </a:lnTo>
                  <a:lnTo>
                    <a:pt x="225907" y="300929"/>
                  </a:lnTo>
                  <a:lnTo>
                    <a:pt x="230879" y="298972"/>
                  </a:lnTo>
                  <a:lnTo>
                    <a:pt x="235786" y="296856"/>
                  </a:lnTo>
                  <a:lnTo>
                    <a:pt x="240623" y="294584"/>
                  </a:lnTo>
                  <a:lnTo>
                    <a:pt x="245385" y="292159"/>
                  </a:lnTo>
                  <a:lnTo>
                    <a:pt x="250067" y="289583"/>
                  </a:lnTo>
                  <a:lnTo>
                    <a:pt x="254664" y="286859"/>
                  </a:lnTo>
                  <a:lnTo>
                    <a:pt x="259172" y="283989"/>
                  </a:lnTo>
                  <a:lnTo>
                    <a:pt x="263586" y="280977"/>
                  </a:lnTo>
                  <a:lnTo>
                    <a:pt x="267901" y="277825"/>
                  </a:lnTo>
                  <a:lnTo>
                    <a:pt x="272113" y="274537"/>
                  </a:lnTo>
                  <a:lnTo>
                    <a:pt x="276218" y="271116"/>
                  </a:lnTo>
                  <a:lnTo>
                    <a:pt x="167155" y="1444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67166" cy="293856"/>
            </a:xfrm>
            <a:custGeom>
              <a:avLst/>
              <a:pathLst>
                <a:path w="167166" h="293856">
                  <a:moveTo>
                    <a:pt x="109063" y="293856"/>
                  </a:moveTo>
                  <a:lnTo>
                    <a:pt x="113058" y="290304"/>
                  </a:lnTo>
                  <a:lnTo>
                    <a:pt x="116938" y="286625"/>
                  </a:lnTo>
                  <a:lnTo>
                    <a:pt x="120699" y="282825"/>
                  </a:lnTo>
                  <a:lnTo>
                    <a:pt x="124335" y="278906"/>
                  </a:lnTo>
                  <a:lnTo>
                    <a:pt x="127845" y="274872"/>
                  </a:lnTo>
                  <a:lnTo>
                    <a:pt x="131224" y="270729"/>
                  </a:lnTo>
                  <a:lnTo>
                    <a:pt x="134469" y="266479"/>
                  </a:lnTo>
                  <a:lnTo>
                    <a:pt x="137576" y="262128"/>
                  </a:lnTo>
                  <a:lnTo>
                    <a:pt x="140542" y="257680"/>
                  </a:lnTo>
                  <a:lnTo>
                    <a:pt x="143365" y="253140"/>
                  </a:lnTo>
                  <a:lnTo>
                    <a:pt x="146041" y="248511"/>
                  </a:lnTo>
                  <a:lnTo>
                    <a:pt x="148568" y="243799"/>
                  </a:lnTo>
                  <a:lnTo>
                    <a:pt x="150942" y="239009"/>
                  </a:lnTo>
                  <a:lnTo>
                    <a:pt x="153162" y="234145"/>
                  </a:lnTo>
                  <a:lnTo>
                    <a:pt x="155226" y="229213"/>
                  </a:lnTo>
                  <a:lnTo>
                    <a:pt x="157131" y="224217"/>
                  </a:lnTo>
                  <a:lnTo>
                    <a:pt x="158875" y="219163"/>
                  </a:lnTo>
                  <a:lnTo>
                    <a:pt x="160456" y="214056"/>
                  </a:lnTo>
                  <a:lnTo>
                    <a:pt x="161874" y="208900"/>
                  </a:lnTo>
                  <a:lnTo>
                    <a:pt x="163126" y="203703"/>
                  </a:lnTo>
                  <a:lnTo>
                    <a:pt x="164210" y="198467"/>
                  </a:lnTo>
                  <a:lnTo>
                    <a:pt x="165127" y="193200"/>
                  </a:lnTo>
                  <a:lnTo>
                    <a:pt x="165875" y="187906"/>
                  </a:lnTo>
                  <a:lnTo>
                    <a:pt x="166454" y="182591"/>
                  </a:lnTo>
                  <a:lnTo>
                    <a:pt x="166862" y="177260"/>
                  </a:lnTo>
                  <a:lnTo>
                    <a:pt x="167099" y="171919"/>
                  </a:lnTo>
                  <a:lnTo>
                    <a:pt x="167166" y="166573"/>
                  </a:lnTo>
                  <a:lnTo>
                    <a:pt x="167061" y="161227"/>
                  </a:lnTo>
                  <a:lnTo>
                    <a:pt x="166786" y="155888"/>
                  </a:lnTo>
                  <a:lnTo>
                    <a:pt x="166340" y="150560"/>
                  </a:lnTo>
                  <a:lnTo>
                    <a:pt x="165724" y="145249"/>
                  </a:lnTo>
                  <a:lnTo>
                    <a:pt x="164938" y="139960"/>
                  </a:lnTo>
                  <a:lnTo>
                    <a:pt x="163984" y="134700"/>
                  </a:lnTo>
                  <a:lnTo>
                    <a:pt x="162862" y="129472"/>
                  </a:lnTo>
                  <a:lnTo>
                    <a:pt x="161573" y="124283"/>
                  </a:lnTo>
                  <a:lnTo>
                    <a:pt x="160119" y="119138"/>
                  </a:lnTo>
                  <a:lnTo>
                    <a:pt x="158501" y="114042"/>
                  </a:lnTo>
                  <a:lnTo>
                    <a:pt x="156721" y="109001"/>
                  </a:lnTo>
                  <a:lnTo>
                    <a:pt x="154781" y="104019"/>
                  </a:lnTo>
                  <a:lnTo>
                    <a:pt x="152682" y="99101"/>
                  </a:lnTo>
                  <a:lnTo>
                    <a:pt x="150427" y="94253"/>
                  </a:lnTo>
                  <a:lnTo>
                    <a:pt x="148019" y="89480"/>
                  </a:lnTo>
                  <a:lnTo>
                    <a:pt x="145459" y="84786"/>
                  </a:lnTo>
                  <a:lnTo>
                    <a:pt x="142750" y="80177"/>
                  </a:lnTo>
                  <a:lnTo>
                    <a:pt x="139895" y="75656"/>
                  </a:lnTo>
                  <a:lnTo>
                    <a:pt x="136897" y="71229"/>
                  </a:lnTo>
                  <a:lnTo>
                    <a:pt x="133759" y="66901"/>
                  </a:lnTo>
                  <a:lnTo>
                    <a:pt x="130484" y="62674"/>
                  </a:lnTo>
                  <a:lnTo>
                    <a:pt x="127076" y="58555"/>
                  </a:lnTo>
                  <a:lnTo>
                    <a:pt x="123538" y="54547"/>
                  </a:lnTo>
                  <a:lnTo>
                    <a:pt x="119873" y="50654"/>
                  </a:lnTo>
                  <a:lnTo>
                    <a:pt x="116086" y="46880"/>
                  </a:lnTo>
                  <a:lnTo>
                    <a:pt x="112180" y="43229"/>
                  </a:lnTo>
                  <a:lnTo>
                    <a:pt x="108159" y="39705"/>
                  </a:lnTo>
                  <a:lnTo>
                    <a:pt x="104027" y="36311"/>
                  </a:lnTo>
                  <a:lnTo>
                    <a:pt x="99790" y="33052"/>
                  </a:lnTo>
                  <a:lnTo>
                    <a:pt x="95450" y="29929"/>
                  </a:lnTo>
                  <a:lnTo>
                    <a:pt x="91012" y="26947"/>
                  </a:lnTo>
                  <a:lnTo>
                    <a:pt x="86481" y="24108"/>
                  </a:lnTo>
                  <a:lnTo>
                    <a:pt x="81862" y="21416"/>
                  </a:lnTo>
                  <a:lnTo>
                    <a:pt x="77159" y="18872"/>
                  </a:lnTo>
                  <a:lnTo>
                    <a:pt x="72378" y="16481"/>
                  </a:lnTo>
                  <a:lnTo>
                    <a:pt x="67522" y="14243"/>
                  </a:lnTo>
                  <a:lnTo>
                    <a:pt x="62597" y="12162"/>
                  </a:lnTo>
                  <a:lnTo>
                    <a:pt x="57608" y="10240"/>
                  </a:lnTo>
                  <a:lnTo>
                    <a:pt x="52560" y="8478"/>
                  </a:lnTo>
                  <a:lnTo>
                    <a:pt x="47459" y="6878"/>
                  </a:lnTo>
                  <a:lnTo>
                    <a:pt x="42308" y="5442"/>
                  </a:lnTo>
                  <a:lnTo>
                    <a:pt x="37115" y="4172"/>
                  </a:lnTo>
                  <a:lnTo>
                    <a:pt x="31884" y="3068"/>
                  </a:lnTo>
                  <a:lnTo>
                    <a:pt x="26620" y="2133"/>
                  </a:lnTo>
                  <a:lnTo>
                    <a:pt x="21328" y="1366"/>
                  </a:lnTo>
                  <a:lnTo>
                    <a:pt x="16015" y="768"/>
                  </a:lnTo>
                  <a:lnTo>
                    <a:pt x="10686" y="341"/>
                  </a:lnTo>
                  <a:lnTo>
                    <a:pt x="534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4637" y="4213821"/>
              <a:ext cx="103834" cy="167167"/>
            </a:xfrm>
            <a:custGeom>
              <a:avLst/>
              <a:pathLst>
                <a:path w="103834" h="167167">
                  <a:moveTo>
                    <a:pt x="103834" y="0"/>
                  </a:moveTo>
                  <a:lnTo>
                    <a:pt x="98233" y="93"/>
                  </a:lnTo>
                  <a:lnTo>
                    <a:pt x="92639" y="375"/>
                  </a:lnTo>
                  <a:lnTo>
                    <a:pt x="87057" y="844"/>
                  </a:lnTo>
                  <a:lnTo>
                    <a:pt x="81494" y="1499"/>
                  </a:lnTo>
                  <a:lnTo>
                    <a:pt x="75956" y="2340"/>
                  </a:lnTo>
                  <a:lnTo>
                    <a:pt x="70449" y="3367"/>
                  </a:lnTo>
                  <a:lnTo>
                    <a:pt x="64980" y="4577"/>
                  </a:lnTo>
                  <a:lnTo>
                    <a:pt x="59555" y="5970"/>
                  </a:lnTo>
                  <a:lnTo>
                    <a:pt x="54179" y="7544"/>
                  </a:lnTo>
                  <a:lnTo>
                    <a:pt x="48859" y="9298"/>
                  </a:lnTo>
                  <a:lnTo>
                    <a:pt x="43601" y="11228"/>
                  </a:lnTo>
                  <a:lnTo>
                    <a:pt x="38410" y="13334"/>
                  </a:lnTo>
                  <a:lnTo>
                    <a:pt x="33293" y="15612"/>
                  </a:lnTo>
                  <a:lnTo>
                    <a:pt x="28255" y="18061"/>
                  </a:lnTo>
                  <a:lnTo>
                    <a:pt x="23301" y="20676"/>
                  </a:lnTo>
                  <a:lnTo>
                    <a:pt x="18439" y="23457"/>
                  </a:lnTo>
                  <a:lnTo>
                    <a:pt x="13672" y="26399"/>
                  </a:lnTo>
                  <a:lnTo>
                    <a:pt x="9006" y="29498"/>
                  </a:lnTo>
                  <a:lnTo>
                    <a:pt x="4447" y="32753"/>
                  </a:lnTo>
                  <a:lnTo>
                    <a:pt x="0" y="36158"/>
                  </a:lnTo>
                  <a:lnTo>
                    <a:pt x="10383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4637" y="4249979"/>
              <a:ext cx="103834" cy="131009"/>
            </a:xfrm>
            <a:custGeom>
              <a:avLst/>
              <a:pathLst>
                <a:path w="103834" h="131009">
                  <a:moveTo>
                    <a:pt x="0" y="0"/>
                  </a:moveTo>
                  <a:lnTo>
                    <a:pt x="103834" y="1310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13" y="4249979"/>
              <a:ext cx="334323" cy="298170"/>
            </a:xfrm>
            <a:custGeom>
              <a:avLst/>
              <a:pathLst>
                <a:path w="334323" h="298170">
                  <a:moveTo>
                    <a:pt x="63323" y="0"/>
                  </a:moveTo>
                  <a:lnTo>
                    <a:pt x="59212" y="3366"/>
                  </a:lnTo>
                  <a:lnTo>
                    <a:pt x="55209" y="6862"/>
                  </a:lnTo>
                  <a:lnTo>
                    <a:pt x="51319" y="10483"/>
                  </a:lnTo>
                  <a:lnTo>
                    <a:pt x="47547" y="14226"/>
                  </a:lnTo>
                  <a:lnTo>
                    <a:pt x="43895" y="18087"/>
                  </a:lnTo>
                  <a:lnTo>
                    <a:pt x="40368" y="22062"/>
                  </a:lnTo>
                  <a:lnTo>
                    <a:pt x="36969" y="26147"/>
                  </a:lnTo>
                  <a:lnTo>
                    <a:pt x="33702" y="30338"/>
                  </a:lnTo>
                  <a:lnTo>
                    <a:pt x="30570" y="34631"/>
                  </a:lnTo>
                  <a:lnTo>
                    <a:pt x="27575" y="39021"/>
                  </a:lnTo>
                  <a:lnTo>
                    <a:pt x="24722" y="43504"/>
                  </a:lnTo>
                  <a:lnTo>
                    <a:pt x="22012" y="48076"/>
                  </a:lnTo>
                  <a:lnTo>
                    <a:pt x="19450" y="52732"/>
                  </a:lnTo>
                  <a:lnTo>
                    <a:pt x="17036" y="57466"/>
                  </a:lnTo>
                  <a:lnTo>
                    <a:pt x="14775" y="62275"/>
                  </a:lnTo>
                  <a:lnTo>
                    <a:pt x="12667" y="67153"/>
                  </a:lnTo>
                  <a:lnTo>
                    <a:pt x="10715" y="72096"/>
                  </a:lnTo>
                  <a:lnTo>
                    <a:pt x="8922" y="77099"/>
                  </a:lnTo>
                  <a:lnTo>
                    <a:pt x="7288" y="82156"/>
                  </a:lnTo>
                  <a:lnTo>
                    <a:pt x="5816" y="87262"/>
                  </a:lnTo>
                  <a:lnTo>
                    <a:pt x="4507" y="92412"/>
                  </a:lnTo>
                  <a:lnTo>
                    <a:pt x="3362" y="97602"/>
                  </a:lnTo>
                  <a:lnTo>
                    <a:pt x="2383" y="102825"/>
                  </a:lnTo>
                  <a:lnTo>
                    <a:pt x="1571" y="108077"/>
                  </a:lnTo>
                  <a:lnTo>
                    <a:pt x="925" y="113352"/>
                  </a:lnTo>
                  <a:lnTo>
                    <a:pt x="448" y="118644"/>
                  </a:lnTo>
                  <a:lnTo>
                    <a:pt x="139" y="123950"/>
                  </a:lnTo>
                  <a:lnTo>
                    <a:pt x="0" y="129262"/>
                  </a:lnTo>
                  <a:lnTo>
                    <a:pt x="28" y="134576"/>
                  </a:lnTo>
                  <a:lnTo>
                    <a:pt x="226" y="139887"/>
                  </a:lnTo>
                  <a:lnTo>
                    <a:pt x="593" y="145188"/>
                  </a:lnTo>
                  <a:lnTo>
                    <a:pt x="1128" y="150476"/>
                  </a:lnTo>
                  <a:lnTo>
                    <a:pt x="1830" y="155743"/>
                  </a:lnTo>
                  <a:lnTo>
                    <a:pt x="2700" y="160986"/>
                  </a:lnTo>
                  <a:lnTo>
                    <a:pt x="3736" y="166198"/>
                  </a:lnTo>
                  <a:lnTo>
                    <a:pt x="4937" y="171375"/>
                  </a:lnTo>
                  <a:lnTo>
                    <a:pt x="6302" y="176511"/>
                  </a:lnTo>
                  <a:lnTo>
                    <a:pt x="7830" y="181600"/>
                  </a:lnTo>
                  <a:lnTo>
                    <a:pt x="9518" y="186639"/>
                  </a:lnTo>
                  <a:lnTo>
                    <a:pt x="11366" y="191622"/>
                  </a:lnTo>
                  <a:lnTo>
                    <a:pt x="13372" y="196543"/>
                  </a:lnTo>
                  <a:lnTo>
                    <a:pt x="15532" y="201398"/>
                  </a:lnTo>
                  <a:lnTo>
                    <a:pt x="17847" y="206182"/>
                  </a:lnTo>
                  <a:lnTo>
                    <a:pt x="20311" y="210890"/>
                  </a:lnTo>
                  <a:lnTo>
                    <a:pt x="22925" y="215517"/>
                  </a:lnTo>
                  <a:lnTo>
                    <a:pt x="25684" y="220059"/>
                  </a:lnTo>
                  <a:lnTo>
                    <a:pt x="28586" y="224511"/>
                  </a:lnTo>
                  <a:lnTo>
                    <a:pt x="31628" y="228869"/>
                  </a:lnTo>
                  <a:lnTo>
                    <a:pt x="34807" y="233127"/>
                  </a:lnTo>
                  <a:lnTo>
                    <a:pt x="38120" y="237282"/>
                  </a:lnTo>
                  <a:lnTo>
                    <a:pt x="41563" y="241330"/>
                  </a:lnTo>
                  <a:lnTo>
                    <a:pt x="45133" y="245267"/>
                  </a:lnTo>
                  <a:lnTo>
                    <a:pt x="48826" y="249088"/>
                  </a:lnTo>
                  <a:lnTo>
                    <a:pt x="52640" y="252789"/>
                  </a:lnTo>
                  <a:lnTo>
                    <a:pt x="56568" y="256368"/>
                  </a:lnTo>
                  <a:lnTo>
                    <a:pt x="60609" y="259819"/>
                  </a:lnTo>
                  <a:lnTo>
                    <a:pt x="64757" y="263141"/>
                  </a:lnTo>
                  <a:lnTo>
                    <a:pt x="69009" y="266329"/>
                  </a:lnTo>
                  <a:lnTo>
                    <a:pt x="73360" y="269381"/>
                  </a:lnTo>
                  <a:lnTo>
                    <a:pt x="77805" y="272292"/>
                  </a:lnTo>
                  <a:lnTo>
                    <a:pt x="82341" y="275061"/>
                  </a:lnTo>
                  <a:lnTo>
                    <a:pt x="86963" y="277684"/>
                  </a:lnTo>
                  <a:lnTo>
                    <a:pt x="91666" y="280159"/>
                  </a:lnTo>
                  <a:lnTo>
                    <a:pt x="96445" y="282483"/>
                  </a:lnTo>
                  <a:lnTo>
                    <a:pt x="101295" y="284654"/>
                  </a:lnTo>
                  <a:lnTo>
                    <a:pt x="106212" y="286670"/>
                  </a:lnTo>
                  <a:lnTo>
                    <a:pt x="111191" y="288529"/>
                  </a:lnTo>
                  <a:lnTo>
                    <a:pt x="116226" y="290228"/>
                  </a:lnTo>
                  <a:lnTo>
                    <a:pt x="121313" y="291767"/>
                  </a:lnTo>
                  <a:lnTo>
                    <a:pt x="126446" y="293143"/>
                  </a:lnTo>
                  <a:lnTo>
                    <a:pt x="131620" y="294355"/>
                  </a:lnTo>
                  <a:lnTo>
                    <a:pt x="136830" y="295402"/>
                  </a:lnTo>
                  <a:lnTo>
                    <a:pt x="142070" y="296283"/>
                  </a:lnTo>
                  <a:lnTo>
                    <a:pt x="147336" y="296997"/>
                  </a:lnTo>
                  <a:lnTo>
                    <a:pt x="152622" y="297543"/>
                  </a:lnTo>
                  <a:lnTo>
                    <a:pt x="157923" y="297921"/>
                  </a:lnTo>
                  <a:lnTo>
                    <a:pt x="163233" y="298130"/>
                  </a:lnTo>
                  <a:lnTo>
                    <a:pt x="168547" y="298170"/>
                  </a:lnTo>
                  <a:lnTo>
                    <a:pt x="173860" y="298042"/>
                  </a:lnTo>
                  <a:lnTo>
                    <a:pt x="179166" y="297744"/>
                  </a:lnTo>
                  <a:lnTo>
                    <a:pt x="184460" y="297278"/>
                  </a:lnTo>
                  <a:lnTo>
                    <a:pt x="189736" y="296644"/>
                  </a:lnTo>
                  <a:lnTo>
                    <a:pt x="194989" y="295843"/>
                  </a:lnTo>
                  <a:lnTo>
                    <a:pt x="200215" y="294875"/>
                  </a:lnTo>
                  <a:lnTo>
                    <a:pt x="205407" y="293741"/>
                  </a:lnTo>
                  <a:lnTo>
                    <a:pt x="210560" y="292443"/>
                  </a:lnTo>
                  <a:lnTo>
                    <a:pt x="215669" y="290982"/>
                  </a:lnTo>
                  <a:lnTo>
                    <a:pt x="220730" y="289359"/>
                  </a:lnTo>
                  <a:lnTo>
                    <a:pt x="225736" y="287577"/>
                  </a:lnTo>
                  <a:lnTo>
                    <a:pt x="230683" y="285636"/>
                  </a:lnTo>
                  <a:lnTo>
                    <a:pt x="235566" y="283538"/>
                  </a:lnTo>
                  <a:lnTo>
                    <a:pt x="240380" y="281287"/>
                  </a:lnTo>
                  <a:lnTo>
                    <a:pt x="245119" y="278883"/>
                  </a:lnTo>
                  <a:lnTo>
                    <a:pt x="249780" y="276331"/>
                  </a:lnTo>
                  <a:lnTo>
                    <a:pt x="254358" y="273631"/>
                  </a:lnTo>
                  <a:lnTo>
                    <a:pt x="258847" y="270787"/>
                  </a:lnTo>
                  <a:lnTo>
                    <a:pt x="263244" y="267802"/>
                  </a:lnTo>
                  <a:lnTo>
                    <a:pt x="267543" y="264679"/>
                  </a:lnTo>
                  <a:lnTo>
                    <a:pt x="271741" y="261420"/>
                  </a:lnTo>
                  <a:lnTo>
                    <a:pt x="275834" y="258030"/>
                  </a:lnTo>
                  <a:lnTo>
                    <a:pt x="279816" y="254512"/>
                  </a:lnTo>
                  <a:lnTo>
                    <a:pt x="283685" y="250868"/>
                  </a:lnTo>
                  <a:lnTo>
                    <a:pt x="287436" y="247104"/>
                  </a:lnTo>
                  <a:lnTo>
                    <a:pt x="291065" y="243222"/>
                  </a:lnTo>
                  <a:lnTo>
                    <a:pt x="294569" y="239227"/>
                  </a:lnTo>
                  <a:lnTo>
                    <a:pt x="297945" y="235122"/>
                  </a:lnTo>
                  <a:lnTo>
                    <a:pt x="301188" y="230913"/>
                  </a:lnTo>
                  <a:lnTo>
                    <a:pt x="304296" y="226602"/>
                  </a:lnTo>
                  <a:lnTo>
                    <a:pt x="307265" y="222195"/>
                  </a:lnTo>
                  <a:lnTo>
                    <a:pt x="310093" y="217695"/>
                  </a:lnTo>
                  <a:lnTo>
                    <a:pt x="312776" y="213108"/>
                  </a:lnTo>
                  <a:lnTo>
                    <a:pt x="315312" y="208438"/>
                  </a:lnTo>
                  <a:lnTo>
                    <a:pt x="317698" y="203690"/>
                  </a:lnTo>
                  <a:lnTo>
                    <a:pt x="319932" y="198868"/>
                  </a:lnTo>
                  <a:lnTo>
                    <a:pt x="322012" y="193977"/>
                  </a:lnTo>
                  <a:lnTo>
                    <a:pt x="323935" y="189023"/>
                  </a:lnTo>
                  <a:lnTo>
                    <a:pt x="325700" y="184011"/>
                  </a:lnTo>
                  <a:lnTo>
                    <a:pt x="327305" y="178945"/>
                  </a:lnTo>
                  <a:lnTo>
                    <a:pt x="328748" y="173830"/>
                  </a:lnTo>
                  <a:lnTo>
                    <a:pt x="330027" y="168672"/>
                  </a:lnTo>
                  <a:lnTo>
                    <a:pt x="331142" y="163476"/>
                  </a:lnTo>
                  <a:lnTo>
                    <a:pt x="332091" y="158247"/>
                  </a:lnTo>
                  <a:lnTo>
                    <a:pt x="332874" y="152991"/>
                  </a:lnTo>
                  <a:lnTo>
                    <a:pt x="333489" y="147713"/>
                  </a:lnTo>
                  <a:lnTo>
                    <a:pt x="333936" y="142417"/>
                  </a:lnTo>
                  <a:lnTo>
                    <a:pt x="334214" y="137110"/>
                  </a:lnTo>
                  <a:lnTo>
                    <a:pt x="334323" y="131797"/>
                  </a:lnTo>
                  <a:lnTo>
                    <a:pt x="334264" y="126483"/>
                  </a:lnTo>
                  <a:lnTo>
                    <a:pt x="334036" y="121174"/>
                  </a:lnTo>
                  <a:lnTo>
                    <a:pt x="333639" y="115875"/>
                  </a:lnTo>
                  <a:lnTo>
                    <a:pt x="333074" y="110591"/>
                  </a:lnTo>
                  <a:lnTo>
                    <a:pt x="167158" y="1310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165915" cy="167167"/>
            </a:xfrm>
            <a:custGeom>
              <a:avLst/>
              <a:pathLst>
                <a:path w="165915" h="167167">
                  <a:moveTo>
                    <a:pt x="165915" y="146749"/>
                  </a:moveTo>
                  <a:lnTo>
                    <a:pt x="165172" y="141420"/>
                  </a:lnTo>
                  <a:lnTo>
                    <a:pt x="164258" y="136118"/>
                  </a:lnTo>
                  <a:lnTo>
                    <a:pt x="163174" y="130849"/>
                  </a:lnTo>
                  <a:lnTo>
                    <a:pt x="161921" y="125617"/>
                  </a:lnTo>
                  <a:lnTo>
                    <a:pt x="160500" y="120427"/>
                  </a:lnTo>
                  <a:lnTo>
                    <a:pt x="158913" y="115287"/>
                  </a:lnTo>
                  <a:lnTo>
                    <a:pt x="157161" y="110200"/>
                  </a:lnTo>
                  <a:lnTo>
                    <a:pt x="155246" y="105172"/>
                  </a:lnTo>
                  <a:lnTo>
                    <a:pt x="153171" y="100208"/>
                  </a:lnTo>
                  <a:lnTo>
                    <a:pt x="150937" y="95314"/>
                  </a:lnTo>
                  <a:lnTo>
                    <a:pt x="148546" y="90494"/>
                  </a:lnTo>
                  <a:lnTo>
                    <a:pt x="146002" y="85753"/>
                  </a:lnTo>
                  <a:lnTo>
                    <a:pt x="143307" y="81097"/>
                  </a:lnTo>
                  <a:lnTo>
                    <a:pt x="140463" y="76530"/>
                  </a:lnTo>
                  <a:lnTo>
                    <a:pt x="137473" y="72057"/>
                  </a:lnTo>
                  <a:lnTo>
                    <a:pt x="134341" y="67682"/>
                  </a:lnTo>
                  <a:lnTo>
                    <a:pt x="131070" y="63411"/>
                  </a:lnTo>
                  <a:lnTo>
                    <a:pt x="127664" y="59246"/>
                  </a:lnTo>
                  <a:lnTo>
                    <a:pt x="124125" y="55194"/>
                  </a:lnTo>
                  <a:lnTo>
                    <a:pt x="120457" y="51258"/>
                  </a:lnTo>
                  <a:lnTo>
                    <a:pt x="116665" y="47441"/>
                  </a:lnTo>
                  <a:lnTo>
                    <a:pt x="112752" y="43749"/>
                  </a:lnTo>
                  <a:lnTo>
                    <a:pt x="108722" y="40185"/>
                  </a:lnTo>
                  <a:lnTo>
                    <a:pt x="104579" y="36752"/>
                  </a:lnTo>
                  <a:lnTo>
                    <a:pt x="100328" y="33454"/>
                  </a:lnTo>
                  <a:lnTo>
                    <a:pt x="95973" y="30295"/>
                  </a:lnTo>
                  <a:lnTo>
                    <a:pt x="91519" y="27277"/>
                  </a:lnTo>
                  <a:lnTo>
                    <a:pt x="86970" y="24405"/>
                  </a:lnTo>
                  <a:lnTo>
                    <a:pt x="82331" y="21680"/>
                  </a:lnTo>
                  <a:lnTo>
                    <a:pt x="77606" y="19106"/>
                  </a:lnTo>
                  <a:lnTo>
                    <a:pt x="72802" y="16685"/>
                  </a:lnTo>
                  <a:lnTo>
                    <a:pt x="67921" y="14420"/>
                  </a:lnTo>
                  <a:lnTo>
                    <a:pt x="62971" y="12314"/>
                  </a:lnTo>
                  <a:lnTo>
                    <a:pt x="57955" y="10367"/>
                  </a:lnTo>
                  <a:lnTo>
                    <a:pt x="52879" y="8584"/>
                  </a:lnTo>
                  <a:lnTo>
                    <a:pt x="47749" y="6964"/>
                  </a:lnTo>
                  <a:lnTo>
                    <a:pt x="42568" y="5510"/>
                  </a:lnTo>
                  <a:lnTo>
                    <a:pt x="37344" y="4224"/>
                  </a:lnTo>
                  <a:lnTo>
                    <a:pt x="32081" y="3107"/>
                  </a:lnTo>
                  <a:lnTo>
                    <a:pt x="26785" y="2159"/>
                  </a:lnTo>
                  <a:lnTo>
                    <a:pt x="21462" y="1383"/>
                  </a:lnTo>
                  <a:lnTo>
                    <a:pt x="16116" y="778"/>
                  </a:lnTo>
                  <a:lnTo>
                    <a:pt x="10753" y="346"/>
                  </a:lnTo>
                  <a:lnTo>
                    <a:pt x="537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6831" y="3707720"/>
              <a:ext cx="162179" cy="167167"/>
            </a:xfrm>
            <a:custGeom>
              <a:avLst/>
              <a:pathLst>
                <a:path w="162179" h="167167">
                  <a:moveTo>
                    <a:pt x="162179" y="0"/>
                  </a:moveTo>
                  <a:lnTo>
                    <a:pt x="156774" y="87"/>
                  </a:lnTo>
                  <a:lnTo>
                    <a:pt x="151375" y="349"/>
                  </a:lnTo>
                  <a:lnTo>
                    <a:pt x="145986" y="786"/>
                  </a:lnTo>
                  <a:lnTo>
                    <a:pt x="140615" y="1396"/>
                  </a:lnTo>
                  <a:lnTo>
                    <a:pt x="135267" y="2180"/>
                  </a:lnTo>
                  <a:lnTo>
                    <a:pt x="129946" y="3137"/>
                  </a:lnTo>
                  <a:lnTo>
                    <a:pt x="124659" y="4264"/>
                  </a:lnTo>
                  <a:lnTo>
                    <a:pt x="119412" y="5563"/>
                  </a:lnTo>
                  <a:lnTo>
                    <a:pt x="114209" y="7030"/>
                  </a:lnTo>
                  <a:lnTo>
                    <a:pt x="109056" y="8665"/>
                  </a:lnTo>
                  <a:lnTo>
                    <a:pt x="103959" y="10465"/>
                  </a:lnTo>
                  <a:lnTo>
                    <a:pt x="98923" y="12430"/>
                  </a:lnTo>
                  <a:lnTo>
                    <a:pt x="93953" y="14556"/>
                  </a:lnTo>
                  <a:lnTo>
                    <a:pt x="89054" y="16842"/>
                  </a:lnTo>
                  <a:lnTo>
                    <a:pt x="84232" y="19285"/>
                  </a:lnTo>
                  <a:lnTo>
                    <a:pt x="79491" y="21882"/>
                  </a:lnTo>
                  <a:lnTo>
                    <a:pt x="74836" y="24632"/>
                  </a:lnTo>
                  <a:lnTo>
                    <a:pt x="70273" y="27531"/>
                  </a:lnTo>
                  <a:lnTo>
                    <a:pt x="65807" y="30575"/>
                  </a:lnTo>
                  <a:lnTo>
                    <a:pt x="61441" y="33763"/>
                  </a:lnTo>
                  <a:lnTo>
                    <a:pt x="57180" y="37090"/>
                  </a:lnTo>
                  <a:lnTo>
                    <a:pt x="53029" y="40553"/>
                  </a:lnTo>
                  <a:lnTo>
                    <a:pt x="48992" y="44148"/>
                  </a:lnTo>
                  <a:lnTo>
                    <a:pt x="45074" y="47872"/>
                  </a:lnTo>
                  <a:lnTo>
                    <a:pt x="41278" y="51721"/>
                  </a:lnTo>
                  <a:lnTo>
                    <a:pt x="37608" y="55691"/>
                  </a:lnTo>
                  <a:lnTo>
                    <a:pt x="34069" y="59777"/>
                  </a:lnTo>
                  <a:lnTo>
                    <a:pt x="30663" y="63975"/>
                  </a:lnTo>
                  <a:lnTo>
                    <a:pt x="27396" y="68281"/>
                  </a:lnTo>
                  <a:lnTo>
                    <a:pt x="24269" y="72691"/>
                  </a:lnTo>
                  <a:lnTo>
                    <a:pt x="21286" y="77200"/>
                  </a:lnTo>
                  <a:lnTo>
                    <a:pt x="18451" y="81802"/>
                  </a:lnTo>
                  <a:lnTo>
                    <a:pt x="15766" y="86494"/>
                  </a:lnTo>
                  <a:lnTo>
                    <a:pt x="13234" y="91270"/>
                  </a:lnTo>
                  <a:lnTo>
                    <a:pt x="10858" y="96126"/>
                  </a:lnTo>
                  <a:lnTo>
                    <a:pt x="8640" y="101056"/>
                  </a:lnTo>
                  <a:lnTo>
                    <a:pt x="6583" y="106055"/>
                  </a:lnTo>
                  <a:lnTo>
                    <a:pt x="4688" y="111118"/>
                  </a:lnTo>
                  <a:lnTo>
                    <a:pt x="2958" y="116239"/>
                  </a:lnTo>
                  <a:lnTo>
                    <a:pt x="1395" y="121414"/>
                  </a:lnTo>
                  <a:lnTo>
                    <a:pt x="0" y="126637"/>
                  </a:lnTo>
                  <a:lnTo>
                    <a:pt x="162179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50" y="3707736"/>
              <a:ext cx="334327" cy="334312"/>
            </a:xfrm>
            <a:custGeom>
              <a:avLst/>
              <a:pathLst>
                <a:path w="334327" h="334312">
                  <a:moveTo>
                    <a:pt x="4981" y="126621"/>
                  </a:moveTo>
                  <a:lnTo>
                    <a:pt x="3778" y="131780"/>
                  </a:lnTo>
                  <a:lnTo>
                    <a:pt x="2740" y="136975"/>
                  </a:lnTo>
                  <a:lnTo>
                    <a:pt x="1866" y="142200"/>
                  </a:lnTo>
                  <a:lnTo>
                    <a:pt x="1158" y="147450"/>
                  </a:lnTo>
                  <a:lnTo>
                    <a:pt x="617" y="152720"/>
                  </a:lnTo>
                  <a:lnTo>
                    <a:pt x="244" y="158004"/>
                  </a:lnTo>
                  <a:lnTo>
                    <a:pt x="38" y="163297"/>
                  </a:lnTo>
                  <a:lnTo>
                    <a:pt x="0" y="168595"/>
                  </a:lnTo>
                  <a:lnTo>
                    <a:pt x="129" y="173891"/>
                  </a:lnTo>
                  <a:lnTo>
                    <a:pt x="427" y="179180"/>
                  </a:lnTo>
                  <a:lnTo>
                    <a:pt x="891" y="184457"/>
                  </a:lnTo>
                  <a:lnTo>
                    <a:pt x="1523" y="189716"/>
                  </a:lnTo>
                  <a:lnTo>
                    <a:pt x="2321" y="194953"/>
                  </a:lnTo>
                  <a:lnTo>
                    <a:pt x="3285" y="200162"/>
                  </a:lnTo>
                  <a:lnTo>
                    <a:pt x="4413" y="205338"/>
                  </a:lnTo>
                  <a:lnTo>
                    <a:pt x="5705" y="210476"/>
                  </a:lnTo>
                  <a:lnTo>
                    <a:pt x="7159" y="215570"/>
                  </a:lnTo>
                  <a:lnTo>
                    <a:pt x="8773" y="220615"/>
                  </a:lnTo>
                  <a:lnTo>
                    <a:pt x="10547" y="225607"/>
                  </a:lnTo>
                  <a:lnTo>
                    <a:pt x="12478" y="230540"/>
                  </a:lnTo>
                  <a:lnTo>
                    <a:pt x="14564" y="235409"/>
                  </a:lnTo>
                  <a:lnTo>
                    <a:pt x="16803" y="240210"/>
                  </a:lnTo>
                  <a:lnTo>
                    <a:pt x="19194" y="244938"/>
                  </a:lnTo>
                  <a:lnTo>
                    <a:pt x="21733" y="249587"/>
                  </a:lnTo>
                  <a:lnTo>
                    <a:pt x="24418" y="254154"/>
                  </a:lnTo>
                  <a:lnTo>
                    <a:pt x="27246" y="258633"/>
                  </a:lnTo>
                  <a:lnTo>
                    <a:pt x="30215" y="263020"/>
                  </a:lnTo>
                  <a:lnTo>
                    <a:pt x="33321" y="267311"/>
                  </a:lnTo>
                  <a:lnTo>
                    <a:pt x="36562" y="271502"/>
                  </a:lnTo>
                  <a:lnTo>
                    <a:pt x="39934" y="275587"/>
                  </a:lnTo>
                  <a:lnTo>
                    <a:pt x="43434" y="279564"/>
                  </a:lnTo>
                  <a:lnTo>
                    <a:pt x="47058" y="283428"/>
                  </a:lnTo>
                  <a:lnTo>
                    <a:pt x="50802" y="287175"/>
                  </a:lnTo>
                  <a:lnTo>
                    <a:pt x="54664" y="290802"/>
                  </a:lnTo>
                  <a:lnTo>
                    <a:pt x="58638" y="294304"/>
                  </a:lnTo>
                  <a:lnTo>
                    <a:pt x="62721" y="297679"/>
                  </a:lnTo>
                  <a:lnTo>
                    <a:pt x="66910" y="300923"/>
                  </a:lnTo>
                  <a:lnTo>
                    <a:pt x="71199" y="304032"/>
                  </a:lnTo>
                  <a:lnTo>
                    <a:pt x="75584" y="307004"/>
                  </a:lnTo>
                  <a:lnTo>
                    <a:pt x="80061" y="309835"/>
                  </a:lnTo>
                  <a:lnTo>
                    <a:pt x="84626" y="312523"/>
                  </a:lnTo>
                  <a:lnTo>
                    <a:pt x="89273" y="315066"/>
                  </a:lnTo>
                  <a:lnTo>
                    <a:pt x="93999" y="317459"/>
                  </a:lnTo>
                  <a:lnTo>
                    <a:pt x="98799" y="319702"/>
                  </a:lnTo>
                  <a:lnTo>
                    <a:pt x="103667" y="321791"/>
                  </a:lnTo>
                  <a:lnTo>
                    <a:pt x="108598" y="323726"/>
                  </a:lnTo>
                  <a:lnTo>
                    <a:pt x="113589" y="325503"/>
                  </a:lnTo>
                  <a:lnTo>
                    <a:pt x="118633" y="327120"/>
                  </a:lnTo>
                  <a:lnTo>
                    <a:pt x="123726" y="328578"/>
                  </a:lnTo>
                  <a:lnTo>
                    <a:pt x="128863" y="329873"/>
                  </a:lnTo>
                  <a:lnTo>
                    <a:pt x="134038" y="331005"/>
                  </a:lnTo>
                  <a:lnTo>
                    <a:pt x="139246" y="331972"/>
                  </a:lnTo>
                  <a:lnTo>
                    <a:pt x="144483" y="332774"/>
                  </a:lnTo>
                  <a:lnTo>
                    <a:pt x="149742" y="333409"/>
                  </a:lnTo>
                  <a:lnTo>
                    <a:pt x="155019" y="333878"/>
                  </a:lnTo>
                  <a:lnTo>
                    <a:pt x="160308" y="334179"/>
                  </a:lnTo>
                  <a:lnTo>
                    <a:pt x="165603" y="334312"/>
                  </a:lnTo>
                  <a:lnTo>
                    <a:pt x="170901" y="334277"/>
                  </a:lnTo>
                  <a:lnTo>
                    <a:pt x="176194" y="334075"/>
                  </a:lnTo>
                  <a:lnTo>
                    <a:pt x="181479" y="333705"/>
                  </a:lnTo>
                  <a:lnTo>
                    <a:pt x="186749" y="333167"/>
                  </a:lnTo>
                  <a:lnTo>
                    <a:pt x="191999" y="332463"/>
                  </a:lnTo>
                  <a:lnTo>
                    <a:pt x="197225" y="331593"/>
                  </a:lnTo>
                  <a:lnTo>
                    <a:pt x="202420" y="330558"/>
                  </a:lnTo>
                  <a:lnTo>
                    <a:pt x="207580" y="329359"/>
                  </a:lnTo>
                  <a:lnTo>
                    <a:pt x="212699" y="327997"/>
                  </a:lnTo>
                  <a:lnTo>
                    <a:pt x="217773" y="326473"/>
                  </a:lnTo>
                  <a:lnTo>
                    <a:pt x="222796" y="324790"/>
                  </a:lnTo>
                  <a:lnTo>
                    <a:pt x="227763" y="322948"/>
                  </a:lnTo>
                  <a:lnTo>
                    <a:pt x="232669" y="320949"/>
                  </a:lnTo>
                  <a:lnTo>
                    <a:pt x="237509" y="318796"/>
                  </a:lnTo>
                  <a:lnTo>
                    <a:pt x="242278" y="316491"/>
                  </a:lnTo>
                  <a:lnTo>
                    <a:pt x="246973" y="314036"/>
                  </a:lnTo>
                  <a:lnTo>
                    <a:pt x="251587" y="311433"/>
                  </a:lnTo>
                  <a:lnTo>
                    <a:pt x="256116" y="308686"/>
                  </a:lnTo>
                  <a:lnTo>
                    <a:pt x="260556" y="305796"/>
                  </a:lnTo>
                  <a:lnTo>
                    <a:pt x="264902" y="302767"/>
                  </a:lnTo>
                  <a:lnTo>
                    <a:pt x="269150" y="299602"/>
                  </a:lnTo>
                  <a:lnTo>
                    <a:pt x="273295" y="296304"/>
                  </a:lnTo>
                  <a:lnTo>
                    <a:pt x="277334" y="292876"/>
                  </a:lnTo>
                  <a:lnTo>
                    <a:pt x="281263" y="289322"/>
                  </a:lnTo>
                  <a:lnTo>
                    <a:pt x="285076" y="285646"/>
                  </a:lnTo>
                  <a:lnTo>
                    <a:pt x="288772" y="281850"/>
                  </a:lnTo>
                  <a:lnTo>
                    <a:pt x="292345" y="277939"/>
                  </a:lnTo>
                  <a:lnTo>
                    <a:pt x="295792" y="273917"/>
                  </a:lnTo>
                  <a:lnTo>
                    <a:pt x="299111" y="269788"/>
                  </a:lnTo>
                  <a:lnTo>
                    <a:pt x="302297" y="265555"/>
                  </a:lnTo>
                  <a:lnTo>
                    <a:pt x="305347" y="261224"/>
                  </a:lnTo>
                  <a:lnTo>
                    <a:pt x="308258" y="256798"/>
                  </a:lnTo>
                  <a:lnTo>
                    <a:pt x="311028" y="252282"/>
                  </a:lnTo>
                  <a:lnTo>
                    <a:pt x="313653" y="247681"/>
                  </a:lnTo>
                  <a:lnTo>
                    <a:pt x="316131" y="242999"/>
                  </a:lnTo>
                  <a:lnTo>
                    <a:pt x="318459" y="238241"/>
                  </a:lnTo>
                  <a:lnTo>
                    <a:pt x="320636" y="233411"/>
                  </a:lnTo>
                  <a:lnTo>
                    <a:pt x="322658" y="228515"/>
                  </a:lnTo>
                  <a:lnTo>
                    <a:pt x="324525" y="223557"/>
                  </a:lnTo>
                  <a:lnTo>
                    <a:pt x="326233" y="218543"/>
                  </a:lnTo>
                  <a:lnTo>
                    <a:pt x="327781" y="213477"/>
                  </a:lnTo>
                  <a:lnTo>
                    <a:pt x="329168" y="208364"/>
                  </a:lnTo>
                  <a:lnTo>
                    <a:pt x="330393" y="203210"/>
                  </a:lnTo>
                  <a:lnTo>
                    <a:pt x="331453" y="198020"/>
                  </a:lnTo>
                  <a:lnTo>
                    <a:pt x="332349" y="192799"/>
                  </a:lnTo>
                  <a:lnTo>
                    <a:pt x="333079" y="187552"/>
                  </a:lnTo>
                  <a:lnTo>
                    <a:pt x="333642" y="182284"/>
                  </a:lnTo>
                  <a:lnTo>
                    <a:pt x="334038" y="177002"/>
                  </a:lnTo>
                  <a:lnTo>
                    <a:pt x="334266" y="171709"/>
                  </a:lnTo>
                  <a:lnTo>
                    <a:pt x="334327" y="166412"/>
                  </a:lnTo>
                  <a:lnTo>
                    <a:pt x="334219" y="161116"/>
                  </a:lnTo>
                  <a:lnTo>
                    <a:pt x="333944" y="155825"/>
                  </a:lnTo>
                  <a:lnTo>
                    <a:pt x="333501" y="150546"/>
                  </a:lnTo>
                  <a:lnTo>
                    <a:pt x="332892" y="145284"/>
                  </a:lnTo>
                  <a:lnTo>
                    <a:pt x="332116" y="140044"/>
                  </a:lnTo>
                  <a:lnTo>
                    <a:pt x="331174" y="134831"/>
                  </a:lnTo>
                  <a:lnTo>
                    <a:pt x="330067" y="129650"/>
                  </a:lnTo>
                  <a:lnTo>
                    <a:pt x="328797" y="124507"/>
                  </a:lnTo>
                  <a:lnTo>
                    <a:pt x="327365" y="119407"/>
                  </a:lnTo>
                  <a:lnTo>
                    <a:pt x="325772" y="114355"/>
                  </a:lnTo>
                  <a:lnTo>
                    <a:pt x="324019" y="109356"/>
                  </a:lnTo>
                  <a:lnTo>
                    <a:pt x="322109" y="104415"/>
                  </a:lnTo>
                  <a:lnTo>
                    <a:pt x="320044" y="99537"/>
                  </a:lnTo>
                  <a:lnTo>
                    <a:pt x="317824" y="94726"/>
                  </a:lnTo>
                  <a:lnTo>
                    <a:pt x="315454" y="89989"/>
                  </a:lnTo>
                  <a:lnTo>
                    <a:pt x="312935" y="85329"/>
                  </a:lnTo>
                  <a:lnTo>
                    <a:pt x="310269" y="80751"/>
                  </a:lnTo>
                  <a:lnTo>
                    <a:pt x="307459" y="76260"/>
                  </a:lnTo>
                  <a:lnTo>
                    <a:pt x="304509" y="71860"/>
                  </a:lnTo>
                  <a:lnTo>
                    <a:pt x="301421" y="67556"/>
                  </a:lnTo>
                  <a:lnTo>
                    <a:pt x="298197" y="63352"/>
                  </a:lnTo>
                  <a:lnTo>
                    <a:pt x="294843" y="59252"/>
                  </a:lnTo>
                  <a:lnTo>
                    <a:pt x="291360" y="55261"/>
                  </a:lnTo>
                  <a:lnTo>
                    <a:pt x="287752" y="51382"/>
                  </a:lnTo>
                  <a:lnTo>
                    <a:pt x="284023" y="47619"/>
                  </a:lnTo>
                  <a:lnTo>
                    <a:pt x="280177" y="43976"/>
                  </a:lnTo>
                  <a:lnTo>
                    <a:pt x="276218" y="40457"/>
                  </a:lnTo>
                  <a:lnTo>
                    <a:pt x="272148" y="37065"/>
                  </a:lnTo>
                  <a:lnTo>
                    <a:pt x="267974" y="33804"/>
                  </a:lnTo>
                  <a:lnTo>
                    <a:pt x="263698" y="30676"/>
                  </a:lnTo>
                  <a:lnTo>
                    <a:pt x="259325" y="27686"/>
                  </a:lnTo>
                  <a:lnTo>
                    <a:pt x="254860" y="24836"/>
                  </a:lnTo>
                  <a:lnTo>
                    <a:pt x="250307" y="22128"/>
                  </a:lnTo>
                  <a:lnTo>
                    <a:pt x="245670" y="19567"/>
                  </a:lnTo>
                  <a:lnTo>
                    <a:pt x="240954" y="17153"/>
                  </a:lnTo>
                  <a:lnTo>
                    <a:pt x="236164" y="14890"/>
                  </a:lnTo>
                  <a:lnTo>
                    <a:pt x="231305" y="12780"/>
                  </a:lnTo>
                  <a:lnTo>
                    <a:pt x="226382" y="10826"/>
                  </a:lnTo>
                  <a:lnTo>
                    <a:pt x="221399" y="9028"/>
                  </a:lnTo>
                  <a:lnTo>
                    <a:pt x="216361" y="7388"/>
                  </a:lnTo>
                  <a:lnTo>
                    <a:pt x="211274" y="5910"/>
                  </a:lnTo>
                  <a:lnTo>
                    <a:pt x="206143" y="4593"/>
                  </a:lnTo>
                  <a:lnTo>
                    <a:pt x="200973" y="3439"/>
                  </a:lnTo>
                  <a:lnTo>
                    <a:pt x="195768" y="2450"/>
                  </a:lnTo>
                  <a:lnTo>
                    <a:pt x="190535" y="1626"/>
                  </a:lnTo>
                  <a:lnTo>
                    <a:pt x="185279" y="969"/>
                  </a:lnTo>
                  <a:lnTo>
                    <a:pt x="180004" y="478"/>
                  </a:lnTo>
                  <a:lnTo>
                    <a:pt x="174717" y="155"/>
                  </a:lnTo>
                  <a:lnTo>
                    <a:pt x="169422" y="0"/>
                  </a:lnTo>
                  <a:lnTo>
                    <a:pt x="167161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260" cy="167167"/>
            </a:xfrm>
            <a:custGeom>
              <a:avLst/>
              <a:pathLst>
                <a:path w="2260" h="167167">
                  <a:moveTo>
                    <a:pt x="2260" y="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2025-06-06T06:16:39Z</dcterms:modified>
  <cp:category/>
</cp:coreProperties>
</file>